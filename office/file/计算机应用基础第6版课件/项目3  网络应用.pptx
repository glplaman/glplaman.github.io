
<file path=[Content_Types].xml><?xml version="1.0" encoding="utf-8"?>
<Types xmlns="http://schemas.openxmlformats.org/package/2006/content-types">
  <Default Extension="png" ContentType="image/png"/>
  <Default Extension="emf" ContentType="image/x-emf"/>
  <Default Extension="wdp" ContentType="image/vnd.ms-photo"/>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00.xml" ContentType="application/vnd.openxmlformats-officedocument.presentationml.tags+xml"/>
  <Override PartName="/ppt/tags/tag1001.xml" ContentType="application/vnd.openxmlformats-officedocument.presentationml.tags+xml"/>
  <Override PartName="/ppt/tags/tag1002.xml" ContentType="application/vnd.openxmlformats-officedocument.presentationml.tags+xml"/>
  <Override PartName="/ppt/tags/tag1003.xml" ContentType="application/vnd.openxmlformats-officedocument.presentationml.tags+xml"/>
  <Override PartName="/ppt/tags/tag1004.xml" ContentType="application/vnd.openxmlformats-officedocument.presentationml.tags+xml"/>
  <Override PartName="/ppt/tags/tag1005.xml" ContentType="application/vnd.openxmlformats-officedocument.presentationml.tags+xml"/>
  <Override PartName="/ppt/tags/tag1006.xml" ContentType="application/vnd.openxmlformats-officedocument.presentationml.tags+xml"/>
  <Override PartName="/ppt/tags/tag1007.xml" ContentType="application/vnd.openxmlformats-officedocument.presentationml.tags+xml"/>
  <Override PartName="/ppt/tags/tag1008.xml" ContentType="application/vnd.openxmlformats-officedocument.presentationml.tags+xml"/>
  <Override PartName="/ppt/tags/tag1009.xml" ContentType="application/vnd.openxmlformats-officedocument.presentationml.tags+xml"/>
  <Override PartName="/ppt/tags/tag101.xml" ContentType="application/vnd.openxmlformats-officedocument.presentationml.tags+xml"/>
  <Override PartName="/ppt/tags/tag1010.xml" ContentType="application/vnd.openxmlformats-officedocument.presentationml.tags+xml"/>
  <Override PartName="/ppt/tags/tag1011.xml" ContentType="application/vnd.openxmlformats-officedocument.presentationml.tags+xml"/>
  <Override PartName="/ppt/tags/tag1012.xml" ContentType="application/vnd.openxmlformats-officedocument.presentationml.tags+xml"/>
  <Override PartName="/ppt/tags/tag1013.xml" ContentType="application/vnd.openxmlformats-officedocument.presentationml.tags+xml"/>
  <Override PartName="/ppt/tags/tag1014.xml" ContentType="application/vnd.openxmlformats-officedocument.presentationml.tags+xml"/>
  <Override PartName="/ppt/tags/tag1015.xml" ContentType="application/vnd.openxmlformats-officedocument.presentationml.tags+xml"/>
  <Override PartName="/ppt/tags/tag1016.xml" ContentType="application/vnd.openxmlformats-officedocument.presentationml.tags+xml"/>
  <Override PartName="/ppt/tags/tag1017.xml" ContentType="application/vnd.openxmlformats-officedocument.presentationml.tags+xml"/>
  <Override PartName="/ppt/tags/tag1018.xml" ContentType="application/vnd.openxmlformats-officedocument.presentationml.tags+xml"/>
  <Override PartName="/ppt/tags/tag1019.xml" ContentType="application/vnd.openxmlformats-officedocument.presentationml.tags+xml"/>
  <Override PartName="/ppt/tags/tag102.xml" ContentType="application/vnd.openxmlformats-officedocument.presentationml.tags+xml"/>
  <Override PartName="/ppt/tags/tag1020.xml" ContentType="application/vnd.openxmlformats-officedocument.presentationml.tags+xml"/>
  <Override PartName="/ppt/tags/tag1021.xml" ContentType="application/vnd.openxmlformats-officedocument.presentationml.tags+xml"/>
  <Override PartName="/ppt/tags/tag1022.xml" ContentType="application/vnd.openxmlformats-officedocument.presentationml.tags+xml"/>
  <Override PartName="/ppt/tags/tag1023.xml" ContentType="application/vnd.openxmlformats-officedocument.presentationml.tags+xml"/>
  <Override PartName="/ppt/tags/tag1024.xml" ContentType="application/vnd.openxmlformats-officedocument.presentationml.tags+xml"/>
  <Override PartName="/ppt/tags/tag1025.xml" ContentType="application/vnd.openxmlformats-officedocument.presentationml.tags+xml"/>
  <Override PartName="/ppt/tags/tag1026.xml" ContentType="application/vnd.openxmlformats-officedocument.presentationml.tags+xml"/>
  <Override PartName="/ppt/tags/tag1027.xml" ContentType="application/vnd.openxmlformats-officedocument.presentationml.tags+xml"/>
  <Override PartName="/ppt/tags/tag1028.xml" ContentType="application/vnd.openxmlformats-officedocument.presentationml.tags+xml"/>
  <Override PartName="/ppt/tags/tag1029.xml" ContentType="application/vnd.openxmlformats-officedocument.presentationml.tags+xml"/>
  <Override PartName="/ppt/tags/tag103.xml" ContentType="application/vnd.openxmlformats-officedocument.presentationml.tags+xml"/>
  <Override PartName="/ppt/tags/tag1030.xml" ContentType="application/vnd.openxmlformats-officedocument.presentationml.tags+xml"/>
  <Override PartName="/ppt/tags/tag1031.xml" ContentType="application/vnd.openxmlformats-officedocument.presentationml.tags+xml"/>
  <Override PartName="/ppt/tags/tag1032.xml" ContentType="application/vnd.openxmlformats-officedocument.presentationml.tags+xml"/>
  <Override PartName="/ppt/tags/tag1033.xml" ContentType="application/vnd.openxmlformats-officedocument.presentationml.tags+xml"/>
  <Override PartName="/ppt/tags/tag1034.xml" ContentType="application/vnd.openxmlformats-officedocument.presentationml.tags+xml"/>
  <Override PartName="/ppt/tags/tag1035.xml" ContentType="application/vnd.openxmlformats-officedocument.presentationml.tags+xml"/>
  <Override PartName="/ppt/tags/tag1036.xml" ContentType="application/vnd.openxmlformats-officedocument.presentationml.tags+xml"/>
  <Override PartName="/ppt/tags/tag1037.xml" ContentType="application/vnd.openxmlformats-officedocument.presentationml.tags+xml"/>
  <Override PartName="/ppt/tags/tag1038.xml" ContentType="application/vnd.openxmlformats-officedocument.presentationml.tags+xml"/>
  <Override PartName="/ppt/tags/tag1039.xml" ContentType="application/vnd.openxmlformats-officedocument.presentationml.tags+xml"/>
  <Override PartName="/ppt/tags/tag104.xml" ContentType="application/vnd.openxmlformats-officedocument.presentationml.tags+xml"/>
  <Override PartName="/ppt/tags/tag1040.xml" ContentType="application/vnd.openxmlformats-officedocument.presentationml.tags+xml"/>
  <Override PartName="/ppt/tags/tag1041.xml" ContentType="application/vnd.openxmlformats-officedocument.presentationml.tags+xml"/>
  <Override PartName="/ppt/tags/tag1042.xml" ContentType="application/vnd.openxmlformats-officedocument.presentationml.tags+xml"/>
  <Override PartName="/ppt/tags/tag1043.xml" ContentType="application/vnd.openxmlformats-officedocument.presentationml.tags+xml"/>
  <Override PartName="/ppt/tags/tag1044.xml" ContentType="application/vnd.openxmlformats-officedocument.presentationml.tags+xml"/>
  <Override PartName="/ppt/tags/tag1045.xml" ContentType="application/vnd.openxmlformats-officedocument.presentationml.tags+xml"/>
  <Override PartName="/ppt/tags/tag1046.xml" ContentType="application/vnd.openxmlformats-officedocument.presentationml.tags+xml"/>
  <Override PartName="/ppt/tags/tag1047.xml" ContentType="application/vnd.openxmlformats-officedocument.presentationml.tags+xml"/>
  <Override PartName="/ppt/tags/tag1048.xml" ContentType="application/vnd.openxmlformats-officedocument.presentationml.tags+xml"/>
  <Override PartName="/ppt/tags/tag1049.xml" ContentType="application/vnd.openxmlformats-officedocument.presentationml.tags+xml"/>
  <Override PartName="/ppt/tags/tag105.xml" ContentType="application/vnd.openxmlformats-officedocument.presentationml.tags+xml"/>
  <Override PartName="/ppt/tags/tag1050.xml" ContentType="application/vnd.openxmlformats-officedocument.presentationml.tags+xml"/>
  <Override PartName="/ppt/tags/tag1051.xml" ContentType="application/vnd.openxmlformats-officedocument.presentationml.tags+xml"/>
  <Override PartName="/ppt/tags/tag1052.xml" ContentType="application/vnd.openxmlformats-officedocument.presentationml.tags+xml"/>
  <Override PartName="/ppt/tags/tag1053.xml" ContentType="application/vnd.openxmlformats-officedocument.presentationml.tags+xml"/>
  <Override PartName="/ppt/tags/tag1054.xml" ContentType="application/vnd.openxmlformats-officedocument.presentationml.tags+xml"/>
  <Override PartName="/ppt/tags/tag1055.xml" ContentType="application/vnd.openxmlformats-officedocument.presentationml.tags+xml"/>
  <Override PartName="/ppt/tags/tag1056.xml" ContentType="application/vnd.openxmlformats-officedocument.presentationml.tags+xml"/>
  <Override PartName="/ppt/tags/tag1057.xml" ContentType="application/vnd.openxmlformats-officedocument.presentationml.tags+xml"/>
  <Override PartName="/ppt/tags/tag1058.xml" ContentType="application/vnd.openxmlformats-officedocument.presentationml.tags+xml"/>
  <Override PartName="/ppt/tags/tag1059.xml" ContentType="application/vnd.openxmlformats-officedocument.presentationml.tags+xml"/>
  <Override PartName="/ppt/tags/tag106.xml" ContentType="application/vnd.openxmlformats-officedocument.presentationml.tags+xml"/>
  <Override PartName="/ppt/tags/tag1060.xml" ContentType="application/vnd.openxmlformats-officedocument.presentationml.tags+xml"/>
  <Override PartName="/ppt/tags/tag1061.xml" ContentType="application/vnd.openxmlformats-officedocument.presentationml.tags+xml"/>
  <Override PartName="/ppt/tags/tag1062.xml" ContentType="application/vnd.openxmlformats-officedocument.presentationml.tags+xml"/>
  <Override PartName="/ppt/tags/tag1063.xml" ContentType="application/vnd.openxmlformats-officedocument.presentationml.tags+xml"/>
  <Override PartName="/ppt/tags/tag1064.xml" ContentType="application/vnd.openxmlformats-officedocument.presentationml.tags+xml"/>
  <Override PartName="/ppt/tags/tag1065.xml" ContentType="application/vnd.openxmlformats-officedocument.presentationml.tags+xml"/>
  <Override PartName="/ppt/tags/tag1066.xml" ContentType="application/vnd.openxmlformats-officedocument.presentationml.tags+xml"/>
  <Override PartName="/ppt/tags/tag1067.xml" ContentType="application/vnd.openxmlformats-officedocument.presentationml.tags+xml"/>
  <Override PartName="/ppt/tags/tag1068.xml" ContentType="application/vnd.openxmlformats-officedocument.presentationml.tags+xml"/>
  <Override PartName="/ppt/tags/tag1069.xml" ContentType="application/vnd.openxmlformats-officedocument.presentationml.tags+xml"/>
  <Override PartName="/ppt/tags/tag107.xml" ContentType="application/vnd.openxmlformats-officedocument.presentationml.tags+xml"/>
  <Override PartName="/ppt/tags/tag1070.xml" ContentType="application/vnd.openxmlformats-officedocument.presentationml.tags+xml"/>
  <Override PartName="/ppt/tags/tag1071.xml" ContentType="application/vnd.openxmlformats-officedocument.presentationml.tags+xml"/>
  <Override PartName="/ppt/tags/tag1072.xml" ContentType="application/vnd.openxmlformats-officedocument.presentationml.tags+xml"/>
  <Override PartName="/ppt/tags/tag1073.xml" ContentType="application/vnd.openxmlformats-officedocument.presentationml.tags+xml"/>
  <Override PartName="/ppt/tags/tag1074.xml" ContentType="application/vnd.openxmlformats-officedocument.presentationml.tags+xml"/>
  <Override PartName="/ppt/tags/tag1075.xml" ContentType="application/vnd.openxmlformats-officedocument.presentationml.tags+xml"/>
  <Override PartName="/ppt/tags/tag1076.xml" ContentType="application/vnd.openxmlformats-officedocument.presentationml.tags+xml"/>
  <Override PartName="/ppt/tags/tag1077.xml" ContentType="application/vnd.openxmlformats-officedocument.presentationml.tags+xml"/>
  <Override PartName="/ppt/tags/tag1078.xml" ContentType="application/vnd.openxmlformats-officedocument.presentationml.tags+xml"/>
  <Override PartName="/ppt/tags/tag1079.xml" ContentType="application/vnd.openxmlformats-officedocument.presentationml.tags+xml"/>
  <Override PartName="/ppt/tags/tag108.xml" ContentType="application/vnd.openxmlformats-officedocument.presentationml.tags+xml"/>
  <Override PartName="/ppt/tags/tag1080.xml" ContentType="application/vnd.openxmlformats-officedocument.presentationml.tags+xml"/>
  <Override PartName="/ppt/tags/tag1081.xml" ContentType="application/vnd.openxmlformats-officedocument.presentationml.tags+xml"/>
  <Override PartName="/ppt/tags/tag1082.xml" ContentType="application/vnd.openxmlformats-officedocument.presentationml.tags+xml"/>
  <Override PartName="/ppt/tags/tag1083.xml" ContentType="application/vnd.openxmlformats-officedocument.presentationml.tags+xml"/>
  <Override PartName="/ppt/tags/tag1084.xml" ContentType="application/vnd.openxmlformats-officedocument.presentationml.tags+xml"/>
  <Override PartName="/ppt/tags/tag1085.xml" ContentType="application/vnd.openxmlformats-officedocument.presentationml.tags+xml"/>
  <Override PartName="/ppt/tags/tag1086.xml" ContentType="application/vnd.openxmlformats-officedocument.presentationml.tags+xml"/>
  <Override PartName="/ppt/tags/tag1087.xml" ContentType="application/vnd.openxmlformats-officedocument.presentationml.tags+xml"/>
  <Override PartName="/ppt/tags/tag1088.xml" ContentType="application/vnd.openxmlformats-officedocument.presentationml.tags+xml"/>
  <Override PartName="/ppt/tags/tag1089.xml" ContentType="application/vnd.openxmlformats-officedocument.presentationml.tags+xml"/>
  <Override PartName="/ppt/tags/tag109.xml" ContentType="application/vnd.openxmlformats-officedocument.presentationml.tags+xml"/>
  <Override PartName="/ppt/tags/tag1090.xml" ContentType="application/vnd.openxmlformats-officedocument.presentationml.tags+xml"/>
  <Override PartName="/ppt/tags/tag1091.xml" ContentType="application/vnd.openxmlformats-officedocument.presentationml.tags+xml"/>
  <Override PartName="/ppt/tags/tag1092.xml" ContentType="application/vnd.openxmlformats-officedocument.presentationml.tags+xml"/>
  <Override PartName="/ppt/tags/tag1093.xml" ContentType="application/vnd.openxmlformats-officedocument.presentationml.tags+xml"/>
  <Override PartName="/ppt/tags/tag1094.xml" ContentType="application/vnd.openxmlformats-officedocument.presentationml.tags+xml"/>
  <Override PartName="/ppt/tags/tag1095.xml" ContentType="application/vnd.openxmlformats-officedocument.presentationml.tags+xml"/>
  <Override PartName="/ppt/tags/tag1096.xml" ContentType="application/vnd.openxmlformats-officedocument.presentationml.tags+xml"/>
  <Override PartName="/ppt/tags/tag1097.xml" ContentType="application/vnd.openxmlformats-officedocument.presentationml.tags+xml"/>
  <Override PartName="/ppt/tags/tag1098.xml" ContentType="application/vnd.openxmlformats-officedocument.presentationml.tags+xml"/>
  <Override PartName="/ppt/tags/tag109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00.xml" ContentType="application/vnd.openxmlformats-officedocument.presentationml.tags+xml"/>
  <Override PartName="/ppt/tags/tag1101.xml" ContentType="application/vnd.openxmlformats-officedocument.presentationml.tags+xml"/>
  <Override PartName="/ppt/tags/tag1102.xml" ContentType="application/vnd.openxmlformats-officedocument.presentationml.tags+xml"/>
  <Override PartName="/ppt/tags/tag1103.xml" ContentType="application/vnd.openxmlformats-officedocument.presentationml.tags+xml"/>
  <Override PartName="/ppt/tags/tag1104.xml" ContentType="application/vnd.openxmlformats-officedocument.presentationml.tags+xml"/>
  <Override PartName="/ppt/tags/tag1105.xml" ContentType="application/vnd.openxmlformats-officedocument.presentationml.tags+xml"/>
  <Override PartName="/ppt/tags/tag1106.xml" ContentType="application/vnd.openxmlformats-officedocument.presentationml.tags+xml"/>
  <Override PartName="/ppt/tags/tag1107.xml" ContentType="application/vnd.openxmlformats-officedocument.presentationml.tags+xml"/>
  <Override PartName="/ppt/tags/tag1108.xml" ContentType="application/vnd.openxmlformats-officedocument.presentationml.tags+xml"/>
  <Override PartName="/ppt/tags/tag1109.xml" ContentType="application/vnd.openxmlformats-officedocument.presentationml.tags+xml"/>
  <Override PartName="/ppt/tags/tag111.xml" ContentType="application/vnd.openxmlformats-officedocument.presentationml.tags+xml"/>
  <Override PartName="/ppt/tags/tag1110.xml" ContentType="application/vnd.openxmlformats-officedocument.presentationml.tags+xml"/>
  <Override PartName="/ppt/tags/tag1111.xml" ContentType="application/vnd.openxmlformats-officedocument.presentationml.tags+xml"/>
  <Override PartName="/ppt/tags/tag1112.xml" ContentType="application/vnd.openxmlformats-officedocument.presentationml.tags+xml"/>
  <Override PartName="/ppt/tags/tag1113.xml" ContentType="application/vnd.openxmlformats-officedocument.presentationml.tags+xml"/>
  <Override PartName="/ppt/tags/tag1114.xml" ContentType="application/vnd.openxmlformats-officedocument.presentationml.tags+xml"/>
  <Override PartName="/ppt/tags/tag1115.xml" ContentType="application/vnd.openxmlformats-officedocument.presentationml.tags+xml"/>
  <Override PartName="/ppt/tags/tag1116.xml" ContentType="application/vnd.openxmlformats-officedocument.presentationml.tags+xml"/>
  <Override PartName="/ppt/tags/tag1117.xml" ContentType="application/vnd.openxmlformats-officedocument.presentationml.tags+xml"/>
  <Override PartName="/ppt/tags/tag1118.xml" ContentType="application/vnd.openxmlformats-officedocument.presentationml.tags+xml"/>
  <Override PartName="/ppt/tags/tag1119.xml" ContentType="application/vnd.openxmlformats-officedocument.presentationml.tags+xml"/>
  <Override PartName="/ppt/tags/tag112.xml" ContentType="application/vnd.openxmlformats-officedocument.presentationml.tags+xml"/>
  <Override PartName="/ppt/tags/tag1120.xml" ContentType="application/vnd.openxmlformats-officedocument.presentationml.tags+xml"/>
  <Override PartName="/ppt/tags/tag1121.xml" ContentType="application/vnd.openxmlformats-officedocument.presentationml.tags+xml"/>
  <Override PartName="/ppt/tags/tag1122.xml" ContentType="application/vnd.openxmlformats-officedocument.presentationml.tags+xml"/>
  <Override PartName="/ppt/tags/tag1123.xml" ContentType="application/vnd.openxmlformats-officedocument.presentationml.tags+xml"/>
  <Override PartName="/ppt/tags/tag1124.xml" ContentType="application/vnd.openxmlformats-officedocument.presentationml.tags+xml"/>
  <Override PartName="/ppt/tags/tag1125.xml" ContentType="application/vnd.openxmlformats-officedocument.presentationml.tags+xml"/>
  <Override PartName="/ppt/tags/tag1126.xml" ContentType="application/vnd.openxmlformats-officedocument.presentationml.tags+xml"/>
  <Override PartName="/ppt/tags/tag1127.xml" ContentType="application/vnd.openxmlformats-officedocument.presentationml.tags+xml"/>
  <Override PartName="/ppt/tags/tag1128.xml" ContentType="application/vnd.openxmlformats-officedocument.presentationml.tags+xml"/>
  <Override PartName="/ppt/tags/tag1129.xml" ContentType="application/vnd.openxmlformats-officedocument.presentationml.tags+xml"/>
  <Override PartName="/ppt/tags/tag113.xml" ContentType="application/vnd.openxmlformats-officedocument.presentationml.tags+xml"/>
  <Override PartName="/ppt/tags/tag1130.xml" ContentType="application/vnd.openxmlformats-officedocument.presentationml.tags+xml"/>
  <Override PartName="/ppt/tags/tag1131.xml" ContentType="application/vnd.openxmlformats-officedocument.presentationml.tags+xml"/>
  <Override PartName="/ppt/tags/tag1132.xml" ContentType="application/vnd.openxmlformats-officedocument.presentationml.tags+xml"/>
  <Override PartName="/ppt/tags/tag1133.xml" ContentType="application/vnd.openxmlformats-officedocument.presentationml.tags+xml"/>
  <Override PartName="/ppt/tags/tag1134.xml" ContentType="application/vnd.openxmlformats-officedocument.presentationml.tags+xml"/>
  <Override PartName="/ppt/tags/tag1135.xml" ContentType="application/vnd.openxmlformats-officedocument.presentationml.tags+xml"/>
  <Override PartName="/ppt/tags/tag1136.xml" ContentType="application/vnd.openxmlformats-officedocument.presentationml.tags+xml"/>
  <Override PartName="/ppt/tags/tag1137.xml" ContentType="application/vnd.openxmlformats-officedocument.presentationml.tags+xml"/>
  <Override PartName="/ppt/tags/tag1138.xml" ContentType="application/vnd.openxmlformats-officedocument.presentationml.tags+xml"/>
  <Override PartName="/ppt/tags/tag1139.xml" ContentType="application/vnd.openxmlformats-officedocument.presentationml.tags+xml"/>
  <Override PartName="/ppt/tags/tag114.xml" ContentType="application/vnd.openxmlformats-officedocument.presentationml.tags+xml"/>
  <Override PartName="/ppt/tags/tag1140.xml" ContentType="application/vnd.openxmlformats-officedocument.presentationml.tags+xml"/>
  <Override PartName="/ppt/tags/tag1141.xml" ContentType="application/vnd.openxmlformats-officedocument.presentationml.tags+xml"/>
  <Override PartName="/ppt/tags/tag1142.xml" ContentType="application/vnd.openxmlformats-officedocument.presentationml.tags+xml"/>
  <Override PartName="/ppt/tags/tag1143.xml" ContentType="application/vnd.openxmlformats-officedocument.presentationml.tags+xml"/>
  <Override PartName="/ppt/tags/tag1144.xml" ContentType="application/vnd.openxmlformats-officedocument.presentationml.tags+xml"/>
  <Override PartName="/ppt/tags/tag1145.xml" ContentType="application/vnd.openxmlformats-officedocument.presentationml.tags+xml"/>
  <Override PartName="/ppt/tags/tag1146.xml" ContentType="application/vnd.openxmlformats-officedocument.presentationml.tags+xml"/>
  <Override PartName="/ppt/tags/tag1147.xml" ContentType="application/vnd.openxmlformats-officedocument.presentationml.tags+xml"/>
  <Override PartName="/ppt/tags/tag1148.xml" ContentType="application/vnd.openxmlformats-officedocument.presentationml.tags+xml"/>
  <Override PartName="/ppt/tags/tag1149.xml" ContentType="application/vnd.openxmlformats-officedocument.presentationml.tags+xml"/>
  <Override PartName="/ppt/tags/tag115.xml" ContentType="application/vnd.openxmlformats-officedocument.presentationml.tags+xml"/>
  <Override PartName="/ppt/tags/tag1150.xml" ContentType="application/vnd.openxmlformats-officedocument.presentationml.tags+xml"/>
  <Override PartName="/ppt/tags/tag1151.xml" ContentType="application/vnd.openxmlformats-officedocument.presentationml.tags+xml"/>
  <Override PartName="/ppt/tags/tag1152.xml" ContentType="application/vnd.openxmlformats-officedocument.presentationml.tags+xml"/>
  <Override PartName="/ppt/tags/tag1153.xml" ContentType="application/vnd.openxmlformats-officedocument.presentationml.tags+xml"/>
  <Override PartName="/ppt/tags/tag1154.xml" ContentType="application/vnd.openxmlformats-officedocument.presentationml.tags+xml"/>
  <Override PartName="/ppt/tags/tag1155.xml" ContentType="application/vnd.openxmlformats-officedocument.presentationml.tags+xml"/>
  <Override PartName="/ppt/tags/tag1156.xml" ContentType="application/vnd.openxmlformats-officedocument.presentationml.tags+xml"/>
  <Override PartName="/ppt/tags/tag1157.xml" ContentType="application/vnd.openxmlformats-officedocument.presentationml.tags+xml"/>
  <Override PartName="/ppt/tags/tag1158.xml" ContentType="application/vnd.openxmlformats-officedocument.presentationml.tags+xml"/>
  <Override PartName="/ppt/tags/tag1159.xml" ContentType="application/vnd.openxmlformats-officedocument.presentationml.tags+xml"/>
  <Override PartName="/ppt/tags/tag116.xml" ContentType="application/vnd.openxmlformats-officedocument.presentationml.tags+xml"/>
  <Override PartName="/ppt/tags/tag1160.xml" ContentType="application/vnd.openxmlformats-officedocument.presentationml.tags+xml"/>
  <Override PartName="/ppt/tags/tag1161.xml" ContentType="application/vnd.openxmlformats-officedocument.presentationml.tags+xml"/>
  <Override PartName="/ppt/tags/tag1162.xml" ContentType="application/vnd.openxmlformats-officedocument.presentationml.tags+xml"/>
  <Override PartName="/ppt/tags/tag1163.xml" ContentType="application/vnd.openxmlformats-officedocument.presentationml.tags+xml"/>
  <Override PartName="/ppt/tags/tag1164.xml" ContentType="application/vnd.openxmlformats-officedocument.presentationml.tags+xml"/>
  <Override PartName="/ppt/tags/tag1165.xml" ContentType="application/vnd.openxmlformats-officedocument.presentationml.tags+xml"/>
  <Override PartName="/ppt/tags/tag1166.xml" ContentType="application/vnd.openxmlformats-officedocument.presentationml.tags+xml"/>
  <Override PartName="/ppt/tags/tag1167.xml" ContentType="application/vnd.openxmlformats-officedocument.presentationml.tags+xml"/>
  <Override PartName="/ppt/tags/tag1168.xml" ContentType="application/vnd.openxmlformats-officedocument.presentationml.tags+xml"/>
  <Override PartName="/ppt/tags/tag1169.xml" ContentType="application/vnd.openxmlformats-officedocument.presentationml.tags+xml"/>
  <Override PartName="/ppt/tags/tag117.xml" ContentType="application/vnd.openxmlformats-officedocument.presentationml.tags+xml"/>
  <Override PartName="/ppt/tags/tag1170.xml" ContentType="application/vnd.openxmlformats-officedocument.presentationml.tags+xml"/>
  <Override PartName="/ppt/tags/tag1171.xml" ContentType="application/vnd.openxmlformats-officedocument.presentationml.tags+xml"/>
  <Override PartName="/ppt/tags/tag1172.xml" ContentType="application/vnd.openxmlformats-officedocument.presentationml.tags+xml"/>
  <Override PartName="/ppt/tags/tag1173.xml" ContentType="application/vnd.openxmlformats-officedocument.presentationml.tags+xml"/>
  <Override PartName="/ppt/tags/tag1174.xml" ContentType="application/vnd.openxmlformats-officedocument.presentationml.tags+xml"/>
  <Override PartName="/ppt/tags/tag1175.xml" ContentType="application/vnd.openxmlformats-officedocument.presentationml.tags+xml"/>
  <Override PartName="/ppt/tags/tag1176.xml" ContentType="application/vnd.openxmlformats-officedocument.presentationml.tags+xml"/>
  <Override PartName="/ppt/tags/tag1177.xml" ContentType="application/vnd.openxmlformats-officedocument.presentationml.tags+xml"/>
  <Override PartName="/ppt/tags/tag1178.xml" ContentType="application/vnd.openxmlformats-officedocument.presentationml.tags+xml"/>
  <Override PartName="/ppt/tags/tag1179.xml" ContentType="application/vnd.openxmlformats-officedocument.presentationml.tags+xml"/>
  <Override PartName="/ppt/tags/tag118.xml" ContentType="application/vnd.openxmlformats-officedocument.presentationml.tags+xml"/>
  <Override PartName="/ppt/tags/tag1180.xml" ContentType="application/vnd.openxmlformats-officedocument.presentationml.tags+xml"/>
  <Override PartName="/ppt/tags/tag1181.xml" ContentType="application/vnd.openxmlformats-officedocument.presentationml.tags+xml"/>
  <Override PartName="/ppt/tags/tag1182.xml" ContentType="application/vnd.openxmlformats-officedocument.presentationml.tags+xml"/>
  <Override PartName="/ppt/tags/tag1183.xml" ContentType="application/vnd.openxmlformats-officedocument.presentationml.tags+xml"/>
  <Override PartName="/ppt/tags/tag1184.xml" ContentType="application/vnd.openxmlformats-officedocument.presentationml.tags+xml"/>
  <Override PartName="/ppt/tags/tag1185.xml" ContentType="application/vnd.openxmlformats-officedocument.presentationml.tags+xml"/>
  <Override PartName="/ppt/tags/tag1186.xml" ContentType="application/vnd.openxmlformats-officedocument.presentationml.tags+xml"/>
  <Override PartName="/ppt/tags/tag1187.xml" ContentType="application/vnd.openxmlformats-officedocument.presentationml.tags+xml"/>
  <Override PartName="/ppt/tags/tag1188.xml" ContentType="application/vnd.openxmlformats-officedocument.presentationml.tags+xml"/>
  <Override PartName="/ppt/tags/tag1189.xml" ContentType="application/vnd.openxmlformats-officedocument.presentationml.tags+xml"/>
  <Override PartName="/ppt/tags/tag119.xml" ContentType="application/vnd.openxmlformats-officedocument.presentationml.tags+xml"/>
  <Override PartName="/ppt/tags/tag1190.xml" ContentType="application/vnd.openxmlformats-officedocument.presentationml.tags+xml"/>
  <Override PartName="/ppt/tags/tag1191.xml" ContentType="application/vnd.openxmlformats-officedocument.presentationml.tags+xml"/>
  <Override PartName="/ppt/tags/tag1192.xml" ContentType="application/vnd.openxmlformats-officedocument.presentationml.tags+xml"/>
  <Override PartName="/ppt/tags/tag1193.xml" ContentType="application/vnd.openxmlformats-officedocument.presentationml.tags+xml"/>
  <Override PartName="/ppt/tags/tag1194.xml" ContentType="application/vnd.openxmlformats-officedocument.presentationml.tags+xml"/>
  <Override PartName="/ppt/tags/tag1195.xml" ContentType="application/vnd.openxmlformats-officedocument.presentationml.tags+xml"/>
  <Override PartName="/ppt/tags/tag1196.xml" ContentType="application/vnd.openxmlformats-officedocument.presentationml.tags+xml"/>
  <Override PartName="/ppt/tags/tag1197.xml" ContentType="application/vnd.openxmlformats-officedocument.presentationml.tags+xml"/>
  <Override PartName="/ppt/tags/tag1198.xml" ContentType="application/vnd.openxmlformats-officedocument.presentationml.tags+xml"/>
  <Override PartName="/ppt/tags/tag119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00.xml" ContentType="application/vnd.openxmlformats-officedocument.presentationml.tags+xml"/>
  <Override PartName="/ppt/tags/tag1201.xml" ContentType="application/vnd.openxmlformats-officedocument.presentationml.tags+xml"/>
  <Override PartName="/ppt/tags/tag1202.xml" ContentType="application/vnd.openxmlformats-officedocument.presentationml.tags+xml"/>
  <Override PartName="/ppt/tags/tag1203.xml" ContentType="application/vnd.openxmlformats-officedocument.presentationml.tags+xml"/>
  <Override PartName="/ppt/tags/tag1204.xml" ContentType="application/vnd.openxmlformats-officedocument.presentationml.tags+xml"/>
  <Override PartName="/ppt/tags/tag1205.xml" ContentType="application/vnd.openxmlformats-officedocument.presentationml.tags+xml"/>
  <Override PartName="/ppt/tags/tag1206.xml" ContentType="application/vnd.openxmlformats-officedocument.presentationml.tags+xml"/>
  <Override PartName="/ppt/tags/tag1207.xml" ContentType="application/vnd.openxmlformats-officedocument.presentationml.tags+xml"/>
  <Override PartName="/ppt/tags/tag1208.xml" ContentType="application/vnd.openxmlformats-officedocument.presentationml.tags+xml"/>
  <Override PartName="/ppt/tags/tag1209.xml" ContentType="application/vnd.openxmlformats-officedocument.presentationml.tags+xml"/>
  <Override PartName="/ppt/tags/tag121.xml" ContentType="application/vnd.openxmlformats-officedocument.presentationml.tags+xml"/>
  <Override PartName="/ppt/tags/tag1210.xml" ContentType="application/vnd.openxmlformats-officedocument.presentationml.tags+xml"/>
  <Override PartName="/ppt/tags/tag1211.xml" ContentType="application/vnd.openxmlformats-officedocument.presentationml.tags+xml"/>
  <Override PartName="/ppt/tags/tag1212.xml" ContentType="application/vnd.openxmlformats-officedocument.presentationml.tags+xml"/>
  <Override PartName="/ppt/tags/tag1213.xml" ContentType="application/vnd.openxmlformats-officedocument.presentationml.tags+xml"/>
  <Override PartName="/ppt/tags/tag1214.xml" ContentType="application/vnd.openxmlformats-officedocument.presentationml.tags+xml"/>
  <Override PartName="/ppt/tags/tag1215.xml" ContentType="application/vnd.openxmlformats-officedocument.presentationml.tags+xml"/>
  <Override PartName="/ppt/tags/tag1216.xml" ContentType="application/vnd.openxmlformats-officedocument.presentationml.tags+xml"/>
  <Override PartName="/ppt/tags/tag1217.xml" ContentType="application/vnd.openxmlformats-officedocument.presentationml.tags+xml"/>
  <Override PartName="/ppt/tags/tag1218.xml" ContentType="application/vnd.openxmlformats-officedocument.presentationml.tags+xml"/>
  <Override PartName="/ppt/tags/tag1219.xml" ContentType="application/vnd.openxmlformats-officedocument.presentationml.tags+xml"/>
  <Override PartName="/ppt/tags/tag122.xml" ContentType="application/vnd.openxmlformats-officedocument.presentationml.tags+xml"/>
  <Override PartName="/ppt/tags/tag1220.xml" ContentType="application/vnd.openxmlformats-officedocument.presentationml.tags+xml"/>
  <Override PartName="/ppt/tags/tag1221.xml" ContentType="application/vnd.openxmlformats-officedocument.presentationml.tags+xml"/>
  <Override PartName="/ppt/tags/tag1222.xml" ContentType="application/vnd.openxmlformats-officedocument.presentationml.tags+xml"/>
  <Override PartName="/ppt/tags/tag1223.xml" ContentType="application/vnd.openxmlformats-officedocument.presentationml.tags+xml"/>
  <Override PartName="/ppt/tags/tag1224.xml" ContentType="application/vnd.openxmlformats-officedocument.presentationml.tags+xml"/>
  <Override PartName="/ppt/tags/tag1225.xml" ContentType="application/vnd.openxmlformats-officedocument.presentationml.tags+xml"/>
  <Override PartName="/ppt/tags/tag1226.xml" ContentType="application/vnd.openxmlformats-officedocument.presentationml.tags+xml"/>
  <Override PartName="/ppt/tags/tag1227.xml" ContentType="application/vnd.openxmlformats-officedocument.presentationml.tags+xml"/>
  <Override PartName="/ppt/tags/tag1228.xml" ContentType="application/vnd.openxmlformats-officedocument.presentationml.tags+xml"/>
  <Override PartName="/ppt/tags/tag1229.xml" ContentType="application/vnd.openxmlformats-officedocument.presentationml.tags+xml"/>
  <Override PartName="/ppt/tags/tag123.xml" ContentType="application/vnd.openxmlformats-officedocument.presentationml.tags+xml"/>
  <Override PartName="/ppt/tags/tag1230.xml" ContentType="application/vnd.openxmlformats-officedocument.presentationml.tags+xml"/>
  <Override PartName="/ppt/tags/tag1231.xml" ContentType="application/vnd.openxmlformats-officedocument.presentationml.tags+xml"/>
  <Override PartName="/ppt/tags/tag1232.xml" ContentType="application/vnd.openxmlformats-officedocument.presentationml.tags+xml"/>
  <Override PartName="/ppt/tags/tag1233.xml" ContentType="application/vnd.openxmlformats-officedocument.presentationml.tags+xml"/>
  <Override PartName="/ppt/tags/tag1234.xml" ContentType="application/vnd.openxmlformats-officedocument.presentationml.tags+xml"/>
  <Override PartName="/ppt/tags/tag1235.xml" ContentType="application/vnd.openxmlformats-officedocument.presentationml.tags+xml"/>
  <Override PartName="/ppt/tags/tag1236.xml" ContentType="application/vnd.openxmlformats-officedocument.presentationml.tags+xml"/>
  <Override PartName="/ppt/tags/tag1237.xml" ContentType="application/vnd.openxmlformats-officedocument.presentationml.tags+xml"/>
  <Override PartName="/ppt/tags/tag1238.xml" ContentType="application/vnd.openxmlformats-officedocument.presentationml.tags+xml"/>
  <Override PartName="/ppt/tags/tag1239.xml" ContentType="application/vnd.openxmlformats-officedocument.presentationml.tags+xml"/>
  <Override PartName="/ppt/tags/tag124.xml" ContentType="application/vnd.openxmlformats-officedocument.presentationml.tags+xml"/>
  <Override PartName="/ppt/tags/tag1240.xml" ContentType="application/vnd.openxmlformats-officedocument.presentationml.tags+xml"/>
  <Override PartName="/ppt/tags/tag1241.xml" ContentType="application/vnd.openxmlformats-officedocument.presentationml.tags+xml"/>
  <Override PartName="/ppt/tags/tag1242.xml" ContentType="application/vnd.openxmlformats-officedocument.presentationml.tags+xml"/>
  <Override PartName="/ppt/tags/tag1243.xml" ContentType="application/vnd.openxmlformats-officedocument.presentationml.tags+xml"/>
  <Override PartName="/ppt/tags/tag1244.xml" ContentType="application/vnd.openxmlformats-officedocument.presentationml.tags+xml"/>
  <Override PartName="/ppt/tags/tag1245.xml" ContentType="application/vnd.openxmlformats-officedocument.presentationml.tags+xml"/>
  <Override PartName="/ppt/tags/tag1246.xml" ContentType="application/vnd.openxmlformats-officedocument.presentationml.tags+xml"/>
  <Override PartName="/ppt/tags/tag1247.xml" ContentType="application/vnd.openxmlformats-officedocument.presentationml.tags+xml"/>
  <Override PartName="/ppt/tags/tag1248.xml" ContentType="application/vnd.openxmlformats-officedocument.presentationml.tags+xml"/>
  <Override PartName="/ppt/tags/tag1249.xml" ContentType="application/vnd.openxmlformats-officedocument.presentationml.tags+xml"/>
  <Override PartName="/ppt/tags/tag125.xml" ContentType="application/vnd.openxmlformats-officedocument.presentationml.tags+xml"/>
  <Override PartName="/ppt/tags/tag1250.xml" ContentType="application/vnd.openxmlformats-officedocument.presentationml.tags+xml"/>
  <Override PartName="/ppt/tags/tag1251.xml" ContentType="application/vnd.openxmlformats-officedocument.presentationml.tags+xml"/>
  <Override PartName="/ppt/tags/tag1252.xml" ContentType="application/vnd.openxmlformats-officedocument.presentationml.tags+xml"/>
  <Override PartName="/ppt/tags/tag1253.xml" ContentType="application/vnd.openxmlformats-officedocument.presentationml.tags+xml"/>
  <Override PartName="/ppt/tags/tag1254.xml" ContentType="application/vnd.openxmlformats-officedocument.presentationml.tags+xml"/>
  <Override PartName="/ppt/tags/tag1255.xml" ContentType="application/vnd.openxmlformats-officedocument.presentationml.tags+xml"/>
  <Override PartName="/ppt/tags/tag1256.xml" ContentType="application/vnd.openxmlformats-officedocument.presentationml.tags+xml"/>
  <Override PartName="/ppt/tags/tag1257.xml" ContentType="application/vnd.openxmlformats-officedocument.presentationml.tags+xml"/>
  <Override PartName="/ppt/tags/tag1258.xml" ContentType="application/vnd.openxmlformats-officedocument.presentationml.tags+xml"/>
  <Override PartName="/ppt/tags/tag1259.xml" ContentType="application/vnd.openxmlformats-officedocument.presentationml.tags+xml"/>
  <Override PartName="/ppt/tags/tag126.xml" ContentType="application/vnd.openxmlformats-officedocument.presentationml.tags+xml"/>
  <Override PartName="/ppt/tags/tag1260.xml" ContentType="application/vnd.openxmlformats-officedocument.presentationml.tags+xml"/>
  <Override PartName="/ppt/tags/tag1261.xml" ContentType="application/vnd.openxmlformats-officedocument.presentationml.tags+xml"/>
  <Override PartName="/ppt/tags/tag1262.xml" ContentType="application/vnd.openxmlformats-officedocument.presentationml.tags+xml"/>
  <Override PartName="/ppt/tags/tag1263.xml" ContentType="application/vnd.openxmlformats-officedocument.presentationml.tags+xml"/>
  <Override PartName="/ppt/tags/tag1264.xml" ContentType="application/vnd.openxmlformats-officedocument.presentationml.tags+xml"/>
  <Override PartName="/ppt/tags/tag1265.xml" ContentType="application/vnd.openxmlformats-officedocument.presentationml.tags+xml"/>
  <Override PartName="/ppt/tags/tag1266.xml" ContentType="application/vnd.openxmlformats-officedocument.presentationml.tags+xml"/>
  <Override PartName="/ppt/tags/tag1267.xml" ContentType="application/vnd.openxmlformats-officedocument.presentationml.tags+xml"/>
  <Override PartName="/ppt/tags/tag1268.xml" ContentType="application/vnd.openxmlformats-officedocument.presentationml.tags+xml"/>
  <Override PartName="/ppt/tags/tag1269.xml" ContentType="application/vnd.openxmlformats-officedocument.presentationml.tags+xml"/>
  <Override PartName="/ppt/tags/tag127.xml" ContentType="application/vnd.openxmlformats-officedocument.presentationml.tags+xml"/>
  <Override PartName="/ppt/tags/tag1270.xml" ContentType="application/vnd.openxmlformats-officedocument.presentationml.tags+xml"/>
  <Override PartName="/ppt/tags/tag1271.xml" ContentType="application/vnd.openxmlformats-officedocument.presentationml.tags+xml"/>
  <Override PartName="/ppt/tags/tag1272.xml" ContentType="application/vnd.openxmlformats-officedocument.presentationml.tags+xml"/>
  <Override PartName="/ppt/tags/tag1273.xml" ContentType="application/vnd.openxmlformats-officedocument.presentationml.tags+xml"/>
  <Override PartName="/ppt/tags/tag1274.xml" ContentType="application/vnd.openxmlformats-officedocument.presentationml.tags+xml"/>
  <Override PartName="/ppt/tags/tag1275.xml" ContentType="application/vnd.openxmlformats-officedocument.presentationml.tags+xml"/>
  <Override PartName="/ppt/tags/tag1276.xml" ContentType="application/vnd.openxmlformats-officedocument.presentationml.tags+xml"/>
  <Override PartName="/ppt/tags/tag1277.xml" ContentType="application/vnd.openxmlformats-officedocument.presentationml.tags+xml"/>
  <Override PartName="/ppt/tags/tag1278.xml" ContentType="application/vnd.openxmlformats-officedocument.presentationml.tags+xml"/>
  <Override PartName="/ppt/tags/tag1279.xml" ContentType="application/vnd.openxmlformats-officedocument.presentationml.tags+xml"/>
  <Override PartName="/ppt/tags/tag128.xml" ContentType="application/vnd.openxmlformats-officedocument.presentationml.tags+xml"/>
  <Override PartName="/ppt/tags/tag1280.xml" ContentType="application/vnd.openxmlformats-officedocument.presentationml.tags+xml"/>
  <Override PartName="/ppt/tags/tag1281.xml" ContentType="application/vnd.openxmlformats-officedocument.presentationml.tags+xml"/>
  <Override PartName="/ppt/tags/tag1282.xml" ContentType="application/vnd.openxmlformats-officedocument.presentationml.tags+xml"/>
  <Override PartName="/ppt/tags/tag1283.xml" ContentType="application/vnd.openxmlformats-officedocument.presentationml.tags+xml"/>
  <Override PartName="/ppt/tags/tag1284.xml" ContentType="application/vnd.openxmlformats-officedocument.presentationml.tags+xml"/>
  <Override PartName="/ppt/tags/tag1285.xml" ContentType="application/vnd.openxmlformats-officedocument.presentationml.tags+xml"/>
  <Override PartName="/ppt/tags/tag1286.xml" ContentType="application/vnd.openxmlformats-officedocument.presentationml.tags+xml"/>
  <Override PartName="/ppt/tags/tag1287.xml" ContentType="application/vnd.openxmlformats-officedocument.presentationml.tags+xml"/>
  <Override PartName="/ppt/tags/tag1288.xml" ContentType="application/vnd.openxmlformats-officedocument.presentationml.tags+xml"/>
  <Override PartName="/ppt/tags/tag1289.xml" ContentType="application/vnd.openxmlformats-officedocument.presentationml.tags+xml"/>
  <Override PartName="/ppt/tags/tag129.xml" ContentType="application/vnd.openxmlformats-officedocument.presentationml.tags+xml"/>
  <Override PartName="/ppt/tags/tag1290.xml" ContentType="application/vnd.openxmlformats-officedocument.presentationml.tags+xml"/>
  <Override PartName="/ppt/tags/tag1291.xml" ContentType="application/vnd.openxmlformats-officedocument.presentationml.tags+xml"/>
  <Override PartName="/ppt/tags/tag1292.xml" ContentType="application/vnd.openxmlformats-officedocument.presentationml.tags+xml"/>
  <Override PartName="/ppt/tags/tag1293.xml" ContentType="application/vnd.openxmlformats-officedocument.presentationml.tags+xml"/>
  <Override PartName="/ppt/tags/tag1294.xml" ContentType="application/vnd.openxmlformats-officedocument.presentationml.tags+xml"/>
  <Override PartName="/ppt/tags/tag1295.xml" ContentType="application/vnd.openxmlformats-officedocument.presentationml.tags+xml"/>
  <Override PartName="/ppt/tags/tag1296.xml" ContentType="application/vnd.openxmlformats-officedocument.presentationml.tags+xml"/>
  <Override PartName="/ppt/tags/tag1297.xml" ContentType="application/vnd.openxmlformats-officedocument.presentationml.tags+xml"/>
  <Override PartName="/ppt/tags/tag1298.xml" ContentType="application/vnd.openxmlformats-officedocument.presentationml.tags+xml"/>
  <Override PartName="/ppt/tags/tag129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00.xml" ContentType="application/vnd.openxmlformats-officedocument.presentationml.tags+xml"/>
  <Override PartName="/ppt/tags/tag1301.xml" ContentType="application/vnd.openxmlformats-officedocument.presentationml.tags+xml"/>
  <Override PartName="/ppt/tags/tag1302.xml" ContentType="application/vnd.openxmlformats-officedocument.presentationml.tags+xml"/>
  <Override PartName="/ppt/tags/tag1303.xml" ContentType="application/vnd.openxmlformats-officedocument.presentationml.tags+xml"/>
  <Override PartName="/ppt/tags/tag1304.xml" ContentType="application/vnd.openxmlformats-officedocument.presentationml.tags+xml"/>
  <Override PartName="/ppt/tags/tag1305.xml" ContentType="application/vnd.openxmlformats-officedocument.presentationml.tags+xml"/>
  <Override PartName="/ppt/tags/tag1306.xml" ContentType="application/vnd.openxmlformats-officedocument.presentationml.tags+xml"/>
  <Override PartName="/ppt/tags/tag1307.xml" ContentType="application/vnd.openxmlformats-officedocument.presentationml.tags+xml"/>
  <Override PartName="/ppt/tags/tag1308.xml" ContentType="application/vnd.openxmlformats-officedocument.presentationml.tags+xml"/>
  <Override PartName="/ppt/tags/tag1309.xml" ContentType="application/vnd.openxmlformats-officedocument.presentationml.tags+xml"/>
  <Override PartName="/ppt/tags/tag131.xml" ContentType="application/vnd.openxmlformats-officedocument.presentationml.tags+xml"/>
  <Override PartName="/ppt/tags/tag1310.xml" ContentType="application/vnd.openxmlformats-officedocument.presentationml.tags+xml"/>
  <Override PartName="/ppt/tags/tag1311.xml" ContentType="application/vnd.openxmlformats-officedocument.presentationml.tags+xml"/>
  <Override PartName="/ppt/tags/tag1312.xml" ContentType="application/vnd.openxmlformats-officedocument.presentationml.tags+xml"/>
  <Override PartName="/ppt/tags/tag1313.xml" ContentType="application/vnd.openxmlformats-officedocument.presentationml.tags+xml"/>
  <Override PartName="/ppt/tags/tag1314.xml" ContentType="application/vnd.openxmlformats-officedocument.presentationml.tags+xml"/>
  <Override PartName="/ppt/tags/tag1315.xml" ContentType="application/vnd.openxmlformats-officedocument.presentationml.tags+xml"/>
  <Override PartName="/ppt/tags/tag1316.xml" ContentType="application/vnd.openxmlformats-officedocument.presentationml.tags+xml"/>
  <Override PartName="/ppt/tags/tag1317.xml" ContentType="application/vnd.openxmlformats-officedocument.presentationml.tags+xml"/>
  <Override PartName="/ppt/tags/tag1318.xml" ContentType="application/vnd.openxmlformats-officedocument.presentationml.tags+xml"/>
  <Override PartName="/ppt/tags/tag1319.xml" ContentType="application/vnd.openxmlformats-officedocument.presentationml.tags+xml"/>
  <Override PartName="/ppt/tags/tag132.xml" ContentType="application/vnd.openxmlformats-officedocument.presentationml.tags+xml"/>
  <Override PartName="/ppt/tags/tag1320.xml" ContentType="application/vnd.openxmlformats-officedocument.presentationml.tags+xml"/>
  <Override PartName="/ppt/tags/tag1321.xml" ContentType="application/vnd.openxmlformats-officedocument.presentationml.tags+xml"/>
  <Override PartName="/ppt/tags/tag1322.xml" ContentType="application/vnd.openxmlformats-officedocument.presentationml.tags+xml"/>
  <Override PartName="/ppt/tags/tag1323.xml" ContentType="application/vnd.openxmlformats-officedocument.presentationml.tags+xml"/>
  <Override PartName="/ppt/tags/tag1324.xml" ContentType="application/vnd.openxmlformats-officedocument.presentationml.tags+xml"/>
  <Override PartName="/ppt/tags/tag1325.xml" ContentType="application/vnd.openxmlformats-officedocument.presentationml.tags+xml"/>
  <Override PartName="/ppt/tags/tag1326.xml" ContentType="application/vnd.openxmlformats-officedocument.presentationml.tags+xml"/>
  <Override PartName="/ppt/tags/tag1327.xml" ContentType="application/vnd.openxmlformats-officedocument.presentationml.tags+xml"/>
  <Override PartName="/ppt/tags/tag1328.xml" ContentType="application/vnd.openxmlformats-officedocument.presentationml.tags+xml"/>
  <Override PartName="/ppt/tags/tag1329.xml" ContentType="application/vnd.openxmlformats-officedocument.presentationml.tags+xml"/>
  <Override PartName="/ppt/tags/tag133.xml" ContentType="application/vnd.openxmlformats-officedocument.presentationml.tags+xml"/>
  <Override PartName="/ppt/tags/tag1330.xml" ContentType="application/vnd.openxmlformats-officedocument.presentationml.tags+xml"/>
  <Override PartName="/ppt/tags/tag1331.xml" ContentType="application/vnd.openxmlformats-officedocument.presentationml.tags+xml"/>
  <Override PartName="/ppt/tags/tag1332.xml" ContentType="application/vnd.openxmlformats-officedocument.presentationml.tags+xml"/>
  <Override PartName="/ppt/tags/tag1333.xml" ContentType="application/vnd.openxmlformats-officedocument.presentationml.tags+xml"/>
  <Override PartName="/ppt/tags/tag1334.xml" ContentType="application/vnd.openxmlformats-officedocument.presentationml.tags+xml"/>
  <Override PartName="/ppt/tags/tag1335.xml" ContentType="application/vnd.openxmlformats-officedocument.presentationml.tags+xml"/>
  <Override PartName="/ppt/tags/tag1336.xml" ContentType="application/vnd.openxmlformats-officedocument.presentationml.tags+xml"/>
  <Override PartName="/ppt/tags/tag1337.xml" ContentType="application/vnd.openxmlformats-officedocument.presentationml.tags+xml"/>
  <Override PartName="/ppt/tags/tag1338.xml" ContentType="application/vnd.openxmlformats-officedocument.presentationml.tags+xml"/>
  <Override PartName="/ppt/tags/tag1339.xml" ContentType="application/vnd.openxmlformats-officedocument.presentationml.tags+xml"/>
  <Override PartName="/ppt/tags/tag134.xml" ContentType="application/vnd.openxmlformats-officedocument.presentationml.tags+xml"/>
  <Override PartName="/ppt/tags/tag1340.xml" ContentType="application/vnd.openxmlformats-officedocument.presentationml.tags+xml"/>
  <Override PartName="/ppt/tags/tag1341.xml" ContentType="application/vnd.openxmlformats-officedocument.presentationml.tags+xml"/>
  <Override PartName="/ppt/tags/tag1342.xml" ContentType="application/vnd.openxmlformats-officedocument.presentationml.tags+xml"/>
  <Override PartName="/ppt/tags/tag1343.xml" ContentType="application/vnd.openxmlformats-officedocument.presentationml.tags+xml"/>
  <Override PartName="/ppt/tags/tag1344.xml" ContentType="application/vnd.openxmlformats-officedocument.presentationml.tags+xml"/>
  <Override PartName="/ppt/tags/tag1345.xml" ContentType="application/vnd.openxmlformats-officedocument.presentationml.tags+xml"/>
  <Override PartName="/ppt/tags/tag1346.xml" ContentType="application/vnd.openxmlformats-officedocument.presentationml.tags+xml"/>
  <Override PartName="/ppt/tags/tag1347.xml" ContentType="application/vnd.openxmlformats-officedocument.presentationml.tags+xml"/>
  <Override PartName="/ppt/tags/tag1348.xml" ContentType="application/vnd.openxmlformats-officedocument.presentationml.tags+xml"/>
  <Override PartName="/ppt/tags/tag1349.xml" ContentType="application/vnd.openxmlformats-officedocument.presentationml.tags+xml"/>
  <Override PartName="/ppt/tags/tag135.xml" ContentType="application/vnd.openxmlformats-officedocument.presentationml.tags+xml"/>
  <Override PartName="/ppt/tags/tag1350.xml" ContentType="application/vnd.openxmlformats-officedocument.presentationml.tags+xml"/>
  <Override PartName="/ppt/tags/tag1351.xml" ContentType="application/vnd.openxmlformats-officedocument.presentationml.tags+xml"/>
  <Override PartName="/ppt/tags/tag1352.xml" ContentType="application/vnd.openxmlformats-officedocument.presentationml.tags+xml"/>
  <Override PartName="/ppt/tags/tag1353.xml" ContentType="application/vnd.openxmlformats-officedocument.presentationml.tags+xml"/>
  <Override PartName="/ppt/tags/tag1354.xml" ContentType="application/vnd.openxmlformats-officedocument.presentationml.tags+xml"/>
  <Override PartName="/ppt/tags/tag1355.xml" ContentType="application/vnd.openxmlformats-officedocument.presentationml.tags+xml"/>
  <Override PartName="/ppt/tags/tag1356.xml" ContentType="application/vnd.openxmlformats-officedocument.presentationml.tags+xml"/>
  <Override PartName="/ppt/tags/tag1357.xml" ContentType="application/vnd.openxmlformats-officedocument.presentationml.tags+xml"/>
  <Override PartName="/ppt/tags/tag1358.xml" ContentType="application/vnd.openxmlformats-officedocument.presentationml.tags+xml"/>
  <Override PartName="/ppt/tags/tag1359.xml" ContentType="application/vnd.openxmlformats-officedocument.presentationml.tags+xml"/>
  <Override PartName="/ppt/tags/tag136.xml" ContentType="application/vnd.openxmlformats-officedocument.presentationml.tags+xml"/>
  <Override PartName="/ppt/tags/tag1360.xml" ContentType="application/vnd.openxmlformats-officedocument.presentationml.tags+xml"/>
  <Override PartName="/ppt/tags/tag1361.xml" ContentType="application/vnd.openxmlformats-officedocument.presentationml.tags+xml"/>
  <Override PartName="/ppt/tags/tag1362.xml" ContentType="application/vnd.openxmlformats-officedocument.presentationml.tags+xml"/>
  <Override PartName="/ppt/tags/tag1363.xml" ContentType="application/vnd.openxmlformats-officedocument.presentationml.tags+xml"/>
  <Override PartName="/ppt/tags/tag1364.xml" ContentType="application/vnd.openxmlformats-officedocument.presentationml.tags+xml"/>
  <Override PartName="/ppt/tags/tag1365.xml" ContentType="application/vnd.openxmlformats-officedocument.presentationml.tags+xml"/>
  <Override PartName="/ppt/tags/tag1366.xml" ContentType="application/vnd.openxmlformats-officedocument.presentationml.tags+xml"/>
  <Override PartName="/ppt/tags/tag1367.xml" ContentType="application/vnd.openxmlformats-officedocument.presentationml.tags+xml"/>
  <Override PartName="/ppt/tags/tag1368.xml" ContentType="application/vnd.openxmlformats-officedocument.presentationml.tags+xml"/>
  <Override PartName="/ppt/tags/tag1369.xml" ContentType="application/vnd.openxmlformats-officedocument.presentationml.tags+xml"/>
  <Override PartName="/ppt/tags/tag137.xml" ContentType="application/vnd.openxmlformats-officedocument.presentationml.tags+xml"/>
  <Override PartName="/ppt/tags/tag1370.xml" ContentType="application/vnd.openxmlformats-officedocument.presentationml.tags+xml"/>
  <Override PartName="/ppt/tags/tag1371.xml" ContentType="application/vnd.openxmlformats-officedocument.presentationml.tags+xml"/>
  <Override PartName="/ppt/tags/tag1372.xml" ContentType="application/vnd.openxmlformats-officedocument.presentationml.tags+xml"/>
  <Override PartName="/ppt/tags/tag1373.xml" ContentType="application/vnd.openxmlformats-officedocument.presentationml.tags+xml"/>
  <Override PartName="/ppt/tags/tag1374.xml" ContentType="application/vnd.openxmlformats-officedocument.presentationml.tags+xml"/>
  <Override PartName="/ppt/tags/tag1375.xml" ContentType="application/vnd.openxmlformats-officedocument.presentationml.tags+xml"/>
  <Override PartName="/ppt/tags/tag1376.xml" ContentType="application/vnd.openxmlformats-officedocument.presentationml.tags+xml"/>
  <Override PartName="/ppt/tags/tag1377.xml" ContentType="application/vnd.openxmlformats-officedocument.presentationml.tags+xml"/>
  <Override PartName="/ppt/tags/tag1378.xml" ContentType="application/vnd.openxmlformats-officedocument.presentationml.tags+xml"/>
  <Override PartName="/ppt/tags/tag1379.xml" ContentType="application/vnd.openxmlformats-officedocument.presentationml.tags+xml"/>
  <Override PartName="/ppt/tags/tag138.xml" ContentType="application/vnd.openxmlformats-officedocument.presentationml.tags+xml"/>
  <Override PartName="/ppt/tags/tag1380.xml" ContentType="application/vnd.openxmlformats-officedocument.presentationml.tags+xml"/>
  <Override PartName="/ppt/tags/tag1381.xml" ContentType="application/vnd.openxmlformats-officedocument.presentationml.tags+xml"/>
  <Override PartName="/ppt/tags/tag1382.xml" ContentType="application/vnd.openxmlformats-officedocument.presentationml.tags+xml"/>
  <Override PartName="/ppt/tags/tag1383.xml" ContentType="application/vnd.openxmlformats-officedocument.presentationml.tags+xml"/>
  <Override PartName="/ppt/tags/tag1384.xml" ContentType="application/vnd.openxmlformats-officedocument.presentationml.tags+xml"/>
  <Override PartName="/ppt/tags/tag1385.xml" ContentType="application/vnd.openxmlformats-officedocument.presentationml.tags+xml"/>
  <Override PartName="/ppt/tags/tag1386.xml" ContentType="application/vnd.openxmlformats-officedocument.presentationml.tags+xml"/>
  <Override PartName="/ppt/tags/tag1387.xml" ContentType="application/vnd.openxmlformats-officedocument.presentationml.tags+xml"/>
  <Override PartName="/ppt/tags/tag1388.xml" ContentType="application/vnd.openxmlformats-officedocument.presentationml.tags+xml"/>
  <Override PartName="/ppt/tags/tag1389.xml" ContentType="application/vnd.openxmlformats-officedocument.presentationml.tags+xml"/>
  <Override PartName="/ppt/tags/tag139.xml" ContentType="application/vnd.openxmlformats-officedocument.presentationml.tags+xml"/>
  <Override PartName="/ppt/tags/tag1390.xml" ContentType="application/vnd.openxmlformats-officedocument.presentationml.tags+xml"/>
  <Override PartName="/ppt/tags/tag1391.xml" ContentType="application/vnd.openxmlformats-officedocument.presentationml.tags+xml"/>
  <Override PartName="/ppt/tags/tag1392.xml" ContentType="application/vnd.openxmlformats-officedocument.presentationml.tags+xml"/>
  <Override PartName="/ppt/tags/tag1393.xml" ContentType="application/vnd.openxmlformats-officedocument.presentationml.tags+xml"/>
  <Override PartName="/ppt/tags/tag1394.xml" ContentType="application/vnd.openxmlformats-officedocument.presentationml.tags+xml"/>
  <Override PartName="/ppt/tags/tag1395.xml" ContentType="application/vnd.openxmlformats-officedocument.presentationml.tags+xml"/>
  <Override PartName="/ppt/tags/tag1396.xml" ContentType="application/vnd.openxmlformats-officedocument.presentationml.tags+xml"/>
  <Override PartName="/ppt/tags/tag1397.xml" ContentType="application/vnd.openxmlformats-officedocument.presentationml.tags+xml"/>
  <Override PartName="/ppt/tags/tag1398.xml" ContentType="application/vnd.openxmlformats-officedocument.presentationml.tags+xml"/>
  <Override PartName="/ppt/tags/tag139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00.xml" ContentType="application/vnd.openxmlformats-officedocument.presentationml.tags+xml"/>
  <Override PartName="/ppt/tags/tag1401.xml" ContentType="application/vnd.openxmlformats-officedocument.presentationml.tags+xml"/>
  <Override PartName="/ppt/tags/tag1402.xml" ContentType="application/vnd.openxmlformats-officedocument.presentationml.tags+xml"/>
  <Override PartName="/ppt/tags/tag1403.xml" ContentType="application/vnd.openxmlformats-officedocument.presentationml.tags+xml"/>
  <Override PartName="/ppt/tags/tag1404.xml" ContentType="application/vnd.openxmlformats-officedocument.presentationml.tags+xml"/>
  <Override PartName="/ppt/tags/tag1405.xml" ContentType="application/vnd.openxmlformats-officedocument.presentationml.tags+xml"/>
  <Override PartName="/ppt/tags/tag1406.xml" ContentType="application/vnd.openxmlformats-officedocument.presentationml.tags+xml"/>
  <Override PartName="/ppt/tags/tag1407.xml" ContentType="application/vnd.openxmlformats-officedocument.presentationml.tags+xml"/>
  <Override PartName="/ppt/tags/tag1408.xml" ContentType="application/vnd.openxmlformats-officedocument.presentationml.tags+xml"/>
  <Override PartName="/ppt/tags/tag1409.xml" ContentType="application/vnd.openxmlformats-officedocument.presentationml.tags+xml"/>
  <Override PartName="/ppt/tags/tag141.xml" ContentType="application/vnd.openxmlformats-officedocument.presentationml.tags+xml"/>
  <Override PartName="/ppt/tags/tag1410.xml" ContentType="application/vnd.openxmlformats-officedocument.presentationml.tags+xml"/>
  <Override PartName="/ppt/tags/tag1411.xml" ContentType="application/vnd.openxmlformats-officedocument.presentationml.tags+xml"/>
  <Override PartName="/ppt/tags/tag1412.xml" ContentType="application/vnd.openxmlformats-officedocument.presentationml.tags+xml"/>
  <Override PartName="/ppt/tags/tag1413.xml" ContentType="application/vnd.openxmlformats-officedocument.presentationml.tags+xml"/>
  <Override PartName="/ppt/tags/tag1414.xml" ContentType="application/vnd.openxmlformats-officedocument.presentationml.tags+xml"/>
  <Override PartName="/ppt/tags/tag1415.xml" ContentType="application/vnd.openxmlformats-officedocument.presentationml.tags+xml"/>
  <Override PartName="/ppt/tags/tag1416.xml" ContentType="application/vnd.openxmlformats-officedocument.presentationml.tags+xml"/>
  <Override PartName="/ppt/tags/tag1417.xml" ContentType="application/vnd.openxmlformats-officedocument.presentationml.tags+xml"/>
  <Override PartName="/ppt/tags/tag1418.xml" ContentType="application/vnd.openxmlformats-officedocument.presentationml.tags+xml"/>
  <Override PartName="/ppt/tags/tag1419.xml" ContentType="application/vnd.openxmlformats-officedocument.presentationml.tags+xml"/>
  <Override PartName="/ppt/tags/tag142.xml" ContentType="application/vnd.openxmlformats-officedocument.presentationml.tags+xml"/>
  <Override PartName="/ppt/tags/tag1420.xml" ContentType="application/vnd.openxmlformats-officedocument.presentationml.tags+xml"/>
  <Override PartName="/ppt/tags/tag1421.xml" ContentType="application/vnd.openxmlformats-officedocument.presentationml.tags+xml"/>
  <Override PartName="/ppt/tags/tag1422.xml" ContentType="application/vnd.openxmlformats-officedocument.presentationml.tags+xml"/>
  <Override PartName="/ppt/tags/tag1423.xml" ContentType="application/vnd.openxmlformats-officedocument.presentationml.tags+xml"/>
  <Override PartName="/ppt/tags/tag1424.xml" ContentType="application/vnd.openxmlformats-officedocument.presentationml.tags+xml"/>
  <Override PartName="/ppt/tags/tag1425.xml" ContentType="application/vnd.openxmlformats-officedocument.presentationml.tags+xml"/>
  <Override PartName="/ppt/tags/tag1426.xml" ContentType="application/vnd.openxmlformats-officedocument.presentationml.tags+xml"/>
  <Override PartName="/ppt/tags/tag1427.xml" ContentType="application/vnd.openxmlformats-officedocument.presentationml.tags+xml"/>
  <Override PartName="/ppt/tags/tag1428.xml" ContentType="application/vnd.openxmlformats-officedocument.presentationml.tags+xml"/>
  <Override PartName="/ppt/tags/tag1429.xml" ContentType="application/vnd.openxmlformats-officedocument.presentationml.tags+xml"/>
  <Override PartName="/ppt/tags/tag143.xml" ContentType="application/vnd.openxmlformats-officedocument.presentationml.tags+xml"/>
  <Override PartName="/ppt/tags/tag1430.xml" ContentType="application/vnd.openxmlformats-officedocument.presentationml.tags+xml"/>
  <Override PartName="/ppt/tags/tag1431.xml" ContentType="application/vnd.openxmlformats-officedocument.presentationml.tags+xml"/>
  <Override PartName="/ppt/tags/tag1432.xml" ContentType="application/vnd.openxmlformats-officedocument.presentationml.tags+xml"/>
  <Override PartName="/ppt/tags/tag1433.xml" ContentType="application/vnd.openxmlformats-officedocument.presentationml.tags+xml"/>
  <Override PartName="/ppt/tags/tag1434.xml" ContentType="application/vnd.openxmlformats-officedocument.presentationml.tags+xml"/>
  <Override PartName="/ppt/tags/tag1435.xml" ContentType="application/vnd.openxmlformats-officedocument.presentationml.tags+xml"/>
  <Override PartName="/ppt/tags/tag1436.xml" ContentType="application/vnd.openxmlformats-officedocument.presentationml.tags+xml"/>
  <Override PartName="/ppt/tags/tag1437.xml" ContentType="application/vnd.openxmlformats-officedocument.presentationml.tags+xml"/>
  <Override PartName="/ppt/tags/tag1438.xml" ContentType="application/vnd.openxmlformats-officedocument.presentationml.tags+xml"/>
  <Override PartName="/ppt/tags/tag1439.xml" ContentType="application/vnd.openxmlformats-officedocument.presentationml.tags+xml"/>
  <Override PartName="/ppt/tags/tag144.xml" ContentType="application/vnd.openxmlformats-officedocument.presentationml.tags+xml"/>
  <Override PartName="/ppt/tags/tag1440.xml" ContentType="application/vnd.openxmlformats-officedocument.presentationml.tags+xml"/>
  <Override PartName="/ppt/tags/tag1441.xml" ContentType="application/vnd.openxmlformats-officedocument.presentationml.tags+xml"/>
  <Override PartName="/ppt/tags/tag1442.xml" ContentType="application/vnd.openxmlformats-officedocument.presentationml.tags+xml"/>
  <Override PartName="/ppt/tags/tag1443.xml" ContentType="application/vnd.openxmlformats-officedocument.presentationml.tags+xml"/>
  <Override PartName="/ppt/tags/tag1444.xml" ContentType="application/vnd.openxmlformats-officedocument.presentationml.tags+xml"/>
  <Override PartName="/ppt/tags/tag1445.xml" ContentType="application/vnd.openxmlformats-officedocument.presentationml.tags+xml"/>
  <Override PartName="/ppt/tags/tag1446.xml" ContentType="application/vnd.openxmlformats-officedocument.presentationml.tags+xml"/>
  <Override PartName="/ppt/tags/tag1447.xml" ContentType="application/vnd.openxmlformats-officedocument.presentationml.tags+xml"/>
  <Override PartName="/ppt/tags/tag1448.xml" ContentType="application/vnd.openxmlformats-officedocument.presentationml.tags+xml"/>
  <Override PartName="/ppt/tags/tag1449.xml" ContentType="application/vnd.openxmlformats-officedocument.presentationml.tags+xml"/>
  <Override PartName="/ppt/tags/tag145.xml" ContentType="application/vnd.openxmlformats-officedocument.presentationml.tags+xml"/>
  <Override PartName="/ppt/tags/tag1450.xml" ContentType="application/vnd.openxmlformats-officedocument.presentationml.tags+xml"/>
  <Override PartName="/ppt/tags/tag1451.xml" ContentType="application/vnd.openxmlformats-officedocument.presentationml.tags+xml"/>
  <Override PartName="/ppt/tags/tag1452.xml" ContentType="application/vnd.openxmlformats-officedocument.presentationml.tags+xml"/>
  <Override PartName="/ppt/tags/tag1453.xml" ContentType="application/vnd.openxmlformats-officedocument.presentationml.tags+xml"/>
  <Override PartName="/ppt/tags/tag1454.xml" ContentType="application/vnd.openxmlformats-officedocument.presentationml.tags+xml"/>
  <Override PartName="/ppt/tags/tag1455.xml" ContentType="application/vnd.openxmlformats-officedocument.presentationml.tags+xml"/>
  <Override PartName="/ppt/tags/tag1456.xml" ContentType="application/vnd.openxmlformats-officedocument.presentationml.tags+xml"/>
  <Override PartName="/ppt/tags/tag1457.xml" ContentType="application/vnd.openxmlformats-officedocument.presentationml.tags+xml"/>
  <Override PartName="/ppt/tags/tag1458.xml" ContentType="application/vnd.openxmlformats-officedocument.presentationml.tags+xml"/>
  <Override PartName="/ppt/tags/tag1459.xml" ContentType="application/vnd.openxmlformats-officedocument.presentationml.tags+xml"/>
  <Override PartName="/ppt/tags/tag146.xml" ContentType="application/vnd.openxmlformats-officedocument.presentationml.tags+xml"/>
  <Override PartName="/ppt/tags/tag1460.xml" ContentType="application/vnd.openxmlformats-officedocument.presentationml.tags+xml"/>
  <Override PartName="/ppt/tags/tag1461.xml" ContentType="application/vnd.openxmlformats-officedocument.presentationml.tags+xml"/>
  <Override PartName="/ppt/tags/tag1462.xml" ContentType="application/vnd.openxmlformats-officedocument.presentationml.tags+xml"/>
  <Override PartName="/ppt/tags/tag1463.xml" ContentType="application/vnd.openxmlformats-officedocument.presentationml.tags+xml"/>
  <Override PartName="/ppt/tags/tag1464.xml" ContentType="application/vnd.openxmlformats-officedocument.presentationml.tags+xml"/>
  <Override PartName="/ppt/tags/tag1465.xml" ContentType="application/vnd.openxmlformats-officedocument.presentationml.tags+xml"/>
  <Override PartName="/ppt/tags/tag1466.xml" ContentType="application/vnd.openxmlformats-officedocument.presentationml.tags+xml"/>
  <Override PartName="/ppt/tags/tag1467.xml" ContentType="application/vnd.openxmlformats-officedocument.presentationml.tags+xml"/>
  <Override PartName="/ppt/tags/tag1468.xml" ContentType="application/vnd.openxmlformats-officedocument.presentationml.tags+xml"/>
  <Override PartName="/ppt/tags/tag1469.xml" ContentType="application/vnd.openxmlformats-officedocument.presentationml.tags+xml"/>
  <Override PartName="/ppt/tags/tag147.xml" ContentType="application/vnd.openxmlformats-officedocument.presentationml.tags+xml"/>
  <Override PartName="/ppt/tags/tag1470.xml" ContentType="application/vnd.openxmlformats-officedocument.presentationml.tags+xml"/>
  <Override PartName="/ppt/tags/tag1471.xml" ContentType="application/vnd.openxmlformats-officedocument.presentationml.tags+xml"/>
  <Override PartName="/ppt/tags/tag1472.xml" ContentType="application/vnd.openxmlformats-officedocument.presentationml.tags+xml"/>
  <Override PartName="/ppt/tags/tag1473.xml" ContentType="application/vnd.openxmlformats-officedocument.presentationml.tags+xml"/>
  <Override PartName="/ppt/tags/tag1474.xml" ContentType="application/vnd.openxmlformats-officedocument.presentationml.tags+xml"/>
  <Override PartName="/ppt/tags/tag1475.xml" ContentType="application/vnd.openxmlformats-officedocument.presentationml.tags+xml"/>
  <Override PartName="/ppt/tags/tag1476.xml" ContentType="application/vnd.openxmlformats-officedocument.presentationml.tags+xml"/>
  <Override PartName="/ppt/tags/tag1477.xml" ContentType="application/vnd.openxmlformats-officedocument.presentationml.tags+xml"/>
  <Override PartName="/ppt/tags/tag1478.xml" ContentType="application/vnd.openxmlformats-officedocument.presentationml.tags+xml"/>
  <Override PartName="/ppt/tags/tag1479.xml" ContentType="application/vnd.openxmlformats-officedocument.presentationml.tags+xml"/>
  <Override PartName="/ppt/tags/tag148.xml" ContentType="application/vnd.openxmlformats-officedocument.presentationml.tags+xml"/>
  <Override PartName="/ppt/tags/tag1480.xml" ContentType="application/vnd.openxmlformats-officedocument.presentationml.tags+xml"/>
  <Override PartName="/ppt/tags/tag1481.xml" ContentType="application/vnd.openxmlformats-officedocument.presentationml.tags+xml"/>
  <Override PartName="/ppt/tags/tag1482.xml" ContentType="application/vnd.openxmlformats-officedocument.presentationml.tags+xml"/>
  <Override PartName="/ppt/tags/tag1483.xml" ContentType="application/vnd.openxmlformats-officedocument.presentationml.tags+xml"/>
  <Override PartName="/ppt/tags/tag1484.xml" ContentType="application/vnd.openxmlformats-officedocument.presentationml.tags+xml"/>
  <Override PartName="/ppt/tags/tag1485.xml" ContentType="application/vnd.openxmlformats-officedocument.presentationml.tags+xml"/>
  <Override PartName="/ppt/tags/tag1486.xml" ContentType="application/vnd.openxmlformats-officedocument.presentationml.tags+xml"/>
  <Override PartName="/ppt/tags/tag1487.xml" ContentType="application/vnd.openxmlformats-officedocument.presentationml.tags+xml"/>
  <Override PartName="/ppt/tags/tag1488.xml" ContentType="application/vnd.openxmlformats-officedocument.presentationml.tags+xml"/>
  <Override PartName="/ppt/tags/tag1489.xml" ContentType="application/vnd.openxmlformats-officedocument.presentationml.tags+xml"/>
  <Override PartName="/ppt/tags/tag149.xml" ContentType="application/vnd.openxmlformats-officedocument.presentationml.tags+xml"/>
  <Override PartName="/ppt/tags/tag1490.xml" ContentType="application/vnd.openxmlformats-officedocument.presentationml.tags+xml"/>
  <Override PartName="/ppt/tags/tag1491.xml" ContentType="application/vnd.openxmlformats-officedocument.presentationml.tags+xml"/>
  <Override PartName="/ppt/tags/tag1492.xml" ContentType="application/vnd.openxmlformats-officedocument.presentationml.tags+xml"/>
  <Override PartName="/ppt/tags/tag1493.xml" ContentType="application/vnd.openxmlformats-officedocument.presentationml.tags+xml"/>
  <Override PartName="/ppt/tags/tag1494.xml" ContentType="application/vnd.openxmlformats-officedocument.presentationml.tags+xml"/>
  <Override PartName="/ppt/tags/tag1495.xml" ContentType="application/vnd.openxmlformats-officedocument.presentationml.tags+xml"/>
  <Override PartName="/ppt/tags/tag1496.xml" ContentType="application/vnd.openxmlformats-officedocument.presentationml.tags+xml"/>
  <Override PartName="/ppt/tags/tag1497.xml" ContentType="application/vnd.openxmlformats-officedocument.presentationml.tags+xml"/>
  <Override PartName="/ppt/tags/tag1498.xml" ContentType="application/vnd.openxmlformats-officedocument.presentationml.tags+xml"/>
  <Override PartName="/ppt/tags/tag149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00.xml" ContentType="application/vnd.openxmlformats-officedocument.presentationml.tags+xml"/>
  <Override PartName="/ppt/tags/tag1501.xml" ContentType="application/vnd.openxmlformats-officedocument.presentationml.tags+xml"/>
  <Override PartName="/ppt/tags/tag1502.xml" ContentType="application/vnd.openxmlformats-officedocument.presentationml.tags+xml"/>
  <Override PartName="/ppt/tags/tag1503.xml" ContentType="application/vnd.openxmlformats-officedocument.presentationml.tags+xml"/>
  <Override PartName="/ppt/tags/tag1504.xml" ContentType="application/vnd.openxmlformats-officedocument.presentationml.tags+xml"/>
  <Override PartName="/ppt/tags/tag1505.xml" ContentType="application/vnd.openxmlformats-officedocument.presentationml.tags+xml"/>
  <Override PartName="/ppt/tags/tag1506.xml" ContentType="application/vnd.openxmlformats-officedocument.presentationml.tags+xml"/>
  <Override PartName="/ppt/tags/tag1507.xml" ContentType="application/vnd.openxmlformats-officedocument.presentationml.tags+xml"/>
  <Override PartName="/ppt/tags/tag1508.xml" ContentType="application/vnd.openxmlformats-officedocument.presentationml.tags+xml"/>
  <Override PartName="/ppt/tags/tag1509.xml" ContentType="application/vnd.openxmlformats-officedocument.presentationml.tags+xml"/>
  <Override PartName="/ppt/tags/tag151.xml" ContentType="application/vnd.openxmlformats-officedocument.presentationml.tags+xml"/>
  <Override PartName="/ppt/tags/tag1510.xml" ContentType="application/vnd.openxmlformats-officedocument.presentationml.tags+xml"/>
  <Override PartName="/ppt/tags/tag1511.xml" ContentType="application/vnd.openxmlformats-officedocument.presentationml.tags+xml"/>
  <Override PartName="/ppt/tags/tag1512.xml" ContentType="application/vnd.openxmlformats-officedocument.presentationml.tags+xml"/>
  <Override PartName="/ppt/tags/tag1513.xml" ContentType="application/vnd.openxmlformats-officedocument.presentationml.tags+xml"/>
  <Override PartName="/ppt/tags/tag1514.xml" ContentType="application/vnd.openxmlformats-officedocument.presentationml.tags+xml"/>
  <Override PartName="/ppt/tags/tag1515.xml" ContentType="application/vnd.openxmlformats-officedocument.presentationml.tags+xml"/>
  <Override PartName="/ppt/tags/tag1516.xml" ContentType="application/vnd.openxmlformats-officedocument.presentationml.tags+xml"/>
  <Override PartName="/ppt/tags/tag1517.xml" ContentType="application/vnd.openxmlformats-officedocument.presentationml.tags+xml"/>
  <Override PartName="/ppt/tags/tag1518.xml" ContentType="application/vnd.openxmlformats-officedocument.presentationml.tags+xml"/>
  <Override PartName="/ppt/tags/tag1519.xml" ContentType="application/vnd.openxmlformats-officedocument.presentationml.tags+xml"/>
  <Override PartName="/ppt/tags/tag152.xml" ContentType="application/vnd.openxmlformats-officedocument.presentationml.tags+xml"/>
  <Override PartName="/ppt/tags/tag1520.xml" ContentType="application/vnd.openxmlformats-officedocument.presentationml.tags+xml"/>
  <Override PartName="/ppt/tags/tag1521.xml" ContentType="application/vnd.openxmlformats-officedocument.presentationml.tags+xml"/>
  <Override PartName="/ppt/tags/tag1522.xml" ContentType="application/vnd.openxmlformats-officedocument.presentationml.tags+xml"/>
  <Override PartName="/ppt/tags/tag1523.xml" ContentType="application/vnd.openxmlformats-officedocument.presentationml.tags+xml"/>
  <Override PartName="/ppt/tags/tag1524.xml" ContentType="application/vnd.openxmlformats-officedocument.presentationml.tags+xml"/>
  <Override PartName="/ppt/tags/tag1525.xml" ContentType="application/vnd.openxmlformats-officedocument.presentationml.tags+xml"/>
  <Override PartName="/ppt/tags/tag1526.xml" ContentType="application/vnd.openxmlformats-officedocument.presentationml.tags+xml"/>
  <Override PartName="/ppt/tags/tag1527.xml" ContentType="application/vnd.openxmlformats-officedocument.presentationml.tags+xml"/>
  <Override PartName="/ppt/tags/tag1528.xml" ContentType="application/vnd.openxmlformats-officedocument.presentationml.tags+xml"/>
  <Override PartName="/ppt/tags/tag1529.xml" ContentType="application/vnd.openxmlformats-officedocument.presentationml.tags+xml"/>
  <Override PartName="/ppt/tags/tag153.xml" ContentType="application/vnd.openxmlformats-officedocument.presentationml.tags+xml"/>
  <Override PartName="/ppt/tags/tag1530.xml" ContentType="application/vnd.openxmlformats-officedocument.presentationml.tags+xml"/>
  <Override PartName="/ppt/tags/tag1531.xml" ContentType="application/vnd.openxmlformats-officedocument.presentationml.tags+xml"/>
  <Override PartName="/ppt/tags/tag1532.xml" ContentType="application/vnd.openxmlformats-officedocument.presentationml.tags+xml"/>
  <Override PartName="/ppt/tags/tag1533.xml" ContentType="application/vnd.openxmlformats-officedocument.presentationml.tags+xml"/>
  <Override PartName="/ppt/tags/tag1534.xml" ContentType="application/vnd.openxmlformats-officedocument.presentationml.tags+xml"/>
  <Override PartName="/ppt/tags/tag1535.xml" ContentType="application/vnd.openxmlformats-officedocument.presentationml.tags+xml"/>
  <Override PartName="/ppt/tags/tag1536.xml" ContentType="application/vnd.openxmlformats-officedocument.presentationml.tags+xml"/>
  <Override PartName="/ppt/tags/tag1537.xml" ContentType="application/vnd.openxmlformats-officedocument.presentationml.tags+xml"/>
  <Override PartName="/ppt/tags/tag1538.xml" ContentType="application/vnd.openxmlformats-officedocument.presentationml.tags+xml"/>
  <Override PartName="/ppt/tags/tag1539.xml" ContentType="application/vnd.openxmlformats-officedocument.presentationml.tags+xml"/>
  <Override PartName="/ppt/tags/tag154.xml" ContentType="application/vnd.openxmlformats-officedocument.presentationml.tags+xml"/>
  <Override PartName="/ppt/tags/tag1540.xml" ContentType="application/vnd.openxmlformats-officedocument.presentationml.tags+xml"/>
  <Override PartName="/ppt/tags/tag1541.xml" ContentType="application/vnd.openxmlformats-officedocument.presentationml.tags+xml"/>
  <Override PartName="/ppt/tags/tag1542.xml" ContentType="application/vnd.openxmlformats-officedocument.presentationml.tags+xml"/>
  <Override PartName="/ppt/tags/tag1543.xml" ContentType="application/vnd.openxmlformats-officedocument.presentationml.tags+xml"/>
  <Override PartName="/ppt/tags/tag1544.xml" ContentType="application/vnd.openxmlformats-officedocument.presentationml.tags+xml"/>
  <Override PartName="/ppt/tags/tag1545.xml" ContentType="application/vnd.openxmlformats-officedocument.presentationml.tags+xml"/>
  <Override PartName="/ppt/tags/tag1546.xml" ContentType="application/vnd.openxmlformats-officedocument.presentationml.tags+xml"/>
  <Override PartName="/ppt/tags/tag1547.xml" ContentType="application/vnd.openxmlformats-officedocument.presentationml.tags+xml"/>
  <Override PartName="/ppt/tags/tag1548.xml" ContentType="application/vnd.openxmlformats-officedocument.presentationml.tags+xml"/>
  <Override PartName="/ppt/tags/tag1549.xml" ContentType="application/vnd.openxmlformats-officedocument.presentationml.tags+xml"/>
  <Override PartName="/ppt/tags/tag155.xml" ContentType="application/vnd.openxmlformats-officedocument.presentationml.tags+xml"/>
  <Override PartName="/ppt/tags/tag1550.xml" ContentType="application/vnd.openxmlformats-officedocument.presentationml.tags+xml"/>
  <Override PartName="/ppt/tags/tag1551.xml" ContentType="application/vnd.openxmlformats-officedocument.presentationml.tags+xml"/>
  <Override PartName="/ppt/tags/tag1552.xml" ContentType="application/vnd.openxmlformats-officedocument.presentationml.tags+xml"/>
  <Override PartName="/ppt/tags/tag1553.xml" ContentType="application/vnd.openxmlformats-officedocument.presentationml.tags+xml"/>
  <Override PartName="/ppt/tags/tag1554.xml" ContentType="application/vnd.openxmlformats-officedocument.presentationml.tags+xml"/>
  <Override PartName="/ppt/tags/tag1555.xml" ContentType="application/vnd.openxmlformats-officedocument.presentationml.tags+xml"/>
  <Override PartName="/ppt/tags/tag1556.xml" ContentType="application/vnd.openxmlformats-officedocument.presentationml.tags+xml"/>
  <Override PartName="/ppt/tags/tag1557.xml" ContentType="application/vnd.openxmlformats-officedocument.presentationml.tags+xml"/>
  <Override PartName="/ppt/tags/tag1558.xml" ContentType="application/vnd.openxmlformats-officedocument.presentationml.tags+xml"/>
  <Override PartName="/ppt/tags/tag1559.xml" ContentType="application/vnd.openxmlformats-officedocument.presentationml.tags+xml"/>
  <Override PartName="/ppt/tags/tag156.xml" ContentType="application/vnd.openxmlformats-officedocument.presentationml.tags+xml"/>
  <Override PartName="/ppt/tags/tag1560.xml" ContentType="application/vnd.openxmlformats-officedocument.presentationml.tags+xml"/>
  <Override PartName="/ppt/tags/tag1561.xml" ContentType="application/vnd.openxmlformats-officedocument.presentationml.tags+xml"/>
  <Override PartName="/ppt/tags/tag1562.xml" ContentType="application/vnd.openxmlformats-officedocument.presentationml.tags+xml"/>
  <Override PartName="/ppt/tags/tag1563.xml" ContentType="application/vnd.openxmlformats-officedocument.presentationml.tags+xml"/>
  <Override PartName="/ppt/tags/tag1564.xml" ContentType="application/vnd.openxmlformats-officedocument.presentationml.tags+xml"/>
  <Override PartName="/ppt/tags/tag1565.xml" ContentType="application/vnd.openxmlformats-officedocument.presentationml.tags+xml"/>
  <Override PartName="/ppt/tags/tag1566.xml" ContentType="application/vnd.openxmlformats-officedocument.presentationml.tags+xml"/>
  <Override PartName="/ppt/tags/tag1567.xml" ContentType="application/vnd.openxmlformats-officedocument.presentationml.tags+xml"/>
  <Override PartName="/ppt/tags/tag1568.xml" ContentType="application/vnd.openxmlformats-officedocument.presentationml.tags+xml"/>
  <Override PartName="/ppt/tags/tag1569.xml" ContentType="application/vnd.openxmlformats-officedocument.presentationml.tags+xml"/>
  <Override PartName="/ppt/tags/tag157.xml" ContentType="application/vnd.openxmlformats-officedocument.presentationml.tags+xml"/>
  <Override PartName="/ppt/tags/tag1570.xml" ContentType="application/vnd.openxmlformats-officedocument.presentationml.tags+xml"/>
  <Override PartName="/ppt/tags/tag1571.xml" ContentType="application/vnd.openxmlformats-officedocument.presentationml.tags+xml"/>
  <Override PartName="/ppt/tags/tag1572.xml" ContentType="application/vnd.openxmlformats-officedocument.presentationml.tags+xml"/>
  <Override PartName="/ppt/tags/tag1573.xml" ContentType="application/vnd.openxmlformats-officedocument.presentationml.tags+xml"/>
  <Override PartName="/ppt/tags/tag1574.xml" ContentType="application/vnd.openxmlformats-officedocument.presentationml.tags+xml"/>
  <Override PartName="/ppt/tags/tag1575.xml" ContentType="application/vnd.openxmlformats-officedocument.presentationml.tags+xml"/>
  <Override PartName="/ppt/tags/tag1576.xml" ContentType="application/vnd.openxmlformats-officedocument.presentationml.tags+xml"/>
  <Override PartName="/ppt/tags/tag1577.xml" ContentType="application/vnd.openxmlformats-officedocument.presentationml.tags+xml"/>
  <Override PartName="/ppt/tags/tag1578.xml" ContentType="application/vnd.openxmlformats-officedocument.presentationml.tags+xml"/>
  <Override PartName="/ppt/tags/tag1579.xml" ContentType="application/vnd.openxmlformats-officedocument.presentationml.tags+xml"/>
  <Override PartName="/ppt/tags/tag158.xml" ContentType="application/vnd.openxmlformats-officedocument.presentationml.tags+xml"/>
  <Override PartName="/ppt/tags/tag1580.xml" ContentType="application/vnd.openxmlformats-officedocument.presentationml.tags+xml"/>
  <Override PartName="/ppt/tags/tag1581.xml" ContentType="application/vnd.openxmlformats-officedocument.presentationml.tags+xml"/>
  <Override PartName="/ppt/tags/tag1582.xml" ContentType="application/vnd.openxmlformats-officedocument.presentationml.tags+xml"/>
  <Override PartName="/ppt/tags/tag1583.xml" ContentType="application/vnd.openxmlformats-officedocument.presentationml.tags+xml"/>
  <Override PartName="/ppt/tags/tag1584.xml" ContentType="application/vnd.openxmlformats-officedocument.presentationml.tags+xml"/>
  <Override PartName="/ppt/tags/tag1585.xml" ContentType="application/vnd.openxmlformats-officedocument.presentationml.tags+xml"/>
  <Override PartName="/ppt/tags/tag1586.xml" ContentType="application/vnd.openxmlformats-officedocument.presentationml.tags+xml"/>
  <Override PartName="/ppt/tags/tag1587.xml" ContentType="application/vnd.openxmlformats-officedocument.presentationml.tags+xml"/>
  <Override PartName="/ppt/tags/tag1588.xml" ContentType="application/vnd.openxmlformats-officedocument.presentationml.tags+xml"/>
  <Override PartName="/ppt/tags/tag1589.xml" ContentType="application/vnd.openxmlformats-officedocument.presentationml.tags+xml"/>
  <Override PartName="/ppt/tags/tag159.xml" ContentType="application/vnd.openxmlformats-officedocument.presentationml.tags+xml"/>
  <Override PartName="/ppt/tags/tag1590.xml" ContentType="application/vnd.openxmlformats-officedocument.presentationml.tags+xml"/>
  <Override PartName="/ppt/tags/tag1591.xml" ContentType="application/vnd.openxmlformats-officedocument.presentationml.tags+xml"/>
  <Override PartName="/ppt/tags/tag1592.xml" ContentType="application/vnd.openxmlformats-officedocument.presentationml.tags+xml"/>
  <Override PartName="/ppt/tags/tag1593.xml" ContentType="application/vnd.openxmlformats-officedocument.presentationml.tags+xml"/>
  <Override PartName="/ppt/tags/tag1594.xml" ContentType="application/vnd.openxmlformats-officedocument.presentationml.tags+xml"/>
  <Override PartName="/ppt/tags/tag1595.xml" ContentType="application/vnd.openxmlformats-officedocument.presentationml.tags+xml"/>
  <Override PartName="/ppt/tags/tag1596.xml" ContentType="application/vnd.openxmlformats-officedocument.presentationml.tags+xml"/>
  <Override PartName="/ppt/tags/tag1597.xml" ContentType="application/vnd.openxmlformats-officedocument.presentationml.tags+xml"/>
  <Override PartName="/ppt/tags/tag1598.xml" ContentType="application/vnd.openxmlformats-officedocument.presentationml.tags+xml"/>
  <Override PartName="/ppt/tags/tag159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00.xml" ContentType="application/vnd.openxmlformats-officedocument.presentationml.tags+xml"/>
  <Override PartName="/ppt/tags/tag1601.xml" ContentType="application/vnd.openxmlformats-officedocument.presentationml.tags+xml"/>
  <Override PartName="/ppt/tags/tag1602.xml" ContentType="application/vnd.openxmlformats-officedocument.presentationml.tags+xml"/>
  <Override PartName="/ppt/tags/tag1603.xml" ContentType="application/vnd.openxmlformats-officedocument.presentationml.tags+xml"/>
  <Override PartName="/ppt/tags/tag1604.xml" ContentType="application/vnd.openxmlformats-officedocument.presentationml.tags+xml"/>
  <Override PartName="/ppt/tags/tag1605.xml" ContentType="application/vnd.openxmlformats-officedocument.presentationml.tags+xml"/>
  <Override PartName="/ppt/tags/tag1606.xml" ContentType="application/vnd.openxmlformats-officedocument.presentationml.tags+xml"/>
  <Override PartName="/ppt/tags/tag1607.xml" ContentType="application/vnd.openxmlformats-officedocument.presentationml.tags+xml"/>
  <Override PartName="/ppt/tags/tag1608.xml" ContentType="application/vnd.openxmlformats-officedocument.presentationml.tags+xml"/>
  <Override PartName="/ppt/tags/tag1609.xml" ContentType="application/vnd.openxmlformats-officedocument.presentationml.tags+xml"/>
  <Override PartName="/ppt/tags/tag161.xml" ContentType="application/vnd.openxmlformats-officedocument.presentationml.tags+xml"/>
  <Override PartName="/ppt/tags/tag1610.xml" ContentType="application/vnd.openxmlformats-officedocument.presentationml.tags+xml"/>
  <Override PartName="/ppt/tags/tag1611.xml" ContentType="application/vnd.openxmlformats-officedocument.presentationml.tags+xml"/>
  <Override PartName="/ppt/tags/tag1612.xml" ContentType="application/vnd.openxmlformats-officedocument.presentationml.tags+xml"/>
  <Override PartName="/ppt/tags/tag1613.xml" ContentType="application/vnd.openxmlformats-officedocument.presentationml.tags+xml"/>
  <Override PartName="/ppt/tags/tag1614.xml" ContentType="application/vnd.openxmlformats-officedocument.presentationml.tags+xml"/>
  <Override PartName="/ppt/tags/tag1615.xml" ContentType="application/vnd.openxmlformats-officedocument.presentationml.tags+xml"/>
  <Override PartName="/ppt/tags/tag1616.xml" ContentType="application/vnd.openxmlformats-officedocument.presentationml.tags+xml"/>
  <Override PartName="/ppt/tags/tag1617.xml" ContentType="application/vnd.openxmlformats-officedocument.presentationml.tags+xml"/>
  <Override PartName="/ppt/tags/tag1618.xml" ContentType="application/vnd.openxmlformats-officedocument.presentationml.tags+xml"/>
  <Override PartName="/ppt/tags/tag1619.xml" ContentType="application/vnd.openxmlformats-officedocument.presentationml.tags+xml"/>
  <Override PartName="/ppt/tags/tag162.xml" ContentType="application/vnd.openxmlformats-officedocument.presentationml.tags+xml"/>
  <Override PartName="/ppt/tags/tag1620.xml" ContentType="application/vnd.openxmlformats-officedocument.presentationml.tags+xml"/>
  <Override PartName="/ppt/tags/tag1621.xml" ContentType="application/vnd.openxmlformats-officedocument.presentationml.tags+xml"/>
  <Override PartName="/ppt/tags/tag1622.xml" ContentType="application/vnd.openxmlformats-officedocument.presentationml.tags+xml"/>
  <Override PartName="/ppt/tags/tag1623.xml" ContentType="application/vnd.openxmlformats-officedocument.presentationml.tags+xml"/>
  <Override PartName="/ppt/tags/tag1624.xml" ContentType="application/vnd.openxmlformats-officedocument.presentationml.tags+xml"/>
  <Override PartName="/ppt/tags/tag1625.xml" ContentType="application/vnd.openxmlformats-officedocument.presentationml.tags+xml"/>
  <Override PartName="/ppt/tags/tag1626.xml" ContentType="application/vnd.openxmlformats-officedocument.presentationml.tags+xml"/>
  <Override PartName="/ppt/tags/tag1627.xml" ContentType="application/vnd.openxmlformats-officedocument.presentationml.tags+xml"/>
  <Override PartName="/ppt/tags/tag1628.xml" ContentType="application/vnd.openxmlformats-officedocument.presentationml.tags+xml"/>
  <Override PartName="/ppt/tags/tag1629.xml" ContentType="application/vnd.openxmlformats-officedocument.presentationml.tags+xml"/>
  <Override PartName="/ppt/tags/tag163.xml" ContentType="application/vnd.openxmlformats-officedocument.presentationml.tags+xml"/>
  <Override PartName="/ppt/tags/tag1630.xml" ContentType="application/vnd.openxmlformats-officedocument.presentationml.tags+xml"/>
  <Override PartName="/ppt/tags/tag1631.xml" ContentType="application/vnd.openxmlformats-officedocument.presentationml.tags+xml"/>
  <Override PartName="/ppt/tags/tag1632.xml" ContentType="application/vnd.openxmlformats-officedocument.presentationml.tags+xml"/>
  <Override PartName="/ppt/tags/tag1633.xml" ContentType="application/vnd.openxmlformats-officedocument.presentationml.tags+xml"/>
  <Override PartName="/ppt/tags/tag1634.xml" ContentType="application/vnd.openxmlformats-officedocument.presentationml.tags+xml"/>
  <Override PartName="/ppt/tags/tag1635.xml" ContentType="application/vnd.openxmlformats-officedocument.presentationml.tags+xml"/>
  <Override PartName="/ppt/tags/tag1636.xml" ContentType="application/vnd.openxmlformats-officedocument.presentationml.tags+xml"/>
  <Override PartName="/ppt/tags/tag1637.xml" ContentType="application/vnd.openxmlformats-officedocument.presentationml.tags+xml"/>
  <Override PartName="/ppt/tags/tag1638.xml" ContentType="application/vnd.openxmlformats-officedocument.presentationml.tags+xml"/>
  <Override PartName="/ppt/tags/tag1639.xml" ContentType="application/vnd.openxmlformats-officedocument.presentationml.tags+xml"/>
  <Override PartName="/ppt/tags/tag164.xml" ContentType="application/vnd.openxmlformats-officedocument.presentationml.tags+xml"/>
  <Override PartName="/ppt/tags/tag1640.xml" ContentType="application/vnd.openxmlformats-officedocument.presentationml.tags+xml"/>
  <Override PartName="/ppt/tags/tag1641.xml" ContentType="application/vnd.openxmlformats-officedocument.presentationml.tags+xml"/>
  <Override PartName="/ppt/tags/tag1642.xml" ContentType="application/vnd.openxmlformats-officedocument.presentationml.tags+xml"/>
  <Override PartName="/ppt/tags/tag1643.xml" ContentType="application/vnd.openxmlformats-officedocument.presentationml.tags+xml"/>
  <Override PartName="/ppt/tags/tag1644.xml" ContentType="application/vnd.openxmlformats-officedocument.presentationml.tags+xml"/>
  <Override PartName="/ppt/tags/tag1645.xml" ContentType="application/vnd.openxmlformats-officedocument.presentationml.tags+xml"/>
  <Override PartName="/ppt/tags/tag1646.xml" ContentType="application/vnd.openxmlformats-officedocument.presentationml.tags+xml"/>
  <Override PartName="/ppt/tags/tag1647.xml" ContentType="application/vnd.openxmlformats-officedocument.presentationml.tags+xml"/>
  <Override PartName="/ppt/tags/tag1648.xml" ContentType="application/vnd.openxmlformats-officedocument.presentationml.tags+xml"/>
  <Override PartName="/ppt/tags/tag1649.xml" ContentType="application/vnd.openxmlformats-officedocument.presentationml.tags+xml"/>
  <Override PartName="/ppt/tags/tag165.xml" ContentType="application/vnd.openxmlformats-officedocument.presentationml.tags+xml"/>
  <Override PartName="/ppt/tags/tag1650.xml" ContentType="application/vnd.openxmlformats-officedocument.presentationml.tags+xml"/>
  <Override PartName="/ppt/tags/tag1651.xml" ContentType="application/vnd.openxmlformats-officedocument.presentationml.tags+xml"/>
  <Override PartName="/ppt/tags/tag1652.xml" ContentType="application/vnd.openxmlformats-officedocument.presentationml.tags+xml"/>
  <Override PartName="/ppt/tags/tag1653.xml" ContentType="application/vnd.openxmlformats-officedocument.presentationml.tags+xml"/>
  <Override PartName="/ppt/tags/tag1654.xml" ContentType="application/vnd.openxmlformats-officedocument.presentationml.tags+xml"/>
  <Override PartName="/ppt/tags/tag1655.xml" ContentType="application/vnd.openxmlformats-officedocument.presentationml.tags+xml"/>
  <Override PartName="/ppt/tags/tag1656.xml" ContentType="application/vnd.openxmlformats-officedocument.presentationml.tags+xml"/>
  <Override PartName="/ppt/tags/tag1657.xml" ContentType="application/vnd.openxmlformats-officedocument.presentationml.tags+xml"/>
  <Override PartName="/ppt/tags/tag1658.xml" ContentType="application/vnd.openxmlformats-officedocument.presentationml.tags+xml"/>
  <Override PartName="/ppt/tags/tag1659.xml" ContentType="application/vnd.openxmlformats-officedocument.presentationml.tags+xml"/>
  <Override PartName="/ppt/tags/tag166.xml" ContentType="application/vnd.openxmlformats-officedocument.presentationml.tags+xml"/>
  <Override PartName="/ppt/tags/tag1660.xml" ContentType="application/vnd.openxmlformats-officedocument.presentationml.tags+xml"/>
  <Override PartName="/ppt/tags/tag1661.xml" ContentType="application/vnd.openxmlformats-officedocument.presentationml.tags+xml"/>
  <Override PartName="/ppt/tags/tag1662.xml" ContentType="application/vnd.openxmlformats-officedocument.presentationml.tags+xml"/>
  <Override PartName="/ppt/tags/tag1663.xml" ContentType="application/vnd.openxmlformats-officedocument.presentationml.tags+xml"/>
  <Override PartName="/ppt/tags/tag1664.xml" ContentType="application/vnd.openxmlformats-officedocument.presentationml.tags+xml"/>
  <Override PartName="/ppt/tags/tag1665.xml" ContentType="application/vnd.openxmlformats-officedocument.presentationml.tags+xml"/>
  <Override PartName="/ppt/tags/tag1666.xml" ContentType="application/vnd.openxmlformats-officedocument.presentationml.tags+xml"/>
  <Override PartName="/ppt/tags/tag1667.xml" ContentType="application/vnd.openxmlformats-officedocument.presentationml.tags+xml"/>
  <Override PartName="/ppt/tags/tag1668.xml" ContentType="application/vnd.openxmlformats-officedocument.presentationml.tags+xml"/>
  <Override PartName="/ppt/tags/tag1669.xml" ContentType="application/vnd.openxmlformats-officedocument.presentationml.tags+xml"/>
  <Override PartName="/ppt/tags/tag167.xml" ContentType="application/vnd.openxmlformats-officedocument.presentationml.tags+xml"/>
  <Override PartName="/ppt/tags/tag1670.xml" ContentType="application/vnd.openxmlformats-officedocument.presentationml.tags+xml"/>
  <Override PartName="/ppt/tags/tag1671.xml" ContentType="application/vnd.openxmlformats-officedocument.presentationml.tags+xml"/>
  <Override PartName="/ppt/tags/tag1672.xml" ContentType="application/vnd.openxmlformats-officedocument.presentationml.tags+xml"/>
  <Override PartName="/ppt/tags/tag1673.xml" ContentType="application/vnd.openxmlformats-officedocument.presentationml.tags+xml"/>
  <Override PartName="/ppt/tags/tag1674.xml" ContentType="application/vnd.openxmlformats-officedocument.presentationml.tags+xml"/>
  <Override PartName="/ppt/tags/tag1675.xml" ContentType="application/vnd.openxmlformats-officedocument.presentationml.tags+xml"/>
  <Override PartName="/ppt/tags/tag1676.xml" ContentType="application/vnd.openxmlformats-officedocument.presentationml.tags+xml"/>
  <Override PartName="/ppt/tags/tag1677.xml" ContentType="application/vnd.openxmlformats-officedocument.presentationml.tags+xml"/>
  <Override PartName="/ppt/tags/tag1678.xml" ContentType="application/vnd.openxmlformats-officedocument.presentationml.tags+xml"/>
  <Override PartName="/ppt/tags/tag1679.xml" ContentType="application/vnd.openxmlformats-officedocument.presentationml.tags+xml"/>
  <Override PartName="/ppt/tags/tag168.xml" ContentType="application/vnd.openxmlformats-officedocument.presentationml.tags+xml"/>
  <Override PartName="/ppt/tags/tag1680.xml" ContentType="application/vnd.openxmlformats-officedocument.presentationml.tags+xml"/>
  <Override PartName="/ppt/tags/tag1681.xml" ContentType="application/vnd.openxmlformats-officedocument.presentationml.tags+xml"/>
  <Override PartName="/ppt/tags/tag1682.xml" ContentType="application/vnd.openxmlformats-officedocument.presentationml.tags+xml"/>
  <Override PartName="/ppt/tags/tag1683.xml" ContentType="application/vnd.openxmlformats-officedocument.presentationml.tags+xml"/>
  <Override PartName="/ppt/tags/tag1684.xml" ContentType="application/vnd.openxmlformats-officedocument.presentationml.tags+xml"/>
  <Override PartName="/ppt/tags/tag1685.xml" ContentType="application/vnd.openxmlformats-officedocument.presentationml.tags+xml"/>
  <Override PartName="/ppt/tags/tag1686.xml" ContentType="application/vnd.openxmlformats-officedocument.presentationml.tags+xml"/>
  <Override PartName="/ppt/tags/tag1687.xml" ContentType="application/vnd.openxmlformats-officedocument.presentationml.tags+xml"/>
  <Override PartName="/ppt/tags/tag1688.xml" ContentType="application/vnd.openxmlformats-officedocument.presentationml.tags+xml"/>
  <Override PartName="/ppt/tags/tag1689.xml" ContentType="application/vnd.openxmlformats-officedocument.presentationml.tags+xml"/>
  <Override PartName="/ppt/tags/tag169.xml" ContentType="application/vnd.openxmlformats-officedocument.presentationml.tags+xml"/>
  <Override PartName="/ppt/tags/tag1690.xml" ContentType="application/vnd.openxmlformats-officedocument.presentationml.tags+xml"/>
  <Override PartName="/ppt/tags/tag1691.xml" ContentType="application/vnd.openxmlformats-officedocument.presentationml.tags+xml"/>
  <Override PartName="/ppt/tags/tag1692.xml" ContentType="application/vnd.openxmlformats-officedocument.presentationml.tags+xml"/>
  <Override PartName="/ppt/tags/tag1693.xml" ContentType="application/vnd.openxmlformats-officedocument.presentationml.tags+xml"/>
  <Override PartName="/ppt/tags/tag1694.xml" ContentType="application/vnd.openxmlformats-officedocument.presentationml.tags+xml"/>
  <Override PartName="/ppt/tags/tag1695.xml" ContentType="application/vnd.openxmlformats-officedocument.presentationml.tags+xml"/>
  <Override PartName="/ppt/tags/tag1696.xml" ContentType="application/vnd.openxmlformats-officedocument.presentationml.tags+xml"/>
  <Override PartName="/ppt/tags/tag1697.xml" ContentType="application/vnd.openxmlformats-officedocument.presentationml.tags+xml"/>
  <Override PartName="/ppt/tags/tag1698.xml" ContentType="application/vnd.openxmlformats-officedocument.presentationml.tags+xml"/>
  <Override PartName="/ppt/tags/tag169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00.xml" ContentType="application/vnd.openxmlformats-officedocument.presentationml.tags+xml"/>
  <Override PartName="/ppt/tags/tag1701.xml" ContentType="application/vnd.openxmlformats-officedocument.presentationml.tags+xml"/>
  <Override PartName="/ppt/tags/tag1702.xml" ContentType="application/vnd.openxmlformats-officedocument.presentationml.tags+xml"/>
  <Override PartName="/ppt/tags/tag1703.xml" ContentType="application/vnd.openxmlformats-officedocument.presentationml.tags+xml"/>
  <Override PartName="/ppt/tags/tag1704.xml" ContentType="application/vnd.openxmlformats-officedocument.presentationml.tags+xml"/>
  <Override PartName="/ppt/tags/tag1705.xml" ContentType="application/vnd.openxmlformats-officedocument.presentationml.tags+xml"/>
  <Override PartName="/ppt/tags/tag1706.xml" ContentType="application/vnd.openxmlformats-officedocument.presentationml.tags+xml"/>
  <Override PartName="/ppt/tags/tag1707.xml" ContentType="application/vnd.openxmlformats-officedocument.presentationml.tags+xml"/>
  <Override PartName="/ppt/tags/tag1708.xml" ContentType="application/vnd.openxmlformats-officedocument.presentationml.tags+xml"/>
  <Override PartName="/ppt/tags/tag1709.xml" ContentType="application/vnd.openxmlformats-officedocument.presentationml.tags+xml"/>
  <Override PartName="/ppt/tags/tag171.xml" ContentType="application/vnd.openxmlformats-officedocument.presentationml.tags+xml"/>
  <Override PartName="/ppt/tags/tag1710.xml" ContentType="application/vnd.openxmlformats-officedocument.presentationml.tags+xml"/>
  <Override PartName="/ppt/tags/tag1711.xml" ContentType="application/vnd.openxmlformats-officedocument.presentationml.tags+xml"/>
  <Override PartName="/ppt/tags/tag1712.xml" ContentType="application/vnd.openxmlformats-officedocument.presentationml.tags+xml"/>
  <Override PartName="/ppt/tags/tag1713.xml" ContentType="application/vnd.openxmlformats-officedocument.presentationml.tags+xml"/>
  <Override PartName="/ppt/tags/tag1714.xml" ContentType="application/vnd.openxmlformats-officedocument.presentationml.tags+xml"/>
  <Override PartName="/ppt/tags/tag1715.xml" ContentType="application/vnd.openxmlformats-officedocument.presentationml.tags+xml"/>
  <Override PartName="/ppt/tags/tag1716.xml" ContentType="application/vnd.openxmlformats-officedocument.presentationml.tags+xml"/>
  <Override PartName="/ppt/tags/tag1717.xml" ContentType="application/vnd.openxmlformats-officedocument.presentationml.tags+xml"/>
  <Override PartName="/ppt/tags/tag1718.xml" ContentType="application/vnd.openxmlformats-officedocument.presentationml.tags+xml"/>
  <Override PartName="/ppt/tags/tag1719.xml" ContentType="application/vnd.openxmlformats-officedocument.presentationml.tags+xml"/>
  <Override PartName="/ppt/tags/tag172.xml" ContentType="application/vnd.openxmlformats-officedocument.presentationml.tags+xml"/>
  <Override PartName="/ppt/tags/tag1720.xml" ContentType="application/vnd.openxmlformats-officedocument.presentationml.tags+xml"/>
  <Override PartName="/ppt/tags/tag1721.xml" ContentType="application/vnd.openxmlformats-officedocument.presentationml.tags+xml"/>
  <Override PartName="/ppt/tags/tag1722.xml" ContentType="application/vnd.openxmlformats-officedocument.presentationml.tags+xml"/>
  <Override PartName="/ppt/tags/tag1723.xml" ContentType="application/vnd.openxmlformats-officedocument.presentationml.tags+xml"/>
  <Override PartName="/ppt/tags/tag1724.xml" ContentType="application/vnd.openxmlformats-officedocument.presentationml.tags+xml"/>
  <Override PartName="/ppt/tags/tag1725.xml" ContentType="application/vnd.openxmlformats-officedocument.presentationml.tags+xml"/>
  <Override PartName="/ppt/tags/tag1726.xml" ContentType="application/vnd.openxmlformats-officedocument.presentationml.tags+xml"/>
  <Override PartName="/ppt/tags/tag1727.xml" ContentType="application/vnd.openxmlformats-officedocument.presentationml.tags+xml"/>
  <Override PartName="/ppt/tags/tag1728.xml" ContentType="application/vnd.openxmlformats-officedocument.presentationml.tags+xml"/>
  <Override PartName="/ppt/tags/tag1729.xml" ContentType="application/vnd.openxmlformats-officedocument.presentationml.tags+xml"/>
  <Override PartName="/ppt/tags/tag173.xml" ContentType="application/vnd.openxmlformats-officedocument.presentationml.tags+xml"/>
  <Override PartName="/ppt/tags/tag1730.xml" ContentType="application/vnd.openxmlformats-officedocument.presentationml.tags+xml"/>
  <Override PartName="/ppt/tags/tag1731.xml" ContentType="application/vnd.openxmlformats-officedocument.presentationml.tags+xml"/>
  <Override PartName="/ppt/tags/tag1732.xml" ContentType="application/vnd.openxmlformats-officedocument.presentationml.tags+xml"/>
  <Override PartName="/ppt/tags/tag1733.xml" ContentType="application/vnd.openxmlformats-officedocument.presentationml.tags+xml"/>
  <Override PartName="/ppt/tags/tag1734.xml" ContentType="application/vnd.openxmlformats-officedocument.presentationml.tags+xml"/>
  <Override PartName="/ppt/tags/tag1735.xml" ContentType="application/vnd.openxmlformats-officedocument.presentationml.tags+xml"/>
  <Override PartName="/ppt/tags/tag1736.xml" ContentType="application/vnd.openxmlformats-officedocument.presentationml.tags+xml"/>
  <Override PartName="/ppt/tags/tag1737.xml" ContentType="application/vnd.openxmlformats-officedocument.presentationml.tags+xml"/>
  <Override PartName="/ppt/tags/tag1738.xml" ContentType="application/vnd.openxmlformats-officedocument.presentationml.tags+xml"/>
  <Override PartName="/ppt/tags/tag1739.xml" ContentType="application/vnd.openxmlformats-officedocument.presentationml.tags+xml"/>
  <Override PartName="/ppt/tags/tag174.xml" ContentType="application/vnd.openxmlformats-officedocument.presentationml.tags+xml"/>
  <Override PartName="/ppt/tags/tag1740.xml" ContentType="application/vnd.openxmlformats-officedocument.presentationml.tags+xml"/>
  <Override PartName="/ppt/tags/tag1741.xml" ContentType="application/vnd.openxmlformats-officedocument.presentationml.tags+xml"/>
  <Override PartName="/ppt/tags/tag1742.xml" ContentType="application/vnd.openxmlformats-officedocument.presentationml.tags+xml"/>
  <Override PartName="/ppt/tags/tag1743.xml" ContentType="application/vnd.openxmlformats-officedocument.presentationml.tags+xml"/>
  <Override PartName="/ppt/tags/tag1744.xml" ContentType="application/vnd.openxmlformats-officedocument.presentationml.tags+xml"/>
  <Override PartName="/ppt/tags/tag1745.xml" ContentType="application/vnd.openxmlformats-officedocument.presentationml.tags+xml"/>
  <Override PartName="/ppt/tags/tag1746.xml" ContentType="application/vnd.openxmlformats-officedocument.presentationml.tags+xml"/>
  <Override PartName="/ppt/tags/tag1747.xml" ContentType="application/vnd.openxmlformats-officedocument.presentationml.tags+xml"/>
  <Override PartName="/ppt/tags/tag1748.xml" ContentType="application/vnd.openxmlformats-officedocument.presentationml.tags+xml"/>
  <Override PartName="/ppt/tags/tag1749.xml" ContentType="application/vnd.openxmlformats-officedocument.presentationml.tags+xml"/>
  <Override PartName="/ppt/tags/tag175.xml" ContentType="application/vnd.openxmlformats-officedocument.presentationml.tags+xml"/>
  <Override PartName="/ppt/tags/tag1750.xml" ContentType="application/vnd.openxmlformats-officedocument.presentationml.tags+xml"/>
  <Override PartName="/ppt/tags/tag1751.xml" ContentType="application/vnd.openxmlformats-officedocument.presentationml.tags+xml"/>
  <Override PartName="/ppt/tags/tag1752.xml" ContentType="application/vnd.openxmlformats-officedocument.presentationml.tags+xml"/>
  <Override PartName="/ppt/tags/tag1753.xml" ContentType="application/vnd.openxmlformats-officedocument.presentationml.tags+xml"/>
  <Override PartName="/ppt/tags/tag1754.xml" ContentType="application/vnd.openxmlformats-officedocument.presentationml.tags+xml"/>
  <Override PartName="/ppt/tags/tag1755.xml" ContentType="application/vnd.openxmlformats-officedocument.presentationml.tags+xml"/>
  <Override PartName="/ppt/tags/tag1756.xml" ContentType="application/vnd.openxmlformats-officedocument.presentationml.tags+xml"/>
  <Override PartName="/ppt/tags/tag1757.xml" ContentType="application/vnd.openxmlformats-officedocument.presentationml.tags+xml"/>
  <Override PartName="/ppt/tags/tag1758.xml" ContentType="application/vnd.openxmlformats-officedocument.presentationml.tags+xml"/>
  <Override PartName="/ppt/tags/tag1759.xml" ContentType="application/vnd.openxmlformats-officedocument.presentationml.tags+xml"/>
  <Override PartName="/ppt/tags/tag176.xml" ContentType="application/vnd.openxmlformats-officedocument.presentationml.tags+xml"/>
  <Override PartName="/ppt/tags/tag1760.xml" ContentType="application/vnd.openxmlformats-officedocument.presentationml.tags+xml"/>
  <Override PartName="/ppt/tags/tag1761.xml" ContentType="application/vnd.openxmlformats-officedocument.presentationml.tags+xml"/>
  <Override PartName="/ppt/tags/tag1762.xml" ContentType="application/vnd.openxmlformats-officedocument.presentationml.tags+xml"/>
  <Override PartName="/ppt/tags/tag1763.xml" ContentType="application/vnd.openxmlformats-officedocument.presentationml.tags+xml"/>
  <Override PartName="/ppt/tags/tag1764.xml" ContentType="application/vnd.openxmlformats-officedocument.presentationml.tags+xml"/>
  <Override PartName="/ppt/tags/tag1765.xml" ContentType="application/vnd.openxmlformats-officedocument.presentationml.tags+xml"/>
  <Override PartName="/ppt/tags/tag1766.xml" ContentType="application/vnd.openxmlformats-officedocument.presentationml.tags+xml"/>
  <Override PartName="/ppt/tags/tag1767.xml" ContentType="application/vnd.openxmlformats-officedocument.presentationml.tags+xml"/>
  <Override PartName="/ppt/tags/tag1768.xml" ContentType="application/vnd.openxmlformats-officedocument.presentationml.tags+xml"/>
  <Override PartName="/ppt/tags/tag1769.xml" ContentType="application/vnd.openxmlformats-officedocument.presentationml.tags+xml"/>
  <Override PartName="/ppt/tags/tag177.xml" ContentType="application/vnd.openxmlformats-officedocument.presentationml.tags+xml"/>
  <Override PartName="/ppt/tags/tag1770.xml" ContentType="application/vnd.openxmlformats-officedocument.presentationml.tags+xml"/>
  <Override PartName="/ppt/tags/tag1771.xml" ContentType="application/vnd.openxmlformats-officedocument.presentationml.tags+xml"/>
  <Override PartName="/ppt/tags/tag1772.xml" ContentType="application/vnd.openxmlformats-officedocument.presentationml.tags+xml"/>
  <Override PartName="/ppt/tags/tag1773.xml" ContentType="application/vnd.openxmlformats-officedocument.presentationml.tags+xml"/>
  <Override PartName="/ppt/tags/tag1774.xml" ContentType="application/vnd.openxmlformats-officedocument.presentationml.tags+xml"/>
  <Override PartName="/ppt/tags/tag1775.xml" ContentType="application/vnd.openxmlformats-officedocument.presentationml.tags+xml"/>
  <Override PartName="/ppt/tags/tag1776.xml" ContentType="application/vnd.openxmlformats-officedocument.presentationml.tags+xml"/>
  <Override PartName="/ppt/tags/tag1777.xml" ContentType="application/vnd.openxmlformats-officedocument.presentationml.tags+xml"/>
  <Override PartName="/ppt/tags/tag1778.xml" ContentType="application/vnd.openxmlformats-officedocument.presentationml.tags+xml"/>
  <Override PartName="/ppt/tags/tag1779.xml" ContentType="application/vnd.openxmlformats-officedocument.presentationml.tags+xml"/>
  <Override PartName="/ppt/tags/tag178.xml" ContentType="application/vnd.openxmlformats-officedocument.presentationml.tags+xml"/>
  <Override PartName="/ppt/tags/tag1780.xml" ContentType="application/vnd.openxmlformats-officedocument.presentationml.tags+xml"/>
  <Override PartName="/ppt/tags/tag1781.xml" ContentType="application/vnd.openxmlformats-officedocument.presentationml.tags+xml"/>
  <Override PartName="/ppt/tags/tag1782.xml" ContentType="application/vnd.openxmlformats-officedocument.presentationml.tags+xml"/>
  <Override PartName="/ppt/tags/tag1783.xml" ContentType="application/vnd.openxmlformats-officedocument.presentationml.tags+xml"/>
  <Override PartName="/ppt/tags/tag1784.xml" ContentType="application/vnd.openxmlformats-officedocument.presentationml.tags+xml"/>
  <Override PartName="/ppt/tags/tag1785.xml" ContentType="application/vnd.openxmlformats-officedocument.presentationml.tags+xml"/>
  <Override PartName="/ppt/tags/tag1786.xml" ContentType="application/vnd.openxmlformats-officedocument.presentationml.tags+xml"/>
  <Override PartName="/ppt/tags/tag1787.xml" ContentType="application/vnd.openxmlformats-officedocument.presentationml.tags+xml"/>
  <Override PartName="/ppt/tags/tag1788.xml" ContentType="application/vnd.openxmlformats-officedocument.presentationml.tags+xml"/>
  <Override PartName="/ppt/tags/tag1789.xml" ContentType="application/vnd.openxmlformats-officedocument.presentationml.tags+xml"/>
  <Override PartName="/ppt/tags/tag179.xml" ContentType="application/vnd.openxmlformats-officedocument.presentationml.tags+xml"/>
  <Override PartName="/ppt/tags/tag1790.xml" ContentType="application/vnd.openxmlformats-officedocument.presentationml.tags+xml"/>
  <Override PartName="/ppt/tags/tag1791.xml" ContentType="application/vnd.openxmlformats-officedocument.presentationml.tags+xml"/>
  <Override PartName="/ppt/tags/tag1792.xml" ContentType="application/vnd.openxmlformats-officedocument.presentationml.tags+xml"/>
  <Override PartName="/ppt/tags/tag1793.xml" ContentType="application/vnd.openxmlformats-officedocument.presentationml.tags+xml"/>
  <Override PartName="/ppt/tags/tag1794.xml" ContentType="application/vnd.openxmlformats-officedocument.presentationml.tags+xml"/>
  <Override PartName="/ppt/tags/tag1795.xml" ContentType="application/vnd.openxmlformats-officedocument.presentationml.tags+xml"/>
  <Override PartName="/ppt/tags/tag1796.xml" ContentType="application/vnd.openxmlformats-officedocument.presentationml.tags+xml"/>
  <Override PartName="/ppt/tags/tag1797.xml" ContentType="application/vnd.openxmlformats-officedocument.presentationml.tags+xml"/>
  <Override PartName="/ppt/tags/tag1798.xml" ContentType="application/vnd.openxmlformats-officedocument.presentationml.tags+xml"/>
  <Override PartName="/ppt/tags/tag1799.xml" ContentType="application/vnd.openxmlformats-officedocument.presentationml.tags+xml"/>
  <Override PartName="/ppt/tags/tag18.xml" ContentType="application/vnd.openxmlformats-officedocument.presentationml.tags+xml"/>
  <Override PartName="/ppt/tags/tag180.xml" ContentType="application/vnd.openxmlformats-officedocument.presentationml.tags+xml"/>
  <Override PartName="/ppt/tags/tag1800.xml" ContentType="application/vnd.openxmlformats-officedocument.presentationml.tags+xml"/>
  <Override PartName="/ppt/tags/tag1801.xml" ContentType="application/vnd.openxmlformats-officedocument.presentationml.tags+xml"/>
  <Override PartName="/ppt/tags/tag1802.xml" ContentType="application/vnd.openxmlformats-officedocument.presentationml.tags+xml"/>
  <Override PartName="/ppt/tags/tag1803.xml" ContentType="application/vnd.openxmlformats-officedocument.presentationml.tags+xml"/>
  <Override PartName="/ppt/tags/tag1804.xml" ContentType="application/vnd.openxmlformats-officedocument.presentationml.tags+xml"/>
  <Override PartName="/ppt/tags/tag1805.xml" ContentType="application/vnd.openxmlformats-officedocument.presentationml.tags+xml"/>
  <Override PartName="/ppt/tags/tag1806.xml" ContentType="application/vnd.openxmlformats-officedocument.presentationml.tags+xml"/>
  <Override PartName="/ppt/tags/tag1807.xml" ContentType="application/vnd.openxmlformats-officedocument.presentationml.tags+xml"/>
  <Override PartName="/ppt/tags/tag1808.xml" ContentType="application/vnd.openxmlformats-officedocument.presentationml.tags+xml"/>
  <Override PartName="/ppt/tags/tag1809.xml" ContentType="application/vnd.openxmlformats-officedocument.presentationml.tags+xml"/>
  <Override PartName="/ppt/tags/tag181.xml" ContentType="application/vnd.openxmlformats-officedocument.presentationml.tags+xml"/>
  <Override PartName="/ppt/tags/tag1810.xml" ContentType="application/vnd.openxmlformats-officedocument.presentationml.tags+xml"/>
  <Override PartName="/ppt/tags/tag1811.xml" ContentType="application/vnd.openxmlformats-officedocument.presentationml.tags+xml"/>
  <Override PartName="/ppt/tags/tag1812.xml" ContentType="application/vnd.openxmlformats-officedocument.presentationml.tags+xml"/>
  <Override PartName="/ppt/tags/tag1813.xml" ContentType="application/vnd.openxmlformats-officedocument.presentationml.tags+xml"/>
  <Override PartName="/ppt/tags/tag1814.xml" ContentType="application/vnd.openxmlformats-officedocument.presentationml.tags+xml"/>
  <Override PartName="/ppt/tags/tag1815.xml" ContentType="application/vnd.openxmlformats-officedocument.presentationml.tags+xml"/>
  <Override PartName="/ppt/tags/tag1816.xml" ContentType="application/vnd.openxmlformats-officedocument.presentationml.tags+xml"/>
  <Override PartName="/ppt/tags/tag1817.xml" ContentType="application/vnd.openxmlformats-officedocument.presentationml.tags+xml"/>
  <Override PartName="/ppt/tags/tag1818.xml" ContentType="application/vnd.openxmlformats-officedocument.presentationml.tags+xml"/>
  <Override PartName="/ppt/tags/tag1819.xml" ContentType="application/vnd.openxmlformats-officedocument.presentationml.tags+xml"/>
  <Override PartName="/ppt/tags/tag182.xml" ContentType="application/vnd.openxmlformats-officedocument.presentationml.tags+xml"/>
  <Override PartName="/ppt/tags/tag1820.xml" ContentType="application/vnd.openxmlformats-officedocument.presentationml.tags+xml"/>
  <Override PartName="/ppt/tags/tag1821.xml" ContentType="application/vnd.openxmlformats-officedocument.presentationml.tags+xml"/>
  <Override PartName="/ppt/tags/tag1822.xml" ContentType="application/vnd.openxmlformats-officedocument.presentationml.tags+xml"/>
  <Override PartName="/ppt/tags/tag1823.xml" ContentType="application/vnd.openxmlformats-officedocument.presentationml.tags+xml"/>
  <Override PartName="/ppt/tags/tag1824.xml" ContentType="application/vnd.openxmlformats-officedocument.presentationml.tags+xml"/>
  <Override PartName="/ppt/tags/tag1825.xml" ContentType="application/vnd.openxmlformats-officedocument.presentationml.tags+xml"/>
  <Override PartName="/ppt/tags/tag1826.xml" ContentType="application/vnd.openxmlformats-officedocument.presentationml.tags+xml"/>
  <Override PartName="/ppt/tags/tag1827.xml" ContentType="application/vnd.openxmlformats-officedocument.presentationml.tags+xml"/>
  <Override PartName="/ppt/tags/tag1828.xml" ContentType="application/vnd.openxmlformats-officedocument.presentationml.tags+xml"/>
  <Override PartName="/ppt/tags/tag1829.xml" ContentType="application/vnd.openxmlformats-officedocument.presentationml.tags+xml"/>
  <Override PartName="/ppt/tags/tag183.xml" ContentType="application/vnd.openxmlformats-officedocument.presentationml.tags+xml"/>
  <Override PartName="/ppt/tags/tag1830.xml" ContentType="application/vnd.openxmlformats-officedocument.presentationml.tags+xml"/>
  <Override PartName="/ppt/tags/tag1831.xml" ContentType="application/vnd.openxmlformats-officedocument.presentationml.tags+xml"/>
  <Override PartName="/ppt/tags/tag1832.xml" ContentType="application/vnd.openxmlformats-officedocument.presentationml.tags+xml"/>
  <Override PartName="/ppt/tags/tag1833.xml" ContentType="application/vnd.openxmlformats-officedocument.presentationml.tags+xml"/>
  <Override PartName="/ppt/tags/tag1834.xml" ContentType="application/vnd.openxmlformats-officedocument.presentationml.tags+xml"/>
  <Override PartName="/ppt/tags/tag1835.xml" ContentType="application/vnd.openxmlformats-officedocument.presentationml.tags+xml"/>
  <Override PartName="/ppt/tags/tag1836.xml" ContentType="application/vnd.openxmlformats-officedocument.presentationml.tags+xml"/>
  <Override PartName="/ppt/tags/tag1837.xml" ContentType="application/vnd.openxmlformats-officedocument.presentationml.tags+xml"/>
  <Override PartName="/ppt/tags/tag1838.xml" ContentType="application/vnd.openxmlformats-officedocument.presentationml.tags+xml"/>
  <Override PartName="/ppt/tags/tag1839.xml" ContentType="application/vnd.openxmlformats-officedocument.presentationml.tags+xml"/>
  <Override PartName="/ppt/tags/tag184.xml" ContentType="application/vnd.openxmlformats-officedocument.presentationml.tags+xml"/>
  <Override PartName="/ppt/tags/tag1840.xml" ContentType="application/vnd.openxmlformats-officedocument.presentationml.tags+xml"/>
  <Override PartName="/ppt/tags/tag1841.xml" ContentType="application/vnd.openxmlformats-officedocument.presentationml.tags+xml"/>
  <Override PartName="/ppt/tags/tag1842.xml" ContentType="application/vnd.openxmlformats-officedocument.presentationml.tags+xml"/>
  <Override PartName="/ppt/tags/tag1843.xml" ContentType="application/vnd.openxmlformats-officedocument.presentationml.tags+xml"/>
  <Override PartName="/ppt/tags/tag1844.xml" ContentType="application/vnd.openxmlformats-officedocument.presentationml.tags+xml"/>
  <Override PartName="/ppt/tags/tag1845.xml" ContentType="application/vnd.openxmlformats-officedocument.presentationml.tags+xml"/>
  <Override PartName="/ppt/tags/tag1846.xml" ContentType="application/vnd.openxmlformats-officedocument.presentationml.tags+xml"/>
  <Override PartName="/ppt/tags/tag1847.xml" ContentType="application/vnd.openxmlformats-officedocument.presentationml.tags+xml"/>
  <Override PartName="/ppt/tags/tag1848.xml" ContentType="application/vnd.openxmlformats-officedocument.presentationml.tags+xml"/>
  <Override PartName="/ppt/tags/tag1849.xml" ContentType="application/vnd.openxmlformats-officedocument.presentationml.tags+xml"/>
  <Override PartName="/ppt/tags/tag185.xml" ContentType="application/vnd.openxmlformats-officedocument.presentationml.tags+xml"/>
  <Override PartName="/ppt/tags/tag1850.xml" ContentType="application/vnd.openxmlformats-officedocument.presentationml.tags+xml"/>
  <Override PartName="/ppt/tags/tag1851.xml" ContentType="application/vnd.openxmlformats-officedocument.presentationml.tags+xml"/>
  <Override PartName="/ppt/tags/tag1852.xml" ContentType="application/vnd.openxmlformats-officedocument.presentationml.tags+xml"/>
  <Override PartName="/ppt/tags/tag1853.xml" ContentType="application/vnd.openxmlformats-officedocument.presentationml.tags+xml"/>
  <Override PartName="/ppt/tags/tag1854.xml" ContentType="application/vnd.openxmlformats-officedocument.presentationml.tags+xml"/>
  <Override PartName="/ppt/tags/tag1855.xml" ContentType="application/vnd.openxmlformats-officedocument.presentationml.tags+xml"/>
  <Override PartName="/ppt/tags/tag1856.xml" ContentType="application/vnd.openxmlformats-officedocument.presentationml.tags+xml"/>
  <Override PartName="/ppt/tags/tag1857.xml" ContentType="application/vnd.openxmlformats-officedocument.presentationml.tags+xml"/>
  <Override PartName="/ppt/tags/tag1858.xml" ContentType="application/vnd.openxmlformats-officedocument.presentationml.tags+xml"/>
  <Override PartName="/ppt/tags/tag1859.xml" ContentType="application/vnd.openxmlformats-officedocument.presentationml.tags+xml"/>
  <Override PartName="/ppt/tags/tag186.xml" ContentType="application/vnd.openxmlformats-officedocument.presentationml.tags+xml"/>
  <Override PartName="/ppt/tags/tag1860.xml" ContentType="application/vnd.openxmlformats-officedocument.presentationml.tags+xml"/>
  <Override PartName="/ppt/tags/tag1861.xml" ContentType="application/vnd.openxmlformats-officedocument.presentationml.tags+xml"/>
  <Override PartName="/ppt/tags/tag1862.xml" ContentType="application/vnd.openxmlformats-officedocument.presentationml.tags+xml"/>
  <Override PartName="/ppt/tags/tag1863.xml" ContentType="application/vnd.openxmlformats-officedocument.presentationml.tags+xml"/>
  <Override PartName="/ppt/tags/tag1864.xml" ContentType="application/vnd.openxmlformats-officedocument.presentationml.tags+xml"/>
  <Override PartName="/ppt/tags/tag1865.xml" ContentType="application/vnd.openxmlformats-officedocument.presentationml.tags+xml"/>
  <Override PartName="/ppt/tags/tag1866.xml" ContentType="application/vnd.openxmlformats-officedocument.presentationml.tags+xml"/>
  <Override PartName="/ppt/tags/tag1867.xml" ContentType="application/vnd.openxmlformats-officedocument.presentationml.tags+xml"/>
  <Override PartName="/ppt/tags/tag1868.xml" ContentType="application/vnd.openxmlformats-officedocument.presentationml.tags+xml"/>
  <Override PartName="/ppt/tags/tag1869.xml" ContentType="application/vnd.openxmlformats-officedocument.presentationml.tags+xml"/>
  <Override PartName="/ppt/tags/tag187.xml" ContentType="application/vnd.openxmlformats-officedocument.presentationml.tags+xml"/>
  <Override PartName="/ppt/tags/tag1870.xml" ContentType="application/vnd.openxmlformats-officedocument.presentationml.tags+xml"/>
  <Override PartName="/ppt/tags/tag1871.xml" ContentType="application/vnd.openxmlformats-officedocument.presentationml.tags+xml"/>
  <Override PartName="/ppt/tags/tag1872.xml" ContentType="application/vnd.openxmlformats-officedocument.presentationml.tags+xml"/>
  <Override PartName="/ppt/tags/tag1873.xml" ContentType="application/vnd.openxmlformats-officedocument.presentationml.tags+xml"/>
  <Override PartName="/ppt/tags/tag1874.xml" ContentType="application/vnd.openxmlformats-officedocument.presentationml.tags+xml"/>
  <Override PartName="/ppt/tags/tag1875.xml" ContentType="application/vnd.openxmlformats-officedocument.presentationml.tags+xml"/>
  <Override PartName="/ppt/tags/tag1876.xml" ContentType="application/vnd.openxmlformats-officedocument.presentationml.tags+xml"/>
  <Override PartName="/ppt/tags/tag1877.xml" ContentType="application/vnd.openxmlformats-officedocument.presentationml.tags+xml"/>
  <Override PartName="/ppt/tags/tag1878.xml" ContentType="application/vnd.openxmlformats-officedocument.presentationml.tags+xml"/>
  <Override PartName="/ppt/tags/tag1879.xml" ContentType="application/vnd.openxmlformats-officedocument.presentationml.tags+xml"/>
  <Override PartName="/ppt/tags/tag188.xml" ContentType="application/vnd.openxmlformats-officedocument.presentationml.tags+xml"/>
  <Override PartName="/ppt/tags/tag1880.xml" ContentType="application/vnd.openxmlformats-officedocument.presentationml.tags+xml"/>
  <Override PartName="/ppt/tags/tag1881.xml" ContentType="application/vnd.openxmlformats-officedocument.presentationml.tags+xml"/>
  <Override PartName="/ppt/tags/tag1882.xml" ContentType="application/vnd.openxmlformats-officedocument.presentationml.tags+xml"/>
  <Override PartName="/ppt/tags/tag1883.xml" ContentType="application/vnd.openxmlformats-officedocument.presentationml.tags+xml"/>
  <Override PartName="/ppt/tags/tag1884.xml" ContentType="application/vnd.openxmlformats-officedocument.presentationml.tags+xml"/>
  <Override PartName="/ppt/tags/tag1885.xml" ContentType="application/vnd.openxmlformats-officedocument.presentationml.tags+xml"/>
  <Override PartName="/ppt/tags/tag1886.xml" ContentType="application/vnd.openxmlformats-officedocument.presentationml.tags+xml"/>
  <Override PartName="/ppt/tags/tag1887.xml" ContentType="application/vnd.openxmlformats-officedocument.presentationml.tags+xml"/>
  <Override PartName="/ppt/tags/tag1888.xml" ContentType="application/vnd.openxmlformats-officedocument.presentationml.tags+xml"/>
  <Override PartName="/ppt/tags/tag1889.xml" ContentType="application/vnd.openxmlformats-officedocument.presentationml.tags+xml"/>
  <Override PartName="/ppt/tags/tag189.xml" ContentType="application/vnd.openxmlformats-officedocument.presentationml.tags+xml"/>
  <Override PartName="/ppt/tags/tag1890.xml" ContentType="application/vnd.openxmlformats-officedocument.presentationml.tags+xml"/>
  <Override PartName="/ppt/tags/tag1891.xml" ContentType="application/vnd.openxmlformats-officedocument.presentationml.tags+xml"/>
  <Override PartName="/ppt/tags/tag1892.xml" ContentType="application/vnd.openxmlformats-officedocument.presentationml.tags+xml"/>
  <Override PartName="/ppt/tags/tag1893.xml" ContentType="application/vnd.openxmlformats-officedocument.presentationml.tags+xml"/>
  <Override PartName="/ppt/tags/tag1894.xml" ContentType="application/vnd.openxmlformats-officedocument.presentationml.tags+xml"/>
  <Override PartName="/ppt/tags/tag1895.xml" ContentType="application/vnd.openxmlformats-officedocument.presentationml.tags+xml"/>
  <Override PartName="/ppt/tags/tag1896.xml" ContentType="application/vnd.openxmlformats-officedocument.presentationml.tags+xml"/>
  <Override PartName="/ppt/tags/tag1897.xml" ContentType="application/vnd.openxmlformats-officedocument.presentationml.tags+xml"/>
  <Override PartName="/ppt/tags/tag1898.xml" ContentType="application/vnd.openxmlformats-officedocument.presentationml.tags+xml"/>
  <Override PartName="/ppt/tags/tag1899.xml" ContentType="application/vnd.openxmlformats-officedocument.presentationml.tags+xml"/>
  <Override PartName="/ppt/tags/tag19.xml" ContentType="application/vnd.openxmlformats-officedocument.presentationml.tags+xml"/>
  <Override PartName="/ppt/tags/tag190.xml" ContentType="application/vnd.openxmlformats-officedocument.presentationml.tags+xml"/>
  <Override PartName="/ppt/tags/tag1900.xml" ContentType="application/vnd.openxmlformats-officedocument.presentationml.tags+xml"/>
  <Override PartName="/ppt/tags/tag1901.xml" ContentType="application/vnd.openxmlformats-officedocument.presentationml.tags+xml"/>
  <Override PartName="/ppt/tags/tag1902.xml" ContentType="application/vnd.openxmlformats-officedocument.presentationml.tags+xml"/>
  <Override PartName="/ppt/tags/tag1903.xml" ContentType="application/vnd.openxmlformats-officedocument.presentationml.tags+xml"/>
  <Override PartName="/ppt/tags/tag1904.xml" ContentType="application/vnd.openxmlformats-officedocument.presentationml.tags+xml"/>
  <Override PartName="/ppt/tags/tag1905.xml" ContentType="application/vnd.openxmlformats-officedocument.presentationml.tags+xml"/>
  <Override PartName="/ppt/tags/tag1906.xml" ContentType="application/vnd.openxmlformats-officedocument.presentationml.tags+xml"/>
  <Override PartName="/ppt/tags/tag1907.xml" ContentType="application/vnd.openxmlformats-officedocument.presentationml.tags+xml"/>
  <Override PartName="/ppt/tags/tag1908.xml" ContentType="application/vnd.openxmlformats-officedocument.presentationml.tags+xml"/>
  <Override PartName="/ppt/tags/tag1909.xml" ContentType="application/vnd.openxmlformats-officedocument.presentationml.tags+xml"/>
  <Override PartName="/ppt/tags/tag191.xml" ContentType="application/vnd.openxmlformats-officedocument.presentationml.tags+xml"/>
  <Override PartName="/ppt/tags/tag1910.xml" ContentType="application/vnd.openxmlformats-officedocument.presentationml.tags+xml"/>
  <Override PartName="/ppt/tags/tag1911.xml" ContentType="application/vnd.openxmlformats-officedocument.presentationml.tags+xml"/>
  <Override PartName="/ppt/tags/tag1912.xml" ContentType="application/vnd.openxmlformats-officedocument.presentationml.tags+xml"/>
  <Override PartName="/ppt/tags/tag1913.xml" ContentType="application/vnd.openxmlformats-officedocument.presentationml.tags+xml"/>
  <Override PartName="/ppt/tags/tag1914.xml" ContentType="application/vnd.openxmlformats-officedocument.presentationml.tags+xml"/>
  <Override PartName="/ppt/tags/tag1915.xml" ContentType="application/vnd.openxmlformats-officedocument.presentationml.tags+xml"/>
  <Override PartName="/ppt/tags/tag1916.xml" ContentType="application/vnd.openxmlformats-officedocument.presentationml.tags+xml"/>
  <Override PartName="/ppt/tags/tag1917.xml" ContentType="application/vnd.openxmlformats-officedocument.presentationml.tags+xml"/>
  <Override PartName="/ppt/tags/tag1918.xml" ContentType="application/vnd.openxmlformats-officedocument.presentationml.tags+xml"/>
  <Override PartName="/ppt/tags/tag1919.xml" ContentType="application/vnd.openxmlformats-officedocument.presentationml.tags+xml"/>
  <Override PartName="/ppt/tags/tag192.xml" ContentType="application/vnd.openxmlformats-officedocument.presentationml.tags+xml"/>
  <Override PartName="/ppt/tags/tag1920.xml" ContentType="application/vnd.openxmlformats-officedocument.presentationml.tags+xml"/>
  <Override PartName="/ppt/tags/tag1921.xml" ContentType="application/vnd.openxmlformats-officedocument.presentationml.tags+xml"/>
  <Override PartName="/ppt/tags/tag1922.xml" ContentType="application/vnd.openxmlformats-officedocument.presentationml.tags+xml"/>
  <Override PartName="/ppt/tags/tag1923.xml" ContentType="application/vnd.openxmlformats-officedocument.presentationml.tags+xml"/>
  <Override PartName="/ppt/tags/tag1924.xml" ContentType="application/vnd.openxmlformats-officedocument.presentationml.tags+xml"/>
  <Override PartName="/ppt/tags/tag1925.xml" ContentType="application/vnd.openxmlformats-officedocument.presentationml.tags+xml"/>
  <Override PartName="/ppt/tags/tag1926.xml" ContentType="application/vnd.openxmlformats-officedocument.presentationml.tags+xml"/>
  <Override PartName="/ppt/tags/tag1927.xml" ContentType="application/vnd.openxmlformats-officedocument.presentationml.tags+xml"/>
  <Override PartName="/ppt/tags/tag1928.xml" ContentType="application/vnd.openxmlformats-officedocument.presentationml.tags+xml"/>
  <Override PartName="/ppt/tags/tag1929.xml" ContentType="application/vnd.openxmlformats-officedocument.presentationml.tags+xml"/>
  <Override PartName="/ppt/tags/tag193.xml" ContentType="application/vnd.openxmlformats-officedocument.presentationml.tags+xml"/>
  <Override PartName="/ppt/tags/tag1930.xml" ContentType="application/vnd.openxmlformats-officedocument.presentationml.tags+xml"/>
  <Override PartName="/ppt/tags/tag1931.xml" ContentType="application/vnd.openxmlformats-officedocument.presentationml.tags+xml"/>
  <Override PartName="/ppt/tags/tag1932.xml" ContentType="application/vnd.openxmlformats-officedocument.presentationml.tags+xml"/>
  <Override PartName="/ppt/tags/tag1933.xml" ContentType="application/vnd.openxmlformats-officedocument.presentationml.tags+xml"/>
  <Override PartName="/ppt/tags/tag1934.xml" ContentType="application/vnd.openxmlformats-officedocument.presentationml.tags+xml"/>
  <Override PartName="/ppt/tags/tag1935.xml" ContentType="application/vnd.openxmlformats-officedocument.presentationml.tags+xml"/>
  <Override PartName="/ppt/tags/tag1936.xml" ContentType="application/vnd.openxmlformats-officedocument.presentationml.tags+xml"/>
  <Override PartName="/ppt/tags/tag1937.xml" ContentType="application/vnd.openxmlformats-officedocument.presentationml.tags+xml"/>
  <Override PartName="/ppt/tags/tag1938.xml" ContentType="application/vnd.openxmlformats-officedocument.presentationml.tags+xml"/>
  <Override PartName="/ppt/tags/tag1939.xml" ContentType="application/vnd.openxmlformats-officedocument.presentationml.tags+xml"/>
  <Override PartName="/ppt/tags/tag194.xml" ContentType="application/vnd.openxmlformats-officedocument.presentationml.tags+xml"/>
  <Override PartName="/ppt/tags/tag1940.xml" ContentType="application/vnd.openxmlformats-officedocument.presentationml.tags+xml"/>
  <Override PartName="/ppt/tags/tag1941.xml" ContentType="application/vnd.openxmlformats-officedocument.presentationml.tags+xml"/>
  <Override PartName="/ppt/tags/tag1942.xml" ContentType="application/vnd.openxmlformats-officedocument.presentationml.tags+xml"/>
  <Override PartName="/ppt/tags/tag1943.xml" ContentType="application/vnd.openxmlformats-officedocument.presentationml.tags+xml"/>
  <Override PartName="/ppt/tags/tag1944.xml" ContentType="application/vnd.openxmlformats-officedocument.presentationml.tags+xml"/>
  <Override PartName="/ppt/tags/tag1945.xml" ContentType="application/vnd.openxmlformats-officedocument.presentationml.tags+xml"/>
  <Override PartName="/ppt/tags/tag1946.xml" ContentType="application/vnd.openxmlformats-officedocument.presentationml.tags+xml"/>
  <Override PartName="/ppt/tags/tag1947.xml" ContentType="application/vnd.openxmlformats-officedocument.presentationml.tags+xml"/>
  <Override PartName="/ppt/tags/tag1948.xml" ContentType="application/vnd.openxmlformats-officedocument.presentationml.tags+xml"/>
  <Override PartName="/ppt/tags/tag1949.xml" ContentType="application/vnd.openxmlformats-officedocument.presentationml.tags+xml"/>
  <Override PartName="/ppt/tags/tag195.xml" ContentType="application/vnd.openxmlformats-officedocument.presentationml.tags+xml"/>
  <Override PartName="/ppt/tags/tag1950.xml" ContentType="application/vnd.openxmlformats-officedocument.presentationml.tags+xml"/>
  <Override PartName="/ppt/tags/tag1951.xml" ContentType="application/vnd.openxmlformats-officedocument.presentationml.tags+xml"/>
  <Override PartName="/ppt/tags/tag1952.xml" ContentType="application/vnd.openxmlformats-officedocument.presentationml.tags+xml"/>
  <Override PartName="/ppt/tags/tag1953.xml" ContentType="application/vnd.openxmlformats-officedocument.presentationml.tags+xml"/>
  <Override PartName="/ppt/tags/tag1954.xml" ContentType="application/vnd.openxmlformats-officedocument.presentationml.tags+xml"/>
  <Override PartName="/ppt/tags/tag1955.xml" ContentType="application/vnd.openxmlformats-officedocument.presentationml.tags+xml"/>
  <Override PartName="/ppt/tags/tag1956.xml" ContentType="application/vnd.openxmlformats-officedocument.presentationml.tags+xml"/>
  <Override PartName="/ppt/tags/tag1957.xml" ContentType="application/vnd.openxmlformats-officedocument.presentationml.tags+xml"/>
  <Override PartName="/ppt/tags/tag1958.xml" ContentType="application/vnd.openxmlformats-officedocument.presentationml.tags+xml"/>
  <Override PartName="/ppt/tags/tag1959.xml" ContentType="application/vnd.openxmlformats-officedocument.presentationml.tags+xml"/>
  <Override PartName="/ppt/tags/tag196.xml" ContentType="application/vnd.openxmlformats-officedocument.presentationml.tags+xml"/>
  <Override PartName="/ppt/tags/tag1960.xml" ContentType="application/vnd.openxmlformats-officedocument.presentationml.tags+xml"/>
  <Override PartName="/ppt/tags/tag1961.xml" ContentType="application/vnd.openxmlformats-officedocument.presentationml.tags+xml"/>
  <Override PartName="/ppt/tags/tag1962.xml" ContentType="application/vnd.openxmlformats-officedocument.presentationml.tags+xml"/>
  <Override PartName="/ppt/tags/tag1963.xml" ContentType="application/vnd.openxmlformats-officedocument.presentationml.tags+xml"/>
  <Override PartName="/ppt/tags/tag1964.xml" ContentType="application/vnd.openxmlformats-officedocument.presentationml.tags+xml"/>
  <Override PartName="/ppt/tags/tag1965.xml" ContentType="application/vnd.openxmlformats-officedocument.presentationml.tags+xml"/>
  <Override PartName="/ppt/tags/tag1966.xml" ContentType="application/vnd.openxmlformats-officedocument.presentationml.tags+xml"/>
  <Override PartName="/ppt/tags/tag1967.xml" ContentType="application/vnd.openxmlformats-officedocument.presentationml.tags+xml"/>
  <Override PartName="/ppt/tags/tag1968.xml" ContentType="application/vnd.openxmlformats-officedocument.presentationml.tags+xml"/>
  <Override PartName="/ppt/tags/tag1969.xml" ContentType="application/vnd.openxmlformats-officedocument.presentationml.tags+xml"/>
  <Override PartName="/ppt/tags/tag197.xml" ContentType="application/vnd.openxmlformats-officedocument.presentationml.tags+xml"/>
  <Override PartName="/ppt/tags/tag1970.xml" ContentType="application/vnd.openxmlformats-officedocument.presentationml.tags+xml"/>
  <Override PartName="/ppt/tags/tag1971.xml" ContentType="application/vnd.openxmlformats-officedocument.presentationml.tags+xml"/>
  <Override PartName="/ppt/tags/tag1972.xml" ContentType="application/vnd.openxmlformats-officedocument.presentationml.tags+xml"/>
  <Override PartName="/ppt/tags/tag1973.xml" ContentType="application/vnd.openxmlformats-officedocument.presentationml.tags+xml"/>
  <Override PartName="/ppt/tags/tag1974.xml" ContentType="application/vnd.openxmlformats-officedocument.presentationml.tags+xml"/>
  <Override PartName="/ppt/tags/tag1975.xml" ContentType="application/vnd.openxmlformats-officedocument.presentationml.tags+xml"/>
  <Override PartName="/ppt/tags/tag1976.xml" ContentType="application/vnd.openxmlformats-officedocument.presentationml.tags+xml"/>
  <Override PartName="/ppt/tags/tag1977.xml" ContentType="application/vnd.openxmlformats-officedocument.presentationml.tags+xml"/>
  <Override PartName="/ppt/tags/tag1978.xml" ContentType="application/vnd.openxmlformats-officedocument.presentationml.tags+xml"/>
  <Override PartName="/ppt/tags/tag1979.xml" ContentType="application/vnd.openxmlformats-officedocument.presentationml.tags+xml"/>
  <Override PartName="/ppt/tags/tag198.xml" ContentType="application/vnd.openxmlformats-officedocument.presentationml.tags+xml"/>
  <Override PartName="/ppt/tags/tag1980.xml" ContentType="application/vnd.openxmlformats-officedocument.presentationml.tags+xml"/>
  <Override PartName="/ppt/tags/tag1981.xml" ContentType="application/vnd.openxmlformats-officedocument.presentationml.tags+xml"/>
  <Override PartName="/ppt/tags/tag1982.xml" ContentType="application/vnd.openxmlformats-officedocument.presentationml.tags+xml"/>
  <Override PartName="/ppt/tags/tag1983.xml" ContentType="application/vnd.openxmlformats-officedocument.presentationml.tags+xml"/>
  <Override PartName="/ppt/tags/tag1984.xml" ContentType="application/vnd.openxmlformats-officedocument.presentationml.tags+xml"/>
  <Override PartName="/ppt/tags/tag1985.xml" ContentType="application/vnd.openxmlformats-officedocument.presentationml.tags+xml"/>
  <Override PartName="/ppt/tags/tag1986.xml" ContentType="application/vnd.openxmlformats-officedocument.presentationml.tags+xml"/>
  <Override PartName="/ppt/tags/tag1987.xml" ContentType="application/vnd.openxmlformats-officedocument.presentationml.tags+xml"/>
  <Override PartName="/ppt/tags/tag1988.xml" ContentType="application/vnd.openxmlformats-officedocument.presentationml.tags+xml"/>
  <Override PartName="/ppt/tags/tag1989.xml" ContentType="application/vnd.openxmlformats-officedocument.presentationml.tags+xml"/>
  <Override PartName="/ppt/tags/tag199.xml" ContentType="application/vnd.openxmlformats-officedocument.presentationml.tags+xml"/>
  <Override PartName="/ppt/tags/tag1990.xml" ContentType="application/vnd.openxmlformats-officedocument.presentationml.tags+xml"/>
  <Override PartName="/ppt/tags/tag1991.xml" ContentType="application/vnd.openxmlformats-officedocument.presentationml.tags+xml"/>
  <Override PartName="/ppt/tags/tag1992.xml" ContentType="application/vnd.openxmlformats-officedocument.presentationml.tags+xml"/>
  <Override PartName="/ppt/tags/tag1993.xml" ContentType="application/vnd.openxmlformats-officedocument.presentationml.tags+xml"/>
  <Override PartName="/ppt/tags/tag1994.xml" ContentType="application/vnd.openxmlformats-officedocument.presentationml.tags+xml"/>
  <Override PartName="/ppt/tags/tag1995.xml" ContentType="application/vnd.openxmlformats-officedocument.presentationml.tags+xml"/>
  <Override PartName="/ppt/tags/tag1996.xml" ContentType="application/vnd.openxmlformats-officedocument.presentationml.tags+xml"/>
  <Override PartName="/ppt/tags/tag1997.xml" ContentType="application/vnd.openxmlformats-officedocument.presentationml.tags+xml"/>
  <Override PartName="/ppt/tags/tag1998.xml" ContentType="application/vnd.openxmlformats-officedocument.presentationml.tags+xml"/>
  <Override PartName="/ppt/tags/tag199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00.xml" ContentType="application/vnd.openxmlformats-officedocument.presentationml.tags+xml"/>
  <Override PartName="/ppt/tags/tag2000.xml" ContentType="application/vnd.openxmlformats-officedocument.presentationml.tags+xml"/>
  <Override PartName="/ppt/tags/tag2001.xml" ContentType="application/vnd.openxmlformats-officedocument.presentationml.tags+xml"/>
  <Override PartName="/ppt/tags/tag2002.xml" ContentType="application/vnd.openxmlformats-officedocument.presentationml.tags+xml"/>
  <Override PartName="/ppt/tags/tag2003.xml" ContentType="application/vnd.openxmlformats-officedocument.presentationml.tags+xml"/>
  <Override PartName="/ppt/tags/tag2004.xml" ContentType="application/vnd.openxmlformats-officedocument.presentationml.tags+xml"/>
  <Override PartName="/ppt/tags/tag2005.xml" ContentType="application/vnd.openxmlformats-officedocument.presentationml.tags+xml"/>
  <Override PartName="/ppt/tags/tag2006.xml" ContentType="application/vnd.openxmlformats-officedocument.presentationml.tags+xml"/>
  <Override PartName="/ppt/tags/tag2007.xml" ContentType="application/vnd.openxmlformats-officedocument.presentationml.tags+xml"/>
  <Override PartName="/ppt/tags/tag2008.xml" ContentType="application/vnd.openxmlformats-officedocument.presentationml.tags+xml"/>
  <Override PartName="/ppt/tags/tag2009.xml" ContentType="application/vnd.openxmlformats-officedocument.presentationml.tags+xml"/>
  <Override PartName="/ppt/tags/tag201.xml" ContentType="application/vnd.openxmlformats-officedocument.presentationml.tags+xml"/>
  <Override PartName="/ppt/tags/tag2010.xml" ContentType="application/vnd.openxmlformats-officedocument.presentationml.tags+xml"/>
  <Override PartName="/ppt/tags/tag2011.xml" ContentType="application/vnd.openxmlformats-officedocument.presentationml.tags+xml"/>
  <Override PartName="/ppt/tags/tag2012.xml" ContentType="application/vnd.openxmlformats-officedocument.presentationml.tags+xml"/>
  <Override PartName="/ppt/tags/tag2013.xml" ContentType="application/vnd.openxmlformats-officedocument.presentationml.tags+xml"/>
  <Override PartName="/ppt/tags/tag2014.xml" ContentType="application/vnd.openxmlformats-officedocument.presentationml.tags+xml"/>
  <Override PartName="/ppt/tags/tag2015.xml" ContentType="application/vnd.openxmlformats-officedocument.presentationml.tags+xml"/>
  <Override PartName="/ppt/tags/tag2016.xml" ContentType="application/vnd.openxmlformats-officedocument.presentationml.tags+xml"/>
  <Override PartName="/ppt/tags/tag2017.xml" ContentType="application/vnd.openxmlformats-officedocument.presentationml.tags+xml"/>
  <Override PartName="/ppt/tags/tag2018.xml" ContentType="application/vnd.openxmlformats-officedocument.presentationml.tags+xml"/>
  <Override PartName="/ppt/tags/tag2019.xml" ContentType="application/vnd.openxmlformats-officedocument.presentationml.tags+xml"/>
  <Override PartName="/ppt/tags/tag202.xml" ContentType="application/vnd.openxmlformats-officedocument.presentationml.tags+xml"/>
  <Override PartName="/ppt/tags/tag2020.xml" ContentType="application/vnd.openxmlformats-officedocument.presentationml.tags+xml"/>
  <Override PartName="/ppt/tags/tag2021.xml" ContentType="application/vnd.openxmlformats-officedocument.presentationml.tags+xml"/>
  <Override PartName="/ppt/tags/tag2022.xml" ContentType="application/vnd.openxmlformats-officedocument.presentationml.tags+xml"/>
  <Override PartName="/ppt/tags/tag2023.xml" ContentType="application/vnd.openxmlformats-officedocument.presentationml.tags+xml"/>
  <Override PartName="/ppt/tags/tag2024.xml" ContentType="application/vnd.openxmlformats-officedocument.presentationml.tags+xml"/>
  <Override PartName="/ppt/tags/tag2025.xml" ContentType="application/vnd.openxmlformats-officedocument.presentationml.tags+xml"/>
  <Override PartName="/ppt/tags/tag2026.xml" ContentType="application/vnd.openxmlformats-officedocument.presentationml.tags+xml"/>
  <Override PartName="/ppt/tags/tag2027.xml" ContentType="application/vnd.openxmlformats-officedocument.presentationml.tags+xml"/>
  <Override PartName="/ppt/tags/tag2028.xml" ContentType="application/vnd.openxmlformats-officedocument.presentationml.tags+xml"/>
  <Override PartName="/ppt/tags/tag2029.xml" ContentType="application/vnd.openxmlformats-officedocument.presentationml.tags+xml"/>
  <Override PartName="/ppt/tags/tag203.xml" ContentType="application/vnd.openxmlformats-officedocument.presentationml.tags+xml"/>
  <Override PartName="/ppt/tags/tag2030.xml" ContentType="application/vnd.openxmlformats-officedocument.presentationml.tags+xml"/>
  <Override PartName="/ppt/tags/tag2031.xml" ContentType="application/vnd.openxmlformats-officedocument.presentationml.tags+xml"/>
  <Override PartName="/ppt/tags/tag2032.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tags/tag28.xml" ContentType="application/vnd.openxmlformats-officedocument.presentationml.tags+xml"/>
  <Override PartName="/ppt/tags/tag280.xml" ContentType="application/vnd.openxmlformats-officedocument.presentationml.tags+xml"/>
  <Override PartName="/ppt/tags/tag281.xml" ContentType="application/vnd.openxmlformats-officedocument.presentationml.tags+xml"/>
  <Override PartName="/ppt/tags/tag282.xml" ContentType="application/vnd.openxmlformats-officedocument.presentationml.tags+xml"/>
  <Override PartName="/ppt/tags/tag283.xml" ContentType="application/vnd.openxmlformats-officedocument.presentationml.tags+xml"/>
  <Override PartName="/ppt/tags/tag284.xml" ContentType="application/vnd.openxmlformats-officedocument.presentationml.tags+xml"/>
  <Override PartName="/ppt/tags/tag285.xml" ContentType="application/vnd.openxmlformats-officedocument.presentationml.tags+xml"/>
  <Override PartName="/ppt/tags/tag286.xml" ContentType="application/vnd.openxmlformats-officedocument.presentationml.tags+xml"/>
  <Override PartName="/ppt/tags/tag287.xml" ContentType="application/vnd.openxmlformats-officedocument.presentationml.tags+xml"/>
  <Override PartName="/ppt/tags/tag288.xml" ContentType="application/vnd.openxmlformats-officedocument.presentationml.tags+xml"/>
  <Override PartName="/ppt/tags/tag289.xml" ContentType="application/vnd.openxmlformats-officedocument.presentationml.tags+xml"/>
  <Override PartName="/ppt/tags/tag29.xml" ContentType="application/vnd.openxmlformats-officedocument.presentationml.tags+xml"/>
  <Override PartName="/ppt/tags/tag290.xml" ContentType="application/vnd.openxmlformats-officedocument.presentationml.tags+xml"/>
  <Override PartName="/ppt/tags/tag291.xml" ContentType="application/vnd.openxmlformats-officedocument.presentationml.tags+xml"/>
  <Override PartName="/ppt/tags/tag292.xml" ContentType="application/vnd.openxmlformats-officedocument.presentationml.tags+xml"/>
  <Override PartName="/ppt/tags/tag293.xml" ContentType="application/vnd.openxmlformats-officedocument.presentationml.tags+xml"/>
  <Override PartName="/ppt/tags/tag294.xml" ContentType="application/vnd.openxmlformats-officedocument.presentationml.tags+xml"/>
  <Override PartName="/ppt/tags/tag295.xml" ContentType="application/vnd.openxmlformats-officedocument.presentationml.tags+xml"/>
  <Override PartName="/ppt/tags/tag296.xml" ContentType="application/vnd.openxmlformats-officedocument.presentationml.tags+xml"/>
  <Override PartName="/ppt/tags/tag297.xml" ContentType="application/vnd.openxmlformats-officedocument.presentationml.tags+xml"/>
  <Override PartName="/ppt/tags/tag298.xml" ContentType="application/vnd.openxmlformats-officedocument.presentationml.tags+xml"/>
  <Override PartName="/ppt/tags/tag29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00.xml" ContentType="application/vnd.openxmlformats-officedocument.presentationml.tags+xml"/>
  <Override PartName="/ppt/tags/tag301.xml" ContentType="application/vnd.openxmlformats-officedocument.presentationml.tags+xml"/>
  <Override PartName="/ppt/tags/tag302.xml" ContentType="application/vnd.openxmlformats-officedocument.presentationml.tags+xml"/>
  <Override PartName="/ppt/tags/tag303.xml" ContentType="application/vnd.openxmlformats-officedocument.presentationml.tags+xml"/>
  <Override PartName="/ppt/tags/tag304.xml" ContentType="application/vnd.openxmlformats-officedocument.presentationml.tags+xml"/>
  <Override PartName="/ppt/tags/tag305.xml" ContentType="application/vnd.openxmlformats-officedocument.presentationml.tags+xml"/>
  <Override PartName="/ppt/tags/tag306.xml" ContentType="application/vnd.openxmlformats-officedocument.presentationml.tags+xml"/>
  <Override PartName="/ppt/tags/tag307.xml" ContentType="application/vnd.openxmlformats-officedocument.presentationml.tags+xml"/>
  <Override PartName="/ppt/tags/tag308.xml" ContentType="application/vnd.openxmlformats-officedocument.presentationml.tags+xml"/>
  <Override PartName="/ppt/tags/tag309.xml" ContentType="application/vnd.openxmlformats-officedocument.presentationml.tags+xml"/>
  <Override PartName="/ppt/tags/tag31.xml" ContentType="application/vnd.openxmlformats-officedocument.presentationml.tags+xml"/>
  <Override PartName="/ppt/tags/tag310.xml" ContentType="application/vnd.openxmlformats-officedocument.presentationml.tags+xml"/>
  <Override PartName="/ppt/tags/tag311.xml" ContentType="application/vnd.openxmlformats-officedocument.presentationml.tags+xml"/>
  <Override PartName="/ppt/tags/tag312.xml" ContentType="application/vnd.openxmlformats-officedocument.presentationml.tags+xml"/>
  <Override PartName="/ppt/tags/tag313.xml" ContentType="application/vnd.openxmlformats-officedocument.presentationml.tags+xml"/>
  <Override PartName="/ppt/tags/tag314.xml" ContentType="application/vnd.openxmlformats-officedocument.presentationml.tags+xml"/>
  <Override PartName="/ppt/tags/tag315.xml" ContentType="application/vnd.openxmlformats-officedocument.presentationml.tags+xml"/>
  <Override PartName="/ppt/tags/tag316.xml" ContentType="application/vnd.openxmlformats-officedocument.presentationml.tags+xml"/>
  <Override PartName="/ppt/tags/tag317.xml" ContentType="application/vnd.openxmlformats-officedocument.presentationml.tags+xml"/>
  <Override PartName="/ppt/tags/tag318.xml" ContentType="application/vnd.openxmlformats-officedocument.presentationml.tags+xml"/>
  <Override PartName="/ppt/tags/tag319.xml" ContentType="application/vnd.openxmlformats-officedocument.presentationml.tags+xml"/>
  <Override PartName="/ppt/tags/tag32.xml" ContentType="application/vnd.openxmlformats-officedocument.presentationml.tags+xml"/>
  <Override PartName="/ppt/tags/tag320.xml" ContentType="application/vnd.openxmlformats-officedocument.presentationml.tags+xml"/>
  <Override PartName="/ppt/tags/tag321.xml" ContentType="application/vnd.openxmlformats-officedocument.presentationml.tags+xml"/>
  <Override PartName="/ppt/tags/tag322.xml" ContentType="application/vnd.openxmlformats-officedocument.presentationml.tags+xml"/>
  <Override PartName="/ppt/tags/tag323.xml" ContentType="application/vnd.openxmlformats-officedocument.presentationml.tags+xml"/>
  <Override PartName="/ppt/tags/tag324.xml" ContentType="application/vnd.openxmlformats-officedocument.presentationml.tags+xml"/>
  <Override PartName="/ppt/tags/tag325.xml" ContentType="application/vnd.openxmlformats-officedocument.presentationml.tags+xml"/>
  <Override PartName="/ppt/tags/tag326.xml" ContentType="application/vnd.openxmlformats-officedocument.presentationml.tags+xml"/>
  <Override PartName="/ppt/tags/tag327.xml" ContentType="application/vnd.openxmlformats-officedocument.presentationml.tags+xml"/>
  <Override PartName="/ppt/tags/tag328.xml" ContentType="application/vnd.openxmlformats-officedocument.presentationml.tags+xml"/>
  <Override PartName="/ppt/tags/tag329.xml" ContentType="application/vnd.openxmlformats-officedocument.presentationml.tags+xml"/>
  <Override PartName="/ppt/tags/tag33.xml" ContentType="application/vnd.openxmlformats-officedocument.presentationml.tags+xml"/>
  <Override PartName="/ppt/tags/tag330.xml" ContentType="application/vnd.openxmlformats-officedocument.presentationml.tags+xml"/>
  <Override PartName="/ppt/tags/tag331.xml" ContentType="application/vnd.openxmlformats-officedocument.presentationml.tags+xml"/>
  <Override PartName="/ppt/tags/tag332.xml" ContentType="application/vnd.openxmlformats-officedocument.presentationml.tags+xml"/>
  <Override PartName="/ppt/tags/tag333.xml" ContentType="application/vnd.openxmlformats-officedocument.presentationml.tags+xml"/>
  <Override PartName="/ppt/tags/tag334.xml" ContentType="application/vnd.openxmlformats-officedocument.presentationml.tags+xml"/>
  <Override PartName="/ppt/tags/tag335.xml" ContentType="application/vnd.openxmlformats-officedocument.presentationml.tags+xml"/>
  <Override PartName="/ppt/tags/tag336.xml" ContentType="application/vnd.openxmlformats-officedocument.presentationml.tags+xml"/>
  <Override PartName="/ppt/tags/tag337.xml" ContentType="application/vnd.openxmlformats-officedocument.presentationml.tags+xml"/>
  <Override PartName="/ppt/tags/tag338.xml" ContentType="application/vnd.openxmlformats-officedocument.presentationml.tags+xml"/>
  <Override PartName="/ppt/tags/tag339.xml" ContentType="application/vnd.openxmlformats-officedocument.presentationml.tags+xml"/>
  <Override PartName="/ppt/tags/tag34.xml" ContentType="application/vnd.openxmlformats-officedocument.presentationml.tags+xml"/>
  <Override PartName="/ppt/tags/tag340.xml" ContentType="application/vnd.openxmlformats-officedocument.presentationml.tags+xml"/>
  <Override PartName="/ppt/tags/tag341.xml" ContentType="application/vnd.openxmlformats-officedocument.presentationml.tags+xml"/>
  <Override PartName="/ppt/tags/tag342.xml" ContentType="application/vnd.openxmlformats-officedocument.presentationml.tags+xml"/>
  <Override PartName="/ppt/tags/tag343.xml" ContentType="application/vnd.openxmlformats-officedocument.presentationml.tags+xml"/>
  <Override PartName="/ppt/tags/tag344.xml" ContentType="application/vnd.openxmlformats-officedocument.presentationml.tags+xml"/>
  <Override PartName="/ppt/tags/tag345.xml" ContentType="application/vnd.openxmlformats-officedocument.presentationml.tags+xml"/>
  <Override PartName="/ppt/tags/tag346.xml" ContentType="application/vnd.openxmlformats-officedocument.presentationml.tags+xml"/>
  <Override PartName="/ppt/tags/tag347.xml" ContentType="application/vnd.openxmlformats-officedocument.presentationml.tags+xml"/>
  <Override PartName="/ppt/tags/tag348.xml" ContentType="application/vnd.openxmlformats-officedocument.presentationml.tags+xml"/>
  <Override PartName="/ppt/tags/tag349.xml" ContentType="application/vnd.openxmlformats-officedocument.presentationml.tags+xml"/>
  <Override PartName="/ppt/tags/tag35.xml" ContentType="application/vnd.openxmlformats-officedocument.presentationml.tags+xml"/>
  <Override PartName="/ppt/tags/tag350.xml" ContentType="application/vnd.openxmlformats-officedocument.presentationml.tags+xml"/>
  <Override PartName="/ppt/tags/tag351.xml" ContentType="application/vnd.openxmlformats-officedocument.presentationml.tags+xml"/>
  <Override PartName="/ppt/tags/tag352.xml" ContentType="application/vnd.openxmlformats-officedocument.presentationml.tags+xml"/>
  <Override PartName="/ppt/tags/tag353.xml" ContentType="application/vnd.openxmlformats-officedocument.presentationml.tags+xml"/>
  <Override PartName="/ppt/tags/tag354.xml" ContentType="application/vnd.openxmlformats-officedocument.presentationml.tags+xml"/>
  <Override PartName="/ppt/tags/tag355.xml" ContentType="application/vnd.openxmlformats-officedocument.presentationml.tags+xml"/>
  <Override PartName="/ppt/tags/tag356.xml" ContentType="application/vnd.openxmlformats-officedocument.presentationml.tags+xml"/>
  <Override PartName="/ppt/tags/tag357.xml" ContentType="application/vnd.openxmlformats-officedocument.presentationml.tags+xml"/>
  <Override PartName="/ppt/tags/tag358.xml" ContentType="application/vnd.openxmlformats-officedocument.presentationml.tags+xml"/>
  <Override PartName="/ppt/tags/tag359.xml" ContentType="application/vnd.openxmlformats-officedocument.presentationml.tags+xml"/>
  <Override PartName="/ppt/tags/tag36.xml" ContentType="application/vnd.openxmlformats-officedocument.presentationml.tags+xml"/>
  <Override PartName="/ppt/tags/tag360.xml" ContentType="application/vnd.openxmlformats-officedocument.presentationml.tags+xml"/>
  <Override PartName="/ppt/tags/tag361.xml" ContentType="application/vnd.openxmlformats-officedocument.presentationml.tags+xml"/>
  <Override PartName="/ppt/tags/tag362.xml" ContentType="application/vnd.openxmlformats-officedocument.presentationml.tags+xml"/>
  <Override PartName="/ppt/tags/tag363.xml" ContentType="application/vnd.openxmlformats-officedocument.presentationml.tags+xml"/>
  <Override PartName="/ppt/tags/tag364.xml" ContentType="application/vnd.openxmlformats-officedocument.presentationml.tags+xml"/>
  <Override PartName="/ppt/tags/tag365.xml" ContentType="application/vnd.openxmlformats-officedocument.presentationml.tags+xml"/>
  <Override PartName="/ppt/tags/tag366.xml" ContentType="application/vnd.openxmlformats-officedocument.presentationml.tags+xml"/>
  <Override PartName="/ppt/tags/tag367.xml" ContentType="application/vnd.openxmlformats-officedocument.presentationml.tags+xml"/>
  <Override PartName="/ppt/tags/tag368.xml" ContentType="application/vnd.openxmlformats-officedocument.presentationml.tags+xml"/>
  <Override PartName="/ppt/tags/tag369.xml" ContentType="application/vnd.openxmlformats-officedocument.presentationml.tags+xml"/>
  <Override PartName="/ppt/tags/tag37.xml" ContentType="application/vnd.openxmlformats-officedocument.presentationml.tags+xml"/>
  <Override PartName="/ppt/tags/tag370.xml" ContentType="application/vnd.openxmlformats-officedocument.presentationml.tags+xml"/>
  <Override PartName="/ppt/tags/tag371.xml" ContentType="application/vnd.openxmlformats-officedocument.presentationml.tags+xml"/>
  <Override PartName="/ppt/tags/tag372.xml" ContentType="application/vnd.openxmlformats-officedocument.presentationml.tags+xml"/>
  <Override PartName="/ppt/tags/tag373.xml" ContentType="application/vnd.openxmlformats-officedocument.presentationml.tags+xml"/>
  <Override PartName="/ppt/tags/tag374.xml" ContentType="application/vnd.openxmlformats-officedocument.presentationml.tags+xml"/>
  <Override PartName="/ppt/tags/tag375.xml" ContentType="application/vnd.openxmlformats-officedocument.presentationml.tags+xml"/>
  <Override PartName="/ppt/tags/tag376.xml" ContentType="application/vnd.openxmlformats-officedocument.presentationml.tags+xml"/>
  <Override PartName="/ppt/tags/tag377.xml" ContentType="application/vnd.openxmlformats-officedocument.presentationml.tags+xml"/>
  <Override PartName="/ppt/tags/tag378.xml" ContentType="application/vnd.openxmlformats-officedocument.presentationml.tags+xml"/>
  <Override PartName="/ppt/tags/tag379.xml" ContentType="application/vnd.openxmlformats-officedocument.presentationml.tags+xml"/>
  <Override PartName="/ppt/tags/tag38.xml" ContentType="application/vnd.openxmlformats-officedocument.presentationml.tags+xml"/>
  <Override PartName="/ppt/tags/tag380.xml" ContentType="application/vnd.openxmlformats-officedocument.presentationml.tags+xml"/>
  <Override PartName="/ppt/tags/tag381.xml" ContentType="application/vnd.openxmlformats-officedocument.presentationml.tags+xml"/>
  <Override PartName="/ppt/tags/tag382.xml" ContentType="application/vnd.openxmlformats-officedocument.presentationml.tags+xml"/>
  <Override PartName="/ppt/tags/tag383.xml" ContentType="application/vnd.openxmlformats-officedocument.presentationml.tags+xml"/>
  <Override PartName="/ppt/tags/tag384.xml" ContentType="application/vnd.openxmlformats-officedocument.presentationml.tags+xml"/>
  <Override PartName="/ppt/tags/tag385.xml" ContentType="application/vnd.openxmlformats-officedocument.presentationml.tags+xml"/>
  <Override PartName="/ppt/tags/tag386.xml" ContentType="application/vnd.openxmlformats-officedocument.presentationml.tags+xml"/>
  <Override PartName="/ppt/tags/tag387.xml" ContentType="application/vnd.openxmlformats-officedocument.presentationml.tags+xml"/>
  <Override PartName="/ppt/tags/tag388.xml" ContentType="application/vnd.openxmlformats-officedocument.presentationml.tags+xml"/>
  <Override PartName="/ppt/tags/tag389.xml" ContentType="application/vnd.openxmlformats-officedocument.presentationml.tags+xml"/>
  <Override PartName="/ppt/tags/tag39.xml" ContentType="application/vnd.openxmlformats-officedocument.presentationml.tags+xml"/>
  <Override PartName="/ppt/tags/tag390.xml" ContentType="application/vnd.openxmlformats-officedocument.presentationml.tags+xml"/>
  <Override PartName="/ppt/tags/tag391.xml" ContentType="application/vnd.openxmlformats-officedocument.presentationml.tags+xml"/>
  <Override PartName="/ppt/tags/tag392.xml" ContentType="application/vnd.openxmlformats-officedocument.presentationml.tags+xml"/>
  <Override PartName="/ppt/tags/tag393.xml" ContentType="application/vnd.openxmlformats-officedocument.presentationml.tags+xml"/>
  <Override PartName="/ppt/tags/tag394.xml" ContentType="application/vnd.openxmlformats-officedocument.presentationml.tags+xml"/>
  <Override PartName="/ppt/tags/tag395.xml" ContentType="application/vnd.openxmlformats-officedocument.presentationml.tags+xml"/>
  <Override PartName="/ppt/tags/tag396.xml" ContentType="application/vnd.openxmlformats-officedocument.presentationml.tags+xml"/>
  <Override PartName="/ppt/tags/tag397.xml" ContentType="application/vnd.openxmlformats-officedocument.presentationml.tags+xml"/>
  <Override PartName="/ppt/tags/tag398.xml" ContentType="application/vnd.openxmlformats-officedocument.presentationml.tags+xml"/>
  <Override PartName="/ppt/tags/tag39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00.xml" ContentType="application/vnd.openxmlformats-officedocument.presentationml.tags+xml"/>
  <Override PartName="/ppt/tags/tag401.xml" ContentType="application/vnd.openxmlformats-officedocument.presentationml.tags+xml"/>
  <Override PartName="/ppt/tags/tag402.xml" ContentType="application/vnd.openxmlformats-officedocument.presentationml.tags+xml"/>
  <Override PartName="/ppt/tags/tag403.xml" ContentType="application/vnd.openxmlformats-officedocument.presentationml.tags+xml"/>
  <Override PartName="/ppt/tags/tag404.xml" ContentType="application/vnd.openxmlformats-officedocument.presentationml.tags+xml"/>
  <Override PartName="/ppt/tags/tag405.xml" ContentType="application/vnd.openxmlformats-officedocument.presentationml.tags+xml"/>
  <Override PartName="/ppt/tags/tag406.xml" ContentType="application/vnd.openxmlformats-officedocument.presentationml.tags+xml"/>
  <Override PartName="/ppt/tags/tag407.xml" ContentType="application/vnd.openxmlformats-officedocument.presentationml.tags+xml"/>
  <Override PartName="/ppt/tags/tag408.xml" ContentType="application/vnd.openxmlformats-officedocument.presentationml.tags+xml"/>
  <Override PartName="/ppt/tags/tag409.xml" ContentType="application/vnd.openxmlformats-officedocument.presentationml.tags+xml"/>
  <Override PartName="/ppt/tags/tag41.xml" ContentType="application/vnd.openxmlformats-officedocument.presentationml.tags+xml"/>
  <Override PartName="/ppt/tags/tag410.xml" ContentType="application/vnd.openxmlformats-officedocument.presentationml.tags+xml"/>
  <Override PartName="/ppt/tags/tag411.xml" ContentType="application/vnd.openxmlformats-officedocument.presentationml.tags+xml"/>
  <Override PartName="/ppt/tags/tag412.xml" ContentType="application/vnd.openxmlformats-officedocument.presentationml.tags+xml"/>
  <Override PartName="/ppt/tags/tag413.xml" ContentType="application/vnd.openxmlformats-officedocument.presentationml.tags+xml"/>
  <Override PartName="/ppt/tags/tag414.xml" ContentType="application/vnd.openxmlformats-officedocument.presentationml.tags+xml"/>
  <Override PartName="/ppt/tags/tag415.xml" ContentType="application/vnd.openxmlformats-officedocument.presentationml.tags+xml"/>
  <Override PartName="/ppt/tags/tag416.xml" ContentType="application/vnd.openxmlformats-officedocument.presentationml.tags+xml"/>
  <Override PartName="/ppt/tags/tag417.xml" ContentType="application/vnd.openxmlformats-officedocument.presentationml.tags+xml"/>
  <Override PartName="/ppt/tags/tag418.xml" ContentType="application/vnd.openxmlformats-officedocument.presentationml.tags+xml"/>
  <Override PartName="/ppt/tags/tag419.xml" ContentType="application/vnd.openxmlformats-officedocument.presentationml.tags+xml"/>
  <Override PartName="/ppt/tags/tag42.xml" ContentType="application/vnd.openxmlformats-officedocument.presentationml.tags+xml"/>
  <Override PartName="/ppt/tags/tag420.xml" ContentType="application/vnd.openxmlformats-officedocument.presentationml.tags+xml"/>
  <Override PartName="/ppt/tags/tag421.xml" ContentType="application/vnd.openxmlformats-officedocument.presentationml.tags+xml"/>
  <Override PartName="/ppt/tags/tag422.xml" ContentType="application/vnd.openxmlformats-officedocument.presentationml.tags+xml"/>
  <Override PartName="/ppt/tags/tag423.xml" ContentType="application/vnd.openxmlformats-officedocument.presentationml.tags+xml"/>
  <Override PartName="/ppt/tags/tag424.xml" ContentType="application/vnd.openxmlformats-officedocument.presentationml.tags+xml"/>
  <Override PartName="/ppt/tags/tag425.xml" ContentType="application/vnd.openxmlformats-officedocument.presentationml.tags+xml"/>
  <Override PartName="/ppt/tags/tag426.xml" ContentType="application/vnd.openxmlformats-officedocument.presentationml.tags+xml"/>
  <Override PartName="/ppt/tags/tag427.xml" ContentType="application/vnd.openxmlformats-officedocument.presentationml.tags+xml"/>
  <Override PartName="/ppt/tags/tag428.xml" ContentType="application/vnd.openxmlformats-officedocument.presentationml.tags+xml"/>
  <Override PartName="/ppt/tags/tag429.xml" ContentType="application/vnd.openxmlformats-officedocument.presentationml.tags+xml"/>
  <Override PartName="/ppt/tags/tag43.xml" ContentType="application/vnd.openxmlformats-officedocument.presentationml.tags+xml"/>
  <Override PartName="/ppt/tags/tag430.xml" ContentType="application/vnd.openxmlformats-officedocument.presentationml.tags+xml"/>
  <Override PartName="/ppt/tags/tag431.xml" ContentType="application/vnd.openxmlformats-officedocument.presentationml.tags+xml"/>
  <Override PartName="/ppt/tags/tag432.xml" ContentType="application/vnd.openxmlformats-officedocument.presentationml.tags+xml"/>
  <Override PartName="/ppt/tags/tag433.xml" ContentType="application/vnd.openxmlformats-officedocument.presentationml.tags+xml"/>
  <Override PartName="/ppt/tags/tag434.xml" ContentType="application/vnd.openxmlformats-officedocument.presentationml.tags+xml"/>
  <Override PartName="/ppt/tags/tag435.xml" ContentType="application/vnd.openxmlformats-officedocument.presentationml.tags+xml"/>
  <Override PartName="/ppt/tags/tag436.xml" ContentType="application/vnd.openxmlformats-officedocument.presentationml.tags+xml"/>
  <Override PartName="/ppt/tags/tag437.xml" ContentType="application/vnd.openxmlformats-officedocument.presentationml.tags+xml"/>
  <Override PartName="/ppt/tags/tag438.xml" ContentType="application/vnd.openxmlformats-officedocument.presentationml.tags+xml"/>
  <Override PartName="/ppt/tags/tag439.xml" ContentType="application/vnd.openxmlformats-officedocument.presentationml.tags+xml"/>
  <Override PartName="/ppt/tags/tag44.xml" ContentType="application/vnd.openxmlformats-officedocument.presentationml.tags+xml"/>
  <Override PartName="/ppt/tags/tag440.xml" ContentType="application/vnd.openxmlformats-officedocument.presentationml.tags+xml"/>
  <Override PartName="/ppt/tags/tag441.xml" ContentType="application/vnd.openxmlformats-officedocument.presentationml.tags+xml"/>
  <Override PartName="/ppt/tags/tag442.xml" ContentType="application/vnd.openxmlformats-officedocument.presentationml.tags+xml"/>
  <Override PartName="/ppt/tags/tag443.xml" ContentType="application/vnd.openxmlformats-officedocument.presentationml.tags+xml"/>
  <Override PartName="/ppt/tags/tag444.xml" ContentType="application/vnd.openxmlformats-officedocument.presentationml.tags+xml"/>
  <Override PartName="/ppt/tags/tag445.xml" ContentType="application/vnd.openxmlformats-officedocument.presentationml.tags+xml"/>
  <Override PartName="/ppt/tags/tag446.xml" ContentType="application/vnd.openxmlformats-officedocument.presentationml.tags+xml"/>
  <Override PartName="/ppt/tags/tag447.xml" ContentType="application/vnd.openxmlformats-officedocument.presentationml.tags+xml"/>
  <Override PartName="/ppt/tags/tag448.xml" ContentType="application/vnd.openxmlformats-officedocument.presentationml.tags+xml"/>
  <Override PartName="/ppt/tags/tag449.xml" ContentType="application/vnd.openxmlformats-officedocument.presentationml.tags+xml"/>
  <Override PartName="/ppt/tags/tag45.xml" ContentType="application/vnd.openxmlformats-officedocument.presentationml.tags+xml"/>
  <Override PartName="/ppt/tags/tag450.xml" ContentType="application/vnd.openxmlformats-officedocument.presentationml.tags+xml"/>
  <Override PartName="/ppt/tags/tag451.xml" ContentType="application/vnd.openxmlformats-officedocument.presentationml.tags+xml"/>
  <Override PartName="/ppt/tags/tag452.xml" ContentType="application/vnd.openxmlformats-officedocument.presentationml.tags+xml"/>
  <Override PartName="/ppt/tags/tag453.xml" ContentType="application/vnd.openxmlformats-officedocument.presentationml.tags+xml"/>
  <Override PartName="/ppt/tags/tag454.xml" ContentType="application/vnd.openxmlformats-officedocument.presentationml.tags+xml"/>
  <Override PartName="/ppt/tags/tag455.xml" ContentType="application/vnd.openxmlformats-officedocument.presentationml.tags+xml"/>
  <Override PartName="/ppt/tags/tag456.xml" ContentType="application/vnd.openxmlformats-officedocument.presentationml.tags+xml"/>
  <Override PartName="/ppt/tags/tag457.xml" ContentType="application/vnd.openxmlformats-officedocument.presentationml.tags+xml"/>
  <Override PartName="/ppt/tags/tag458.xml" ContentType="application/vnd.openxmlformats-officedocument.presentationml.tags+xml"/>
  <Override PartName="/ppt/tags/tag459.xml" ContentType="application/vnd.openxmlformats-officedocument.presentationml.tags+xml"/>
  <Override PartName="/ppt/tags/tag46.xml" ContentType="application/vnd.openxmlformats-officedocument.presentationml.tags+xml"/>
  <Override PartName="/ppt/tags/tag460.xml" ContentType="application/vnd.openxmlformats-officedocument.presentationml.tags+xml"/>
  <Override PartName="/ppt/tags/tag461.xml" ContentType="application/vnd.openxmlformats-officedocument.presentationml.tags+xml"/>
  <Override PartName="/ppt/tags/tag462.xml" ContentType="application/vnd.openxmlformats-officedocument.presentationml.tags+xml"/>
  <Override PartName="/ppt/tags/tag463.xml" ContentType="application/vnd.openxmlformats-officedocument.presentationml.tags+xml"/>
  <Override PartName="/ppt/tags/tag464.xml" ContentType="application/vnd.openxmlformats-officedocument.presentationml.tags+xml"/>
  <Override PartName="/ppt/tags/tag465.xml" ContentType="application/vnd.openxmlformats-officedocument.presentationml.tags+xml"/>
  <Override PartName="/ppt/tags/tag466.xml" ContentType="application/vnd.openxmlformats-officedocument.presentationml.tags+xml"/>
  <Override PartName="/ppt/tags/tag467.xml" ContentType="application/vnd.openxmlformats-officedocument.presentationml.tags+xml"/>
  <Override PartName="/ppt/tags/tag468.xml" ContentType="application/vnd.openxmlformats-officedocument.presentationml.tags+xml"/>
  <Override PartName="/ppt/tags/tag469.xml" ContentType="application/vnd.openxmlformats-officedocument.presentationml.tags+xml"/>
  <Override PartName="/ppt/tags/tag47.xml" ContentType="application/vnd.openxmlformats-officedocument.presentationml.tags+xml"/>
  <Override PartName="/ppt/tags/tag470.xml" ContentType="application/vnd.openxmlformats-officedocument.presentationml.tags+xml"/>
  <Override PartName="/ppt/tags/tag471.xml" ContentType="application/vnd.openxmlformats-officedocument.presentationml.tags+xml"/>
  <Override PartName="/ppt/tags/tag472.xml" ContentType="application/vnd.openxmlformats-officedocument.presentationml.tags+xml"/>
  <Override PartName="/ppt/tags/tag473.xml" ContentType="application/vnd.openxmlformats-officedocument.presentationml.tags+xml"/>
  <Override PartName="/ppt/tags/tag474.xml" ContentType="application/vnd.openxmlformats-officedocument.presentationml.tags+xml"/>
  <Override PartName="/ppt/tags/tag475.xml" ContentType="application/vnd.openxmlformats-officedocument.presentationml.tags+xml"/>
  <Override PartName="/ppt/tags/tag476.xml" ContentType="application/vnd.openxmlformats-officedocument.presentationml.tags+xml"/>
  <Override PartName="/ppt/tags/tag477.xml" ContentType="application/vnd.openxmlformats-officedocument.presentationml.tags+xml"/>
  <Override PartName="/ppt/tags/tag478.xml" ContentType="application/vnd.openxmlformats-officedocument.presentationml.tags+xml"/>
  <Override PartName="/ppt/tags/tag479.xml" ContentType="application/vnd.openxmlformats-officedocument.presentationml.tags+xml"/>
  <Override PartName="/ppt/tags/tag48.xml" ContentType="application/vnd.openxmlformats-officedocument.presentationml.tags+xml"/>
  <Override PartName="/ppt/tags/tag480.xml" ContentType="application/vnd.openxmlformats-officedocument.presentationml.tags+xml"/>
  <Override PartName="/ppt/tags/tag481.xml" ContentType="application/vnd.openxmlformats-officedocument.presentationml.tags+xml"/>
  <Override PartName="/ppt/tags/tag482.xml" ContentType="application/vnd.openxmlformats-officedocument.presentationml.tags+xml"/>
  <Override PartName="/ppt/tags/tag483.xml" ContentType="application/vnd.openxmlformats-officedocument.presentationml.tags+xml"/>
  <Override PartName="/ppt/tags/tag484.xml" ContentType="application/vnd.openxmlformats-officedocument.presentationml.tags+xml"/>
  <Override PartName="/ppt/tags/tag485.xml" ContentType="application/vnd.openxmlformats-officedocument.presentationml.tags+xml"/>
  <Override PartName="/ppt/tags/tag486.xml" ContentType="application/vnd.openxmlformats-officedocument.presentationml.tags+xml"/>
  <Override PartName="/ppt/tags/tag487.xml" ContentType="application/vnd.openxmlformats-officedocument.presentationml.tags+xml"/>
  <Override PartName="/ppt/tags/tag488.xml" ContentType="application/vnd.openxmlformats-officedocument.presentationml.tags+xml"/>
  <Override PartName="/ppt/tags/tag489.xml" ContentType="application/vnd.openxmlformats-officedocument.presentationml.tags+xml"/>
  <Override PartName="/ppt/tags/tag49.xml" ContentType="application/vnd.openxmlformats-officedocument.presentationml.tags+xml"/>
  <Override PartName="/ppt/tags/tag490.xml" ContentType="application/vnd.openxmlformats-officedocument.presentationml.tags+xml"/>
  <Override PartName="/ppt/tags/tag491.xml" ContentType="application/vnd.openxmlformats-officedocument.presentationml.tags+xml"/>
  <Override PartName="/ppt/tags/tag492.xml" ContentType="application/vnd.openxmlformats-officedocument.presentationml.tags+xml"/>
  <Override PartName="/ppt/tags/tag493.xml" ContentType="application/vnd.openxmlformats-officedocument.presentationml.tags+xml"/>
  <Override PartName="/ppt/tags/tag494.xml" ContentType="application/vnd.openxmlformats-officedocument.presentationml.tags+xml"/>
  <Override PartName="/ppt/tags/tag495.xml" ContentType="application/vnd.openxmlformats-officedocument.presentationml.tags+xml"/>
  <Override PartName="/ppt/tags/tag496.xml" ContentType="application/vnd.openxmlformats-officedocument.presentationml.tags+xml"/>
  <Override PartName="/ppt/tags/tag497.xml" ContentType="application/vnd.openxmlformats-officedocument.presentationml.tags+xml"/>
  <Override PartName="/ppt/tags/tag498.xml" ContentType="application/vnd.openxmlformats-officedocument.presentationml.tags+xml"/>
  <Override PartName="/ppt/tags/tag49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00.xml" ContentType="application/vnd.openxmlformats-officedocument.presentationml.tags+xml"/>
  <Override PartName="/ppt/tags/tag501.xml" ContentType="application/vnd.openxmlformats-officedocument.presentationml.tags+xml"/>
  <Override PartName="/ppt/tags/tag502.xml" ContentType="application/vnd.openxmlformats-officedocument.presentationml.tags+xml"/>
  <Override PartName="/ppt/tags/tag503.xml" ContentType="application/vnd.openxmlformats-officedocument.presentationml.tags+xml"/>
  <Override PartName="/ppt/tags/tag504.xml" ContentType="application/vnd.openxmlformats-officedocument.presentationml.tags+xml"/>
  <Override PartName="/ppt/tags/tag505.xml" ContentType="application/vnd.openxmlformats-officedocument.presentationml.tags+xml"/>
  <Override PartName="/ppt/tags/tag506.xml" ContentType="application/vnd.openxmlformats-officedocument.presentationml.tags+xml"/>
  <Override PartName="/ppt/tags/tag507.xml" ContentType="application/vnd.openxmlformats-officedocument.presentationml.tags+xml"/>
  <Override PartName="/ppt/tags/tag508.xml" ContentType="application/vnd.openxmlformats-officedocument.presentationml.tags+xml"/>
  <Override PartName="/ppt/tags/tag509.xml" ContentType="application/vnd.openxmlformats-officedocument.presentationml.tags+xml"/>
  <Override PartName="/ppt/tags/tag51.xml" ContentType="application/vnd.openxmlformats-officedocument.presentationml.tags+xml"/>
  <Override PartName="/ppt/tags/tag510.xml" ContentType="application/vnd.openxmlformats-officedocument.presentationml.tags+xml"/>
  <Override PartName="/ppt/tags/tag511.xml" ContentType="application/vnd.openxmlformats-officedocument.presentationml.tags+xml"/>
  <Override PartName="/ppt/tags/tag512.xml" ContentType="application/vnd.openxmlformats-officedocument.presentationml.tags+xml"/>
  <Override PartName="/ppt/tags/tag513.xml" ContentType="application/vnd.openxmlformats-officedocument.presentationml.tags+xml"/>
  <Override PartName="/ppt/tags/tag514.xml" ContentType="application/vnd.openxmlformats-officedocument.presentationml.tags+xml"/>
  <Override PartName="/ppt/tags/tag515.xml" ContentType="application/vnd.openxmlformats-officedocument.presentationml.tags+xml"/>
  <Override PartName="/ppt/tags/tag516.xml" ContentType="application/vnd.openxmlformats-officedocument.presentationml.tags+xml"/>
  <Override PartName="/ppt/tags/tag517.xml" ContentType="application/vnd.openxmlformats-officedocument.presentationml.tags+xml"/>
  <Override PartName="/ppt/tags/tag518.xml" ContentType="application/vnd.openxmlformats-officedocument.presentationml.tags+xml"/>
  <Override PartName="/ppt/tags/tag519.xml" ContentType="application/vnd.openxmlformats-officedocument.presentationml.tags+xml"/>
  <Override PartName="/ppt/tags/tag52.xml" ContentType="application/vnd.openxmlformats-officedocument.presentationml.tags+xml"/>
  <Override PartName="/ppt/tags/tag520.xml" ContentType="application/vnd.openxmlformats-officedocument.presentationml.tags+xml"/>
  <Override PartName="/ppt/tags/tag521.xml" ContentType="application/vnd.openxmlformats-officedocument.presentationml.tags+xml"/>
  <Override PartName="/ppt/tags/tag522.xml" ContentType="application/vnd.openxmlformats-officedocument.presentationml.tags+xml"/>
  <Override PartName="/ppt/tags/tag523.xml" ContentType="application/vnd.openxmlformats-officedocument.presentationml.tags+xml"/>
  <Override PartName="/ppt/tags/tag524.xml" ContentType="application/vnd.openxmlformats-officedocument.presentationml.tags+xml"/>
  <Override PartName="/ppt/tags/tag525.xml" ContentType="application/vnd.openxmlformats-officedocument.presentationml.tags+xml"/>
  <Override PartName="/ppt/tags/tag526.xml" ContentType="application/vnd.openxmlformats-officedocument.presentationml.tags+xml"/>
  <Override PartName="/ppt/tags/tag527.xml" ContentType="application/vnd.openxmlformats-officedocument.presentationml.tags+xml"/>
  <Override PartName="/ppt/tags/tag528.xml" ContentType="application/vnd.openxmlformats-officedocument.presentationml.tags+xml"/>
  <Override PartName="/ppt/tags/tag529.xml" ContentType="application/vnd.openxmlformats-officedocument.presentationml.tags+xml"/>
  <Override PartName="/ppt/tags/tag53.xml" ContentType="application/vnd.openxmlformats-officedocument.presentationml.tags+xml"/>
  <Override PartName="/ppt/tags/tag530.xml" ContentType="application/vnd.openxmlformats-officedocument.presentationml.tags+xml"/>
  <Override PartName="/ppt/tags/tag531.xml" ContentType="application/vnd.openxmlformats-officedocument.presentationml.tags+xml"/>
  <Override PartName="/ppt/tags/tag532.xml" ContentType="application/vnd.openxmlformats-officedocument.presentationml.tags+xml"/>
  <Override PartName="/ppt/tags/tag533.xml" ContentType="application/vnd.openxmlformats-officedocument.presentationml.tags+xml"/>
  <Override PartName="/ppt/tags/tag534.xml" ContentType="application/vnd.openxmlformats-officedocument.presentationml.tags+xml"/>
  <Override PartName="/ppt/tags/tag535.xml" ContentType="application/vnd.openxmlformats-officedocument.presentationml.tags+xml"/>
  <Override PartName="/ppt/tags/tag536.xml" ContentType="application/vnd.openxmlformats-officedocument.presentationml.tags+xml"/>
  <Override PartName="/ppt/tags/tag537.xml" ContentType="application/vnd.openxmlformats-officedocument.presentationml.tags+xml"/>
  <Override PartName="/ppt/tags/tag538.xml" ContentType="application/vnd.openxmlformats-officedocument.presentationml.tags+xml"/>
  <Override PartName="/ppt/tags/tag539.xml" ContentType="application/vnd.openxmlformats-officedocument.presentationml.tags+xml"/>
  <Override PartName="/ppt/tags/tag54.xml" ContentType="application/vnd.openxmlformats-officedocument.presentationml.tags+xml"/>
  <Override PartName="/ppt/tags/tag540.xml" ContentType="application/vnd.openxmlformats-officedocument.presentationml.tags+xml"/>
  <Override PartName="/ppt/tags/tag541.xml" ContentType="application/vnd.openxmlformats-officedocument.presentationml.tags+xml"/>
  <Override PartName="/ppt/tags/tag542.xml" ContentType="application/vnd.openxmlformats-officedocument.presentationml.tags+xml"/>
  <Override PartName="/ppt/tags/tag543.xml" ContentType="application/vnd.openxmlformats-officedocument.presentationml.tags+xml"/>
  <Override PartName="/ppt/tags/tag544.xml" ContentType="application/vnd.openxmlformats-officedocument.presentationml.tags+xml"/>
  <Override PartName="/ppt/tags/tag545.xml" ContentType="application/vnd.openxmlformats-officedocument.presentationml.tags+xml"/>
  <Override PartName="/ppt/tags/tag546.xml" ContentType="application/vnd.openxmlformats-officedocument.presentationml.tags+xml"/>
  <Override PartName="/ppt/tags/tag547.xml" ContentType="application/vnd.openxmlformats-officedocument.presentationml.tags+xml"/>
  <Override PartName="/ppt/tags/tag548.xml" ContentType="application/vnd.openxmlformats-officedocument.presentationml.tags+xml"/>
  <Override PartName="/ppt/tags/tag549.xml" ContentType="application/vnd.openxmlformats-officedocument.presentationml.tags+xml"/>
  <Override PartName="/ppt/tags/tag55.xml" ContentType="application/vnd.openxmlformats-officedocument.presentationml.tags+xml"/>
  <Override PartName="/ppt/tags/tag550.xml" ContentType="application/vnd.openxmlformats-officedocument.presentationml.tags+xml"/>
  <Override PartName="/ppt/tags/tag551.xml" ContentType="application/vnd.openxmlformats-officedocument.presentationml.tags+xml"/>
  <Override PartName="/ppt/tags/tag552.xml" ContentType="application/vnd.openxmlformats-officedocument.presentationml.tags+xml"/>
  <Override PartName="/ppt/tags/tag553.xml" ContentType="application/vnd.openxmlformats-officedocument.presentationml.tags+xml"/>
  <Override PartName="/ppt/tags/tag554.xml" ContentType="application/vnd.openxmlformats-officedocument.presentationml.tags+xml"/>
  <Override PartName="/ppt/tags/tag555.xml" ContentType="application/vnd.openxmlformats-officedocument.presentationml.tags+xml"/>
  <Override PartName="/ppt/tags/tag556.xml" ContentType="application/vnd.openxmlformats-officedocument.presentationml.tags+xml"/>
  <Override PartName="/ppt/tags/tag557.xml" ContentType="application/vnd.openxmlformats-officedocument.presentationml.tags+xml"/>
  <Override PartName="/ppt/tags/tag558.xml" ContentType="application/vnd.openxmlformats-officedocument.presentationml.tags+xml"/>
  <Override PartName="/ppt/tags/tag559.xml" ContentType="application/vnd.openxmlformats-officedocument.presentationml.tags+xml"/>
  <Override PartName="/ppt/tags/tag56.xml" ContentType="application/vnd.openxmlformats-officedocument.presentationml.tags+xml"/>
  <Override PartName="/ppt/tags/tag560.xml" ContentType="application/vnd.openxmlformats-officedocument.presentationml.tags+xml"/>
  <Override PartName="/ppt/tags/tag561.xml" ContentType="application/vnd.openxmlformats-officedocument.presentationml.tags+xml"/>
  <Override PartName="/ppt/tags/tag562.xml" ContentType="application/vnd.openxmlformats-officedocument.presentationml.tags+xml"/>
  <Override PartName="/ppt/tags/tag563.xml" ContentType="application/vnd.openxmlformats-officedocument.presentationml.tags+xml"/>
  <Override PartName="/ppt/tags/tag564.xml" ContentType="application/vnd.openxmlformats-officedocument.presentationml.tags+xml"/>
  <Override PartName="/ppt/tags/tag565.xml" ContentType="application/vnd.openxmlformats-officedocument.presentationml.tags+xml"/>
  <Override PartName="/ppt/tags/tag566.xml" ContentType="application/vnd.openxmlformats-officedocument.presentationml.tags+xml"/>
  <Override PartName="/ppt/tags/tag567.xml" ContentType="application/vnd.openxmlformats-officedocument.presentationml.tags+xml"/>
  <Override PartName="/ppt/tags/tag568.xml" ContentType="application/vnd.openxmlformats-officedocument.presentationml.tags+xml"/>
  <Override PartName="/ppt/tags/tag569.xml" ContentType="application/vnd.openxmlformats-officedocument.presentationml.tags+xml"/>
  <Override PartName="/ppt/tags/tag57.xml" ContentType="application/vnd.openxmlformats-officedocument.presentationml.tags+xml"/>
  <Override PartName="/ppt/tags/tag570.xml" ContentType="application/vnd.openxmlformats-officedocument.presentationml.tags+xml"/>
  <Override PartName="/ppt/tags/tag571.xml" ContentType="application/vnd.openxmlformats-officedocument.presentationml.tags+xml"/>
  <Override PartName="/ppt/tags/tag572.xml" ContentType="application/vnd.openxmlformats-officedocument.presentationml.tags+xml"/>
  <Override PartName="/ppt/tags/tag573.xml" ContentType="application/vnd.openxmlformats-officedocument.presentationml.tags+xml"/>
  <Override PartName="/ppt/tags/tag574.xml" ContentType="application/vnd.openxmlformats-officedocument.presentationml.tags+xml"/>
  <Override PartName="/ppt/tags/tag575.xml" ContentType="application/vnd.openxmlformats-officedocument.presentationml.tags+xml"/>
  <Override PartName="/ppt/tags/tag576.xml" ContentType="application/vnd.openxmlformats-officedocument.presentationml.tags+xml"/>
  <Override PartName="/ppt/tags/tag577.xml" ContentType="application/vnd.openxmlformats-officedocument.presentationml.tags+xml"/>
  <Override PartName="/ppt/tags/tag578.xml" ContentType="application/vnd.openxmlformats-officedocument.presentationml.tags+xml"/>
  <Override PartName="/ppt/tags/tag579.xml" ContentType="application/vnd.openxmlformats-officedocument.presentationml.tags+xml"/>
  <Override PartName="/ppt/tags/tag58.xml" ContentType="application/vnd.openxmlformats-officedocument.presentationml.tags+xml"/>
  <Override PartName="/ppt/tags/tag580.xml" ContentType="application/vnd.openxmlformats-officedocument.presentationml.tags+xml"/>
  <Override PartName="/ppt/tags/tag581.xml" ContentType="application/vnd.openxmlformats-officedocument.presentationml.tags+xml"/>
  <Override PartName="/ppt/tags/tag582.xml" ContentType="application/vnd.openxmlformats-officedocument.presentationml.tags+xml"/>
  <Override PartName="/ppt/tags/tag583.xml" ContentType="application/vnd.openxmlformats-officedocument.presentationml.tags+xml"/>
  <Override PartName="/ppt/tags/tag584.xml" ContentType="application/vnd.openxmlformats-officedocument.presentationml.tags+xml"/>
  <Override PartName="/ppt/tags/tag585.xml" ContentType="application/vnd.openxmlformats-officedocument.presentationml.tags+xml"/>
  <Override PartName="/ppt/tags/tag586.xml" ContentType="application/vnd.openxmlformats-officedocument.presentationml.tags+xml"/>
  <Override PartName="/ppt/tags/tag587.xml" ContentType="application/vnd.openxmlformats-officedocument.presentationml.tags+xml"/>
  <Override PartName="/ppt/tags/tag588.xml" ContentType="application/vnd.openxmlformats-officedocument.presentationml.tags+xml"/>
  <Override PartName="/ppt/tags/tag589.xml" ContentType="application/vnd.openxmlformats-officedocument.presentationml.tags+xml"/>
  <Override PartName="/ppt/tags/tag59.xml" ContentType="application/vnd.openxmlformats-officedocument.presentationml.tags+xml"/>
  <Override PartName="/ppt/tags/tag590.xml" ContentType="application/vnd.openxmlformats-officedocument.presentationml.tags+xml"/>
  <Override PartName="/ppt/tags/tag591.xml" ContentType="application/vnd.openxmlformats-officedocument.presentationml.tags+xml"/>
  <Override PartName="/ppt/tags/tag592.xml" ContentType="application/vnd.openxmlformats-officedocument.presentationml.tags+xml"/>
  <Override PartName="/ppt/tags/tag593.xml" ContentType="application/vnd.openxmlformats-officedocument.presentationml.tags+xml"/>
  <Override PartName="/ppt/tags/tag594.xml" ContentType="application/vnd.openxmlformats-officedocument.presentationml.tags+xml"/>
  <Override PartName="/ppt/tags/tag595.xml" ContentType="application/vnd.openxmlformats-officedocument.presentationml.tags+xml"/>
  <Override PartName="/ppt/tags/tag596.xml" ContentType="application/vnd.openxmlformats-officedocument.presentationml.tags+xml"/>
  <Override PartName="/ppt/tags/tag597.xml" ContentType="application/vnd.openxmlformats-officedocument.presentationml.tags+xml"/>
  <Override PartName="/ppt/tags/tag598.xml" ContentType="application/vnd.openxmlformats-officedocument.presentationml.tags+xml"/>
  <Override PartName="/ppt/tags/tag59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00.xml" ContentType="application/vnd.openxmlformats-officedocument.presentationml.tags+xml"/>
  <Override PartName="/ppt/tags/tag601.xml" ContentType="application/vnd.openxmlformats-officedocument.presentationml.tags+xml"/>
  <Override PartName="/ppt/tags/tag602.xml" ContentType="application/vnd.openxmlformats-officedocument.presentationml.tags+xml"/>
  <Override PartName="/ppt/tags/tag603.xml" ContentType="application/vnd.openxmlformats-officedocument.presentationml.tags+xml"/>
  <Override PartName="/ppt/tags/tag604.xml" ContentType="application/vnd.openxmlformats-officedocument.presentationml.tags+xml"/>
  <Override PartName="/ppt/tags/tag605.xml" ContentType="application/vnd.openxmlformats-officedocument.presentationml.tags+xml"/>
  <Override PartName="/ppt/tags/tag606.xml" ContentType="application/vnd.openxmlformats-officedocument.presentationml.tags+xml"/>
  <Override PartName="/ppt/tags/tag607.xml" ContentType="application/vnd.openxmlformats-officedocument.presentationml.tags+xml"/>
  <Override PartName="/ppt/tags/tag608.xml" ContentType="application/vnd.openxmlformats-officedocument.presentationml.tags+xml"/>
  <Override PartName="/ppt/tags/tag609.xml" ContentType="application/vnd.openxmlformats-officedocument.presentationml.tags+xml"/>
  <Override PartName="/ppt/tags/tag61.xml" ContentType="application/vnd.openxmlformats-officedocument.presentationml.tags+xml"/>
  <Override PartName="/ppt/tags/tag610.xml" ContentType="application/vnd.openxmlformats-officedocument.presentationml.tags+xml"/>
  <Override PartName="/ppt/tags/tag611.xml" ContentType="application/vnd.openxmlformats-officedocument.presentationml.tags+xml"/>
  <Override PartName="/ppt/tags/tag612.xml" ContentType="application/vnd.openxmlformats-officedocument.presentationml.tags+xml"/>
  <Override PartName="/ppt/tags/tag613.xml" ContentType="application/vnd.openxmlformats-officedocument.presentationml.tags+xml"/>
  <Override PartName="/ppt/tags/tag614.xml" ContentType="application/vnd.openxmlformats-officedocument.presentationml.tags+xml"/>
  <Override PartName="/ppt/tags/tag615.xml" ContentType="application/vnd.openxmlformats-officedocument.presentationml.tags+xml"/>
  <Override PartName="/ppt/tags/tag616.xml" ContentType="application/vnd.openxmlformats-officedocument.presentationml.tags+xml"/>
  <Override PartName="/ppt/tags/tag617.xml" ContentType="application/vnd.openxmlformats-officedocument.presentationml.tags+xml"/>
  <Override PartName="/ppt/tags/tag618.xml" ContentType="application/vnd.openxmlformats-officedocument.presentationml.tags+xml"/>
  <Override PartName="/ppt/tags/tag619.xml" ContentType="application/vnd.openxmlformats-officedocument.presentationml.tags+xml"/>
  <Override PartName="/ppt/tags/tag62.xml" ContentType="application/vnd.openxmlformats-officedocument.presentationml.tags+xml"/>
  <Override PartName="/ppt/tags/tag620.xml" ContentType="application/vnd.openxmlformats-officedocument.presentationml.tags+xml"/>
  <Override PartName="/ppt/tags/tag621.xml" ContentType="application/vnd.openxmlformats-officedocument.presentationml.tags+xml"/>
  <Override PartName="/ppt/tags/tag622.xml" ContentType="application/vnd.openxmlformats-officedocument.presentationml.tags+xml"/>
  <Override PartName="/ppt/tags/tag623.xml" ContentType="application/vnd.openxmlformats-officedocument.presentationml.tags+xml"/>
  <Override PartName="/ppt/tags/tag624.xml" ContentType="application/vnd.openxmlformats-officedocument.presentationml.tags+xml"/>
  <Override PartName="/ppt/tags/tag625.xml" ContentType="application/vnd.openxmlformats-officedocument.presentationml.tags+xml"/>
  <Override PartName="/ppt/tags/tag626.xml" ContentType="application/vnd.openxmlformats-officedocument.presentationml.tags+xml"/>
  <Override PartName="/ppt/tags/tag627.xml" ContentType="application/vnd.openxmlformats-officedocument.presentationml.tags+xml"/>
  <Override PartName="/ppt/tags/tag628.xml" ContentType="application/vnd.openxmlformats-officedocument.presentationml.tags+xml"/>
  <Override PartName="/ppt/tags/tag629.xml" ContentType="application/vnd.openxmlformats-officedocument.presentationml.tags+xml"/>
  <Override PartName="/ppt/tags/tag63.xml" ContentType="application/vnd.openxmlformats-officedocument.presentationml.tags+xml"/>
  <Override PartName="/ppt/tags/tag630.xml" ContentType="application/vnd.openxmlformats-officedocument.presentationml.tags+xml"/>
  <Override PartName="/ppt/tags/tag631.xml" ContentType="application/vnd.openxmlformats-officedocument.presentationml.tags+xml"/>
  <Override PartName="/ppt/tags/tag632.xml" ContentType="application/vnd.openxmlformats-officedocument.presentationml.tags+xml"/>
  <Override PartName="/ppt/tags/tag633.xml" ContentType="application/vnd.openxmlformats-officedocument.presentationml.tags+xml"/>
  <Override PartName="/ppt/tags/tag634.xml" ContentType="application/vnd.openxmlformats-officedocument.presentationml.tags+xml"/>
  <Override PartName="/ppt/tags/tag635.xml" ContentType="application/vnd.openxmlformats-officedocument.presentationml.tags+xml"/>
  <Override PartName="/ppt/tags/tag636.xml" ContentType="application/vnd.openxmlformats-officedocument.presentationml.tags+xml"/>
  <Override PartName="/ppt/tags/tag637.xml" ContentType="application/vnd.openxmlformats-officedocument.presentationml.tags+xml"/>
  <Override PartName="/ppt/tags/tag638.xml" ContentType="application/vnd.openxmlformats-officedocument.presentationml.tags+xml"/>
  <Override PartName="/ppt/tags/tag639.xml" ContentType="application/vnd.openxmlformats-officedocument.presentationml.tags+xml"/>
  <Override PartName="/ppt/tags/tag64.xml" ContentType="application/vnd.openxmlformats-officedocument.presentationml.tags+xml"/>
  <Override PartName="/ppt/tags/tag640.xml" ContentType="application/vnd.openxmlformats-officedocument.presentationml.tags+xml"/>
  <Override PartName="/ppt/tags/tag641.xml" ContentType="application/vnd.openxmlformats-officedocument.presentationml.tags+xml"/>
  <Override PartName="/ppt/tags/tag642.xml" ContentType="application/vnd.openxmlformats-officedocument.presentationml.tags+xml"/>
  <Override PartName="/ppt/tags/tag643.xml" ContentType="application/vnd.openxmlformats-officedocument.presentationml.tags+xml"/>
  <Override PartName="/ppt/tags/tag644.xml" ContentType="application/vnd.openxmlformats-officedocument.presentationml.tags+xml"/>
  <Override PartName="/ppt/tags/tag645.xml" ContentType="application/vnd.openxmlformats-officedocument.presentationml.tags+xml"/>
  <Override PartName="/ppt/tags/tag646.xml" ContentType="application/vnd.openxmlformats-officedocument.presentationml.tags+xml"/>
  <Override PartName="/ppt/tags/tag647.xml" ContentType="application/vnd.openxmlformats-officedocument.presentationml.tags+xml"/>
  <Override PartName="/ppt/tags/tag648.xml" ContentType="application/vnd.openxmlformats-officedocument.presentationml.tags+xml"/>
  <Override PartName="/ppt/tags/tag649.xml" ContentType="application/vnd.openxmlformats-officedocument.presentationml.tags+xml"/>
  <Override PartName="/ppt/tags/tag65.xml" ContentType="application/vnd.openxmlformats-officedocument.presentationml.tags+xml"/>
  <Override PartName="/ppt/tags/tag650.xml" ContentType="application/vnd.openxmlformats-officedocument.presentationml.tags+xml"/>
  <Override PartName="/ppt/tags/tag651.xml" ContentType="application/vnd.openxmlformats-officedocument.presentationml.tags+xml"/>
  <Override PartName="/ppt/tags/tag652.xml" ContentType="application/vnd.openxmlformats-officedocument.presentationml.tags+xml"/>
  <Override PartName="/ppt/tags/tag653.xml" ContentType="application/vnd.openxmlformats-officedocument.presentationml.tags+xml"/>
  <Override PartName="/ppt/tags/tag654.xml" ContentType="application/vnd.openxmlformats-officedocument.presentationml.tags+xml"/>
  <Override PartName="/ppt/tags/tag655.xml" ContentType="application/vnd.openxmlformats-officedocument.presentationml.tags+xml"/>
  <Override PartName="/ppt/tags/tag656.xml" ContentType="application/vnd.openxmlformats-officedocument.presentationml.tags+xml"/>
  <Override PartName="/ppt/tags/tag657.xml" ContentType="application/vnd.openxmlformats-officedocument.presentationml.tags+xml"/>
  <Override PartName="/ppt/tags/tag658.xml" ContentType="application/vnd.openxmlformats-officedocument.presentationml.tags+xml"/>
  <Override PartName="/ppt/tags/tag659.xml" ContentType="application/vnd.openxmlformats-officedocument.presentationml.tags+xml"/>
  <Override PartName="/ppt/tags/tag66.xml" ContentType="application/vnd.openxmlformats-officedocument.presentationml.tags+xml"/>
  <Override PartName="/ppt/tags/tag660.xml" ContentType="application/vnd.openxmlformats-officedocument.presentationml.tags+xml"/>
  <Override PartName="/ppt/tags/tag661.xml" ContentType="application/vnd.openxmlformats-officedocument.presentationml.tags+xml"/>
  <Override PartName="/ppt/tags/tag662.xml" ContentType="application/vnd.openxmlformats-officedocument.presentationml.tags+xml"/>
  <Override PartName="/ppt/tags/tag663.xml" ContentType="application/vnd.openxmlformats-officedocument.presentationml.tags+xml"/>
  <Override PartName="/ppt/tags/tag664.xml" ContentType="application/vnd.openxmlformats-officedocument.presentationml.tags+xml"/>
  <Override PartName="/ppt/tags/tag665.xml" ContentType="application/vnd.openxmlformats-officedocument.presentationml.tags+xml"/>
  <Override PartName="/ppt/tags/tag666.xml" ContentType="application/vnd.openxmlformats-officedocument.presentationml.tags+xml"/>
  <Override PartName="/ppt/tags/tag667.xml" ContentType="application/vnd.openxmlformats-officedocument.presentationml.tags+xml"/>
  <Override PartName="/ppt/tags/tag668.xml" ContentType="application/vnd.openxmlformats-officedocument.presentationml.tags+xml"/>
  <Override PartName="/ppt/tags/tag669.xml" ContentType="application/vnd.openxmlformats-officedocument.presentationml.tags+xml"/>
  <Override PartName="/ppt/tags/tag67.xml" ContentType="application/vnd.openxmlformats-officedocument.presentationml.tags+xml"/>
  <Override PartName="/ppt/tags/tag670.xml" ContentType="application/vnd.openxmlformats-officedocument.presentationml.tags+xml"/>
  <Override PartName="/ppt/tags/tag671.xml" ContentType="application/vnd.openxmlformats-officedocument.presentationml.tags+xml"/>
  <Override PartName="/ppt/tags/tag672.xml" ContentType="application/vnd.openxmlformats-officedocument.presentationml.tags+xml"/>
  <Override PartName="/ppt/tags/tag673.xml" ContentType="application/vnd.openxmlformats-officedocument.presentationml.tags+xml"/>
  <Override PartName="/ppt/tags/tag674.xml" ContentType="application/vnd.openxmlformats-officedocument.presentationml.tags+xml"/>
  <Override PartName="/ppt/tags/tag675.xml" ContentType="application/vnd.openxmlformats-officedocument.presentationml.tags+xml"/>
  <Override PartName="/ppt/tags/tag676.xml" ContentType="application/vnd.openxmlformats-officedocument.presentationml.tags+xml"/>
  <Override PartName="/ppt/tags/tag677.xml" ContentType="application/vnd.openxmlformats-officedocument.presentationml.tags+xml"/>
  <Override PartName="/ppt/tags/tag678.xml" ContentType="application/vnd.openxmlformats-officedocument.presentationml.tags+xml"/>
  <Override PartName="/ppt/tags/tag679.xml" ContentType="application/vnd.openxmlformats-officedocument.presentationml.tags+xml"/>
  <Override PartName="/ppt/tags/tag68.xml" ContentType="application/vnd.openxmlformats-officedocument.presentationml.tags+xml"/>
  <Override PartName="/ppt/tags/tag680.xml" ContentType="application/vnd.openxmlformats-officedocument.presentationml.tags+xml"/>
  <Override PartName="/ppt/tags/tag681.xml" ContentType="application/vnd.openxmlformats-officedocument.presentationml.tags+xml"/>
  <Override PartName="/ppt/tags/tag682.xml" ContentType="application/vnd.openxmlformats-officedocument.presentationml.tags+xml"/>
  <Override PartName="/ppt/tags/tag683.xml" ContentType="application/vnd.openxmlformats-officedocument.presentationml.tags+xml"/>
  <Override PartName="/ppt/tags/tag684.xml" ContentType="application/vnd.openxmlformats-officedocument.presentationml.tags+xml"/>
  <Override PartName="/ppt/tags/tag685.xml" ContentType="application/vnd.openxmlformats-officedocument.presentationml.tags+xml"/>
  <Override PartName="/ppt/tags/tag686.xml" ContentType="application/vnd.openxmlformats-officedocument.presentationml.tags+xml"/>
  <Override PartName="/ppt/tags/tag687.xml" ContentType="application/vnd.openxmlformats-officedocument.presentationml.tags+xml"/>
  <Override PartName="/ppt/tags/tag688.xml" ContentType="application/vnd.openxmlformats-officedocument.presentationml.tags+xml"/>
  <Override PartName="/ppt/tags/tag689.xml" ContentType="application/vnd.openxmlformats-officedocument.presentationml.tags+xml"/>
  <Override PartName="/ppt/tags/tag69.xml" ContentType="application/vnd.openxmlformats-officedocument.presentationml.tags+xml"/>
  <Override PartName="/ppt/tags/tag690.xml" ContentType="application/vnd.openxmlformats-officedocument.presentationml.tags+xml"/>
  <Override PartName="/ppt/tags/tag691.xml" ContentType="application/vnd.openxmlformats-officedocument.presentationml.tags+xml"/>
  <Override PartName="/ppt/tags/tag692.xml" ContentType="application/vnd.openxmlformats-officedocument.presentationml.tags+xml"/>
  <Override PartName="/ppt/tags/tag693.xml" ContentType="application/vnd.openxmlformats-officedocument.presentationml.tags+xml"/>
  <Override PartName="/ppt/tags/tag694.xml" ContentType="application/vnd.openxmlformats-officedocument.presentationml.tags+xml"/>
  <Override PartName="/ppt/tags/tag695.xml" ContentType="application/vnd.openxmlformats-officedocument.presentationml.tags+xml"/>
  <Override PartName="/ppt/tags/tag696.xml" ContentType="application/vnd.openxmlformats-officedocument.presentationml.tags+xml"/>
  <Override PartName="/ppt/tags/tag697.xml" ContentType="application/vnd.openxmlformats-officedocument.presentationml.tags+xml"/>
  <Override PartName="/ppt/tags/tag698.xml" ContentType="application/vnd.openxmlformats-officedocument.presentationml.tags+xml"/>
  <Override PartName="/ppt/tags/tag69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00.xml" ContentType="application/vnd.openxmlformats-officedocument.presentationml.tags+xml"/>
  <Override PartName="/ppt/tags/tag701.xml" ContentType="application/vnd.openxmlformats-officedocument.presentationml.tags+xml"/>
  <Override PartName="/ppt/tags/tag702.xml" ContentType="application/vnd.openxmlformats-officedocument.presentationml.tags+xml"/>
  <Override PartName="/ppt/tags/tag703.xml" ContentType="application/vnd.openxmlformats-officedocument.presentationml.tags+xml"/>
  <Override PartName="/ppt/tags/tag704.xml" ContentType="application/vnd.openxmlformats-officedocument.presentationml.tags+xml"/>
  <Override PartName="/ppt/tags/tag705.xml" ContentType="application/vnd.openxmlformats-officedocument.presentationml.tags+xml"/>
  <Override PartName="/ppt/tags/tag706.xml" ContentType="application/vnd.openxmlformats-officedocument.presentationml.tags+xml"/>
  <Override PartName="/ppt/tags/tag707.xml" ContentType="application/vnd.openxmlformats-officedocument.presentationml.tags+xml"/>
  <Override PartName="/ppt/tags/tag708.xml" ContentType="application/vnd.openxmlformats-officedocument.presentationml.tags+xml"/>
  <Override PartName="/ppt/tags/tag709.xml" ContentType="application/vnd.openxmlformats-officedocument.presentationml.tags+xml"/>
  <Override PartName="/ppt/tags/tag71.xml" ContentType="application/vnd.openxmlformats-officedocument.presentationml.tags+xml"/>
  <Override PartName="/ppt/tags/tag710.xml" ContentType="application/vnd.openxmlformats-officedocument.presentationml.tags+xml"/>
  <Override PartName="/ppt/tags/tag711.xml" ContentType="application/vnd.openxmlformats-officedocument.presentationml.tags+xml"/>
  <Override PartName="/ppt/tags/tag712.xml" ContentType="application/vnd.openxmlformats-officedocument.presentationml.tags+xml"/>
  <Override PartName="/ppt/tags/tag713.xml" ContentType="application/vnd.openxmlformats-officedocument.presentationml.tags+xml"/>
  <Override PartName="/ppt/tags/tag714.xml" ContentType="application/vnd.openxmlformats-officedocument.presentationml.tags+xml"/>
  <Override PartName="/ppt/tags/tag715.xml" ContentType="application/vnd.openxmlformats-officedocument.presentationml.tags+xml"/>
  <Override PartName="/ppt/tags/tag716.xml" ContentType="application/vnd.openxmlformats-officedocument.presentationml.tags+xml"/>
  <Override PartName="/ppt/tags/tag717.xml" ContentType="application/vnd.openxmlformats-officedocument.presentationml.tags+xml"/>
  <Override PartName="/ppt/tags/tag718.xml" ContentType="application/vnd.openxmlformats-officedocument.presentationml.tags+xml"/>
  <Override PartName="/ppt/tags/tag719.xml" ContentType="application/vnd.openxmlformats-officedocument.presentationml.tags+xml"/>
  <Override PartName="/ppt/tags/tag72.xml" ContentType="application/vnd.openxmlformats-officedocument.presentationml.tags+xml"/>
  <Override PartName="/ppt/tags/tag720.xml" ContentType="application/vnd.openxmlformats-officedocument.presentationml.tags+xml"/>
  <Override PartName="/ppt/tags/tag721.xml" ContentType="application/vnd.openxmlformats-officedocument.presentationml.tags+xml"/>
  <Override PartName="/ppt/tags/tag722.xml" ContentType="application/vnd.openxmlformats-officedocument.presentationml.tags+xml"/>
  <Override PartName="/ppt/tags/tag723.xml" ContentType="application/vnd.openxmlformats-officedocument.presentationml.tags+xml"/>
  <Override PartName="/ppt/tags/tag724.xml" ContentType="application/vnd.openxmlformats-officedocument.presentationml.tags+xml"/>
  <Override PartName="/ppt/tags/tag725.xml" ContentType="application/vnd.openxmlformats-officedocument.presentationml.tags+xml"/>
  <Override PartName="/ppt/tags/tag726.xml" ContentType="application/vnd.openxmlformats-officedocument.presentationml.tags+xml"/>
  <Override PartName="/ppt/tags/tag727.xml" ContentType="application/vnd.openxmlformats-officedocument.presentationml.tags+xml"/>
  <Override PartName="/ppt/tags/tag728.xml" ContentType="application/vnd.openxmlformats-officedocument.presentationml.tags+xml"/>
  <Override PartName="/ppt/tags/tag729.xml" ContentType="application/vnd.openxmlformats-officedocument.presentationml.tags+xml"/>
  <Override PartName="/ppt/tags/tag73.xml" ContentType="application/vnd.openxmlformats-officedocument.presentationml.tags+xml"/>
  <Override PartName="/ppt/tags/tag730.xml" ContentType="application/vnd.openxmlformats-officedocument.presentationml.tags+xml"/>
  <Override PartName="/ppt/tags/tag731.xml" ContentType="application/vnd.openxmlformats-officedocument.presentationml.tags+xml"/>
  <Override PartName="/ppt/tags/tag732.xml" ContentType="application/vnd.openxmlformats-officedocument.presentationml.tags+xml"/>
  <Override PartName="/ppt/tags/tag733.xml" ContentType="application/vnd.openxmlformats-officedocument.presentationml.tags+xml"/>
  <Override PartName="/ppt/tags/tag734.xml" ContentType="application/vnd.openxmlformats-officedocument.presentationml.tags+xml"/>
  <Override PartName="/ppt/tags/tag735.xml" ContentType="application/vnd.openxmlformats-officedocument.presentationml.tags+xml"/>
  <Override PartName="/ppt/tags/tag736.xml" ContentType="application/vnd.openxmlformats-officedocument.presentationml.tags+xml"/>
  <Override PartName="/ppt/tags/tag737.xml" ContentType="application/vnd.openxmlformats-officedocument.presentationml.tags+xml"/>
  <Override PartName="/ppt/tags/tag738.xml" ContentType="application/vnd.openxmlformats-officedocument.presentationml.tags+xml"/>
  <Override PartName="/ppt/tags/tag739.xml" ContentType="application/vnd.openxmlformats-officedocument.presentationml.tags+xml"/>
  <Override PartName="/ppt/tags/tag74.xml" ContentType="application/vnd.openxmlformats-officedocument.presentationml.tags+xml"/>
  <Override PartName="/ppt/tags/tag740.xml" ContentType="application/vnd.openxmlformats-officedocument.presentationml.tags+xml"/>
  <Override PartName="/ppt/tags/tag741.xml" ContentType="application/vnd.openxmlformats-officedocument.presentationml.tags+xml"/>
  <Override PartName="/ppt/tags/tag742.xml" ContentType="application/vnd.openxmlformats-officedocument.presentationml.tags+xml"/>
  <Override PartName="/ppt/tags/tag743.xml" ContentType="application/vnd.openxmlformats-officedocument.presentationml.tags+xml"/>
  <Override PartName="/ppt/tags/tag744.xml" ContentType="application/vnd.openxmlformats-officedocument.presentationml.tags+xml"/>
  <Override PartName="/ppt/tags/tag745.xml" ContentType="application/vnd.openxmlformats-officedocument.presentationml.tags+xml"/>
  <Override PartName="/ppt/tags/tag746.xml" ContentType="application/vnd.openxmlformats-officedocument.presentationml.tags+xml"/>
  <Override PartName="/ppt/tags/tag747.xml" ContentType="application/vnd.openxmlformats-officedocument.presentationml.tags+xml"/>
  <Override PartName="/ppt/tags/tag748.xml" ContentType="application/vnd.openxmlformats-officedocument.presentationml.tags+xml"/>
  <Override PartName="/ppt/tags/tag749.xml" ContentType="application/vnd.openxmlformats-officedocument.presentationml.tags+xml"/>
  <Override PartName="/ppt/tags/tag75.xml" ContentType="application/vnd.openxmlformats-officedocument.presentationml.tags+xml"/>
  <Override PartName="/ppt/tags/tag750.xml" ContentType="application/vnd.openxmlformats-officedocument.presentationml.tags+xml"/>
  <Override PartName="/ppt/tags/tag751.xml" ContentType="application/vnd.openxmlformats-officedocument.presentationml.tags+xml"/>
  <Override PartName="/ppt/tags/tag752.xml" ContentType="application/vnd.openxmlformats-officedocument.presentationml.tags+xml"/>
  <Override PartName="/ppt/tags/tag753.xml" ContentType="application/vnd.openxmlformats-officedocument.presentationml.tags+xml"/>
  <Override PartName="/ppt/tags/tag754.xml" ContentType="application/vnd.openxmlformats-officedocument.presentationml.tags+xml"/>
  <Override PartName="/ppt/tags/tag755.xml" ContentType="application/vnd.openxmlformats-officedocument.presentationml.tags+xml"/>
  <Override PartName="/ppt/tags/tag756.xml" ContentType="application/vnd.openxmlformats-officedocument.presentationml.tags+xml"/>
  <Override PartName="/ppt/tags/tag757.xml" ContentType="application/vnd.openxmlformats-officedocument.presentationml.tags+xml"/>
  <Override PartName="/ppt/tags/tag758.xml" ContentType="application/vnd.openxmlformats-officedocument.presentationml.tags+xml"/>
  <Override PartName="/ppt/tags/tag759.xml" ContentType="application/vnd.openxmlformats-officedocument.presentationml.tags+xml"/>
  <Override PartName="/ppt/tags/tag76.xml" ContentType="application/vnd.openxmlformats-officedocument.presentationml.tags+xml"/>
  <Override PartName="/ppt/tags/tag760.xml" ContentType="application/vnd.openxmlformats-officedocument.presentationml.tags+xml"/>
  <Override PartName="/ppt/tags/tag761.xml" ContentType="application/vnd.openxmlformats-officedocument.presentationml.tags+xml"/>
  <Override PartName="/ppt/tags/tag762.xml" ContentType="application/vnd.openxmlformats-officedocument.presentationml.tags+xml"/>
  <Override PartName="/ppt/tags/tag763.xml" ContentType="application/vnd.openxmlformats-officedocument.presentationml.tags+xml"/>
  <Override PartName="/ppt/tags/tag764.xml" ContentType="application/vnd.openxmlformats-officedocument.presentationml.tags+xml"/>
  <Override PartName="/ppt/tags/tag765.xml" ContentType="application/vnd.openxmlformats-officedocument.presentationml.tags+xml"/>
  <Override PartName="/ppt/tags/tag766.xml" ContentType="application/vnd.openxmlformats-officedocument.presentationml.tags+xml"/>
  <Override PartName="/ppt/tags/tag767.xml" ContentType="application/vnd.openxmlformats-officedocument.presentationml.tags+xml"/>
  <Override PartName="/ppt/tags/tag768.xml" ContentType="application/vnd.openxmlformats-officedocument.presentationml.tags+xml"/>
  <Override PartName="/ppt/tags/tag769.xml" ContentType="application/vnd.openxmlformats-officedocument.presentationml.tags+xml"/>
  <Override PartName="/ppt/tags/tag77.xml" ContentType="application/vnd.openxmlformats-officedocument.presentationml.tags+xml"/>
  <Override PartName="/ppt/tags/tag770.xml" ContentType="application/vnd.openxmlformats-officedocument.presentationml.tags+xml"/>
  <Override PartName="/ppt/tags/tag771.xml" ContentType="application/vnd.openxmlformats-officedocument.presentationml.tags+xml"/>
  <Override PartName="/ppt/tags/tag772.xml" ContentType="application/vnd.openxmlformats-officedocument.presentationml.tags+xml"/>
  <Override PartName="/ppt/tags/tag773.xml" ContentType="application/vnd.openxmlformats-officedocument.presentationml.tags+xml"/>
  <Override PartName="/ppt/tags/tag774.xml" ContentType="application/vnd.openxmlformats-officedocument.presentationml.tags+xml"/>
  <Override PartName="/ppt/tags/tag775.xml" ContentType="application/vnd.openxmlformats-officedocument.presentationml.tags+xml"/>
  <Override PartName="/ppt/tags/tag776.xml" ContentType="application/vnd.openxmlformats-officedocument.presentationml.tags+xml"/>
  <Override PartName="/ppt/tags/tag777.xml" ContentType="application/vnd.openxmlformats-officedocument.presentationml.tags+xml"/>
  <Override PartName="/ppt/tags/tag778.xml" ContentType="application/vnd.openxmlformats-officedocument.presentationml.tags+xml"/>
  <Override PartName="/ppt/tags/tag779.xml" ContentType="application/vnd.openxmlformats-officedocument.presentationml.tags+xml"/>
  <Override PartName="/ppt/tags/tag78.xml" ContentType="application/vnd.openxmlformats-officedocument.presentationml.tags+xml"/>
  <Override PartName="/ppt/tags/tag780.xml" ContentType="application/vnd.openxmlformats-officedocument.presentationml.tags+xml"/>
  <Override PartName="/ppt/tags/tag781.xml" ContentType="application/vnd.openxmlformats-officedocument.presentationml.tags+xml"/>
  <Override PartName="/ppt/tags/tag782.xml" ContentType="application/vnd.openxmlformats-officedocument.presentationml.tags+xml"/>
  <Override PartName="/ppt/tags/tag783.xml" ContentType="application/vnd.openxmlformats-officedocument.presentationml.tags+xml"/>
  <Override PartName="/ppt/tags/tag784.xml" ContentType="application/vnd.openxmlformats-officedocument.presentationml.tags+xml"/>
  <Override PartName="/ppt/tags/tag785.xml" ContentType="application/vnd.openxmlformats-officedocument.presentationml.tags+xml"/>
  <Override PartName="/ppt/tags/tag786.xml" ContentType="application/vnd.openxmlformats-officedocument.presentationml.tags+xml"/>
  <Override PartName="/ppt/tags/tag787.xml" ContentType="application/vnd.openxmlformats-officedocument.presentationml.tags+xml"/>
  <Override PartName="/ppt/tags/tag788.xml" ContentType="application/vnd.openxmlformats-officedocument.presentationml.tags+xml"/>
  <Override PartName="/ppt/tags/tag789.xml" ContentType="application/vnd.openxmlformats-officedocument.presentationml.tags+xml"/>
  <Override PartName="/ppt/tags/tag79.xml" ContentType="application/vnd.openxmlformats-officedocument.presentationml.tags+xml"/>
  <Override PartName="/ppt/tags/tag790.xml" ContentType="application/vnd.openxmlformats-officedocument.presentationml.tags+xml"/>
  <Override PartName="/ppt/tags/tag791.xml" ContentType="application/vnd.openxmlformats-officedocument.presentationml.tags+xml"/>
  <Override PartName="/ppt/tags/tag792.xml" ContentType="application/vnd.openxmlformats-officedocument.presentationml.tags+xml"/>
  <Override PartName="/ppt/tags/tag793.xml" ContentType="application/vnd.openxmlformats-officedocument.presentationml.tags+xml"/>
  <Override PartName="/ppt/tags/tag794.xml" ContentType="application/vnd.openxmlformats-officedocument.presentationml.tags+xml"/>
  <Override PartName="/ppt/tags/tag795.xml" ContentType="application/vnd.openxmlformats-officedocument.presentationml.tags+xml"/>
  <Override PartName="/ppt/tags/tag796.xml" ContentType="application/vnd.openxmlformats-officedocument.presentationml.tags+xml"/>
  <Override PartName="/ppt/tags/tag797.xml" ContentType="application/vnd.openxmlformats-officedocument.presentationml.tags+xml"/>
  <Override PartName="/ppt/tags/tag798.xml" ContentType="application/vnd.openxmlformats-officedocument.presentationml.tags+xml"/>
  <Override PartName="/ppt/tags/tag79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00.xml" ContentType="application/vnd.openxmlformats-officedocument.presentationml.tags+xml"/>
  <Override PartName="/ppt/tags/tag801.xml" ContentType="application/vnd.openxmlformats-officedocument.presentationml.tags+xml"/>
  <Override PartName="/ppt/tags/tag802.xml" ContentType="application/vnd.openxmlformats-officedocument.presentationml.tags+xml"/>
  <Override PartName="/ppt/tags/tag803.xml" ContentType="application/vnd.openxmlformats-officedocument.presentationml.tags+xml"/>
  <Override PartName="/ppt/tags/tag804.xml" ContentType="application/vnd.openxmlformats-officedocument.presentationml.tags+xml"/>
  <Override PartName="/ppt/tags/tag805.xml" ContentType="application/vnd.openxmlformats-officedocument.presentationml.tags+xml"/>
  <Override PartName="/ppt/tags/tag806.xml" ContentType="application/vnd.openxmlformats-officedocument.presentationml.tags+xml"/>
  <Override PartName="/ppt/tags/tag807.xml" ContentType="application/vnd.openxmlformats-officedocument.presentationml.tags+xml"/>
  <Override PartName="/ppt/tags/tag808.xml" ContentType="application/vnd.openxmlformats-officedocument.presentationml.tags+xml"/>
  <Override PartName="/ppt/tags/tag809.xml" ContentType="application/vnd.openxmlformats-officedocument.presentationml.tags+xml"/>
  <Override PartName="/ppt/tags/tag81.xml" ContentType="application/vnd.openxmlformats-officedocument.presentationml.tags+xml"/>
  <Override PartName="/ppt/tags/tag810.xml" ContentType="application/vnd.openxmlformats-officedocument.presentationml.tags+xml"/>
  <Override PartName="/ppt/tags/tag811.xml" ContentType="application/vnd.openxmlformats-officedocument.presentationml.tags+xml"/>
  <Override PartName="/ppt/tags/tag812.xml" ContentType="application/vnd.openxmlformats-officedocument.presentationml.tags+xml"/>
  <Override PartName="/ppt/tags/tag813.xml" ContentType="application/vnd.openxmlformats-officedocument.presentationml.tags+xml"/>
  <Override PartName="/ppt/tags/tag814.xml" ContentType="application/vnd.openxmlformats-officedocument.presentationml.tags+xml"/>
  <Override PartName="/ppt/tags/tag815.xml" ContentType="application/vnd.openxmlformats-officedocument.presentationml.tags+xml"/>
  <Override PartName="/ppt/tags/tag816.xml" ContentType="application/vnd.openxmlformats-officedocument.presentationml.tags+xml"/>
  <Override PartName="/ppt/tags/tag817.xml" ContentType="application/vnd.openxmlformats-officedocument.presentationml.tags+xml"/>
  <Override PartName="/ppt/tags/tag818.xml" ContentType="application/vnd.openxmlformats-officedocument.presentationml.tags+xml"/>
  <Override PartName="/ppt/tags/tag819.xml" ContentType="application/vnd.openxmlformats-officedocument.presentationml.tags+xml"/>
  <Override PartName="/ppt/tags/tag82.xml" ContentType="application/vnd.openxmlformats-officedocument.presentationml.tags+xml"/>
  <Override PartName="/ppt/tags/tag820.xml" ContentType="application/vnd.openxmlformats-officedocument.presentationml.tags+xml"/>
  <Override PartName="/ppt/tags/tag821.xml" ContentType="application/vnd.openxmlformats-officedocument.presentationml.tags+xml"/>
  <Override PartName="/ppt/tags/tag822.xml" ContentType="application/vnd.openxmlformats-officedocument.presentationml.tags+xml"/>
  <Override PartName="/ppt/tags/tag823.xml" ContentType="application/vnd.openxmlformats-officedocument.presentationml.tags+xml"/>
  <Override PartName="/ppt/tags/tag824.xml" ContentType="application/vnd.openxmlformats-officedocument.presentationml.tags+xml"/>
  <Override PartName="/ppt/tags/tag825.xml" ContentType="application/vnd.openxmlformats-officedocument.presentationml.tags+xml"/>
  <Override PartName="/ppt/tags/tag826.xml" ContentType="application/vnd.openxmlformats-officedocument.presentationml.tags+xml"/>
  <Override PartName="/ppt/tags/tag827.xml" ContentType="application/vnd.openxmlformats-officedocument.presentationml.tags+xml"/>
  <Override PartName="/ppt/tags/tag828.xml" ContentType="application/vnd.openxmlformats-officedocument.presentationml.tags+xml"/>
  <Override PartName="/ppt/tags/tag829.xml" ContentType="application/vnd.openxmlformats-officedocument.presentationml.tags+xml"/>
  <Override PartName="/ppt/tags/tag83.xml" ContentType="application/vnd.openxmlformats-officedocument.presentationml.tags+xml"/>
  <Override PartName="/ppt/tags/tag830.xml" ContentType="application/vnd.openxmlformats-officedocument.presentationml.tags+xml"/>
  <Override PartName="/ppt/tags/tag831.xml" ContentType="application/vnd.openxmlformats-officedocument.presentationml.tags+xml"/>
  <Override PartName="/ppt/tags/tag832.xml" ContentType="application/vnd.openxmlformats-officedocument.presentationml.tags+xml"/>
  <Override PartName="/ppt/tags/tag833.xml" ContentType="application/vnd.openxmlformats-officedocument.presentationml.tags+xml"/>
  <Override PartName="/ppt/tags/tag834.xml" ContentType="application/vnd.openxmlformats-officedocument.presentationml.tags+xml"/>
  <Override PartName="/ppt/tags/tag835.xml" ContentType="application/vnd.openxmlformats-officedocument.presentationml.tags+xml"/>
  <Override PartName="/ppt/tags/tag836.xml" ContentType="application/vnd.openxmlformats-officedocument.presentationml.tags+xml"/>
  <Override PartName="/ppt/tags/tag837.xml" ContentType="application/vnd.openxmlformats-officedocument.presentationml.tags+xml"/>
  <Override PartName="/ppt/tags/tag838.xml" ContentType="application/vnd.openxmlformats-officedocument.presentationml.tags+xml"/>
  <Override PartName="/ppt/tags/tag839.xml" ContentType="application/vnd.openxmlformats-officedocument.presentationml.tags+xml"/>
  <Override PartName="/ppt/tags/tag84.xml" ContentType="application/vnd.openxmlformats-officedocument.presentationml.tags+xml"/>
  <Override PartName="/ppt/tags/tag840.xml" ContentType="application/vnd.openxmlformats-officedocument.presentationml.tags+xml"/>
  <Override PartName="/ppt/tags/tag841.xml" ContentType="application/vnd.openxmlformats-officedocument.presentationml.tags+xml"/>
  <Override PartName="/ppt/tags/tag842.xml" ContentType="application/vnd.openxmlformats-officedocument.presentationml.tags+xml"/>
  <Override PartName="/ppt/tags/tag843.xml" ContentType="application/vnd.openxmlformats-officedocument.presentationml.tags+xml"/>
  <Override PartName="/ppt/tags/tag844.xml" ContentType="application/vnd.openxmlformats-officedocument.presentationml.tags+xml"/>
  <Override PartName="/ppt/tags/tag845.xml" ContentType="application/vnd.openxmlformats-officedocument.presentationml.tags+xml"/>
  <Override PartName="/ppt/tags/tag846.xml" ContentType="application/vnd.openxmlformats-officedocument.presentationml.tags+xml"/>
  <Override PartName="/ppt/tags/tag847.xml" ContentType="application/vnd.openxmlformats-officedocument.presentationml.tags+xml"/>
  <Override PartName="/ppt/tags/tag848.xml" ContentType="application/vnd.openxmlformats-officedocument.presentationml.tags+xml"/>
  <Override PartName="/ppt/tags/tag849.xml" ContentType="application/vnd.openxmlformats-officedocument.presentationml.tags+xml"/>
  <Override PartName="/ppt/tags/tag85.xml" ContentType="application/vnd.openxmlformats-officedocument.presentationml.tags+xml"/>
  <Override PartName="/ppt/tags/tag850.xml" ContentType="application/vnd.openxmlformats-officedocument.presentationml.tags+xml"/>
  <Override PartName="/ppt/tags/tag851.xml" ContentType="application/vnd.openxmlformats-officedocument.presentationml.tags+xml"/>
  <Override PartName="/ppt/tags/tag852.xml" ContentType="application/vnd.openxmlformats-officedocument.presentationml.tags+xml"/>
  <Override PartName="/ppt/tags/tag853.xml" ContentType="application/vnd.openxmlformats-officedocument.presentationml.tags+xml"/>
  <Override PartName="/ppt/tags/tag854.xml" ContentType="application/vnd.openxmlformats-officedocument.presentationml.tags+xml"/>
  <Override PartName="/ppt/tags/tag855.xml" ContentType="application/vnd.openxmlformats-officedocument.presentationml.tags+xml"/>
  <Override PartName="/ppt/tags/tag856.xml" ContentType="application/vnd.openxmlformats-officedocument.presentationml.tags+xml"/>
  <Override PartName="/ppt/tags/tag857.xml" ContentType="application/vnd.openxmlformats-officedocument.presentationml.tags+xml"/>
  <Override PartName="/ppt/tags/tag858.xml" ContentType="application/vnd.openxmlformats-officedocument.presentationml.tags+xml"/>
  <Override PartName="/ppt/tags/tag859.xml" ContentType="application/vnd.openxmlformats-officedocument.presentationml.tags+xml"/>
  <Override PartName="/ppt/tags/tag86.xml" ContentType="application/vnd.openxmlformats-officedocument.presentationml.tags+xml"/>
  <Override PartName="/ppt/tags/tag860.xml" ContentType="application/vnd.openxmlformats-officedocument.presentationml.tags+xml"/>
  <Override PartName="/ppt/tags/tag861.xml" ContentType="application/vnd.openxmlformats-officedocument.presentationml.tags+xml"/>
  <Override PartName="/ppt/tags/tag862.xml" ContentType="application/vnd.openxmlformats-officedocument.presentationml.tags+xml"/>
  <Override PartName="/ppt/tags/tag863.xml" ContentType="application/vnd.openxmlformats-officedocument.presentationml.tags+xml"/>
  <Override PartName="/ppt/tags/tag864.xml" ContentType="application/vnd.openxmlformats-officedocument.presentationml.tags+xml"/>
  <Override PartName="/ppt/tags/tag865.xml" ContentType="application/vnd.openxmlformats-officedocument.presentationml.tags+xml"/>
  <Override PartName="/ppt/tags/tag866.xml" ContentType="application/vnd.openxmlformats-officedocument.presentationml.tags+xml"/>
  <Override PartName="/ppt/tags/tag867.xml" ContentType="application/vnd.openxmlformats-officedocument.presentationml.tags+xml"/>
  <Override PartName="/ppt/tags/tag868.xml" ContentType="application/vnd.openxmlformats-officedocument.presentationml.tags+xml"/>
  <Override PartName="/ppt/tags/tag869.xml" ContentType="application/vnd.openxmlformats-officedocument.presentationml.tags+xml"/>
  <Override PartName="/ppt/tags/tag87.xml" ContentType="application/vnd.openxmlformats-officedocument.presentationml.tags+xml"/>
  <Override PartName="/ppt/tags/tag870.xml" ContentType="application/vnd.openxmlformats-officedocument.presentationml.tags+xml"/>
  <Override PartName="/ppt/tags/tag871.xml" ContentType="application/vnd.openxmlformats-officedocument.presentationml.tags+xml"/>
  <Override PartName="/ppt/tags/tag872.xml" ContentType="application/vnd.openxmlformats-officedocument.presentationml.tags+xml"/>
  <Override PartName="/ppt/tags/tag873.xml" ContentType="application/vnd.openxmlformats-officedocument.presentationml.tags+xml"/>
  <Override PartName="/ppt/tags/tag874.xml" ContentType="application/vnd.openxmlformats-officedocument.presentationml.tags+xml"/>
  <Override PartName="/ppt/tags/tag875.xml" ContentType="application/vnd.openxmlformats-officedocument.presentationml.tags+xml"/>
  <Override PartName="/ppt/tags/tag876.xml" ContentType="application/vnd.openxmlformats-officedocument.presentationml.tags+xml"/>
  <Override PartName="/ppt/tags/tag877.xml" ContentType="application/vnd.openxmlformats-officedocument.presentationml.tags+xml"/>
  <Override PartName="/ppt/tags/tag878.xml" ContentType="application/vnd.openxmlformats-officedocument.presentationml.tags+xml"/>
  <Override PartName="/ppt/tags/tag879.xml" ContentType="application/vnd.openxmlformats-officedocument.presentationml.tags+xml"/>
  <Override PartName="/ppt/tags/tag88.xml" ContentType="application/vnd.openxmlformats-officedocument.presentationml.tags+xml"/>
  <Override PartName="/ppt/tags/tag880.xml" ContentType="application/vnd.openxmlformats-officedocument.presentationml.tags+xml"/>
  <Override PartName="/ppt/tags/tag881.xml" ContentType="application/vnd.openxmlformats-officedocument.presentationml.tags+xml"/>
  <Override PartName="/ppt/tags/tag882.xml" ContentType="application/vnd.openxmlformats-officedocument.presentationml.tags+xml"/>
  <Override PartName="/ppt/tags/tag883.xml" ContentType="application/vnd.openxmlformats-officedocument.presentationml.tags+xml"/>
  <Override PartName="/ppt/tags/tag884.xml" ContentType="application/vnd.openxmlformats-officedocument.presentationml.tags+xml"/>
  <Override PartName="/ppt/tags/tag885.xml" ContentType="application/vnd.openxmlformats-officedocument.presentationml.tags+xml"/>
  <Override PartName="/ppt/tags/tag886.xml" ContentType="application/vnd.openxmlformats-officedocument.presentationml.tags+xml"/>
  <Override PartName="/ppt/tags/tag887.xml" ContentType="application/vnd.openxmlformats-officedocument.presentationml.tags+xml"/>
  <Override PartName="/ppt/tags/tag888.xml" ContentType="application/vnd.openxmlformats-officedocument.presentationml.tags+xml"/>
  <Override PartName="/ppt/tags/tag889.xml" ContentType="application/vnd.openxmlformats-officedocument.presentationml.tags+xml"/>
  <Override PartName="/ppt/tags/tag89.xml" ContentType="application/vnd.openxmlformats-officedocument.presentationml.tags+xml"/>
  <Override PartName="/ppt/tags/tag890.xml" ContentType="application/vnd.openxmlformats-officedocument.presentationml.tags+xml"/>
  <Override PartName="/ppt/tags/tag891.xml" ContentType="application/vnd.openxmlformats-officedocument.presentationml.tags+xml"/>
  <Override PartName="/ppt/tags/tag892.xml" ContentType="application/vnd.openxmlformats-officedocument.presentationml.tags+xml"/>
  <Override PartName="/ppt/tags/tag893.xml" ContentType="application/vnd.openxmlformats-officedocument.presentationml.tags+xml"/>
  <Override PartName="/ppt/tags/tag894.xml" ContentType="application/vnd.openxmlformats-officedocument.presentationml.tags+xml"/>
  <Override PartName="/ppt/tags/tag895.xml" ContentType="application/vnd.openxmlformats-officedocument.presentationml.tags+xml"/>
  <Override PartName="/ppt/tags/tag896.xml" ContentType="application/vnd.openxmlformats-officedocument.presentationml.tags+xml"/>
  <Override PartName="/ppt/tags/tag897.xml" ContentType="application/vnd.openxmlformats-officedocument.presentationml.tags+xml"/>
  <Override PartName="/ppt/tags/tag898.xml" ContentType="application/vnd.openxmlformats-officedocument.presentationml.tags+xml"/>
  <Override PartName="/ppt/tags/tag89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00.xml" ContentType="application/vnd.openxmlformats-officedocument.presentationml.tags+xml"/>
  <Override PartName="/ppt/tags/tag901.xml" ContentType="application/vnd.openxmlformats-officedocument.presentationml.tags+xml"/>
  <Override PartName="/ppt/tags/tag902.xml" ContentType="application/vnd.openxmlformats-officedocument.presentationml.tags+xml"/>
  <Override PartName="/ppt/tags/tag903.xml" ContentType="application/vnd.openxmlformats-officedocument.presentationml.tags+xml"/>
  <Override PartName="/ppt/tags/tag904.xml" ContentType="application/vnd.openxmlformats-officedocument.presentationml.tags+xml"/>
  <Override PartName="/ppt/tags/tag905.xml" ContentType="application/vnd.openxmlformats-officedocument.presentationml.tags+xml"/>
  <Override PartName="/ppt/tags/tag906.xml" ContentType="application/vnd.openxmlformats-officedocument.presentationml.tags+xml"/>
  <Override PartName="/ppt/tags/tag907.xml" ContentType="application/vnd.openxmlformats-officedocument.presentationml.tags+xml"/>
  <Override PartName="/ppt/tags/tag908.xml" ContentType="application/vnd.openxmlformats-officedocument.presentationml.tags+xml"/>
  <Override PartName="/ppt/tags/tag909.xml" ContentType="application/vnd.openxmlformats-officedocument.presentationml.tags+xml"/>
  <Override PartName="/ppt/tags/tag91.xml" ContentType="application/vnd.openxmlformats-officedocument.presentationml.tags+xml"/>
  <Override PartName="/ppt/tags/tag910.xml" ContentType="application/vnd.openxmlformats-officedocument.presentationml.tags+xml"/>
  <Override PartName="/ppt/tags/tag911.xml" ContentType="application/vnd.openxmlformats-officedocument.presentationml.tags+xml"/>
  <Override PartName="/ppt/tags/tag912.xml" ContentType="application/vnd.openxmlformats-officedocument.presentationml.tags+xml"/>
  <Override PartName="/ppt/tags/tag913.xml" ContentType="application/vnd.openxmlformats-officedocument.presentationml.tags+xml"/>
  <Override PartName="/ppt/tags/tag914.xml" ContentType="application/vnd.openxmlformats-officedocument.presentationml.tags+xml"/>
  <Override PartName="/ppt/tags/tag915.xml" ContentType="application/vnd.openxmlformats-officedocument.presentationml.tags+xml"/>
  <Override PartName="/ppt/tags/tag916.xml" ContentType="application/vnd.openxmlformats-officedocument.presentationml.tags+xml"/>
  <Override PartName="/ppt/tags/tag917.xml" ContentType="application/vnd.openxmlformats-officedocument.presentationml.tags+xml"/>
  <Override PartName="/ppt/tags/tag918.xml" ContentType="application/vnd.openxmlformats-officedocument.presentationml.tags+xml"/>
  <Override PartName="/ppt/tags/tag919.xml" ContentType="application/vnd.openxmlformats-officedocument.presentationml.tags+xml"/>
  <Override PartName="/ppt/tags/tag92.xml" ContentType="application/vnd.openxmlformats-officedocument.presentationml.tags+xml"/>
  <Override PartName="/ppt/tags/tag920.xml" ContentType="application/vnd.openxmlformats-officedocument.presentationml.tags+xml"/>
  <Override PartName="/ppt/tags/tag921.xml" ContentType="application/vnd.openxmlformats-officedocument.presentationml.tags+xml"/>
  <Override PartName="/ppt/tags/tag922.xml" ContentType="application/vnd.openxmlformats-officedocument.presentationml.tags+xml"/>
  <Override PartName="/ppt/tags/tag923.xml" ContentType="application/vnd.openxmlformats-officedocument.presentationml.tags+xml"/>
  <Override PartName="/ppt/tags/tag924.xml" ContentType="application/vnd.openxmlformats-officedocument.presentationml.tags+xml"/>
  <Override PartName="/ppt/tags/tag925.xml" ContentType="application/vnd.openxmlformats-officedocument.presentationml.tags+xml"/>
  <Override PartName="/ppt/tags/tag926.xml" ContentType="application/vnd.openxmlformats-officedocument.presentationml.tags+xml"/>
  <Override PartName="/ppt/tags/tag927.xml" ContentType="application/vnd.openxmlformats-officedocument.presentationml.tags+xml"/>
  <Override PartName="/ppt/tags/tag928.xml" ContentType="application/vnd.openxmlformats-officedocument.presentationml.tags+xml"/>
  <Override PartName="/ppt/tags/tag929.xml" ContentType="application/vnd.openxmlformats-officedocument.presentationml.tags+xml"/>
  <Override PartName="/ppt/tags/tag93.xml" ContentType="application/vnd.openxmlformats-officedocument.presentationml.tags+xml"/>
  <Override PartName="/ppt/tags/tag930.xml" ContentType="application/vnd.openxmlformats-officedocument.presentationml.tags+xml"/>
  <Override PartName="/ppt/tags/tag931.xml" ContentType="application/vnd.openxmlformats-officedocument.presentationml.tags+xml"/>
  <Override PartName="/ppt/tags/tag932.xml" ContentType="application/vnd.openxmlformats-officedocument.presentationml.tags+xml"/>
  <Override PartName="/ppt/tags/tag933.xml" ContentType="application/vnd.openxmlformats-officedocument.presentationml.tags+xml"/>
  <Override PartName="/ppt/tags/tag934.xml" ContentType="application/vnd.openxmlformats-officedocument.presentationml.tags+xml"/>
  <Override PartName="/ppt/tags/tag935.xml" ContentType="application/vnd.openxmlformats-officedocument.presentationml.tags+xml"/>
  <Override PartName="/ppt/tags/tag936.xml" ContentType="application/vnd.openxmlformats-officedocument.presentationml.tags+xml"/>
  <Override PartName="/ppt/tags/tag937.xml" ContentType="application/vnd.openxmlformats-officedocument.presentationml.tags+xml"/>
  <Override PartName="/ppt/tags/tag938.xml" ContentType="application/vnd.openxmlformats-officedocument.presentationml.tags+xml"/>
  <Override PartName="/ppt/tags/tag939.xml" ContentType="application/vnd.openxmlformats-officedocument.presentationml.tags+xml"/>
  <Override PartName="/ppt/tags/tag94.xml" ContentType="application/vnd.openxmlformats-officedocument.presentationml.tags+xml"/>
  <Override PartName="/ppt/tags/tag940.xml" ContentType="application/vnd.openxmlformats-officedocument.presentationml.tags+xml"/>
  <Override PartName="/ppt/tags/tag941.xml" ContentType="application/vnd.openxmlformats-officedocument.presentationml.tags+xml"/>
  <Override PartName="/ppt/tags/tag942.xml" ContentType="application/vnd.openxmlformats-officedocument.presentationml.tags+xml"/>
  <Override PartName="/ppt/tags/tag943.xml" ContentType="application/vnd.openxmlformats-officedocument.presentationml.tags+xml"/>
  <Override PartName="/ppt/tags/tag944.xml" ContentType="application/vnd.openxmlformats-officedocument.presentationml.tags+xml"/>
  <Override PartName="/ppt/tags/tag945.xml" ContentType="application/vnd.openxmlformats-officedocument.presentationml.tags+xml"/>
  <Override PartName="/ppt/tags/tag946.xml" ContentType="application/vnd.openxmlformats-officedocument.presentationml.tags+xml"/>
  <Override PartName="/ppt/tags/tag947.xml" ContentType="application/vnd.openxmlformats-officedocument.presentationml.tags+xml"/>
  <Override PartName="/ppt/tags/tag948.xml" ContentType="application/vnd.openxmlformats-officedocument.presentationml.tags+xml"/>
  <Override PartName="/ppt/tags/tag949.xml" ContentType="application/vnd.openxmlformats-officedocument.presentationml.tags+xml"/>
  <Override PartName="/ppt/tags/tag95.xml" ContentType="application/vnd.openxmlformats-officedocument.presentationml.tags+xml"/>
  <Override PartName="/ppt/tags/tag950.xml" ContentType="application/vnd.openxmlformats-officedocument.presentationml.tags+xml"/>
  <Override PartName="/ppt/tags/tag951.xml" ContentType="application/vnd.openxmlformats-officedocument.presentationml.tags+xml"/>
  <Override PartName="/ppt/tags/tag952.xml" ContentType="application/vnd.openxmlformats-officedocument.presentationml.tags+xml"/>
  <Override PartName="/ppt/tags/tag953.xml" ContentType="application/vnd.openxmlformats-officedocument.presentationml.tags+xml"/>
  <Override PartName="/ppt/tags/tag954.xml" ContentType="application/vnd.openxmlformats-officedocument.presentationml.tags+xml"/>
  <Override PartName="/ppt/tags/tag955.xml" ContentType="application/vnd.openxmlformats-officedocument.presentationml.tags+xml"/>
  <Override PartName="/ppt/tags/tag956.xml" ContentType="application/vnd.openxmlformats-officedocument.presentationml.tags+xml"/>
  <Override PartName="/ppt/tags/tag957.xml" ContentType="application/vnd.openxmlformats-officedocument.presentationml.tags+xml"/>
  <Override PartName="/ppt/tags/tag958.xml" ContentType="application/vnd.openxmlformats-officedocument.presentationml.tags+xml"/>
  <Override PartName="/ppt/tags/tag959.xml" ContentType="application/vnd.openxmlformats-officedocument.presentationml.tags+xml"/>
  <Override PartName="/ppt/tags/tag96.xml" ContentType="application/vnd.openxmlformats-officedocument.presentationml.tags+xml"/>
  <Override PartName="/ppt/tags/tag960.xml" ContentType="application/vnd.openxmlformats-officedocument.presentationml.tags+xml"/>
  <Override PartName="/ppt/tags/tag961.xml" ContentType="application/vnd.openxmlformats-officedocument.presentationml.tags+xml"/>
  <Override PartName="/ppt/tags/tag962.xml" ContentType="application/vnd.openxmlformats-officedocument.presentationml.tags+xml"/>
  <Override PartName="/ppt/tags/tag963.xml" ContentType="application/vnd.openxmlformats-officedocument.presentationml.tags+xml"/>
  <Override PartName="/ppt/tags/tag964.xml" ContentType="application/vnd.openxmlformats-officedocument.presentationml.tags+xml"/>
  <Override PartName="/ppt/tags/tag965.xml" ContentType="application/vnd.openxmlformats-officedocument.presentationml.tags+xml"/>
  <Override PartName="/ppt/tags/tag966.xml" ContentType="application/vnd.openxmlformats-officedocument.presentationml.tags+xml"/>
  <Override PartName="/ppt/tags/tag967.xml" ContentType="application/vnd.openxmlformats-officedocument.presentationml.tags+xml"/>
  <Override PartName="/ppt/tags/tag968.xml" ContentType="application/vnd.openxmlformats-officedocument.presentationml.tags+xml"/>
  <Override PartName="/ppt/tags/tag969.xml" ContentType="application/vnd.openxmlformats-officedocument.presentationml.tags+xml"/>
  <Override PartName="/ppt/tags/tag97.xml" ContentType="application/vnd.openxmlformats-officedocument.presentationml.tags+xml"/>
  <Override PartName="/ppt/tags/tag970.xml" ContentType="application/vnd.openxmlformats-officedocument.presentationml.tags+xml"/>
  <Override PartName="/ppt/tags/tag971.xml" ContentType="application/vnd.openxmlformats-officedocument.presentationml.tags+xml"/>
  <Override PartName="/ppt/tags/tag972.xml" ContentType="application/vnd.openxmlformats-officedocument.presentationml.tags+xml"/>
  <Override PartName="/ppt/tags/tag973.xml" ContentType="application/vnd.openxmlformats-officedocument.presentationml.tags+xml"/>
  <Override PartName="/ppt/tags/tag974.xml" ContentType="application/vnd.openxmlformats-officedocument.presentationml.tags+xml"/>
  <Override PartName="/ppt/tags/tag975.xml" ContentType="application/vnd.openxmlformats-officedocument.presentationml.tags+xml"/>
  <Override PartName="/ppt/tags/tag976.xml" ContentType="application/vnd.openxmlformats-officedocument.presentationml.tags+xml"/>
  <Override PartName="/ppt/tags/tag977.xml" ContentType="application/vnd.openxmlformats-officedocument.presentationml.tags+xml"/>
  <Override PartName="/ppt/tags/tag978.xml" ContentType="application/vnd.openxmlformats-officedocument.presentationml.tags+xml"/>
  <Override PartName="/ppt/tags/tag979.xml" ContentType="application/vnd.openxmlformats-officedocument.presentationml.tags+xml"/>
  <Override PartName="/ppt/tags/tag98.xml" ContentType="application/vnd.openxmlformats-officedocument.presentationml.tags+xml"/>
  <Override PartName="/ppt/tags/tag980.xml" ContentType="application/vnd.openxmlformats-officedocument.presentationml.tags+xml"/>
  <Override PartName="/ppt/tags/tag981.xml" ContentType="application/vnd.openxmlformats-officedocument.presentationml.tags+xml"/>
  <Override PartName="/ppt/tags/tag982.xml" ContentType="application/vnd.openxmlformats-officedocument.presentationml.tags+xml"/>
  <Override PartName="/ppt/tags/tag983.xml" ContentType="application/vnd.openxmlformats-officedocument.presentationml.tags+xml"/>
  <Override PartName="/ppt/tags/tag984.xml" ContentType="application/vnd.openxmlformats-officedocument.presentationml.tags+xml"/>
  <Override PartName="/ppt/tags/tag985.xml" ContentType="application/vnd.openxmlformats-officedocument.presentationml.tags+xml"/>
  <Override PartName="/ppt/tags/tag986.xml" ContentType="application/vnd.openxmlformats-officedocument.presentationml.tags+xml"/>
  <Override PartName="/ppt/tags/tag987.xml" ContentType="application/vnd.openxmlformats-officedocument.presentationml.tags+xml"/>
  <Override PartName="/ppt/tags/tag988.xml" ContentType="application/vnd.openxmlformats-officedocument.presentationml.tags+xml"/>
  <Override PartName="/ppt/tags/tag989.xml" ContentType="application/vnd.openxmlformats-officedocument.presentationml.tags+xml"/>
  <Override PartName="/ppt/tags/tag99.xml" ContentType="application/vnd.openxmlformats-officedocument.presentationml.tags+xml"/>
  <Override PartName="/ppt/tags/tag990.xml" ContentType="application/vnd.openxmlformats-officedocument.presentationml.tags+xml"/>
  <Override PartName="/ppt/tags/tag991.xml" ContentType="application/vnd.openxmlformats-officedocument.presentationml.tags+xml"/>
  <Override PartName="/ppt/tags/tag992.xml" ContentType="application/vnd.openxmlformats-officedocument.presentationml.tags+xml"/>
  <Override PartName="/ppt/tags/tag993.xml" ContentType="application/vnd.openxmlformats-officedocument.presentationml.tags+xml"/>
  <Override PartName="/ppt/tags/tag994.xml" ContentType="application/vnd.openxmlformats-officedocument.presentationml.tags+xml"/>
  <Override PartName="/ppt/tags/tag995.xml" ContentType="application/vnd.openxmlformats-officedocument.presentationml.tags+xml"/>
  <Override PartName="/ppt/tags/tag996.xml" ContentType="application/vnd.openxmlformats-officedocument.presentationml.tags+xml"/>
  <Override PartName="/ppt/tags/tag997.xml" ContentType="application/vnd.openxmlformats-officedocument.presentationml.tags+xml"/>
  <Override PartName="/ppt/tags/tag998.xml" ContentType="application/vnd.openxmlformats-officedocument.presentationml.tags+xml"/>
  <Override PartName="/ppt/tags/tag9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Override1.xml" ContentType="application/vnd.openxmlformats-officedocument.themeOverride+xml"/>
  <Override PartName="/ppt/theme/themeOverride2.xml" ContentType="application/vnd.openxmlformats-officedocument.themeOverride+xml"/>
  <Override PartName="/ppt/theme/themeOverride3.xml" ContentType="application/vnd.openxmlformats-officedocument.themeOverrid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p:sldMasterIdLst>
    <p:sldMasterId id="2147483648" r:id="rId1"/>
    <p:sldMasterId id="2147483660" r:id="rId3"/>
    <p:sldMasterId id="2147483679" r:id="rId4"/>
  </p:sldMasterIdLst>
  <p:notesMasterIdLst>
    <p:notesMasterId r:id="rId6"/>
  </p:notesMasterIdLst>
  <p:sldIdLst>
    <p:sldId id="714" r:id="rId5"/>
    <p:sldId id="481" r:id="rId7"/>
    <p:sldId id="723" r:id="rId8"/>
    <p:sldId id="504" r:id="rId9"/>
    <p:sldId id="505" r:id="rId10"/>
    <p:sldId id="710" r:id="rId11"/>
    <p:sldId id="709" r:id="rId12"/>
    <p:sldId id="718" r:id="rId13"/>
    <p:sldId id="725" r:id="rId14"/>
    <p:sldId id="726" r:id="rId15"/>
    <p:sldId id="729" r:id="rId16"/>
    <p:sldId id="730" r:id="rId17"/>
    <p:sldId id="731" r:id="rId18"/>
    <p:sldId id="732" r:id="rId19"/>
    <p:sldId id="736" r:id="rId20"/>
    <p:sldId id="737" r:id="rId21"/>
    <p:sldId id="740" r:id="rId22"/>
    <p:sldId id="738" r:id="rId23"/>
    <p:sldId id="742" r:id="rId24"/>
    <p:sldId id="741" r:id="rId25"/>
    <p:sldId id="743" r:id="rId26"/>
    <p:sldId id="744" r:id="rId27"/>
    <p:sldId id="746" r:id="rId28"/>
    <p:sldId id="748" r:id="rId29"/>
    <p:sldId id="753" r:id="rId30"/>
    <p:sldId id="761" r:id="rId31"/>
    <p:sldId id="758" r:id="rId32"/>
    <p:sldId id="764" r:id="rId33"/>
    <p:sldId id="766" r:id="rId34"/>
    <p:sldId id="768" r:id="rId35"/>
    <p:sldId id="770" r:id="rId36"/>
    <p:sldId id="772" r:id="rId37"/>
    <p:sldId id="775" r:id="rId38"/>
    <p:sldId id="776" r:id="rId39"/>
    <p:sldId id="777" r:id="rId40"/>
    <p:sldId id="778" r:id="rId41"/>
    <p:sldId id="779" r:id="rId42"/>
    <p:sldId id="781" r:id="rId43"/>
    <p:sldId id="783" r:id="rId44"/>
    <p:sldId id="784" r:id="rId45"/>
    <p:sldId id="785" r:id="rId46"/>
    <p:sldId id="754" r:id="rId47"/>
    <p:sldId id="798" r:id="rId48"/>
    <p:sldId id="806" r:id="rId49"/>
    <p:sldId id="804" r:id="rId50"/>
    <p:sldId id="807" r:id="rId51"/>
    <p:sldId id="809" r:id="rId52"/>
    <p:sldId id="626" r:id="rId53"/>
    <p:sldId id="820" r:id="rId54"/>
    <p:sldId id="821" r:id="rId55"/>
    <p:sldId id="822" r:id="rId56"/>
    <p:sldId id="823" r:id="rId57"/>
    <p:sldId id="824" r:id="rId58"/>
    <p:sldId id="825" r:id="rId59"/>
    <p:sldId id="826" r:id="rId60"/>
    <p:sldId id="827" r:id="rId61"/>
    <p:sldId id="828" r:id="rId62"/>
    <p:sldId id="829" r:id="rId63"/>
    <p:sldId id="830" r:id="rId64"/>
    <p:sldId id="831" r:id="rId65"/>
    <p:sldId id="832" r:id="rId66"/>
    <p:sldId id="833" r:id="rId67"/>
    <p:sldId id="834" r:id="rId68"/>
    <p:sldId id="835" r:id="rId69"/>
    <p:sldId id="836" r:id="rId70"/>
    <p:sldId id="837" r:id="rId71"/>
    <p:sldId id="838" r:id="rId72"/>
    <p:sldId id="839" r:id="rId73"/>
    <p:sldId id="840" r:id="rId74"/>
    <p:sldId id="841" r:id="rId75"/>
    <p:sldId id="842" r:id="rId76"/>
    <p:sldId id="719" r:id="rId77"/>
  </p:sldIdLst>
  <p:sldSz cx="9144000" cy="5143500" type="screen16x9"/>
  <p:notesSz cx="6858000" cy="9144000"/>
  <p:custDataLst>
    <p:tags r:id="rId82"/>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47" userDrawn="1">
          <p15:clr>
            <a:srgbClr val="A4A3A4"/>
          </p15:clr>
        </p15:guide>
        <p15:guide id="2" pos="288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2" name="作者"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EAD9EA"/>
    <a:srgbClr val="E95730"/>
    <a:srgbClr val="00AFE1"/>
    <a:srgbClr val="F6F6F6"/>
    <a:srgbClr val="F2F6F9"/>
    <a:srgbClr val="535353"/>
    <a:srgbClr val="F77B21"/>
    <a:srgbClr val="0A3F69"/>
    <a:srgbClr val="F5FBF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163" autoAdjust="0"/>
    <p:restoredTop sz="94700" autoAdjust="0"/>
  </p:normalViewPr>
  <p:slideViewPr>
    <p:cSldViewPr showGuides="1">
      <p:cViewPr varScale="1">
        <p:scale>
          <a:sx n="142" d="100"/>
          <a:sy n="142" d="100"/>
        </p:scale>
        <p:origin x="858" y="120"/>
      </p:cViewPr>
      <p:guideLst>
        <p:guide orient="horz" pos="1647"/>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75" d="100"/>
        <a:sy n="75" d="100"/>
      </p:scale>
      <p:origin x="0" y="0"/>
    </p:cViewPr>
  </p:sorterViewPr>
  <p:notesViewPr>
    <p:cSldViewPr>
      <p:cViewPr varScale="1">
        <p:scale>
          <a:sx n="88" d="100"/>
          <a:sy n="88" d="100"/>
        </p:scale>
        <p:origin x="3822" y="102"/>
      </p:cViewPr>
      <p:guideLst/>
    </p:cSldViewPr>
  </p:notes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4.xml"/><Relationship Id="rId82" Type="http://schemas.openxmlformats.org/officeDocument/2006/relationships/tags" Target="tags/tag2032.xml"/><Relationship Id="rId81" Type="http://schemas.openxmlformats.org/officeDocument/2006/relationships/commentAuthors" Target="commentAuthors.xml"/><Relationship Id="rId80" Type="http://schemas.openxmlformats.org/officeDocument/2006/relationships/tableStyles" Target="tableStyles.xml"/><Relationship Id="rId8" Type="http://schemas.openxmlformats.org/officeDocument/2006/relationships/slide" Target="slides/slide3.xml"/><Relationship Id="rId79" Type="http://schemas.openxmlformats.org/officeDocument/2006/relationships/viewProps" Target="viewProps.xml"/><Relationship Id="rId78" Type="http://schemas.openxmlformats.org/officeDocument/2006/relationships/presProps" Target="presProps.xml"/><Relationship Id="rId77" Type="http://schemas.openxmlformats.org/officeDocument/2006/relationships/slide" Target="slides/slide72.xml"/><Relationship Id="rId76" Type="http://schemas.openxmlformats.org/officeDocument/2006/relationships/slide" Target="slides/slide71.xml"/><Relationship Id="rId75" Type="http://schemas.openxmlformats.org/officeDocument/2006/relationships/slide" Target="slides/slide70.xml"/><Relationship Id="rId74" Type="http://schemas.openxmlformats.org/officeDocument/2006/relationships/slide" Target="slides/slide69.xml"/><Relationship Id="rId73" Type="http://schemas.openxmlformats.org/officeDocument/2006/relationships/slide" Target="slides/slide68.xml"/><Relationship Id="rId72" Type="http://schemas.openxmlformats.org/officeDocument/2006/relationships/slide" Target="slides/slide67.xml"/><Relationship Id="rId71" Type="http://schemas.openxmlformats.org/officeDocument/2006/relationships/slide" Target="slides/slide66.xml"/><Relationship Id="rId70" Type="http://schemas.openxmlformats.org/officeDocument/2006/relationships/slide" Target="slides/slide65.xml"/><Relationship Id="rId7" Type="http://schemas.openxmlformats.org/officeDocument/2006/relationships/slide" Target="slides/slide2.xml"/><Relationship Id="rId69" Type="http://schemas.openxmlformats.org/officeDocument/2006/relationships/slide" Target="slides/slide64.xml"/><Relationship Id="rId68" Type="http://schemas.openxmlformats.org/officeDocument/2006/relationships/slide" Target="slides/slide63.xml"/><Relationship Id="rId67" Type="http://schemas.openxmlformats.org/officeDocument/2006/relationships/slide" Target="slides/slide62.xml"/><Relationship Id="rId66" Type="http://schemas.openxmlformats.org/officeDocument/2006/relationships/slide" Target="slides/slide61.xml"/><Relationship Id="rId65" Type="http://schemas.openxmlformats.org/officeDocument/2006/relationships/slide" Target="slides/slide60.xml"/><Relationship Id="rId64" Type="http://schemas.openxmlformats.org/officeDocument/2006/relationships/slide" Target="slides/slide59.xml"/><Relationship Id="rId63" Type="http://schemas.openxmlformats.org/officeDocument/2006/relationships/slide" Target="slides/slide58.xml"/><Relationship Id="rId62" Type="http://schemas.openxmlformats.org/officeDocument/2006/relationships/slide" Target="slides/slide57.xml"/><Relationship Id="rId61" Type="http://schemas.openxmlformats.org/officeDocument/2006/relationships/slide" Target="slides/slide56.xml"/><Relationship Id="rId60" Type="http://schemas.openxmlformats.org/officeDocument/2006/relationships/slide" Target="slides/slide55.xml"/><Relationship Id="rId6" Type="http://schemas.openxmlformats.org/officeDocument/2006/relationships/notesMaster" Target="notesMasters/notesMaster1.xml"/><Relationship Id="rId59" Type="http://schemas.openxmlformats.org/officeDocument/2006/relationships/slide" Target="slides/slide54.xml"/><Relationship Id="rId58" Type="http://schemas.openxmlformats.org/officeDocument/2006/relationships/slide" Target="slides/slide53.xml"/><Relationship Id="rId57" Type="http://schemas.openxmlformats.org/officeDocument/2006/relationships/slide" Target="slides/slide52.xml"/><Relationship Id="rId56" Type="http://schemas.openxmlformats.org/officeDocument/2006/relationships/slide" Target="slides/slide51.xml"/><Relationship Id="rId55" Type="http://schemas.openxmlformats.org/officeDocument/2006/relationships/slide" Target="slides/slide50.xml"/><Relationship Id="rId54" Type="http://schemas.openxmlformats.org/officeDocument/2006/relationships/slide" Target="slides/slide49.xml"/><Relationship Id="rId53" Type="http://schemas.openxmlformats.org/officeDocument/2006/relationships/slide" Target="slides/slide48.xml"/><Relationship Id="rId52" Type="http://schemas.openxmlformats.org/officeDocument/2006/relationships/slide" Target="slides/slide47.xml"/><Relationship Id="rId51" Type="http://schemas.openxmlformats.org/officeDocument/2006/relationships/slide" Target="slides/slide46.xml"/><Relationship Id="rId50" Type="http://schemas.openxmlformats.org/officeDocument/2006/relationships/slide" Target="slides/slide45.xml"/><Relationship Id="rId5" Type="http://schemas.openxmlformats.org/officeDocument/2006/relationships/slide" Target="slides/slide1.xml"/><Relationship Id="rId49" Type="http://schemas.openxmlformats.org/officeDocument/2006/relationships/slide" Target="slides/slide44.xml"/><Relationship Id="rId48" Type="http://schemas.openxmlformats.org/officeDocument/2006/relationships/slide" Target="slides/slide43.xml"/><Relationship Id="rId47" Type="http://schemas.openxmlformats.org/officeDocument/2006/relationships/slide" Target="slides/slide42.xml"/><Relationship Id="rId46" Type="http://schemas.openxmlformats.org/officeDocument/2006/relationships/slide" Target="slides/slide41.xml"/><Relationship Id="rId45" Type="http://schemas.openxmlformats.org/officeDocument/2006/relationships/slide" Target="slides/slide40.xml"/><Relationship Id="rId44" Type="http://schemas.openxmlformats.org/officeDocument/2006/relationships/slide" Target="slides/slide39.xml"/><Relationship Id="rId43" Type="http://schemas.openxmlformats.org/officeDocument/2006/relationships/slide" Target="slides/slide38.xml"/><Relationship Id="rId42" Type="http://schemas.openxmlformats.org/officeDocument/2006/relationships/slide" Target="slides/slide37.xml"/><Relationship Id="rId41" Type="http://schemas.openxmlformats.org/officeDocument/2006/relationships/slide" Target="slides/slide36.xml"/><Relationship Id="rId40" Type="http://schemas.openxmlformats.org/officeDocument/2006/relationships/slide" Target="slides/slide35.xml"/><Relationship Id="rId4" Type="http://schemas.openxmlformats.org/officeDocument/2006/relationships/slideMaster" Target="slideMasters/slideMaster3.xml"/><Relationship Id="rId39" Type="http://schemas.openxmlformats.org/officeDocument/2006/relationships/slide" Target="slides/slide34.xml"/><Relationship Id="rId38" Type="http://schemas.openxmlformats.org/officeDocument/2006/relationships/slide" Target="slides/slide33.xml"/><Relationship Id="rId37" Type="http://schemas.openxmlformats.org/officeDocument/2006/relationships/slide" Target="slides/slide32.xml"/><Relationship Id="rId36" Type="http://schemas.openxmlformats.org/officeDocument/2006/relationships/slide" Target="slides/slide31.xml"/><Relationship Id="rId35" Type="http://schemas.openxmlformats.org/officeDocument/2006/relationships/slide" Target="slides/slide30.xml"/><Relationship Id="rId34" Type="http://schemas.openxmlformats.org/officeDocument/2006/relationships/slide" Target="slides/slide29.xml"/><Relationship Id="rId33" Type="http://schemas.openxmlformats.org/officeDocument/2006/relationships/slide" Target="slides/slide28.xml"/><Relationship Id="rId32" Type="http://schemas.openxmlformats.org/officeDocument/2006/relationships/slide" Target="slides/slide27.xml"/><Relationship Id="rId31" Type="http://schemas.openxmlformats.org/officeDocument/2006/relationships/slide" Target="slides/slide26.xml"/><Relationship Id="rId30" Type="http://schemas.openxmlformats.org/officeDocument/2006/relationships/slide" Target="slides/slide25.xml"/><Relationship Id="rId3" Type="http://schemas.openxmlformats.org/officeDocument/2006/relationships/slideMaster" Target="slideMasters/slideMaster2.xml"/><Relationship Id="rId29" Type="http://schemas.openxmlformats.org/officeDocument/2006/relationships/slide" Target="slides/slide24.xml"/><Relationship Id="rId28" Type="http://schemas.openxmlformats.org/officeDocument/2006/relationships/slide" Target="slides/slide23.xml"/><Relationship Id="rId27" Type="http://schemas.openxmlformats.org/officeDocument/2006/relationships/slide" Target="slides/slide22.xml"/><Relationship Id="rId26" Type="http://schemas.openxmlformats.org/officeDocument/2006/relationships/slide" Target="slides/slide21.xml"/><Relationship Id="rId25" Type="http://schemas.openxmlformats.org/officeDocument/2006/relationships/slide" Target="slides/slide20.xml"/><Relationship Id="rId24" Type="http://schemas.openxmlformats.org/officeDocument/2006/relationships/slide" Target="slides/slide19.xml"/><Relationship Id="rId23" Type="http://schemas.openxmlformats.org/officeDocument/2006/relationships/slide" Target="slides/slide18.xml"/><Relationship Id="rId22" Type="http://schemas.openxmlformats.org/officeDocument/2006/relationships/slide" Target="slides/slide17.xml"/><Relationship Id="rId21" Type="http://schemas.openxmlformats.org/officeDocument/2006/relationships/slide" Target="slides/slide16.xml"/><Relationship Id="rId20" Type="http://schemas.openxmlformats.org/officeDocument/2006/relationships/slide" Target="slides/slide15.xml"/><Relationship Id="rId2" Type="http://schemas.openxmlformats.org/officeDocument/2006/relationships/theme" Target="theme/theme1.xml"/><Relationship Id="rId19" Type="http://schemas.openxmlformats.org/officeDocument/2006/relationships/slide" Target="slides/slide14.xml"/><Relationship Id="rId18" Type="http://schemas.openxmlformats.org/officeDocument/2006/relationships/slide" Target="slides/slide13.xml"/><Relationship Id="rId17" Type="http://schemas.openxmlformats.org/officeDocument/2006/relationships/slide" Target="slides/slide12.xml"/><Relationship Id="rId16" Type="http://schemas.openxmlformats.org/officeDocument/2006/relationships/slide" Target="slides/slide11.xml"/><Relationship Id="rId15" Type="http://schemas.openxmlformats.org/officeDocument/2006/relationships/slide" Target="slides/slide10.xml"/><Relationship Id="rId14" Type="http://schemas.openxmlformats.org/officeDocument/2006/relationships/slide" Target="slides/slide9.xml"/><Relationship Id="rId13" Type="http://schemas.openxmlformats.org/officeDocument/2006/relationships/slide" Target="slides/slide8.xml"/><Relationship Id="rId12" Type="http://schemas.openxmlformats.org/officeDocument/2006/relationships/slide" Target="slides/slide7.xml"/><Relationship Id="rId11" Type="http://schemas.openxmlformats.org/officeDocument/2006/relationships/slide" Target="slides/slide6.xml"/><Relationship Id="rId10" Type="http://schemas.openxmlformats.org/officeDocument/2006/relationships/slide" Target="slides/slide5.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字魂35号-经典雅黑" panose="02000000000000000000" pitchFamily="2" charset="-122"/>
              </a:defRPr>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atin typeface="字魂35号-经典雅黑" panose="02000000000000000000" pitchFamily="2" charset="-122"/>
              </a:defRPr>
            </a:lvl1pPr>
          </a:lstStyle>
          <a:p>
            <a:fld id="{8AADD754-F49E-4351-AAFE-19D83F43501C}" type="datetimeFigureOut">
              <a:rPr lang="en-US" smtClean="0"/>
            </a:fld>
            <a:endParaRPr lang="en-US" dirty="0"/>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atin typeface="字魂35号-经典雅黑" panose="02000000000000000000" pitchFamily="2" charset="-122"/>
              </a:defRPr>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atin typeface="字魂35号-经典雅黑" panose="02000000000000000000" pitchFamily="2" charset="-122"/>
              </a:defRPr>
            </a:lvl1pPr>
          </a:lstStyle>
          <a:p>
            <a:fld id="{B78F6036-E835-44CB-A25A-34C755DFD5D4}" type="slidenum">
              <a:rPr lang="en-US" smtClean="0"/>
            </a:fld>
            <a:endParaRPr lang="en-US" dirty="0"/>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字魂35号-经典雅黑" panose="02000000000000000000" pitchFamily="2" charset="-122"/>
        <a:ea typeface="+mn-ea"/>
        <a:cs typeface="+mn-cs"/>
      </a:defRPr>
    </a:lvl1pPr>
    <a:lvl2pPr marL="457200" algn="l" defTabSz="914400" rtl="0" eaLnBrk="1" latinLnBrk="0" hangingPunct="1">
      <a:defRPr sz="1200" kern="1200">
        <a:solidFill>
          <a:schemeClr val="tx1"/>
        </a:solidFill>
        <a:latin typeface="字魂35号-经典雅黑" panose="02000000000000000000" pitchFamily="2" charset="-122"/>
        <a:ea typeface="+mn-ea"/>
        <a:cs typeface="+mn-cs"/>
      </a:defRPr>
    </a:lvl2pPr>
    <a:lvl3pPr marL="914400" algn="l" defTabSz="914400" rtl="0" eaLnBrk="1" latinLnBrk="0" hangingPunct="1">
      <a:defRPr sz="1200" kern="1200">
        <a:solidFill>
          <a:schemeClr val="tx1"/>
        </a:solidFill>
        <a:latin typeface="字魂35号-经典雅黑" panose="02000000000000000000" pitchFamily="2" charset="-122"/>
        <a:ea typeface="+mn-ea"/>
        <a:cs typeface="+mn-cs"/>
      </a:defRPr>
    </a:lvl3pPr>
    <a:lvl4pPr marL="1371600" algn="l" defTabSz="914400" rtl="0" eaLnBrk="1" latinLnBrk="0" hangingPunct="1">
      <a:defRPr sz="1200" kern="1200">
        <a:solidFill>
          <a:schemeClr val="tx1"/>
        </a:solidFill>
        <a:latin typeface="字魂35号-经典雅黑" panose="02000000000000000000" pitchFamily="2" charset="-122"/>
        <a:ea typeface="+mn-ea"/>
        <a:cs typeface="+mn-cs"/>
      </a:defRPr>
    </a:lvl4pPr>
    <a:lvl5pPr marL="1828800" algn="l" defTabSz="914400" rtl="0" eaLnBrk="1" latinLnBrk="0" hangingPunct="1">
      <a:defRPr sz="1200" kern="1200">
        <a:solidFill>
          <a:schemeClr val="tx1"/>
        </a:solidFill>
        <a:latin typeface="字魂35号-经典雅黑" panose="02000000000000000000" pitchFamily="2" charset="-122"/>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3.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4.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5.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B78F6036-E835-44CB-A25A-34C755DFD5D4}" type="slidenum">
              <a:rPr lang="en-US" smtClean="0"/>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B78F6036-E835-44CB-A25A-34C755DFD5D4}" type="slidenum">
              <a:rPr lang="en-US" smtClean="0"/>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5D0DACE-38E0-42D2-9336-2B707D34BC6D}"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5D0DACE-38E0-42D2-9336-2B707D34BC6D}"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5D0DACE-38E0-42D2-9336-2B707D34BC6D}"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5D0DACE-38E0-42D2-9336-2B707D34BC6D}"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2E3AE05-7DD1-4AF0-924E-BEEA496F3737}"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2E3AE05-7DD1-4AF0-924E-BEEA496F3737}"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2E3AE05-7DD1-4AF0-924E-BEEA496F3737}" type="slidenum">
              <a:rPr lang="zh-CN" altLang="en-US" smtClean="0"/>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2E3AE05-7DD1-4AF0-924E-BEEA496F3737}"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99" Type="http://schemas.openxmlformats.org/officeDocument/2006/relationships/tags" Target="../tags/tag98.xml"/><Relationship Id="rId98" Type="http://schemas.openxmlformats.org/officeDocument/2006/relationships/tags" Target="../tags/tag97.xml"/><Relationship Id="rId97" Type="http://schemas.openxmlformats.org/officeDocument/2006/relationships/tags" Target="../tags/tag96.xml"/><Relationship Id="rId96" Type="http://schemas.openxmlformats.org/officeDocument/2006/relationships/tags" Target="../tags/tag95.xml"/><Relationship Id="rId95" Type="http://schemas.openxmlformats.org/officeDocument/2006/relationships/tags" Target="../tags/tag94.xml"/><Relationship Id="rId94" Type="http://schemas.openxmlformats.org/officeDocument/2006/relationships/tags" Target="../tags/tag93.xml"/><Relationship Id="rId93" Type="http://schemas.openxmlformats.org/officeDocument/2006/relationships/tags" Target="../tags/tag92.xml"/><Relationship Id="rId92" Type="http://schemas.openxmlformats.org/officeDocument/2006/relationships/tags" Target="../tags/tag91.xml"/><Relationship Id="rId91" Type="http://schemas.openxmlformats.org/officeDocument/2006/relationships/tags" Target="../tags/tag90.xml"/><Relationship Id="rId90" Type="http://schemas.openxmlformats.org/officeDocument/2006/relationships/tags" Target="../tags/tag89.xml"/><Relationship Id="rId9" Type="http://schemas.openxmlformats.org/officeDocument/2006/relationships/tags" Target="../tags/tag8.xml"/><Relationship Id="rId89" Type="http://schemas.openxmlformats.org/officeDocument/2006/relationships/tags" Target="../tags/tag88.xml"/><Relationship Id="rId88" Type="http://schemas.openxmlformats.org/officeDocument/2006/relationships/tags" Target="../tags/tag87.xml"/><Relationship Id="rId87" Type="http://schemas.openxmlformats.org/officeDocument/2006/relationships/tags" Target="../tags/tag86.xml"/><Relationship Id="rId86" Type="http://schemas.openxmlformats.org/officeDocument/2006/relationships/tags" Target="../tags/tag85.xml"/><Relationship Id="rId85" Type="http://schemas.openxmlformats.org/officeDocument/2006/relationships/tags" Target="../tags/tag84.xml"/><Relationship Id="rId84" Type="http://schemas.openxmlformats.org/officeDocument/2006/relationships/tags" Target="../tags/tag83.xml"/><Relationship Id="rId83" Type="http://schemas.openxmlformats.org/officeDocument/2006/relationships/tags" Target="../tags/tag82.xml"/><Relationship Id="rId82" Type="http://schemas.openxmlformats.org/officeDocument/2006/relationships/tags" Target="../tags/tag81.xml"/><Relationship Id="rId81" Type="http://schemas.openxmlformats.org/officeDocument/2006/relationships/tags" Target="../tags/tag80.xml"/><Relationship Id="rId80" Type="http://schemas.openxmlformats.org/officeDocument/2006/relationships/tags" Target="../tags/tag79.xml"/><Relationship Id="rId8" Type="http://schemas.openxmlformats.org/officeDocument/2006/relationships/tags" Target="../tags/tag7.xml"/><Relationship Id="rId79" Type="http://schemas.openxmlformats.org/officeDocument/2006/relationships/tags" Target="../tags/tag78.xml"/><Relationship Id="rId78" Type="http://schemas.openxmlformats.org/officeDocument/2006/relationships/tags" Target="../tags/tag77.xml"/><Relationship Id="rId77" Type="http://schemas.openxmlformats.org/officeDocument/2006/relationships/tags" Target="../tags/tag76.xml"/><Relationship Id="rId76" Type="http://schemas.openxmlformats.org/officeDocument/2006/relationships/tags" Target="../tags/tag75.xml"/><Relationship Id="rId75" Type="http://schemas.openxmlformats.org/officeDocument/2006/relationships/tags" Target="../tags/tag74.xml"/><Relationship Id="rId74" Type="http://schemas.openxmlformats.org/officeDocument/2006/relationships/tags" Target="../tags/tag73.xml"/><Relationship Id="rId73" Type="http://schemas.openxmlformats.org/officeDocument/2006/relationships/tags" Target="../tags/tag72.xml"/><Relationship Id="rId72" Type="http://schemas.openxmlformats.org/officeDocument/2006/relationships/tags" Target="../tags/tag71.xml"/><Relationship Id="rId71" Type="http://schemas.openxmlformats.org/officeDocument/2006/relationships/tags" Target="../tags/tag70.xml"/><Relationship Id="rId70" Type="http://schemas.openxmlformats.org/officeDocument/2006/relationships/tags" Target="../tags/tag69.xml"/><Relationship Id="rId7" Type="http://schemas.openxmlformats.org/officeDocument/2006/relationships/tags" Target="../tags/tag6.xml"/><Relationship Id="rId69" Type="http://schemas.openxmlformats.org/officeDocument/2006/relationships/tags" Target="../tags/tag68.xml"/><Relationship Id="rId68" Type="http://schemas.openxmlformats.org/officeDocument/2006/relationships/tags" Target="../tags/tag67.xml"/><Relationship Id="rId67" Type="http://schemas.openxmlformats.org/officeDocument/2006/relationships/tags" Target="../tags/tag66.xml"/><Relationship Id="rId66" Type="http://schemas.openxmlformats.org/officeDocument/2006/relationships/tags" Target="../tags/tag65.xml"/><Relationship Id="rId65" Type="http://schemas.openxmlformats.org/officeDocument/2006/relationships/tags" Target="../tags/tag64.xml"/><Relationship Id="rId64" Type="http://schemas.openxmlformats.org/officeDocument/2006/relationships/tags" Target="../tags/tag63.xml"/><Relationship Id="rId63" Type="http://schemas.openxmlformats.org/officeDocument/2006/relationships/tags" Target="../tags/tag62.xml"/><Relationship Id="rId62" Type="http://schemas.openxmlformats.org/officeDocument/2006/relationships/tags" Target="../tags/tag61.xml"/><Relationship Id="rId61" Type="http://schemas.openxmlformats.org/officeDocument/2006/relationships/tags" Target="../tags/tag60.xml"/><Relationship Id="rId60" Type="http://schemas.openxmlformats.org/officeDocument/2006/relationships/tags" Target="../tags/tag59.xml"/><Relationship Id="rId6" Type="http://schemas.openxmlformats.org/officeDocument/2006/relationships/tags" Target="../tags/tag5.xml"/><Relationship Id="rId59" Type="http://schemas.openxmlformats.org/officeDocument/2006/relationships/tags" Target="../tags/tag58.xml"/><Relationship Id="rId58" Type="http://schemas.openxmlformats.org/officeDocument/2006/relationships/tags" Target="../tags/tag57.xml"/><Relationship Id="rId57" Type="http://schemas.openxmlformats.org/officeDocument/2006/relationships/tags" Target="../tags/tag56.xml"/><Relationship Id="rId56" Type="http://schemas.openxmlformats.org/officeDocument/2006/relationships/tags" Target="../tags/tag55.xml"/><Relationship Id="rId55" Type="http://schemas.openxmlformats.org/officeDocument/2006/relationships/tags" Target="../tags/tag54.xml"/><Relationship Id="rId54" Type="http://schemas.openxmlformats.org/officeDocument/2006/relationships/tags" Target="../tags/tag53.xml"/><Relationship Id="rId53" Type="http://schemas.openxmlformats.org/officeDocument/2006/relationships/tags" Target="../tags/tag52.xml"/><Relationship Id="rId52" Type="http://schemas.openxmlformats.org/officeDocument/2006/relationships/tags" Target="../tags/tag51.xml"/><Relationship Id="rId51" Type="http://schemas.openxmlformats.org/officeDocument/2006/relationships/tags" Target="../tags/tag50.xml"/><Relationship Id="rId50" Type="http://schemas.openxmlformats.org/officeDocument/2006/relationships/tags" Target="../tags/tag49.xml"/><Relationship Id="rId5" Type="http://schemas.openxmlformats.org/officeDocument/2006/relationships/tags" Target="../tags/tag4.xml"/><Relationship Id="rId49" Type="http://schemas.openxmlformats.org/officeDocument/2006/relationships/tags" Target="../tags/tag48.xml"/><Relationship Id="rId48" Type="http://schemas.openxmlformats.org/officeDocument/2006/relationships/tags" Target="../tags/tag47.xml"/><Relationship Id="rId47" Type="http://schemas.openxmlformats.org/officeDocument/2006/relationships/tags" Target="../tags/tag46.xml"/><Relationship Id="rId46" Type="http://schemas.openxmlformats.org/officeDocument/2006/relationships/tags" Target="../tags/tag45.xml"/><Relationship Id="rId45" Type="http://schemas.openxmlformats.org/officeDocument/2006/relationships/tags" Target="../tags/tag44.xml"/><Relationship Id="rId44" Type="http://schemas.openxmlformats.org/officeDocument/2006/relationships/tags" Target="../tags/tag43.xml"/><Relationship Id="rId43" Type="http://schemas.openxmlformats.org/officeDocument/2006/relationships/tags" Target="../tags/tag42.xml"/><Relationship Id="rId42" Type="http://schemas.openxmlformats.org/officeDocument/2006/relationships/tags" Target="../tags/tag41.xml"/><Relationship Id="rId41" Type="http://schemas.openxmlformats.org/officeDocument/2006/relationships/tags" Target="../tags/tag40.xml"/><Relationship Id="rId40" Type="http://schemas.openxmlformats.org/officeDocument/2006/relationships/tags" Target="../tags/tag39.xml"/><Relationship Id="rId4" Type="http://schemas.openxmlformats.org/officeDocument/2006/relationships/tags" Target="../tags/tag3.xml"/><Relationship Id="rId39" Type="http://schemas.openxmlformats.org/officeDocument/2006/relationships/tags" Target="../tags/tag38.xml"/><Relationship Id="rId38" Type="http://schemas.openxmlformats.org/officeDocument/2006/relationships/tags" Target="../tags/tag37.xml"/><Relationship Id="rId37" Type="http://schemas.openxmlformats.org/officeDocument/2006/relationships/tags" Target="../tags/tag36.xml"/><Relationship Id="rId36" Type="http://schemas.openxmlformats.org/officeDocument/2006/relationships/tags" Target="../tags/tag35.xml"/><Relationship Id="rId35" Type="http://schemas.openxmlformats.org/officeDocument/2006/relationships/tags" Target="../tags/tag34.xml"/><Relationship Id="rId34" Type="http://schemas.openxmlformats.org/officeDocument/2006/relationships/tags" Target="../tags/tag33.xml"/><Relationship Id="rId33" Type="http://schemas.openxmlformats.org/officeDocument/2006/relationships/tags" Target="../tags/tag32.xml"/><Relationship Id="rId32" Type="http://schemas.openxmlformats.org/officeDocument/2006/relationships/tags" Target="../tags/tag31.xml"/><Relationship Id="rId31" Type="http://schemas.openxmlformats.org/officeDocument/2006/relationships/tags" Target="../tags/tag30.xml"/><Relationship Id="rId30" Type="http://schemas.openxmlformats.org/officeDocument/2006/relationships/tags" Target="../tags/tag29.xml"/><Relationship Id="rId3" Type="http://schemas.openxmlformats.org/officeDocument/2006/relationships/tags" Target="../tags/tag2.xml"/><Relationship Id="rId29" Type="http://schemas.openxmlformats.org/officeDocument/2006/relationships/tags" Target="../tags/tag28.xml"/><Relationship Id="rId28" Type="http://schemas.openxmlformats.org/officeDocument/2006/relationships/tags" Target="../tags/tag27.xml"/><Relationship Id="rId27" Type="http://schemas.openxmlformats.org/officeDocument/2006/relationships/tags" Target="../tags/tag26.xml"/><Relationship Id="rId26" Type="http://schemas.openxmlformats.org/officeDocument/2006/relationships/tags" Target="../tags/tag25.xml"/><Relationship Id="rId25" Type="http://schemas.openxmlformats.org/officeDocument/2006/relationships/tags" Target="../tags/tag24.xml"/><Relationship Id="rId24" Type="http://schemas.openxmlformats.org/officeDocument/2006/relationships/tags" Target="../tags/tag23.xml"/><Relationship Id="rId23" Type="http://schemas.openxmlformats.org/officeDocument/2006/relationships/tags" Target="../tags/tag22.xml"/><Relationship Id="rId22" Type="http://schemas.openxmlformats.org/officeDocument/2006/relationships/tags" Target="../tags/tag21.xml"/><Relationship Id="rId21" Type="http://schemas.openxmlformats.org/officeDocument/2006/relationships/tags" Target="../tags/tag20.xml"/><Relationship Id="rId20" Type="http://schemas.openxmlformats.org/officeDocument/2006/relationships/tags" Target="../tags/tag19.xml"/><Relationship Id="rId2" Type="http://schemas.openxmlformats.org/officeDocument/2006/relationships/tags" Target="../tags/tag1.xml"/><Relationship Id="rId19" Type="http://schemas.openxmlformats.org/officeDocument/2006/relationships/tags" Target="../tags/tag18.xml"/><Relationship Id="rId18" Type="http://schemas.openxmlformats.org/officeDocument/2006/relationships/tags" Target="../tags/tag17.xml"/><Relationship Id="rId17" Type="http://schemas.openxmlformats.org/officeDocument/2006/relationships/tags" Target="../tags/tag16.xml"/><Relationship Id="rId16" Type="http://schemas.openxmlformats.org/officeDocument/2006/relationships/tags" Target="../tags/tag15.xml"/><Relationship Id="rId15" Type="http://schemas.openxmlformats.org/officeDocument/2006/relationships/tags" Target="../tags/tag14.xml"/><Relationship Id="rId14" Type="http://schemas.openxmlformats.org/officeDocument/2006/relationships/tags" Target="../tags/tag13.xml"/><Relationship Id="rId136" Type="http://schemas.openxmlformats.org/officeDocument/2006/relationships/tags" Target="../tags/tag135.xml"/><Relationship Id="rId135" Type="http://schemas.openxmlformats.org/officeDocument/2006/relationships/tags" Target="../tags/tag134.xml"/><Relationship Id="rId134" Type="http://schemas.openxmlformats.org/officeDocument/2006/relationships/tags" Target="../tags/tag133.xml"/><Relationship Id="rId133" Type="http://schemas.openxmlformats.org/officeDocument/2006/relationships/tags" Target="../tags/tag132.xml"/><Relationship Id="rId132" Type="http://schemas.openxmlformats.org/officeDocument/2006/relationships/tags" Target="../tags/tag131.xml"/><Relationship Id="rId131" Type="http://schemas.openxmlformats.org/officeDocument/2006/relationships/tags" Target="../tags/tag130.xml"/><Relationship Id="rId130" Type="http://schemas.openxmlformats.org/officeDocument/2006/relationships/tags" Target="../tags/tag129.xml"/><Relationship Id="rId13" Type="http://schemas.openxmlformats.org/officeDocument/2006/relationships/tags" Target="../tags/tag12.xml"/><Relationship Id="rId129" Type="http://schemas.openxmlformats.org/officeDocument/2006/relationships/tags" Target="../tags/tag128.xml"/><Relationship Id="rId128" Type="http://schemas.openxmlformats.org/officeDocument/2006/relationships/tags" Target="../tags/tag127.xml"/><Relationship Id="rId127" Type="http://schemas.openxmlformats.org/officeDocument/2006/relationships/tags" Target="../tags/tag126.xml"/><Relationship Id="rId126" Type="http://schemas.openxmlformats.org/officeDocument/2006/relationships/tags" Target="../tags/tag125.xml"/><Relationship Id="rId125" Type="http://schemas.openxmlformats.org/officeDocument/2006/relationships/tags" Target="../tags/tag124.xml"/><Relationship Id="rId124" Type="http://schemas.openxmlformats.org/officeDocument/2006/relationships/tags" Target="../tags/tag123.xml"/><Relationship Id="rId123" Type="http://schemas.openxmlformats.org/officeDocument/2006/relationships/tags" Target="../tags/tag122.xml"/><Relationship Id="rId122" Type="http://schemas.openxmlformats.org/officeDocument/2006/relationships/tags" Target="../tags/tag121.xml"/><Relationship Id="rId121" Type="http://schemas.openxmlformats.org/officeDocument/2006/relationships/tags" Target="../tags/tag120.xml"/><Relationship Id="rId120" Type="http://schemas.openxmlformats.org/officeDocument/2006/relationships/tags" Target="../tags/tag119.xml"/><Relationship Id="rId12" Type="http://schemas.openxmlformats.org/officeDocument/2006/relationships/tags" Target="../tags/tag11.xml"/><Relationship Id="rId119" Type="http://schemas.openxmlformats.org/officeDocument/2006/relationships/tags" Target="../tags/tag118.xml"/><Relationship Id="rId118" Type="http://schemas.openxmlformats.org/officeDocument/2006/relationships/tags" Target="../tags/tag117.xml"/><Relationship Id="rId117" Type="http://schemas.openxmlformats.org/officeDocument/2006/relationships/tags" Target="../tags/tag116.xml"/><Relationship Id="rId116" Type="http://schemas.openxmlformats.org/officeDocument/2006/relationships/tags" Target="../tags/tag115.xml"/><Relationship Id="rId115" Type="http://schemas.openxmlformats.org/officeDocument/2006/relationships/tags" Target="../tags/tag114.xml"/><Relationship Id="rId114" Type="http://schemas.openxmlformats.org/officeDocument/2006/relationships/tags" Target="../tags/tag113.xml"/><Relationship Id="rId113" Type="http://schemas.openxmlformats.org/officeDocument/2006/relationships/tags" Target="../tags/tag112.xml"/><Relationship Id="rId112" Type="http://schemas.openxmlformats.org/officeDocument/2006/relationships/tags" Target="../tags/tag111.xml"/><Relationship Id="rId111" Type="http://schemas.openxmlformats.org/officeDocument/2006/relationships/tags" Target="../tags/tag110.xml"/><Relationship Id="rId110" Type="http://schemas.openxmlformats.org/officeDocument/2006/relationships/tags" Target="../tags/tag109.xml"/><Relationship Id="rId11" Type="http://schemas.openxmlformats.org/officeDocument/2006/relationships/tags" Target="../tags/tag10.xml"/><Relationship Id="rId109" Type="http://schemas.openxmlformats.org/officeDocument/2006/relationships/tags" Target="../tags/tag108.xml"/><Relationship Id="rId108" Type="http://schemas.openxmlformats.org/officeDocument/2006/relationships/tags" Target="../tags/tag107.xml"/><Relationship Id="rId107" Type="http://schemas.openxmlformats.org/officeDocument/2006/relationships/tags" Target="../tags/tag106.xml"/><Relationship Id="rId106" Type="http://schemas.openxmlformats.org/officeDocument/2006/relationships/tags" Target="../tags/tag105.xml"/><Relationship Id="rId105" Type="http://schemas.openxmlformats.org/officeDocument/2006/relationships/tags" Target="../tags/tag104.xml"/><Relationship Id="rId104" Type="http://schemas.openxmlformats.org/officeDocument/2006/relationships/tags" Target="../tags/tag103.xml"/><Relationship Id="rId103" Type="http://schemas.openxmlformats.org/officeDocument/2006/relationships/tags" Target="../tags/tag102.xml"/><Relationship Id="rId102" Type="http://schemas.openxmlformats.org/officeDocument/2006/relationships/tags" Target="../tags/tag101.xml"/><Relationship Id="rId101" Type="http://schemas.openxmlformats.org/officeDocument/2006/relationships/tags" Target="../tags/tag100.xml"/><Relationship Id="rId100" Type="http://schemas.openxmlformats.org/officeDocument/2006/relationships/tags" Target="../tags/tag99.xml"/><Relationship Id="rId10" Type="http://schemas.openxmlformats.org/officeDocument/2006/relationships/tags" Target="../tags/tag9.xml"/><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8" Type="http://schemas.openxmlformats.org/officeDocument/2006/relationships/tags" Target="../tags/tag141.xml"/><Relationship Id="rId7" Type="http://schemas.openxmlformats.org/officeDocument/2006/relationships/tags" Target="../tags/tag140.xml"/><Relationship Id="rId6" Type="http://schemas.openxmlformats.org/officeDocument/2006/relationships/tags" Target="../tags/tag139.xml"/><Relationship Id="rId5" Type="http://schemas.openxmlformats.org/officeDocument/2006/relationships/tags" Target="../tags/tag138.xml"/><Relationship Id="rId4" Type="http://schemas.openxmlformats.org/officeDocument/2006/relationships/tags" Target="../tags/tag137.xml"/><Relationship Id="rId3" Type="http://schemas.openxmlformats.org/officeDocument/2006/relationships/image" Target="../media/image1.png"/><Relationship Id="rId2" Type="http://schemas.openxmlformats.org/officeDocument/2006/relationships/tags" Target="../tags/tag136.xml"/><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99" Type="http://schemas.openxmlformats.org/officeDocument/2006/relationships/tags" Target="../tags/tag239.xml"/><Relationship Id="rId98" Type="http://schemas.openxmlformats.org/officeDocument/2006/relationships/tags" Target="../tags/tag238.xml"/><Relationship Id="rId97" Type="http://schemas.openxmlformats.org/officeDocument/2006/relationships/tags" Target="../tags/tag237.xml"/><Relationship Id="rId96" Type="http://schemas.openxmlformats.org/officeDocument/2006/relationships/tags" Target="../tags/tag236.xml"/><Relationship Id="rId95" Type="http://schemas.openxmlformats.org/officeDocument/2006/relationships/tags" Target="../tags/tag235.xml"/><Relationship Id="rId94" Type="http://schemas.openxmlformats.org/officeDocument/2006/relationships/tags" Target="../tags/tag234.xml"/><Relationship Id="rId93" Type="http://schemas.openxmlformats.org/officeDocument/2006/relationships/tags" Target="../tags/tag233.xml"/><Relationship Id="rId92" Type="http://schemas.openxmlformats.org/officeDocument/2006/relationships/tags" Target="../tags/tag232.xml"/><Relationship Id="rId91" Type="http://schemas.openxmlformats.org/officeDocument/2006/relationships/tags" Target="../tags/tag231.xml"/><Relationship Id="rId90" Type="http://schemas.openxmlformats.org/officeDocument/2006/relationships/tags" Target="../tags/tag230.xml"/><Relationship Id="rId9" Type="http://schemas.openxmlformats.org/officeDocument/2006/relationships/tags" Target="../tags/tag149.xml"/><Relationship Id="rId89" Type="http://schemas.openxmlformats.org/officeDocument/2006/relationships/tags" Target="../tags/tag229.xml"/><Relationship Id="rId88" Type="http://schemas.openxmlformats.org/officeDocument/2006/relationships/tags" Target="../tags/tag228.xml"/><Relationship Id="rId87" Type="http://schemas.openxmlformats.org/officeDocument/2006/relationships/tags" Target="../tags/tag227.xml"/><Relationship Id="rId86" Type="http://schemas.openxmlformats.org/officeDocument/2006/relationships/tags" Target="../tags/tag226.xml"/><Relationship Id="rId85" Type="http://schemas.openxmlformats.org/officeDocument/2006/relationships/tags" Target="../tags/tag225.xml"/><Relationship Id="rId84" Type="http://schemas.openxmlformats.org/officeDocument/2006/relationships/tags" Target="../tags/tag224.xml"/><Relationship Id="rId83" Type="http://schemas.openxmlformats.org/officeDocument/2006/relationships/tags" Target="../tags/tag223.xml"/><Relationship Id="rId82" Type="http://schemas.openxmlformats.org/officeDocument/2006/relationships/tags" Target="../tags/tag222.xml"/><Relationship Id="rId81" Type="http://schemas.openxmlformats.org/officeDocument/2006/relationships/tags" Target="../tags/tag221.xml"/><Relationship Id="rId80" Type="http://schemas.openxmlformats.org/officeDocument/2006/relationships/tags" Target="../tags/tag220.xml"/><Relationship Id="rId8" Type="http://schemas.openxmlformats.org/officeDocument/2006/relationships/tags" Target="../tags/tag148.xml"/><Relationship Id="rId79" Type="http://schemas.openxmlformats.org/officeDocument/2006/relationships/tags" Target="../tags/tag219.xml"/><Relationship Id="rId78" Type="http://schemas.openxmlformats.org/officeDocument/2006/relationships/tags" Target="../tags/tag218.xml"/><Relationship Id="rId77" Type="http://schemas.openxmlformats.org/officeDocument/2006/relationships/tags" Target="../tags/tag217.xml"/><Relationship Id="rId76" Type="http://schemas.openxmlformats.org/officeDocument/2006/relationships/tags" Target="../tags/tag216.xml"/><Relationship Id="rId75" Type="http://schemas.openxmlformats.org/officeDocument/2006/relationships/tags" Target="../tags/tag215.xml"/><Relationship Id="rId74" Type="http://schemas.openxmlformats.org/officeDocument/2006/relationships/tags" Target="../tags/tag214.xml"/><Relationship Id="rId73" Type="http://schemas.openxmlformats.org/officeDocument/2006/relationships/tags" Target="../tags/tag213.xml"/><Relationship Id="rId72" Type="http://schemas.openxmlformats.org/officeDocument/2006/relationships/tags" Target="../tags/tag212.xml"/><Relationship Id="rId71" Type="http://schemas.openxmlformats.org/officeDocument/2006/relationships/tags" Target="../tags/tag211.xml"/><Relationship Id="rId70" Type="http://schemas.openxmlformats.org/officeDocument/2006/relationships/tags" Target="../tags/tag210.xml"/><Relationship Id="rId7" Type="http://schemas.openxmlformats.org/officeDocument/2006/relationships/tags" Target="../tags/tag147.xml"/><Relationship Id="rId69" Type="http://schemas.openxmlformats.org/officeDocument/2006/relationships/tags" Target="../tags/tag209.xml"/><Relationship Id="rId68" Type="http://schemas.openxmlformats.org/officeDocument/2006/relationships/tags" Target="../tags/tag208.xml"/><Relationship Id="rId67" Type="http://schemas.openxmlformats.org/officeDocument/2006/relationships/tags" Target="../tags/tag207.xml"/><Relationship Id="rId66" Type="http://schemas.openxmlformats.org/officeDocument/2006/relationships/tags" Target="../tags/tag206.xml"/><Relationship Id="rId65" Type="http://schemas.openxmlformats.org/officeDocument/2006/relationships/tags" Target="../tags/tag205.xml"/><Relationship Id="rId64" Type="http://schemas.openxmlformats.org/officeDocument/2006/relationships/tags" Target="../tags/tag204.xml"/><Relationship Id="rId63" Type="http://schemas.openxmlformats.org/officeDocument/2006/relationships/tags" Target="../tags/tag203.xml"/><Relationship Id="rId62" Type="http://schemas.openxmlformats.org/officeDocument/2006/relationships/tags" Target="../tags/tag202.xml"/><Relationship Id="rId61" Type="http://schemas.openxmlformats.org/officeDocument/2006/relationships/tags" Target="../tags/tag201.xml"/><Relationship Id="rId60" Type="http://schemas.openxmlformats.org/officeDocument/2006/relationships/tags" Target="../tags/tag200.xml"/><Relationship Id="rId6" Type="http://schemas.openxmlformats.org/officeDocument/2006/relationships/tags" Target="../tags/tag146.xml"/><Relationship Id="rId59" Type="http://schemas.openxmlformats.org/officeDocument/2006/relationships/tags" Target="../tags/tag199.xml"/><Relationship Id="rId58" Type="http://schemas.openxmlformats.org/officeDocument/2006/relationships/tags" Target="../tags/tag198.xml"/><Relationship Id="rId57" Type="http://schemas.openxmlformats.org/officeDocument/2006/relationships/tags" Target="../tags/tag197.xml"/><Relationship Id="rId56" Type="http://schemas.openxmlformats.org/officeDocument/2006/relationships/tags" Target="../tags/tag196.xml"/><Relationship Id="rId55" Type="http://schemas.openxmlformats.org/officeDocument/2006/relationships/tags" Target="../tags/tag195.xml"/><Relationship Id="rId54" Type="http://schemas.openxmlformats.org/officeDocument/2006/relationships/tags" Target="../tags/tag194.xml"/><Relationship Id="rId53" Type="http://schemas.openxmlformats.org/officeDocument/2006/relationships/tags" Target="../tags/tag193.xml"/><Relationship Id="rId52" Type="http://schemas.openxmlformats.org/officeDocument/2006/relationships/tags" Target="../tags/tag192.xml"/><Relationship Id="rId51" Type="http://schemas.openxmlformats.org/officeDocument/2006/relationships/tags" Target="../tags/tag191.xml"/><Relationship Id="rId50" Type="http://schemas.openxmlformats.org/officeDocument/2006/relationships/tags" Target="../tags/tag190.xml"/><Relationship Id="rId5" Type="http://schemas.openxmlformats.org/officeDocument/2006/relationships/tags" Target="../tags/tag145.xml"/><Relationship Id="rId49" Type="http://schemas.openxmlformats.org/officeDocument/2006/relationships/tags" Target="../tags/tag189.xml"/><Relationship Id="rId48" Type="http://schemas.openxmlformats.org/officeDocument/2006/relationships/tags" Target="../tags/tag188.xml"/><Relationship Id="rId47" Type="http://schemas.openxmlformats.org/officeDocument/2006/relationships/tags" Target="../tags/tag187.xml"/><Relationship Id="rId46" Type="http://schemas.openxmlformats.org/officeDocument/2006/relationships/tags" Target="../tags/tag186.xml"/><Relationship Id="rId45" Type="http://schemas.openxmlformats.org/officeDocument/2006/relationships/tags" Target="../tags/tag185.xml"/><Relationship Id="rId44" Type="http://schemas.openxmlformats.org/officeDocument/2006/relationships/tags" Target="../tags/tag184.xml"/><Relationship Id="rId43" Type="http://schemas.openxmlformats.org/officeDocument/2006/relationships/tags" Target="../tags/tag183.xml"/><Relationship Id="rId42" Type="http://schemas.openxmlformats.org/officeDocument/2006/relationships/tags" Target="../tags/tag182.xml"/><Relationship Id="rId41" Type="http://schemas.openxmlformats.org/officeDocument/2006/relationships/tags" Target="../tags/tag181.xml"/><Relationship Id="rId40" Type="http://schemas.openxmlformats.org/officeDocument/2006/relationships/tags" Target="../tags/tag180.xml"/><Relationship Id="rId4" Type="http://schemas.openxmlformats.org/officeDocument/2006/relationships/tags" Target="../tags/tag144.xml"/><Relationship Id="rId39" Type="http://schemas.openxmlformats.org/officeDocument/2006/relationships/tags" Target="../tags/tag179.xml"/><Relationship Id="rId38" Type="http://schemas.openxmlformats.org/officeDocument/2006/relationships/tags" Target="../tags/tag178.xml"/><Relationship Id="rId37" Type="http://schemas.openxmlformats.org/officeDocument/2006/relationships/tags" Target="../tags/tag177.xml"/><Relationship Id="rId36" Type="http://schemas.openxmlformats.org/officeDocument/2006/relationships/tags" Target="../tags/tag176.xml"/><Relationship Id="rId35" Type="http://schemas.openxmlformats.org/officeDocument/2006/relationships/tags" Target="../tags/tag175.xml"/><Relationship Id="rId34" Type="http://schemas.openxmlformats.org/officeDocument/2006/relationships/tags" Target="../tags/tag174.xml"/><Relationship Id="rId33" Type="http://schemas.openxmlformats.org/officeDocument/2006/relationships/tags" Target="../tags/tag173.xml"/><Relationship Id="rId32" Type="http://schemas.openxmlformats.org/officeDocument/2006/relationships/tags" Target="../tags/tag172.xml"/><Relationship Id="rId31" Type="http://schemas.openxmlformats.org/officeDocument/2006/relationships/tags" Target="../tags/tag171.xml"/><Relationship Id="rId30" Type="http://schemas.openxmlformats.org/officeDocument/2006/relationships/tags" Target="../tags/tag170.xml"/><Relationship Id="rId3" Type="http://schemas.openxmlformats.org/officeDocument/2006/relationships/tags" Target="../tags/tag143.xml"/><Relationship Id="rId29" Type="http://schemas.openxmlformats.org/officeDocument/2006/relationships/tags" Target="../tags/tag169.xml"/><Relationship Id="rId28" Type="http://schemas.openxmlformats.org/officeDocument/2006/relationships/tags" Target="../tags/tag168.xml"/><Relationship Id="rId27" Type="http://schemas.openxmlformats.org/officeDocument/2006/relationships/tags" Target="../tags/tag167.xml"/><Relationship Id="rId26" Type="http://schemas.openxmlformats.org/officeDocument/2006/relationships/tags" Target="../tags/tag166.xml"/><Relationship Id="rId25" Type="http://schemas.openxmlformats.org/officeDocument/2006/relationships/tags" Target="../tags/tag165.xml"/><Relationship Id="rId24" Type="http://schemas.openxmlformats.org/officeDocument/2006/relationships/tags" Target="../tags/tag164.xml"/><Relationship Id="rId23" Type="http://schemas.openxmlformats.org/officeDocument/2006/relationships/tags" Target="../tags/tag163.xml"/><Relationship Id="rId22" Type="http://schemas.openxmlformats.org/officeDocument/2006/relationships/tags" Target="../tags/tag162.xml"/><Relationship Id="rId21" Type="http://schemas.openxmlformats.org/officeDocument/2006/relationships/tags" Target="../tags/tag161.xml"/><Relationship Id="rId20" Type="http://schemas.openxmlformats.org/officeDocument/2006/relationships/tags" Target="../tags/tag160.xml"/><Relationship Id="rId2" Type="http://schemas.openxmlformats.org/officeDocument/2006/relationships/tags" Target="../tags/tag142.xml"/><Relationship Id="rId19" Type="http://schemas.openxmlformats.org/officeDocument/2006/relationships/tags" Target="../tags/tag159.xml"/><Relationship Id="rId18" Type="http://schemas.openxmlformats.org/officeDocument/2006/relationships/tags" Target="../tags/tag158.xml"/><Relationship Id="rId17" Type="http://schemas.openxmlformats.org/officeDocument/2006/relationships/tags" Target="../tags/tag157.xml"/><Relationship Id="rId16" Type="http://schemas.openxmlformats.org/officeDocument/2006/relationships/tags" Target="../tags/tag156.xml"/><Relationship Id="rId15" Type="http://schemas.openxmlformats.org/officeDocument/2006/relationships/tags" Target="../tags/tag155.xml"/><Relationship Id="rId14" Type="http://schemas.openxmlformats.org/officeDocument/2006/relationships/tags" Target="../tags/tag154.xml"/><Relationship Id="rId13" Type="http://schemas.openxmlformats.org/officeDocument/2006/relationships/tags" Target="../tags/tag153.xml"/><Relationship Id="rId12" Type="http://schemas.openxmlformats.org/officeDocument/2006/relationships/tags" Target="../tags/tag152.xml"/><Relationship Id="rId114" Type="http://schemas.openxmlformats.org/officeDocument/2006/relationships/tags" Target="../tags/tag254.xml"/><Relationship Id="rId113" Type="http://schemas.openxmlformats.org/officeDocument/2006/relationships/tags" Target="../tags/tag253.xml"/><Relationship Id="rId112" Type="http://schemas.openxmlformats.org/officeDocument/2006/relationships/tags" Target="../tags/tag252.xml"/><Relationship Id="rId111" Type="http://schemas.openxmlformats.org/officeDocument/2006/relationships/tags" Target="../tags/tag251.xml"/><Relationship Id="rId110" Type="http://schemas.openxmlformats.org/officeDocument/2006/relationships/tags" Target="../tags/tag250.xml"/><Relationship Id="rId11" Type="http://schemas.openxmlformats.org/officeDocument/2006/relationships/tags" Target="../tags/tag151.xml"/><Relationship Id="rId109" Type="http://schemas.openxmlformats.org/officeDocument/2006/relationships/tags" Target="../tags/tag249.xml"/><Relationship Id="rId108" Type="http://schemas.openxmlformats.org/officeDocument/2006/relationships/tags" Target="../tags/tag248.xml"/><Relationship Id="rId107" Type="http://schemas.openxmlformats.org/officeDocument/2006/relationships/tags" Target="../tags/tag247.xml"/><Relationship Id="rId106" Type="http://schemas.openxmlformats.org/officeDocument/2006/relationships/tags" Target="../tags/tag246.xml"/><Relationship Id="rId105" Type="http://schemas.openxmlformats.org/officeDocument/2006/relationships/tags" Target="../tags/tag245.xml"/><Relationship Id="rId104" Type="http://schemas.openxmlformats.org/officeDocument/2006/relationships/tags" Target="../tags/tag244.xml"/><Relationship Id="rId103" Type="http://schemas.openxmlformats.org/officeDocument/2006/relationships/tags" Target="../tags/tag243.xml"/><Relationship Id="rId102" Type="http://schemas.openxmlformats.org/officeDocument/2006/relationships/tags" Target="../tags/tag242.xml"/><Relationship Id="rId101" Type="http://schemas.openxmlformats.org/officeDocument/2006/relationships/tags" Target="../tags/tag241.xml"/><Relationship Id="rId100" Type="http://schemas.openxmlformats.org/officeDocument/2006/relationships/tags" Target="../tags/tag240.xml"/><Relationship Id="rId10" Type="http://schemas.openxmlformats.org/officeDocument/2006/relationships/tags" Target="../tags/tag150.xml"/><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9" Type="http://schemas.openxmlformats.org/officeDocument/2006/relationships/tags" Target="../tags/tag261.xml"/><Relationship Id="rId8" Type="http://schemas.openxmlformats.org/officeDocument/2006/relationships/tags" Target="../tags/tag260.xml"/><Relationship Id="rId7" Type="http://schemas.openxmlformats.org/officeDocument/2006/relationships/tags" Target="../tags/tag259.xml"/><Relationship Id="rId6" Type="http://schemas.openxmlformats.org/officeDocument/2006/relationships/tags" Target="../tags/tag258.xml"/><Relationship Id="rId5" Type="http://schemas.openxmlformats.org/officeDocument/2006/relationships/tags" Target="../tags/tag257.xml"/><Relationship Id="rId4" Type="http://schemas.openxmlformats.org/officeDocument/2006/relationships/tags" Target="../tags/tag256.xml"/><Relationship Id="rId3" Type="http://schemas.openxmlformats.org/officeDocument/2006/relationships/image" Target="../media/image1.png"/><Relationship Id="rId2" Type="http://schemas.openxmlformats.org/officeDocument/2006/relationships/tags" Target="../tags/tag255.xml"/><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ags" Target="../tags/tag262.xml"/><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9" Type="http://schemas.openxmlformats.org/officeDocument/2006/relationships/tags" Target="../tags/tag270.xml"/><Relationship Id="rId8" Type="http://schemas.openxmlformats.org/officeDocument/2006/relationships/tags" Target="../tags/tag269.xml"/><Relationship Id="rId7" Type="http://schemas.openxmlformats.org/officeDocument/2006/relationships/tags" Target="../tags/tag268.xml"/><Relationship Id="rId6" Type="http://schemas.openxmlformats.org/officeDocument/2006/relationships/tags" Target="../tags/tag267.xml"/><Relationship Id="rId5" Type="http://schemas.openxmlformats.org/officeDocument/2006/relationships/tags" Target="../tags/tag266.xml"/><Relationship Id="rId4" Type="http://schemas.openxmlformats.org/officeDocument/2006/relationships/tags" Target="../tags/tag265.xml"/><Relationship Id="rId31" Type="http://schemas.openxmlformats.org/officeDocument/2006/relationships/tags" Target="../tags/tag292.xml"/><Relationship Id="rId30" Type="http://schemas.openxmlformats.org/officeDocument/2006/relationships/tags" Target="../tags/tag291.xml"/><Relationship Id="rId3" Type="http://schemas.openxmlformats.org/officeDocument/2006/relationships/tags" Target="../tags/tag264.xml"/><Relationship Id="rId29" Type="http://schemas.openxmlformats.org/officeDocument/2006/relationships/tags" Target="../tags/tag290.xml"/><Relationship Id="rId28" Type="http://schemas.openxmlformats.org/officeDocument/2006/relationships/tags" Target="../tags/tag289.xml"/><Relationship Id="rId27" Type="http://schemas.openxmlformats.org/officeDocument/2006/relationships/tags" Target="../tags/tag288.xml"/><Relationship Id="rId26" Type="http://schemas.openxmlformats.org/officeDocument/2006/relationships/tags" Target="../tags/tag287.xml"/><Relationship Id="rId25" Type="http://schemas.openxmlformats.org/officeDocument/2006/relationships/tags" Target="../tags/tag286.xml"/><Relationship Id="rId24" Type="http://schemas.openxmlformats.org/officeDocument/2006/relationships/tags" Target="../tags/tag285.xml"/><Relationship Id="rId23" Type="http://schemas.openxmlformats.org/officeDocument/2006/relationships/tags" Target="../tags/tag284.xml"/><Relationship Id="rId22" Type="http://schemas.openxmlformats.org/officeDocument/2006/relationships/tags" Target="../tags/tag283.xml"/><Relationship Id="rId21" Type="http://schemas.openxmlformats.org/officeDocument/2006/relationships/tags" Target="../tags/tag282.xml"/><Relationship Id="rId20" Type="http://schemas.openxmlformats.org/officeDocument/2006/relationships/tags" Target="../tags/tag281.xml"/><Relationship Id="rId2" Type="http://schemas.openxmlformats.org/officeDocument/2006/relationships/tags" Target="../tags/tag263.xml"/><Relationship Id="rId19" Type="http://schemas.openxmlformats.org/officeDocument/2006/relationships/tags" Target="../tags/tag280.xml"/><Relationship Id="rId18" Type="http://schemas.openxmlformats.org/officeDocument/2006/relationships/tags" Target="../tags/tag279.xml"/><Relationship Id="rId17" Type="http://schemas.openxmlformats.org/officeDocument/2006/relationships/tags" Target="../tags/tag278.xml"/><Relationship Id="rId16" Type="http://schemas.openxmlformats.org/officeDocument/2006/relationships/tags" Target="../tags/tag277.xml"/><Relationship Id="rId15" Type="http://schemas.openxmlformats.org/officeDocument/2006/relationships/tags" Target="../tags/tag276.xml"/><Relationship Id="rId14" Type="http://schemas.openxmlformats.org/officeDocument/2006/relationships/tags" Target="../tags/tag275.xml"/><Relationship Id="rId13" Type="http://schemas.openxmlformats.org/officeDocument/2006/relationships/tags" Target="../tags/tag274.xml"/><Relationship Id="rId12" Type="http://schemas.openxmlformats.org/officeDocument/2006/relationships/tags" Target="../tags/tag273.xml"/><Relationship Id="rId11" Type="http://schemas.openxmlformats.org/officeDocument/2006/relationships/tags" Target="../tags/tag272.xml"/><Relationship Id="rId10" Type="http://schemas.openxmlformats.org/officeDocument/2006/relationships/tags" Target="../tags/tag271.xml"/><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4" Type="http://schemas.openxmlformats.org/officeDocument/2006/relationships/tags" Target="../tags/tag295.xml"/><Relationship Id="rId3" Type="http://schemas.openxmlformats.org/officeDocument/2006/relationships/tags" Target="../tags/tag294.xml"/><Relationship Id="rId2" Type="http://schemas.openxmlformats.org/officeDocument/2006/relationships/tags" Target="../tags/tag293.xml"/><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ags" Target="../tags/tag296.xml"/><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6" Type="http://schemas.openxmlformats.org/officeDocument/2006/relationships/image" Target="../media/image1.png"/><Relationship Id="rId5" Type="http://schemas.openxmlformats.org/officeDocument/2006/relationships/tags" Target="../tags/tag300.xml"/><Relationship Id="rId4" Type="http://schemas.openxmlformats.org/officeDocument/2006/relationships/tags" Target="../tags/tag299.xml"/><Relationship Id="rId3" Type="http://schemas.openxmlformats.org/officeDocument/2006/relationships/tags" Target="../tags/tag298.xml"/><Relationship Id="rId2" Type="http://schemas.openxmlformats.org/officeDocument/2006/relationships/tags" Target="../tags/tag297.xml"/><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6" Type="http://schemas.openxmlformats.org/officeDocument/2006/relationships/image" Target="../media/image1.png"/><Relationship Id="rId5" Type="http://schemas.openxmlformats.org/officeDocument/2006/relationships/tags" Target="../tags/tag304.xml"/><Relationship Id="rId4" Type="http://schemas.openxmlformats.org/officeDocument/2006/relationships/tags" Target="../tags/tag303.xml"/><Relationship Id="rId3" Type="http://schemas.openxmlformats.org/officeDocument/2006/relationships/tags" Target="../tags/tag302.xml"/><Relationship Id="rId2" Type="http://schemas.openxmlformats.org/officeDocument/2006/relationships/tags" Target="../tags/tag301.xml"/><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99" Type="http://schemas.openxmlformats.org/officeDocument/2006/relationships/tags" Target="../tags/tag402.xml"/><Relationship Id="rId98" Type="http://schemas.openxmlformats.org/officeDocument/2006/relationships/tags" Target="../tags/tag401.xml"/><Relationship Id="rId97" Type="http://schemas.openxmlformats.org/officeDocument/2006/relationships/tags" Target="../tags/tag400.xml"/><Relationship Id="rId96" Type="http://schemas.openxmlformats.org/officeDocument/2006/relationships/tags" Target="../tags/tag399.xml"/><Relationship Id="rId95" Type="http://schemas.openxmlformats.org/officeDocument/2006/relationships/tags" Target="../tags/tag398.xml"/><Relationship Id="rId94" Type="http://schemas.openxmlformats.org/officeDocument/2006/relationships/tags" Target="../tags/tag397.xml"/><Relationship Id="rId93" Type="http://schemas.openxmlformats.org/officeDocument/2006/relationships/tags" Target="../tags/tag396.xml"/><Relationship Id="rId92" Type="http://schemas.openxmlformats.org/officeDocument/2006/relationships/tags" Target="../tags/tag395.xml"/><Relationship Id="rId91" Type="http://schemas.openxmlformats.org/officeDocument/2006/relationships/tags" Target="../tags/tag394.xml"/><Relationship Id="rId90" Type="http://schemas.openxmlformats.org/officeDocument/2006/relationships/tags" Target="../tags/tag393.xml"/><Relationship Id="rId9" Type="http://schemas.openxmlformats.org/officeDocument/2006/relationships/tags" Target="../tags/tag312.xml"/><Relationship Id="rId89" Type="http://schemas.openxmlformats.org/officeDocument/2006/relationships/tags" Target="../tags/tag392.xml"/><Relationship Id="rId88" Type="http://schemas.openxmlformats.org/officeDocument/2006/relationships/tags" Target="../tags/tag391.xml"/><Relationship Id="rId87" Type="http://schemas.openxmlformats.org/officeDocument/2006/relationships/tags" Target="../tags/tag390.xml"/><Relationship Id="rId86" Type="http://schemas.openxmlformats.org/officeDocument/2006/relationships/tags" Target="../tags/tag389.xml"/><Relationship Id="rId85" Type="http://schemas.openxmlformats.org/officeDocument/2006/relationships/tags" Target="../tags/tag388.xml"/><Relationship Id="rId84" Type="http://schemas.openxmlformats.org/officeDocument/2006/relationships/tags" Target="../tags/tag387.xml"/><Relationship Id="rId83" Type="http://schemas.openxmlformats.org/officeDocument/2006/relationships/tags" Target="../tags/tag386.xml"/><Relationship Id="rId82" Type="http://schemas.openxmlformats.org/officeDocument/2006/relationships/tags" Target="../tags/tag385.xml"/><Relationship Id="rId81" Type="http://schemas.openxmlformats.org/officeDocument/2006/relationships/tags" Target="../tags/tag384.xml"/><Relationship Id="rId80" Type="http://schemas.openxmlformats.org/officeDocument/2006/relationships/tags" Target="../tags/tag383.xml"/><Relationship Id="rId8" Type="http://schemas.openxmlformats.org/officeDocument/2006/relationships/tags" Target="../tags/tag311.xml"/><Relationship Id="rId79" Type="http://schemas.openxmlformats.org/officeDocument/2006/relationships/tags" Target="../tags/tag382.xml"/><Relationship Id="rId78" Type="http://schemas.openxmlformats.org/officeDocument/2006/relationships/tags" Target="../tags/tag381.xml"/><Relationship Id="rId77" Type="http://schemas.openxmlformats.org/officeDocument/2006/relationships/tags" Target="../tags/tag380.xml"/><Relationship Id="rId76" Type="http://schemas.openxmlformats.org/officeDocument/2006/relationships/tags" Target="../tags/tag379.xml"/><Relationship Id="rId75" Type="http://schemas.openxmlformats.org/officeDocument/2006/relationships/tags" Target="../tags/tag378.xml"/><Relationship Id="rId74" Type="http://schemas.openxmlformats.org/officeDocument/2006/relationships/tags" Target="../tags/tag377.xml"/><Relationship Id="rId73" Type="http://schemas.openxmlformats.org/officeDocument/2006/relationships/tags" Target="../tags/tag376.xml"/><Relationship Id="rId72" Type="http://schemas.openxmlformats.org/officeDocument/2006/relationships/tags" Target="../tags/tag375.xml"/><Relationship Id="rId71" Type="http://schemas.openxmlformats.org/officeDocument/2006/relationships/tags" Target="../tags/tag374.xml"/><Relationship Id="rId70" Type="http://schemas.openxmlformats.org/officeDocument/2006/relationships/tags" Target="../tags/tag373.xml"/><Relationship Id="rId7" Type="http://schemas.openxmlformats.org/officeDocument/2006/relationships/tags" Target="../tags/tag310.xml"/><Relationship Id="rId69" Type="http://schemas.openxmlformats.org/officeDocument/2006/relationships/tags" Target="../tags/tag372.xml"/><Relationship Id="rId68" Type="http://schemas.openxmlformats.org/officeDocument/2006/relationships/tags" Target="../tags/tag371.xml"/><Relationship Id="rId67" Type="http://schemas.openxmlformats.org/officeDocument/2006/relationships/tags" Target="../tags/tag370.xml"/><Relationship Id="rId66" Type="http://schemas.openxmlformats.org/officeDocument/2006/relationships/tags" Target="../tags/tag369.xml"/><Relationship Id="rId65" Type="http://schemas.openxmlformats.org/officeDocument/2006/relationships/tags" Target="../tags/tag368.xml"/><Relationship Id="rId64" Type="http://schemas.openxmlformats.org/officeDocument/2006/relationships/tags" Target="../tags/tag367.xml"/><Relationship Id="rId63" Type="http://schemas.openxmlformats.org/officeDocument/2006/relationships/tags" Target="../tags/tag366.xml"/><Relationship Id="rId62" Type="http://schemas.openxmlformats.org/officeDocument/2006/relationships/tags" Target="../tags/tag365.xml"/><Relationship Id="rId61" Type="http://schemas.openxmlformats.org/officeDocument/2006/relationships/tags" Target="../tags/tag364.xml"/><Relationship Id="rId60" Type="http://schemas.openxmlformats.org/officeDocument/2006/relationships/tags" Target="../tags/tag363.xml"/><Relationship Id="rId6" Type="http://schemas.openxmlformats.org/officeDocument/2006/relationships/tags" Target="../tags/tag309.xml"/><Relationship Id="rId59" Type="http://schemas.openxmlformats.org/officeDocument/2006/relationships/tags" Target="../tags/tag362.xml"/><Relationship Id="rId58" Type="http://schemas.openxmlformats.org/officeDocument/2006/relationships/tags" Target="../tags/tag361.xml"/><Relationship Id="rId57" Type="http://schemas.openxmlformats.org/officeDocument/2006/relationships/tags" Target="../tags/tag360.xml"/><Relationship Id="rId56" Type="http://schemas.openxmlformats.org/officeDocument/2006/relationships/tags" Target="../tags/tag359.xml"/><Relationship Id="rId55" Type="http://schemas.openxmlformats.org/officeDocument/2006/relationships/tags" Target="../tags/tag358.xml"/><Relationship Id="rId54" Type="http://schemas.openxmlformats.org/officeDocument/2006/relationships/tags" Target="../tags/tag357.xml"/><Relationship Id="rId53" Type="http://schemas.openxmlformats.org/officeDocument/2006/relationships/tags" Target="../tags/tag356.xml"/><Relationship Id="rId52" Type="http://schemas.openxmlformats.org/officeDocument/2006/relationships/tags" Target="../tags/tag355.xml"/><Relationship Id="rId51" Type="http://schemas.openxmlformats.org/officeDocument/2006/relationships/tags" Target="../tags/tag354.xml"/><Relationship Id="rId50" Type="http://schemas.openxmlformats.org/officeDocument/2006/relationships/tags" Target="../tags/tag353.xml"/><Relationship Id="rId5" Type="http://schemas.openxmlformats.org/officeDocument/2006/relationships/tags" Target="../tags/tag308.xml"/><Relationship Id="rId49" Type="http://schemas.openxmlformats.org/officeDocument/2006/relationships/tags" Target="../tags/tag352.xml"/><Relationship Id="rId48" Type="http://schemas.openxmlformats.org/officeDocument/2006/relationships/tags" Target="../tags/tag351.xml"/><Relationship Id="rId47" Type="http://schemas.openxmlformats.org/officeDocument/2006/relationships/tags" Target="../tags/tag350.xml"/><Relationship Id="rId46" Type="http://schemas.openxmlformats.org/officeDocument/2006/relationships/tags" Target="../tags/tag349.xml"/><Relationship Id="rId45" Type="http://schemas.openxmlformats.org/officeDocument/2006/relationships/tags" Target="../tags/tag348.xml"/><Relationship Id="rId44" Type="http://schemas.openxmlformats.org/officeDocument/2006/relationships/tags" Target="../tags/tag347.xml"/><Relationship Id="rId43" Type="http://schemas.openxmlformats.org/officeDocument/2006/relationships/tags" Target="../tags/tag346.xml"/><Relationship Id="rId42" Type="http://schemas.openxmlformats.org/officeDocument/2006/relationships/tags" Target="../tags/tag345.xml"/><Relationship Id="rId41" Type="http://schemas.openxmlformats.org/officeDocument/2006/relationships/tags" Target="../tags/tag344.xml"/><Relationship Id="rId40" Type="http://schemas.openxmlformats.org/officeDocument/2006/relationships/tags" Target="../tags/tag343.xml"/><Relationship Id="rId4" Type="http://schemas.openxmlformats.org/officeDocument/2006/relationships/tags" Target="../tags/tag307.xml"/><Relationship Id="rId39" Type="http://schemas.openxmlformats.org/officeDocument/2006/relationships/tags" Target="../tags/tag342.xml"/><Relationship Id="rId38" Type="http://schemas.openxmlformats.org/officeDocument/2006/relationships/tags" Target="../tags/tag341.xml"/><Relationship Id="rId37" Type="http://schemas.openxmlformats.org/officeDocument/2006/relationships/tags" Target="../tags/tag340.xml"/><Relationship Id="rId36" Type="http://schemas.openxmlformats.org/officeDocument/2006/relationships/tags" Target="../tags/tag339.xml"/><Relationship Id="rId35" Type="http://schemas.openxmlformats.org/officeDocument/2006/relationships/tags" Target="../tags/tag338.xml"/><Relationship Id="rId34" Type="http://schemas.openxmlformats.org/officeDocument/2006/relationships/tags" Target="../tags/tag337.xml"/><Relationship Id="rId33" Type="http://schemas.openxmlformats.org/officeDocument/2006/relationships/tags" Target="../tags/tag336.xml"/><Relationship Id="rId32" Type="http://schemas.openxmlformats.org/officeDocument/2006/relationships/tags" Target="../tags/tag335.xml"/><Relationship Id="rId31" Type="http://schemas.openxmlformats.org/officeDocument/2006/relationships/tags" Target="../tags/tag334.xml"/><Relationship Id="rId30" Type="http://schemas.openxmlformats.org/officeDocument/2006/relationships/tags" Target="../tags/tag333.xml"/><Relationship Id="rId3" Type="http://schemas.openxmlformats.org/officeDocument/2006/relationships/tags" Target="../tags/tag306.xml"/><Relationship Id="rId29" Type="http://schemas.openxmlformats.org/officeDocument/2006/relationships/tags" Target="../tags/tag332.xml"/><Relationship Id="rId28" Type="http://schemas.openxmlformats.org/officeDocument/2006/relationships/tags" Target="../tags/tag331.xml"/><Relationship Id="rId27" Type="http://schemas.openxmlformats.org/officeDocument/2006/relationships/tags" Target="../tags/tag330.xml"/><Relationship Id="rId26" Type="http://schemas.openxmlformats.org/officeDocument/2006/relationships/tags" Target="../tags/tag329.xml"/><Relationship Id="rId25" Type="http://schemas.openxmlformats.org/officeDocument/2006/relationships/tags" Target="../tags/tag328.xml"/><Relationship Id="rId24" Type="http://schemas.openxmlformats.org/officeDocument/2006/relationships/tags" Target="../tags/tag327.xml"/><Relationship Id="rId23" Type="http://schemas.openxmlformats.org/officeDocument/2006/relationships/tags" Target="../tags/tag326.xml"/><Relationship Id="rId22" Type="http://schemas.openxmlformats.org/officeDocument/2006/relationships/tags" Target="../tags/tag325.xml"/><Relationship Id="rId21" Type="http://schemas.openxmlformats.org/officeDocument/2006/relationships/tags" Target="../tags/tag324.xml"/><Relationship Id="rId20" Type="http://schemas.openxmlformats.org/officeDocument/2006/relationships/tags" Target="../tags/tag323.xml"/><Relationship Id="rId2" Type="http://schemas.openxmlformats.org/officeDocument/2006/relationships/tags" Target="../tags/tag305.xml"/><Relationship Id="rId19" Type="http://schemas.openxmlformats.org/officeDocument/2006/relationships/tags" Target="../tags/tag322.xml"/><Relationship Id="rId18" Type="http://schemas.openxmlformats.org/officeDocument/2006/relationships/tags" Target="../tags/tag321.xml"/><Relationship Id="rId17" Type="http://schemas.openxmlformats.org/officeDocument/2006/relationships/tags" Target="../tags/tag320.xml"/><Relationship Id="rId16" Type="http://schemas.openxmlformats.org/officeDocument/2006/relationships/tags" Target="../tags/tag319.xml"/><Relationship Id="rId15" Type="http://schemas.openxmlformats.org/officeDocument/2006/relationships/tags" Target="../tags/tag318.xml"/><Relationship Id="rId14" Type="http://schemas.openxmlformats.org/officeDocument/2006/relationships/tags" Target="../tags/tag317.xml"/><Relationship Id="rId13" Type="http://schemas.openxmlformats.org/officeDocument/2006/relationships/tags" Target="../tags/tag316.xml"/><Relationship Id="rId12" Type="http://schemas.openxmlformats.org/officeDocument/2006/relationships/tags" Target="../tags/tag315.xml"/><Relationship Id="rId117" Type="http://schemas.openxmlformats.org/officeDocument/2006/relationships/tags" Target="../tags/tag420.xml"/><Relationship Id="rId116" Type="http://schemas.openxmlformats.org/officeDocument/2006/relationships/tags" Target="../tags/tag419.xml"/><Relationship Id="rId115" Type="http://schemas.openxmlformats.org/officeDocument/2006/relationships/tags" Target="../tags/tag418.xml"/><Relationship Id="rId114" Type="http://schemas.openxmlformats.org/officeDocument/2006/relationships/tags" Target="../tags/tag417.xml"/><Relationship Id="rId113" Type="http://schemas.openxmlformats.org/officeDocument/2006/relationships/tags" Target="../tags/tag416.xml"/><Relationship Id="rId112" Type="http://schemas.openxmlformats.org/officeDocument/2006/relationships/tags" Target="../tags/tag415.xml"/><Relationship Id="rId111" Type="http://schemas.openxmlformats.org/officeDocument/2006/relationships/tags" Target="../tags/tag414.xml"/><Relationship Id="rId110" Type="http://schemas.openxmlformats.org/officeDocument/2006/relationships/tags" Target="../tags/tag413.xml"/><Relationship Id="rId11" Type="http://schemas.openxmlformats.org/officeDocument/2006/relationships/tags" Target="../tags/tag314.xml"/><Relationship Id="rId109" Type="http://schemas.openxmlformats.org/officeDocument/2006/relationships/tags" Target="../tags/tag412.xml"/><Relationship Id="rId108" Type="http://schemas.openxmlformats.org/officeDocument/2006/relationships/tags" Target="../tags/tag411.xml"/><Relationship Id="rId107" Type="http://schemas.openxmlformats.org/officeDocument/2006/relationships/tags" Target="../tags/tag410.xml"/><Relationship Id="rId106" Type="http://schemas.openxmlformats.org/officeDocument/2006/relationships/tags" Target="../tags/tag409.xml"/><Relationship Id="rId105" Type="http://schemas.openxmlformats.org/officeDocument/2006/relationships/tags" Target="../tags/tag408.xml"/><Relationship Id="rId104" Type="http://schemas.openxmlformats.org/officeDocument/2006/relationships/tags" Target="../tags/tag407.xml"/><Relationship Id="rId103" Type="http://schemas.openxmlformats.org/officeDocument/2006/relationships/tags" Target="../tags/tag406.xml"/><Relationship Id="rId102" Type="http://schemas.openxmlformats.org/officeDocument/2006/relationships/tags" Target="../tags/tag405.xml"/><Relationship Id="rId101" Type="http://schemas.openxmlformats.org/officeDocument/2006/relationships/tags" Target="../tags/tag404.xml"/><Relationship Id="rId100" Type="http://schemas.openxmlformats.org/officeDocument/2006/relationships/tags" Target="../tags/tag403.xml"/><Relationship Id="rId10" Type="http://schemas.openxmlformats.org/officeDocument/2006/relationships/tags" Target="../tags/tag313.xml"/><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7" Type="http://schemas.openxmlformats.org/officeDocument/2006/relationships/tags" Target="../tags/tag425.xml"/><Relationship Id="rId6" Type="http://schemas.openxmlformats.org/officeDocument/2006/relationships/tags" Target="../tags/tag424.xml"/><Relationship Id="rId5" Type="http://schemas.openxmlformats.org/officeDocument/2006/relationships/tags" Target="../tags/tag423.xml"/><Relationship Id="rId4" Type="http://schemas.openxmlformats.org/officeDocument/2006/relationships/tags" Target="../tags/tag422.xml"/><Relationship Id="rId3" Type="http://schemas.openxmlformats.org/officeDocument/2006/relationships/image" Target="../media/image1.png"/><Relationship Id="rId2" Type="http://schemas.openxmlformats.org/officeDocument/2006/relationships/tags" Target="../tags/tag421.xml"/><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9" Type="http://schemas.openxmlformats.org/officeDocument/2006/relationships/tags" Target="../tags/tag433.xml"/><Relationship Id="rId8" Type="http://schemas.openxmlformats.org/officeDocument/2006/relationships/tags" Target="../tags/tag432.xml"/><Relationship Id="rId7" Type="http://schemas.openxmlformats.org/officeDocument/2006/relationships/tags" Target="../tags/tag431.xml"/><Relationship Id="rId6" Type="http://schemas.openxmlformats.org/officeDocument/2006/relationships/tags" Target="../tags/tag430.xml"/><Relationship Id="rId5" Type="http://schemas.openxmlformats.org/officeDocument/2006/relationships/tags" Target="../tags/tag429.xml"/><Relationship Id="rId4" Type="http://schemas.openxmlformats.org/officeDocument/2006/relationships/tags" Target="../tags/tag428.xml"/><Relationship Id="rId3" Type="http://schemas.openxmlformats.org/officeDocument/2006/relationships/tags" Target="../tags/tag427.xml"/><Relationship Id="rId2" Type="http://schemas.openxmlformats.org/officeDocument/2006/relationships/tags" Target="../tags/tag426.xml"/><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9" Type="http://schemas.openxmlformats.org/officeDocument/2006/relationships/tags" Target="../tags/tag439.xml"/><Relationship Id="rId8" Type="http://schemas.openxmlformats.org/officeDocument/2006/relationships/tags" Target="../tags/tag438.xml"/><Relationship Id="rId7" Type="http://schemas.openxmlformats.org/officeDocument/2006/relationships/image" Target="../media/image3.png"/><Relationship Id="rId6" Type="http://schemas.openxmlformats.org/officeDocument/2006/relationships/tags" Target="../tags/tag437.xml"/><Relationship Id="rId5" Type="http://schemas.openxmlformats.org/officeDocument/2006/relationships/image" Target="../media/image2.png"/><Relationship Id="rId4" Type="http://schemas.openxmlformats.org/officeDocument/2006/relationships/tags" Target="../tags/tag436.xml"/><Relationship Id="rId3" Type="http://schemas.openxmlformats.org/officeDocument/2006/relationships/tags" Target="../tags/tag435.xml"/><Relationship Id="rId2" Type="http://schemas.openxmlformats.org/officeDocument/2006/relationships/tags" Target="../tags/tag434.xml"/><Relationship Id="rId13" Type="http://schemas.openxmlformats.org/officeDocument/2006/relationships/tags" Target="../tags/tag443.xml"/><Relationship Id="rId12" Type="http://schemas.openxmlformats.org/officeDocument/2006/relationships/tags" Target="../tags/tag442.xml"/><Relationship Id="rId11" Type="http://schemas.openxmlformats.org/officeDocument/2006/relationships/tags" Target="../tags/tag441.xml"/><Relationship Id="rId10" Type="http://schemas.openxmlformats.org/officeDocument/2006/relationships/tags" Target="../tags/tag440.xml"/><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9" Type="http://schemas.openxmlformats.org/officeDocument/2006/relationships/tags" Target="../tags/tag449.xml"/><Relationship Id="rId8" Type="http://schemas.openxmlformats.org/officeDocument/2006/relationships/tags" Target="../tags/tag448.xml"/><Relationship Id="rId7" Type="http://schemas.openxmlformats.org/officeDocument/2006/relationships/image" Target="../media/image3.png"/><Relationship Id="rId6" Type="http://schemas.openxmlformats.org/officeDocument/2006/relationships/tags" Target="../tags/tag447.xml"/><Relationship Id="rId5" Type="http://schemas.openxmlformats.org/officeDocument/2006/relationships/image" Target="../media/image2.png"/><Relationship Id="rId4" Type="http://schemas.openxmlformats.org/officeDocument/2006/relationships/tags" Target="../tags/tag446.xml"/><Relationship Id="rId3" Type="http://schemas.openxmlformats.org/officeDocument/2006/relationships/tags" Target="../tags/tag445.xml"/><Relationship Id="rId2" Type="http://schemas.openxmlformats.org/officeDocument/2006/relationships/tags" Target="../tags/tag444.xml"/><Relationship Id="rId13" Type="http://schemas.openxmlformats.org/officeDocument/2006/relationships/tags" Target="../tags/tag453.xml"/><Relationship Id="rId12" Type="http://schemas.openxmlformats.org/officeDocument/2006/relationships/tags" Target="../tags/tag452.xml"/><Relationship Id="rId11" Type="http://schemas.openxmlformats.org/officeDocument/2006/relationships/tags" Target="../tags/tag451.xml"/><Relationship Id="rId10" Type="http://schemas.openxmlformats.org/officeDocument/2006/relationships/tags" Target="../tags/tag450.xml"/><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9" Type="http://schemas.openxmlformats.org/officeDocument/2006/relationships/tags" Target="../tags/tag461.xml"/><Relationship Id="rId8" Type="http://schemas.openxmlformats.org/officeDocument/2006/relationships/tags" Target="../tags/tag460.xml"/><Relationship Id="rId7" Type="http://schemas.openxmlformats.org/officeDocument/2006/relationships/tags" Target="../tags/tag459.xml"/><Relationship Id="rId6" Type="http://schemas.openxmlformats.org/officeDocument/2006/relationships/tags" Target="../tags/tag458.xml"/><Relationship Id="rId5" Type="http://schemas.openxmlformats.org/officeDocument/2006/relationships/tags" Target="../tags/tag457.xml"/><Relationship Id="rId4" Type="http://schemas.openxmlformats.org/officeDocument/2006/relationships/tags" Target="../tags/tag456.xml"/><Relationship Id="rId3" Type="http://schemas.openxmlformats.org/officeDocument/2006/relationships/tags" Target="../tags/tag455.xml"/><Relationship Id="rId2" Type="http://schemas.openxmlformats.org/officeDocument/2006/relationships/tags" Target="../tags/tag454.xml"/><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9" Type="http://schemas.openxmlformats.org/officeDocument/2006/relationships/tags" Target="../tags/tag468.xml"/><Relationship Id="rId8" Type="http://schemas.openxmlformats.org/officeDocument/2006/relationships/tags" Target="../tags/tag467.xml"/><Relationship Id="rId7" Type="http://schemas.openxmlformats.org/officeDocument/2006/relationships/tags" Target="../tags/tag466.xml"/><Relationship Id="rId6" Type="http://schemas.openxmlformats.org/officeDocument/2006/relationships/tags" Target="../tags/tag465.xml"/><Relationship Id="rId5" Type="http://schemas.openxmlformats.org/officeDocument/2006/relationships/tags" Target="../tags/tag464.xml"/><Relationship Id="rId4" Type="http://schemas.openxmlformats.org/officeDocument/2006/relationships/tags" Target="../tags/tag463.xml"/><Relationship Id="rId3" Type="http://schemas.openxmlformats.org/officeDocument/2006/relationships/image" Target="../media/image1.png"/><Relationship Id="rId2" Type="http://schemas.openxmlformats.org/officeDocument/2006/relationships/tags" Target="../tags/tag462.xml"/><Relationship Id="rId12" Type="http://schemas.openxmlformats.org/officeDocument/2006/relationships/tags" Target="../tags/tag471.xml"/><Relationship Id="rId11" Type="http://schemas.openxmlformats.org/officeDocument/2006/relationships/tags" Target="../tags/tag470.xml"/><Relationship Id="rId10" Type="http://schemas.openxmlformats.org/officeDocument/2006/relationships/tags" Target="../tags/tag469.xml"/><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9" Type="http://schemas.openxmlformats.org/officeDocument/2006/relationships/tags" Target="../tags/tag479.xml"/><Relationship Id="rId8" Type="http://schemas.openxmlformats.org/officeDocument/2006/relationships/tags" Target="../tags/tag478.xml"/><Relationship Id="rId7" Type="http://schemas.openxmlformats.org/officeDocument/2006/relationships/tags" Target="../tags/tag477.xml"/><Relationship Id="rId6" Type="http://schemas.openxmlformats.org/officeDocument/2006/relationships/tags" Target="../tags/tag476.xml"/><Relationship Id="rId5" Type="http://schemas.openxmlformats.org/officeDocument/2006/relationships/tags" Target="../tags/tag475.xml"/><Relationship Id="rId4" Type="http://schemas.openxmlformats.org/officeDocument/2006/relationships/tags" Target="../tags/tag474.xml"/><Relationship Id="rId3" Type="http://schemas.openxmlformats.org/officeDocument/2006/relationships/tags" Target="../tags/tag473.xml"/><Relationship Id="rId2" Type="http://schemas.openxmlformats.org/officeDocument/2006/relationships/tags" Target="../tags/tag472.xml"/><Relationship Id="rId18" Type="http://schemas.openxmlformats.org/officeDocument/2006/relationships/image" Target="../media/image4.png"/><Relationship Id="rId17" Type="http://schemas.openxmlformats.org/officeDocument/2006/relationships/tags" Target="../tags/tag486.xml"/><Relationship Id="rId16" Type="http://schemas.openxmlformats.org/officeDocument/2006/relationships/image" Target="../media/image3.png"/><Relationship Id="rId15" Type="http://schemas.openxmlformats.org/officeDocument/2006/relationships/tags" Target="../tags/tag485.xml"/><Relationship Id="rId14" Type="http://schemas.openxmlformats.org/officeDocument/2006/relationships/tags" Target="../tags/tag484.xml"/><Relationship Id="rId13" Type="http://schemas.openxmlformats.org/officeDocument/2006/relationships/tags" Target="../tags/tag483.xml"/><Relationship Id="rId12" Type="http://schemas.openxmlformats.org/officeDocument/2006/relationships/tags" Target="../tags/tag482.xml"/><Relationship Id="rId11" Type="http://schemas.openxmlformats.org/officeDocument/2006/relationships/tags" Target="../tags/tag481.xml"/><Relationship Id="rId10" Type="http://schemas.openxmlformats.org/officeDocument/2006/relationships/tags" Target="../tags/tag480.xml"/><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99" Type="http://schemas.openxmlformats.org/officeDocument/2006/relationships/tags" Target="../tags/tag590.xml"/><Relationship Id="rId98" Type="http://schemas.openxmlformats.org/officeDocument/2006/relationships/tags" Target="../tags/tag589.xml"/><Relationship Id="rId97" Type="http://schemas.openxmlformats.org/officeDocument/2006/relationships/tags" Target="../tags/tag588.xml"/><Relationship Id="rId96" Type="http://schemas.openxmlformats.org/officeDocument/2006/relationships/tags" Target="../tags/tag587.xml"/><Relationship Id="rId95" Type="http://schemas.openxmlformats.org/officeDocument/2006/relationships/tags" Target="../tags/tag586.xml"/><Relationship Id="rId94" Type="http://schemas.openxmlformats.org/officeDocument/2006/relationships/tags" Target="../tags/tag585.xml"/><Relationship Id="rId93" Type="http://schemas.openxmlformats.org/officeDocument/2006/relationships/tags" Target="../tags/tag584.xml"/><Relationship Id="rId92" Type="http://schemas.openxmlformats.org/officeDocument/2006/relationships/tags" Target="../tags/tag583.xml"/><Relationship Id="rId91" Type="http://schemas.openxmlformats.org/officeDocument/2006/relationships/tags" Target="../tags/tag582.xml"/><Relationship Id="rId90" Type="http://schemas.openxmlformats.org/officeDocument/2006/relationships/tags" Target="../tags/tag581.xml"/><Relationship Id="rId9" Type="http://schemas.openxmlformats.org/officeDocument/2006/relationships/tags" Target="../tags/tag500.xml"/><Relationship Id="rId89" Type="http://schemas.openxmlformats.org/officeDocument/2006/relationships/tags" Target="../tags/tag580.xml"/><Relationship Id="rId88" Type="http://schemas.openxmlformats.org/officeDocument/2006/relationships/tags" Target="../tags/tag579.xml"/><Relationship Id="rId87" Type="http://schemas.openxmlformats.org/officeDocument/2006/relationships/tags" Target="../tags/tag578.xml"/><Relationship Id="rId86" Type="http://schemas.openxmlformats.org/officeDocument/2006/relationships/tags" Target="../tags/tag577.xml"/><Relationship Id="rId85" Type="http://schemas.openxmlformats.org/officeDocument/2006/relationships/tags" Target="../tags/tag576.xml"/><Relationship Id="rId84" Type="http://schemas.openxmlformats.org/officeDocument/2006/relationships/tags" Target="../tags/tag575.xml"/><Relationship Id="rId83" Type="http://schemas.openxmlformats.org/officeDocument/2006/relationships/tags" Target="../tags/tag574.xml"/><Relationship Id="rId82" Type="http://schemas.openxmlformats.org/officeDocument/2006/relationships/tags" Target="../tags/tag573.xml"/><Relationship Id="rId81" Type="http://schemas.openxmlformats.org/officeDocument/2006/relationships/tags" Target="../tags/tag572.xml"/><Relationship Id="rId80" Type="http://schemas.openxmlformats.org/officeDocument/2006/relationships/tags" Target="../tags/tag571.xml"/><Relationship Id="rId8" Type="http://schemas.openxmlformats.org/officeDocument/2006/relationships/tags" Target="../tags/tag499.xml"/><Relationship Id="rId79" Type="http://schemas.openxmlformats.org/officeDocument/2006/relationships/tags" Target="../tags/tag570.xml"/><Relationship Id="rId78" Type="http://schemas.openxmlformats.org/officeDocument/2006/relationships/tags" Target="../tags/tag569.xml"/><Relationship Id="rId77" Type="http://schemas.openxmlformats.org/officeDocument/2006/relationships/tags" Target="../tags/tag568.xml"/><Relationship Id="rId76" Type="http://schemas.openxmlformats.org/officeDocument/2006/relationships/tags" Target="../tags/tag567.xml"/><Relationship Id="rId75" Type="http://schemas.openxmlformats.org/officeDocument/2006/relationships/tags" Target="../tags/tag566.xml"/><Relationship Id="rId74" Type="http://schemas.openxmlformats.org/officeDocument/2006/relationships/tags" Target="../tags/tag565.xml"/><Relationship Id="rId73" Type="http://schemas.openxmlformats.org/officeDocument/2006/relationships/tags" Target="../tags/tag564.xml"/><Relationship Id="rId72" Type="http://schemas.openxmlformats.org/officeDocument/2006/relationships/tags" Target="../tags/tag563.xml"/><Relationship Id="rId71" Type="http://schemas.openxmlformats.org/officeDocument/2006/relationships/tags" Target="../tags/tag562.xml"/><Relationship Id="rId70" Type="http://schemas.openxmlformats.org/officeDocument/2006/relationships/tags" Target="../tags/tag561.xml"/><Relationship Id="rId7" Type="http://schemas.openxmlformats.org/officeDocument/2006/relationships/tags" Target="../tags/tag498.xml"/><Relationship Id="rId69" Type="http://schemas.openxmlformats.org/officeDocument/2006/relationships/tags" Target="../tags/tag560.xml"/><Relationship Id="rId68" Type="http://schemas.openxmlformats.org/officeDocument/2006/relationships/tags" Target="../tags/tag559.xml"/><Relationship Id="rId67" Type="http://schemas.openxmlformats.org/officeDocument/2006/relationships/tags" Target="../tags/tag558.xml"/><Relationship Id="rId66" Type="http://schemas.openxmlformats.org/officeDocument/2006/relationships/tags" Target="../tags/tag557.xml"/><Relationship Id="rId65" Type="http://schemas.openxmlformats.org/officeDocument/2006/relationships/tags" Target="../tags/tag556.xml"/><Relationship Id="rId64" Type="http://schemas.openxmlformats.org/officeDocument/2006/relationships/tags" Target="../tags/tag555.xml"/><Relationship Id="rId63" Type="http://schemas.openxmlformats.org/officeDocument/2006/relationships/tags" Target="../tags/tag554.xml"/><Relationship Id="rId62" Type="http://schemas.openxmlformats.org/officeDocument/2006/relationships/tags" Target="../tags/tag553.xml"/><Relationship Id="rId61" Type="http://schemas.openxmlformats.org/officeDocument/2006/relationships/tags" Target="../tags/tag552.xml"/><Relationship Id="rId60" Type="http://schemas.openxmlformats.org/officeDocument/2006/relationships/tags" Target="../tags/tag551.xml"/><Relationship Id="rId6" Type="http://schemas.openxmlformats.org/officeDocument/2006/relationships/tags" Target="../tags/tag497.xml"/><Relationship Id="rId59" Type="http://schemas.openxmlformats.org/officeDocument/2006/relationships/tags" Target="../tags/tag550.xml"/><Relationship Id="rId58" Type="http://schemas.openxmlformats.org/officeDocument/2006/relationships/tags" Target="../tags/tag549.xml"/><Relationship Id="rId57" Type="http://schemas.openxmlformats.org/officeDocument/2006/relationships/tags" Target="../tags/tag548.xml"/><Relationship Id="rId56" Type="http://schemas.openxmlformats.org/officeDocument/2006/relationships/tags" Target="../tags/tag547.xml"/><Relationship Id="rId55" Type="http://schemas.openxmlformats.org/officeDocument/2006/relationships/tags" Target="../tags/tag546.xml"/><Relationship Id="rId54" Type="http://schemas.openxmlformats.org/officeDocument/2006/relationships/tags" Target="../tags/tag545.xml"/><Relationship Id="rId53" Type="http://schemas.openxmlformats.org/officeDocument/2006/relationships/tags" Target="../tags/tag544.xml"/><Relationship Id="rId52" Type="http://schemas.openxmlformats.org/officeDocument/2006/relationships/tags" Target="../tags/tag543.xml"/><Relationship Id="rId51" Type="http://schemas.openxmlformats.org/officeDocument/2006/relationships/tags" Target="../tags/tag542.xml"/><Relationship Id="rId50" Type="http://schemas.openxmlformats.org/officeDocument/2006/relationships/tags" Target="../tags/tag541.xml"/><Relationship Id="rId5" Type="http://schemas.openxmlformats.org/officeDocument/2006/relationships/tags" Target="../tags/tag496.xml"/><Relationship Id="rId49" Type="http://schemas.openxmlformats.org/officeDocument/2006/relationships/tags" Target="../tags/tag540.xml"/><Relationship Id="rId48" Type="http://schemas.openxmlformats.org/officeDocument/2006/relationships/tags" Target="../tags/tag539.xml"/><Relationship Id="rId47" Type="http://schemas.openxmlformats.org/officeDocument/2006/relationships/tags" Target="../tags/tag538.xml"/><Relationship Id="rId46" Type="http://schemas.openxmlformats.org/officeDocument/2006/relationships/tags" Target="../tags/tag537.xml"/><Relationship Id="rId45" Type="http://schemas.openxmlformats.org/officeDocument/2006/relationships/tags" Target="../tags/tag536.xml"/><Relationship Id="rId44" Type="http://schemas.openxmlformats.org/officeDocument/2006/relationships/tags" Target="../tags/tag535.xml"/><Relationship Id="rId43" Type="http://schemas.openxmlformats.org/officeDocument/2006/relationships/tags" Target="../tags/tag534.xml"/><Relationship Id="rId42" Type="http://schemas.openxmlformats.org/officeDocument/2006/relationships/tags" Target="../tags/tag533.xml"/><Relationship Id="rId41" Type="http://schemas.openxmlformats.org/officeDocument/2006/relationships/tags" Target="../tags/tag532.xml"/><Relationship Id="rId40" Type="http://schemas.openxmlformats.org/officeDocument/2006/relationships/tags" Target="../tags/tag531.xml"/><Relationship Id="rId4" Type="http://schemas.openxmlformats.org/officeDocument/2006/relationships/tags" Target="../tags/tag495.xml"/><Relationship Id="rId39" Type="http://schemas.openxmlformats.org/officeDocument/2006/relationships/tags" Target="../tags/tag530.xml"/><Relationship Id="rId38" Type="http://schemas.openxmlformats.org/officeDocument/2006/relationships/tags" Target="../tags/tag529.xml"/><Relationship Id="rId37" Type="http://schemas.openxmlformats.org/officeDocument/2006/relationships/tags" Target="../tags/tag528.xml"/><Relationship Id="rId36" Type="http://schemas.openxmlformats.org/officeDocument/2006/relationships/tags" Target="../tags/tag527.xml"/><Relationship Id="rId35" Type="http://schemas.openxmlformats.org/officeDocument/2006/relationships/tags" Target="../tags/tag526.xml"/><Relationship Id="rId34" Type="http://schemas.openxmlformats.org/officeDocument/2006/relationships/tags" Target="../tags/tag525.xml"/><Relationship Id="rId33" Type="http://schemas.openxmlformats.org/officeDocument/2006/relationships/tags" Target="../tags/tag524.xml"/><Relationship Id="rId32" Type="http://schemas.openxmlformats.org/officeDocument/2006/relationships/tags" Target="../tags/tag523.xml"/><Relationship Id="rId31" Type="http://schemas.openxmlformats.org/officeDocument/2006/relationships/tags" Target="../tags/tag522.xml"/><Relationship Id="rId30" Type="http://schemas.openxmlformats.org/officeDocument/2006/relationships/tags" Target="../tags/tag521.xml"/><Relationship Id="rId3" Type="http://schemas.openxmlformats.org/officeDocument/2006/relationships/tags" Target="../tags/tag494.xml"/><Relationship Id="rId29" Type="http://schemas.openxmlformats.org/officeDocument/2006/relationships/tags" Target="../tags/tag520.xml"/><Relationship Id="rId28" Type="http://schemas.openxmlformats.org/officeDocument/2006/relationships/tags" Target="../tags/tag519.xml"/><Relationship Id="rId27" Type="http://schemas.openxmlformats.org/officeDocument/2006/relationships/tags" Target="../tags/tag518.xml"/><Relationship Id="rId26" Type="http://schemas.openxmlformats.org/officeDocument/2006/relationships/tags" Target="../tags/tag517.xml"/><Relationship Id="rId25" Type="http://schemas.openxmlformats.org/officeDocument/2006/relationships/tags" Target="../tags/tag516.xml"/><Relationship Id="rId24" Type="http://schemas.openxmlformats.org/officeDocument/2006/relationships/tags" Target="../tags/tag515.xml"/><Relationship Id="rId23" Type="http://schemas.openxmlformats.org/officeDocument/2006/relationships/tags" Target="../tags/tag514.xml"/><Relationship Id="rId22" Type="http://schemas.openxmlformats.org/officeDocument/2006/relationships/tags" Target="../tags/tag513.xml"/><Relationship Id="rId21" Type="http://schemas.openxmlformats.org/officeDocument/2006/relationships/tags" Target="../tags/tag512.xml"/><Relationship Id="rId20" Type="http://schemas.openxmlformats.org/officeDocument/2006/relationships/tags" Target="../tags/tag511.xml"/><Relationship Id="rId2" Type="http://schemas.openxmlformats.org/officeDocument/2006/relationships/tags" Target="../tags/tag493.xml"/><Relationship Id="rId19" Type="http://schemas.openxmlformats.org/officeDocument/2006/relationships/tags" Target="../tags/tag510.xml"/><Relationship Id="rId18" Type="http://schemas.openxmlformats.org/officeDocument/2006/relationships/tags" Target="../tags/tag509.xml"/><Relationship Id="rId17" Type="http://schemas.openxmlformats.org/officeDocument/2006/relationships/tags" Target="../tags/tag508.xml"/><Relationship Id="rId16" Type="http://schemas.openxmlformats.org/officeDocument/2006/relationships/tags" Target="../tags/tag507.xml"/><Relationship Id="rId15" Type="http://schemas.openxmlformats.org/officeDocument/2006/relationships/tags" Target="../tags/tag506.xml"/><Relationship Id="rId14" Type="http://schemas.openxmlformats.org/officeDocument/2006/relationships/tags" Target="../tags/tag505.xml"/><Relationship Id="rId136" Type="http://schemas.openxmlformats.org/officeDocument/2006/relationships/tags" Target="../tags/tag627.xml"/><Relationship Id="rId135" Type="http://schemas.openxmlformats.org/officeDocument/2006/relationships/tags" Target="../tags/tag626.xml"/><Relationship Id="rId134" Type="http://schemas.openxmlformats.org/officeDocument/2006/relationships/tags" Target="../tags/tag625.xml"/><Relationship Id="rId133" Type="http://schemas.openxmlformats.org/officeDocument/2006/relationships/tags" Target="../tags/tag624.xml"/><Relationship Id="rId132" Type="http://schemas.openxmlformats.org/officeDocument/2006/relationships/tags" Target="../tags/tag623.xml"/><Relationship Id="rId131" Type="http://schemas.openxmlformats.org/officeDocument/2006/relationships/tags" Target="../tags/tag622.xml"/><Relationship Id="rId130" Type="http://schemas.openxmlformats.org/officeDocument/2006/relationships/tags" Target="../tags/tag621.xml"/><Relationship Id="rId13" Type="http://schemas.openxmlformats.org/officeDocument/2006/relationships/tags" Target="../tags/tag504.xml"/><Relationship Id="rId129" Type="http://schemas.openxmlformats.org/officeDocument/2006/relationships/tags" Target="../tags/tag620.xml"/><Relationship Id="rId128" Type="http://schemas.openxmlformats.org/officeDocument/2006/relationships/tags" Target="../tags/tag619.xml"/><Relationship Id="rId127" Type="http://schemas.openxmlformats.org/officeDocument/2006/relationships/tags" Target="../tags/tag618.xml"/><Relationship Id="rId126" Type="http://schemas.openxmlformats.org/officeDocument/2006/relationships/tags" Target="../tags/tag617.xml"/><Relationship Id="rId125" Type="http://schemas.openxmlformats.org/officeDocument/2006/relationships/tags" Target="../tags/tag616.xml"/><Relationship Id="rId124" Type="http://schemas.openxmlformats.org/officeDocument/2006/relationships/tags" Target="../tags/tag615.xml"/><Relationship Id="rId123" Type="http://schemas.openxmlformats.org/officeDocument/2006/relationships/tags" Target="../tags/tag614.xml"/><Relationship Id="rId122" Type="http://schemas.openxmlformats.org/officeDocument/2006/relationships/tags" Target="../tags/tag613.xml"/><Relationship Id="rId121" Type="http://schemas.openxmlformats.org/officeDocument/2006/relationships/tags" Target="../tags/tag612.xml"/><Relationship Id="rId120" Type="http://schemas.openxmlformats.org/officeDocument/2006/relationships/tags" Target="../tags/tag611.xml"/><Relationship Id="rId12" Type="http://schemas.openxmlformats.org/officeDocument/2006/relationships/tags" Target="../tags/tag503.xml"/><Relationship Id="rId119" Type="http://schemas.openxmlformats.org/officeDocument/2006/relationships/tags" Target="../tags/tag610.xml"/><Relationship Id="rId118" Type="http://schemas.openxmlformats.org/officeDocument/2006/relationships/tags" Target="../tags/tag609.xml"/><Relationship Id="rId117" Type="http://schemas.openxmlformats.org/officeDocument/2006/relationships/tags" Target="../tags/tag608.xml"/><Relationship Id="rId116" Type="http://schemas.openxmlformats.org/officeDocument/2006/relationships/tags" Target="../tags/tag607.xml"/><Relationship Id="rId115" Type="http://schemas.openxmlformats.org/officeDocument/2006/relationships/tags" Target="../tags/tag606.xml"/><Relationship Id="rId114" Type="http://schemas.openxmlformats.org/officeDocument/2006/relationships/tags" Target="../tags/tag605.xml"/><Relationship Id="rId113" Type="http://schemas.openxmlformats.org/officeDocument/2006/relationships/tags" Target="../tags/tag604.xml"/><Relationship Id="rId112" Type="http://schemas.openxmlformats.org/officeDocument/2006/relationships/tags" Target="../tags/tag603.xml"/><Relationship Id="rId111" Type="http://schemas.openxmlformats.org/officeDocument/2006/relationships/tags" Target="../tags/tag602.xml"/><Relationship Id="rId110" Type="http://schemas.openxmlformats.org/officeDocument/2006/relationships/tags" Target="../tags/tag601.xml"/><Relationship Id="rId11" Type="http://schemas.openxmlformats.org/officeDocument/2006/relationships/tags" Target="../tags/tag502.xml"/><Relationship Id="rId109" Type="http://schemas.openxmlformats.org/officeDocument/2006/relationships/tags" Target="../tags/tag600.xml"/><Relationship Id="rId108" Type="http://schemas.openxmlformats.org/officeDocument/2006/relationships/tags" Target="../tags/tag599.xml"/><Relationship Id="rId107" Type="http://schemas.openxmlformats.org/officeDocument/2006/relationships/tags" Target="../tags/tag598.xml"/><Relationship Id="rId106" Type="http://schemas.openxmlformats.org/officeDocument/2006/relationships/tags" Target="../tags/tag597.xml"/><Relationship Id="rId105" Type="http://schemas.openxmlformats.org/officeDocument/2006/relationships/tags" Target="../tags/tag596.xml"/><Relationship Id="rId104" Type="http://schemas.openxmlformats.org/officeDocument/2006/relationships/tags" Target="../tags/tag595.xml"/><Relationship Id="rId103" Type="http://schemas.openxmlformats.org/officeDocument/2006/relationships/tags" Target="../tags/tag594.xml"/><Relationship Id="rId102" Type="http://schemas.openxmlformats.org/officeDocument/2006/relationships/tags" Target="../tags/tag593.xml"/><Relationship Id="rId101" Type="http://schemas.openxmlformats.org/officeDocument/2006/relationships/tags" Target="../tags/tag592.xml"/><Relationship Id="rId100" Type="http://schemas.openxmlformats.org/officeDocument/2006/relationships/tags" Target="../tags/tag591.xml"/><Relationship Id="rId10" Type="http://schemas.openxmlformats.org/officeDocument/2006/relationships/tags" Target="../tags/tag501.xml"/><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8" Type="http://schemas.openxmlformats.org/officeDocument/2006/relationships/tags" Target="../tags/tag633.xml"/><Relationship Id="rId7" Type="http://schemas.openxmlformats.org/officeDocument/2006/relationships/tags" Target="../tags/tag632.xml"/><Relationship Id="rId6" Type="http://schemas.openxmlformats.org/officeDocument/2006/relationships/tags" Target="../tags/tag631.xml"/><Relationship Id="rId5" Type="http://schemas.openxmlformats.org/officeDocument/2006/relationships/tags" Target="../tags/tag630.xml"/><Relationship Id="rId4" Type="http://schemas.openxmlformats.org/officeDocument/2006/relationships/tags" Target="../tags/tag629.xml"/><Relationship Id="rId3" Type="http://schemas.openxmlformats.org/officeDocument/2006/relationships/image" Target="../media/image1.png"/><Relationship Id="rId2" Type="http://schemas.openxmlformats.org/officeDocument/2006/relationships/tags" Target="../tags/tag628.xml"/><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99" Type="http://schemas.openxmlformats.org/officeDocument/2006/relationships/tags" Target="../tags/tag731.xml"/><Relationship Id="rId98" Type="http://schemas.openxmlformats.org/officeDocument/2006/relationships/tags" Target="../tags/tag730.xml"/><Relationship Id="rId97" Type="http://schemas.openxmlformats.org/officeDocument/2006/relationships/tags" Target="../tags/tag729.xml"/><Relationship Id="rId96" Type="http://schemas.openxmlformats.org/officeDocument/2006/relationships/tags" Target="../tags/tag728.xml"/><Relationship Id="rId95" Type="http://schemas.openxmlformats.org/officeDocument/2006/relationships/tags" Target="../tags/tag727.xml"/><Relationship Id="rId94" Type="http://schemas.openxmlformats.org/officeDocument/2006/relationships/tags" Target="../tags/tag726.xml"/><Relationship Id="rId93" Type="http://schemas.openxmlformats.org/officeDocument/2006/relationships/tags" Target="../tags/tag725.xml"/><Relationship Id="rId92" Type="http://schemas.openxmlformats.org/officeDocument/2006/relationships/tags" Target="../tags/tag724.xml"/><Relationship Id="rId91" Type="http://schemas.openxmlformats.org/officeDocument/2006/relationships/tags" Target="../tags/tag723.xml"/><Relationship Id="rId90" Type="http://schemas.openxmlformats.org/officeDocument/2006/relationships/tags" Target="../tags/tag722.xml"/><Relationship Id="rId9" Type="http://schemas.openxmlformats.org/officeDocument/2006/relationships/tags" Target="../tags/tag641.xml"/><Relationship Id="rId89" Type="http://schemas.openxmlformats.org/officeDocument/2006/relationships/tags" Target="../tags/tag721.xml"/><Relationship Id="rId88" Type="http://schemas.openxmlformats.org/officeDocument/2006/relationships/tags" Target="../tags/tag720.xml"/><Relationship Id="rId87" Type="http://schemas.openxmlformats.org/officeDocument/2006/relationships/tags" Target="../tags/tag719.xml"/><Relationship Id="rId86" Type="http://schemas.openxmlformats.org/officeDocument/2006/relationships/tags" Target="../tags/tag718.xml"/><Relationship Id="rId85" Type="http://schemas.openxmlformats.org/officeDocument/2006/relationships/tags" Target="../tags/tag717.xml"/><Relationship Id="rId84" Type="http://schemas.openxmlformats.org/officeDocument/2006/relationships/tags" Target="../tags/tag716.xml"/><Relationship Id="rId83" Type="http://schemas.openxmlformats.org/officeDocument/2006/relationships/tags" Target="../tags/tag715.xml"/><Relationship Id="rId82" Type="http://schemas.openxmlformats.org/officeDocument/2006/relationships/tags" Target="../tags/tag714.xml"/><Relationship Id="rId81" Type="http://schemas.openxmlformats.org/officeDocument/2006/relationships/tags" Target="../tags/tag713.xml"/><Relationship Id="rId80" Type="http://schemas.openxmlformats.org/officeDocument/2006/relationships/tags" Target="../tags/tag712.xml"/><Relationship Id="rId8" Type="http://schemas.openxmlformats.org/officeDocument/2006/relationships/tags" Target="../tags/tag640.xml"/><Relationship Id="rId79" Type="http://schemas.openxmlformats.org/officeDocument/2006/relationships/tags" Target="../tags/tag711.xml"/><Relationship Id="rId78" Type="http://schemas.openxmlformats.org/officeDocument/2006/relationships/tags" Target="../tags/tag710.xml"/><Relationship Id="rId77" Type="http://schemas.openxmlformats.org/officeDocument/2006/relationships/tags" Target="../tags/tag709.xml"/><Relationship Id="rId76" Type="http://schemas.openxmlformats.org/officeDocument/2006/relationships/tags" Target="../tags/tag708.xml"/><Relationship Id="rId75" Type="http://schemas.openxmlformats.org/officeDocument/2006/relationships/tags" Target="../tags/tag707.xml"/><Relationship Id="rId74" Type="http://schemas.openxmlformats.org/officeDocument/2006/relationships/tags" Target="../tags/tag706.xml"/><Relationship Id="rId73" Type="http://schemas.openxmlformats.org/officeDocument/2006/relationships/tags" Target="../tags/tag705.xml"/><Relationship Id="rId72" Type="http://schemas.openxmlformats.org/officeDocument/2006/relationships/tags" Target="../tags/tag704.xml"/><Relationship Id="rId71" Type="http://schemas.openxmlformats.org/officeDocument/2006/relationships/tags" Target="../tags/tag703.xml"/><Relationship Id="rId70" Type="http://schemas.openxmlformats.org/officeDocument/2006/relationships/tags" Target="../tags/tag702.xml"/><Relationship Id="rId7" Type="http://schemas.openxmlformats.org/officeDocument/2006/relationships/tags" Target="../tags/tag639.xml"/><Relationship Id="rId69" Type="http://schemas.openxmlformats.org/officeDocument/2006/relationships/tags" Target="../tags/tag701.xml"/><Relationship Id="rId68" Type="http://schemas.openxmlformats.org/officeDocument/2006/relationships/tags" Target="../tags/tag700.xml"/><Relationship Id="rId67" Type="http://schemas.openxmlformats.org/officeDocument/2006/relationships/tags" Target="../tags/tag699.xml"/><Relationship Id="rId66" Type="http://schemas.openxmlformats.org/officeDocument/2006/relationships/tags" Target="../tags/tag698.xml"/><Relationship Id="rId65" Type="http://schemas.openxmlformats.org/officeDocument/2006/relationships/tags" Target="../tags/tag697.xml"/><Relationship Id="rId64" Type="http://schemas.openxmlformats.org/officeDocument/2006/relationships/tags" Target="../tags/tag696.xml"/><Relationship Id="rId63" Type="http://schemas.openxmlformats.org/officeDocument/2006/relationships/tags" Target="../tags/tag695.xml"/><Relationship Id="rId62" Type="http://schemas.openxmlformats.org/officeDocument/2006/relationships/tags" Target="../tags/tag694.xml"/><Relationship Id="rId61" Type="http://schemas.openxmlformats.org/officeDocument/2006/relationships/tags" Target="../tags/tag693.xml"/><Relationship Id="rId60" Type="http://schemas.openxmlformats.org/officeDocument/2006/relationships/tags" Target="../tags/tag692.xml"/><Relationship Id="rId6" Type="http://schemas.openxmlformats.org/officeDocument/2006/relationships/tags" Target="../tags/tag638.xml"/><Relationship Id="rId59" Type="http://schemas.openxmlformats.org/officeDocument/2006/relationships/tags" Target="../tags/tag691.xml"/><Relationship Id="rId58" Type="http://schemas.openxmlformats.org/officeDocument/2006/relationships/tags" Target="../tags/tag690.xml"/><Relationship Id="rId57" Type="http://schemas.openxmlformats.org/officeDocument/2006/relationships/tags" Target="../tags/tag689.xml"/><Relationship Id="rId56" Type="http://schemas.openxmlformats.org/officeDocument/2006/relationships/tags" Target="../tags/tag688.xml"/><Relationship Id="rId55" Type="http://schemas.openxmlformats.org/officeDocument/2006/relationships/tags" Target="../tags/tag687.xml"/><Relationship Id="rId54" Type="http://schemas.openxmlformats.org/officeDocument/2006/relationships/tags" Target="../tags/tag686.xml"/><Relationship Id="rId53" Type="http://schemas.openxmlformats.org/officeDocument/2006/relationships/tags" Target="../tags/tag685.xml"/><Relationship Id="rId52" Type="http://schemas.openxmlformats.org/officeDocument/2006/relationships/tags" Target="../tags/tag684.xml"/><Relationship Id="rId51" Type="http://schemas.openxmlformats.org/officeDocument/2006/relationships/tags" Target="../tags/tag683.xml"/><Relationship Id="rId50" Type="http://schemas.openxmlformats.org/officeDocument/2006/relationships/tags" Target="../tags/tag682.xml"/><Relationship Id="rId5" Type="http://schemas.openxmlformats.org/officeDocument/2006/relationships/tags" Target="../tags/tag637.xml"/><Relationship Id="rId49" Type="http://schemas.openxmlformats.org/officeDocument/2006/relationships/tags" Target="../tags/tag681.xml"/><Relationship Id="rId48" Type="http://schemas.openxmlformats.org/officeDocument/2006/relationships/tags" Target="../tags/tag680.xml"/><Relationship Id="rId47" Type="http://schemas.openxmlformats.org/officeDocument/2006/relationships/tags" Target="../tags/tag679.xml"/><Relationship Id="rId46" Type="http://schemas.openxmlformats.org/officeDocument/2006/relationships/tags" Target="../tags/tag678.xml"/><Relationship Id="rId45" Type="http://schemas.openxmlformats.org/officeDocument/2006/relationships/tags" Target="../tags/tag677.xml"/><Relationship Id="rId44" Type="http://schemas.openxmlformats.org/officeDocument/2006/relationships/tags" Target="../tags/tag676.xml"/><Relationship Id="rId43" Type="http://schemas.openxmlformats.org/officeDocument/2006/relationships/tags" Target="../tags/tag675.xml"/><Relationship Id="rId42" Type="http://schemas.openxmlformats.org/officeDocument/2006/relationships/tags" Target="../tags/tag674.xml"/><Relationship Id="rId41" Type="http://schemas.openxmlformats.org/officeDocument/2006/relationships/tags" Target="../tags/tag673.xml"/><Relationship Id="rId40" Type="http://schemas.openxmlformats.org/officeDocument/2006/relationships/tags" Target="../tags/tag672.xml"/><Relationship Id="rId4" Type="http://schemas.openxmlformats.org/officeDocument/2006/relationships/tags" Target="../tags/tag636.xml"/><Relationship Id="rId39" Type="http://schemas.openxmlformats.org/officeDocument/2006/relationships/tags" Target="../tags/tag671.xml"/><Relationship Id="rId38" Type="http://schemas.openxmlformats.org/officeDocument/2006/relationships/tags" Target="../tags/tag670.xml"/><Relationship Id="rId37" Type="http://schemas.openxmlformats.org/officeDocument/2006/relationships/tags" Target="../tags/tag669.xml"/><Relationship Id="rId36" Type="http://schemas.openxmlformats.org/officeDocument/2006/relationships/tags" Target="../tags/tag668.xml"/><Relationship Id="rId35" Type="http://schemas.openxmlformats.org/officeDocument/2006/relationships/tags" Target="../tags/tag667.xml"/><Relationship Id="rId34" Type="http://schemas.openxmlformats.org/officeDocument/2006/relationships/tags" Target="../tags/tag666.xml"/><Relationship Id="rId33" Type="http://schemas.openxmlformats.org/officeDocument/2006/relationships/tags" Target="../tags/tag665.xml"/><Relationship Id="rId32" Type="http://schemas.openxmlformats.org/officeDocument/2006/relationships/tags" Target="../tags/tag664.xml"/><Relationship Id="rId31" Type="http://schemas.openxmlformats.org/officeDocument/2006/relationships/tags" Target="../tags/tag663.xml"/><Relationship Id="rId30" Type="http://schemas.openxmlformats.org/officeDocument/2006/relationships/tags" Target="../tags/tag662.xml"/><Relationship Id="rId3" Type="http://schemas.openxmlformats.org/officeDocument/2006/relationships/tags" Target="../tags/tag635.xml"/><Relationship Id="rId29" Type="http://schemas.openxmlformats.org/officeDocument/2006/relationships/tags" Target="../tags/tag661.xml"/><Relationship Id="rId28" Type="http://schemas.openxmlformats.org/officeDocument/2006/relationships/tags" Target="../tags/tag660.xml"/><Relationship Id="rId27" Type="http://schemas.openxmlformats.org/officeDocument/2006/relationships/tags" Target="../tags/tag659.xml"/><Relationship Id="rId26" Type="http://schemas.openxmlformats.org/officeDocument/2006/relationships/tags" Target="../tags/tag658.xml"/><Relationship Id="rId25" Type="http://schemas.openxmlformats.org/officeDocument/2006/relationships/tags" Target="../tags/tag657.xml"/><Relationship Id="rId24" Type="http://schemas.openxmlformats.org/officeDocument/2006/relationships/tags" Target="../tags/tag656.xml"/><Relationship Id="rId23" Type="http://schemas.openxmlformats.org/officeDocument/2006/relationships/tags" Target="../tags/tag655.xml"/><Relationship Id="rId22" Type="http://schemas.openxmlformats.org/officeDocument/2006/relationships/tags" Target="../tags/tag654.xml"/><Relationship Id="rId21" Type="http://schemas.openxmlformats.org/officeDocument/2006/relationships/tags" Target="../tags/tag653.xml"/><Relationship Id="rId20" Type="http://schemas.openxmlformats.org/officeDocument/2006/relationships/tags" Target="../tags/tag652.xml"/><Relationship Id="rId2" Type="http://schemas.openxmlformats.org/officeDocument/2006/relationships/tags" Target="../tags/tag634.xml"/><Relationship Id="rId19" Type="http://schemas.openxmlformats.org/officeDocument/2006/relationships/tags" Target="../tags/tag651.xml"/><Relationship Id="rId18" Type="http://schemas.openxmlformats.org/officeDocument/2006/relationships/tags" Target="../tags/tag650.xml"/><Relationship Id="rId17" Type="http://schemas.openxmlformats.org/officeDocument/2006/relationships/tags" Target="../tags/tag649.xml"/><Relationship Id="rId16" Type="http://schemas.openxmlformats.org/officeDocument/2006/relationships/tags" Target="../tags/tag648.xml"/><Relationship Id="rId15" Type="http://schemas.openxmlformats.org/officeDocument/2006/relationships/tags" Target="../tags/tag647.xml"/><Relationship Id="rId14" Type="http://schemas.openxmlformats.org/officeDocument/2006/relationships/tags" Target="../tags/tag646.xml"/><Relationship Id="rId13" Type="http://schemas.openxmlformats.org/officeDocument/2006/relationships/tags" Target="../tags/tag645.xml"/><Relationship Id="rId12" Type="http://schemas.openxmlformats.org/officeDocument/2006/relationships/tags" Target="../tags/tag644.xml"/><Relationship Id="rId113" Type="http://schemas.openxmlformats.org/officeDocument/2006/relationships/tags" Target="../tags/tag745.xml"/><Relationship Id="rId112" Type="http://schemas.openxmlformats.org/officeDocument/2006/relationships/tags" Target="../tags/tag744.xml"/><Relationship Id="rId111" Type="http://schemas.openxmlformats.org/officeDocument/2006/relationships/tags" Target="../tags/tag743.xml"/><Relationship Id="rId110" Type="http://schemas.openxmlformats.org/officeDocument/2006/relationships/tags" Target="../tags/tag742.xml"/><Relationship Id="rId11" Type="http://schemas.openxmlformats.org/officeDocument/2006/relationships/tags" Target="../tags/tag643.xml"/><Relationship Id="rId109" Type="http://schemas.openxmlformats.org/officeDocument/2006/relationships/tags" Target="../tags/tag741.xml"/><Relationship Id="rId108" Type="http://schemas.openxmlformats.org/officeDocument/2006/relationships/tags" Target="../tags/tag740.xml"/><Relationship Id="rId107" Type="http://schemas.openxmlformats.org/officeDocument/2006/relationships/tags" Target="../tags/tag739.xml"/><Relationship Id="rId106" Type="http://schemas.openxmlformats.org/officeDocument/2006/relationships/tags" Target="../tags/tag738.xml"/><Relationship Id="rId105" Type="http://schemas.openxmlformats.org/officeDocument/2006/relationships/tags" Target="../tags/tag737.xml"/><Relationship Id="rId104" Type="http://schemas.openxmlformats.org/officeDocument/2006/relationships/tags" Target="../tags/tag736.xml"/><Relationship Id="rId103" Type="http://schemas.openxmlformats.org/officeDocument/2006/relationships/tags" Target="../tags/tag735.xml"/><Relationship Id="rId102" Type="http://schemas.openxmlformats.org/officeDocument/2006/relationships/tags" Target="../tags/tag734.xml"/><Relationship Id="rId101" Type="http://schemas.openxmlformats.org/officeDocument/2006/relationships/tags" Target="../tags/tag733.xml"/><Relationship Id="rId100" Type="http://schemas.openxmlformats.org/officeDocument/2006/relationships/tags" Target="../tags/tag732.xml"/><Relationship Id="rId10" Type="http://schemas.openxmlformats.org/officeDocument/2006/relationships/tags" Target="../tags/tag642.xml"/><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9" Type="http://schemas.openxmlformats.org/officeDocument/2006/relationships/tags" Target="../tags/tag752.xml"/><Relationship Id="rId8" Type="http://schemas.openxmlformats.org/officeDocument/2006/relationships/tags" Target="../tags/tag751.xml"/><Relationship Id="rId7" Type="http://schemas.openxmlformats.org/officeDocument/2006/relationships/tags" Target="../tags/tag750.xml"/><Relationship Id="rId6" Type="http://schemas.openxmlformats.org/officeDocument/2006/relationships/tags" Target="../tags/tag749.xml"/><Relationship Id="rId5" Type="http://schemas.openxmlformats.org/officeDocument/2006/relationships/tags" Target="../tags/tag748.xml"/><Relationship Id="rId4" Type="http://schemas.openxmlformats.org/officeDocument/2006/relationships/tags" Target="../tags/tag747.xml"/><Relationship Id="rId3" Type="http://schemas.openxmlformats.org/officeDocument/2006/relationships/image" Target="../media/image1.png"/><Relationship Id="rId2" Type="http://schemas.openxmlformats.org/officeDocument/2006/relationships/tags" Target="../tags/tag746.xml"/><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9" Type="http://schemas.openxmlformats.org/officeDocument/2006/relationships/tags" Target="../tags/tag759.xml"/><Relationship Id="rId8" Type="http://schemas.openxmlformats.org/officeDocument/2006/relationships/tags" Target="../tags/tag758.xml"/><Relationship Id="rId7" Type="http://schemas.openxmlformats.org/officeDocument/2006/relationships/tags" Target="../tags/tag757.xml"/><Relationship Id="rId6" Type="http://schemas.openxmlformats.org/officeDocument/2006/relationships/tags" Target="../tags/tag756.xml"/><Relationship Id="rId5" Type="http://schemas.openxmlformats.org/officeDocument/2006/relationships/tags" Target="../tags/tag755.xml"/><Relationship Id="rId4" Type="http://schemas.openxmlformats.org/officeDocument/2006/relationships/tags" Target="../tags/tag754.xml"/><Relationship Id="rId3" Type="http://schemas.openxmlformats.org/officeDocument/2006/relationships/image" Target="../media/image1.png"/><Relationship Id="rId2" Type="http://schemas.openxmlformats.org/officeDocument/2006/relationships/tags" Target="../tags/tag753.xml"/><Relationship Id="rId11" Type="http://schemas.openxmlformats.org/officeDocument/2006/relationships/tags" Target="../tags/tag761.xml"/><Relationship Id="rId10" Type="http://schemas.openxmlformats.org/officeDocument/2006/relationships/tags" Target="../tags/tag760.xml"/><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9" Type="http://schemas.openxmlformats.org/officeDocument/2006/relationships/tags" Target="../tags/tag769.xml"/><Relationship Id="rId8" Type="http://schemas.openxmlformats.org/officeDocument/2006/relationships/tags" Target="../tags/tag768.xml"/><Relationship Id="rId7" Type="http://schemas.openxmlformats.org/officeDocument/2006/relationships/tags" Target="../tags/tag767.xml"/><Relationship Id="rId6" Type="http://schemas.openxmlformats.org/officeDocument/2006/relationships/tags" Target="../tags/tag766.xml"/><Relationship Id="rId5" Type="http://schemas.openxmlformats.org/officeDocument/2006/relationships/tags" Target="../tags/tag765.xml"/><Relationship Id="rId4" Type="http://schemas.openxmlformats.org/officeDocument/2006/relationships/tags" Target="../tags/tag764.xml"/><Relationship Id="rId34" Type="http://schemas.openxmlformats.org/officeDocument/2006/relationships/tags" Target="../tags/tag794.xml"/><Relationship Id="rId33" Type="http://schemas.openxmlformats.org/officeDocument/2006/relationships/tags" Target="../tags/tag793.xml"/><Relationship Id="rId32" Type="http://schemas.openxmlformats.org/officeDocument/2006/relationships/tags" Target="../tags/tag792.xml"/><Relationship Id="rId31" Type="http://schemas.openxmlformats.org/officeDocument/2006/relationships/tags" Target="../tags/tag791.xml"/><Relationship Id="rId30" Type="http://schemas.openxmlformats.org/officeDocument/2006/relationships/tags" Target="../tags/tag790.xml"/><Relationship Id="rId3" Type="http://schemas.openxmlformats.org/officeDocument/2006/relationships/tags" Target="../tags/tag763.xml"/><Relationship Id="rId29" Type="http://schemas.openxmlformats.org/officeDocument/2006/relationships/tags" Target="../tags/tag789.xml"/><Relationship Id="rId28" Type="http://schemas.openxmlformats.org/officeDocument/2006/relationships/tags" Target="../tags/tag788.xml"/><Relationship Id="rId27" Type="http://schemas.openxmlformats.org/officeDocument/2006/relationships/tags" Target="../tags/tag787.xml"/><Relationship Id="rId26" Type="http://schemas.openxmlformats.org/officeDocument/2006/relationships/tags" Target="../tags/tag786.xml"/><Relationship Id="rId25" Type="http://schemas.openxmlformats.org/officeDocument/2006/relationships/tags" Target="../tags/tag785.xml"/><Relationship Id="rId24" Type="http://schemas.openxmlformats.org/officeDocument/2006/relationships/tags" Target="../tags/tag784.xml"/><Relationship Id="rId23" Type="http://schemas.openxmlformats.org/officeDocument/2006/relationships/tags" Target="../tags/tag783.xml"/><Relationship Id="rId22" Type="http://schemas.openxmlformats.org/officeDocument/2006/relationships/tags" Target="../tags/tag782.xml"/><Relationship Id="rId21" Type="http://schemas.openxmlformats.org/officeDocument/2006/relationships/tags" Target="../tags/tag781.xml"/><Relationship Id="rId20" Type="http://schemas.openxmlformats.org/officeDocument/2006/relationships/tags" Target="../tags/tag780.xml"/><Relationship Id="rId2" Type="http://schemas.openxmlformats.org/officeDocument/2006/relationships/tags" Target="../tags/tag762.xml"/><Relationship Id="rId19" Type="http://schemas.openxmlformats.org/officeDocument/2006/relationships/tags" Target="../tags/tag779.xml"/><Relationship Id="rId18" Type="http://schemas.openxmlformats.org/officeDocument/2006/relationships/tags" Target="../tags/tag778.xml"/><Relationship Id="rId17" Type="http://schemas.openxmlformats.org/officeDocument/2006/relationships/tags" Target="../tags/tag777.xml"/><Relationship Id="rId16" Type="http://schemas.openxmlformats.org/officeDocument/2006/relationships/tags" Target="../tags/tag776.xml"/><Relationship Id="rId15" Type="http://schemas.openxmlformats.org/officeDocument/2006/relationships/tags" Target="../tags/tag775.xml"/><Relationship Id="rId14" Type="http://schemas.openxmlformats.org/officeDocument/2006/relationships/tags" Target="../tags/tag774.xml"/><Relationship Id="rId13" Type="http://schemas.openxmlformats.org/officeDocument/2006/relationships/tags" Target="../tags/tag773.xml"/><Relationship Id="rId12" Type="http://schemas.openxmlformats.org/officeDocument/2006/relationships/tags" Target="../tags/tag772.xml"/><Relationship Id="rId11" Type="http://schemas.openxmlformats.org/officeDocument/2006/relationships/tags" Target="../tags/tag771.xml"/><Relationship Id="rId10" Type="http://schemas.openxmlformats.org/officeDocument/2006/relationships/tags" Target="../tags/tag770.xml"/><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4" Type="http://schemas.openxmlformats.org/officeDocument/2006/relationships/tags" Target="../tags/tag797.xml"/><Relationship Id="rId3" Type="http://schemas.openxmlformats.org/officeDocument/2006/relationships/tags" Target="../tags/tag796.xml"/><Relationship Id="rId2" Type="http://schemas.openxmlformats.org/officeDocument/2006/relationships/tags" Target="../tags/tag795.xml"/><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9" Type="http://schemas.openxmlformats.org/officeDocument/2006/relationships/tags" Target="../tags/tag804.xml"/><Relationship Id="rId8" Type="http://schemas.openxmlformats.org/officeDocument/2006/relationships/tags" Target="../tags/tag803.xml"/><Relationship Id="rId7" Type="http://schemas.openxmlformats.org/officeDocument/2006/relationships/tags" Target="../tags/tag802.xml"/><Relationship Id="rId6" Type="http://schemas.openxmlformats.org/officeDocument/2006/relationships/tags" Target="../tags/tag801.xml"/><Relationship Id="rId5" Type="http://schemas.openxmlformats.org/officeDocument/2006/relationships/tags" Target="../tags/tag800.xml"/><Relationship Id="rId4" Type="http://schemas.openxmlformats.org/officeDocument/2006/relationships/tags" Target="../tags/tag799.xml"/><Relationship Id="rId3" Type="http://schemas.openxmlformats.org/officeDocument/2006/relationships/image" Target="../media/image1.png"/><Relationship Id="rId2" Type="http://schemas.openxmlformats.org/officeDocument/2006/relationships/tags" Target="../tags/tag798.xml"/><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9" Type="http://schemas.openxmlformats.org/officeDocument/2006/relationships/tags" Target="../tags/tag811.xml"/><Relationship Id="rId8" Type="http://schemas.openxmlformats.org/officeDocument/2006/relationships/tags" Target="../tags/tag810.xml"/><Relationship Id="rId7" Type="http://schemas.openxmlformats.org/officeDocument/2006/relationships/tags" Target="../tags/tag809.xml"/><Relationship Id="rId6" Type="http://schemas.openxmlformats.org/officeDocument/2006/relationships/image" Target="../media/image1.png"/><Relationship Id="rId5" Type="http://schemas.openxmlformats.org/officeDocument/2006/relationships/tags" Target="../tags/tag808.xml"/><Relationship Id="rId4" Type="http://schemas.openxmlformats.org/officeDocument/2006/relationships/tags" Target="../tags/tag807.xml"/><Relationship Id="rId3" Type="http://schemas.openxmlformats.org/officeDocument/2006/relationships/tags" Target="../tags/tag806.xml"/><Relationship Id="rId2" Type="http://schemas.openxmlformats.org/officeDocument/2006/relationships/tags" Target="../tags/tag805.xml"/><Relationship Id="rId11" Type="http://schemas.openxmlformats.org/officeDocument/2006/relationships/tags" Target="../tags/tag813.xml"/><Relationship Id="rId10" Type="http://schemas.openxmlformats.org/officeDocument/2006/relationships/tags" Target="../tags/tag812.xml"/><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9" Type="http://schemas.openxmlformats.org/officeDocument/2006/relationships/tags" Target="../tags/tag820.xml"/><Relationship Id="rId8" Type="http://schemas.openxmlformats.org/officeDocument/2006/relationships/tags" Target="../tags/tag819.xml"/><Relationship Id="rId7" Type="http://schemas.openxmlformats.org/officeDocument/2006/relationships/tags" Target="../tags/tag818.xml"/><Relationship Id="rId6" Type="http://schemas.openxmlformats.org/officeDocument/2006/relationships/image" Target="../media/image1.png"/><Relationship Id="rId5" Type="http://schemas.openxmlformats.org/officeDocument/2006/relationships/tags" Target="../tags/tag817.xml"/><Relationship Id="rId4" Type="http://schemas.openxmlformats.org/officeDocument/2006/relationships/tags" Target="../tags/tag816.xml"/><Relationship Id="rId3" Type="http://schemas.openxmlformats.org/officeDocument/2006/relationships/tags" Target="../tags/tag815.xml"/><Relationship Id="rId2" Type="http://schemas.openxmlformats.org/officeDocument/2006/relationships/tags" Target="../tags/tag814.xml"/><Relationship Id="rId10" Type="http://schemas.openxmlformats.org/officeDocument/2006/relationships/tags" Target="../tags/tag821.xml"/><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99" Type="http://schemas.openxmlformats.org/officeDocument/2006/relationships/tags" Target="../tags/tag919.xml"/><Relationship Id="rId98" Type="http://schemas.openxmlformats.org/officeDocument/2006/relationships/tags" Target="../tags/tag918.xml"/><Relationship Id="rId97" Type="http://schemas.openxmlformats.org/officeDocument/2006/relationships/tags" Target="../tags/tag917.xml"/><Relationship Id="rId96" Type="http://schemas.openxmlformats.org/officeDocument/2006/relationships/tags" Target="../tags/tag916.xml"/><Relationship Id="rId95" Type="http://schemas.openxmlformats.org/officeDocument/2006/relationships/tags" Target="../tags/tag915.xml"/><Relationship Id="rId94" Type="http://schemas.openxmlformats.org/officeDocument/2006/relationships/tags" Target="../tags/tag914.xml"/><Relationship Id="rId93" Type="http://schemas.openxmlformats.org/officeDocument/2006/relationships/tags" Target="../tags/tag913.xml"/><Relationship Id="rId92" Type="http://schemas.openxmlformats.org/officeDocument/2006/relationships/tags" Target="../tags/tag912.xml"/><Relationship Id="rId91" Type="http://schemas.openxmlformats.org/officeDocument/2006/relationships/tags" Target="../tags/tag911.xml"/><Relationship Id="rId90" Type="http://schemas.openxmlformats.org/officeDocument/2006/relationships/tags" Target="../tags/tag910.xml"/><Relationship Id="rId9" Type="http://schemas.openxmlformats.org/officeDocument/2006/relationships/tags" Target="../tags/tag829.xml"/><Relationship Id="rId89" Type="http://schemas.openxmlformats.org/officeDocument/2006/relationships/tags" Target="../tags/tag909.xml"/><Relationship Id="rId88" Type="http://schemas.openxmlformats.org/officeDocument/2006/relationships/tags" Target="../tags/tag908.xml"/><Relationship Id="rId87" Type="http://schemas.openxmlformats.org/officeDocument/2006/relationships/tags" Target="../tags/tag907.xml"/><Relationship Id="rId86" Type="http://schemas.openxmlformats.org/officeDocument/2006/relationships/tags" Target="../tags/tag906.xml"/><Relationship Id="rId85" Type="http://schemas.openxmlformats.org/officeDocument/2006/relationships/tags" Target="../tags/tag905.xml"/><Relationship Id="rId84" Type="http://schemas.openxmlformats.org/officeDocument/2006/relationships/tags" Target="../tags/tag904.xml"/><Relationship Id="rId83" Type="http://schemas.openxmlformats.org/officeDocument/2006/relationships/tags" Target="../tags/tag903.xml"/><Relationship Id="rId82" Type="http://schemas.openxmlformats.org/officeDocument/2006/relationships/tags" Target="../tags/tag902.xml"/><Relationship Id="rId81" Type="http://schemas.openxmlformats.org/officeDocument/2006/relationships/tags" Target="../tags/tag901.xml"/><Relationship Id="rId80" Type="http://schemas.openxmlformats.org/officeDocument/2006/relationships/tags" Target="../tags/tag900.xml"/><Relationship Id="rId8" Type="http://schemas.openxmlformats.org/officeDocument/2006/relationships/tags" Target="../tags/tag828.xml"/><Relationship Id="rId79" Type="http://schemas.openxmlformats.org/officeDocument/2006/relationships/tags" Target="../tags/tag899.xml"/><Relationship Id="rId78" Type="http://schemas.openxmlformats.org/officeDocument/2006/relationships/tags" Target="../tags/tag898.xml"/><Relationship Id="rId77" Type="http://schemas.openxmlformats.org/officeDocument/2006/relationships/tags" Target="../tags/tag897.xml"/><Relationship Id="rId76" Type="http://schemas.openxmlformats.org/officeDocument/2006/relationships/tags" Target="../tags/tag896.xml"/><Relationship Id="rId75" Type="http://schemas.openxmlformats.org/officeDocument/2006/relationships/tags" Target="../tags/tag895.xml"/><Relationship Id="rId74" Type="http://schemas.openxmlformats.org/officeDocument/2006/relationships/tags" Target="../tags/tag894.xml"/><Relationship Id="rId73" Type="http://schemas.openxmlformats.org/officeDocument/2006/relationships/tags" Target="../tags/tag893.xml"/><Relationship Id="rId72" Type="http://schemas.openxmlformats.org/officeDocument/2006/relationships/tags" Target="../tags/tag892.xml"/><Relationship Id="rId71" Type="http://schemas.openxmlformats.org/officeDocument/2006/relationships/tags" Target="../tags/tag891.xml"/><Relationship Id="rId70" Type="http://schemas.openxmlformats.org/officeDocument/2006/relationships/tags" Target="../tags/tag890.xml"/><Relationship Id="rId7" Type="http://schemas.openxmlformats.org/officeDocument/2006/relationships/tags" Target="../tags/tag827.xml"/><Relationship Id="rId69" Type="http://schemas.openxmlformats.org/officeDocument/2006/relationships/tags" Target="../tags/tag889.xml"/><Relationship Id="rId68" Type="http://schemas.openxmlformats.org/officeDocument/2006/relationships/tags" Target="../tags/tag888.xml"/><Relationship Id="rId67" Type="http://schemas.openxmlformats.org/officeDocument/2006/relationships/tags" Target="../tags/tag887.xml"/><Relationship Id="rId66" Type="http://schemas.openxmlformats.org/officeDocument/2006/relationships/tags" Target="../tags/tag886.xml"/><Relationship Id="rId65" Type="http://schemas.openxmlformats.org/officeDocument/2006/relationships/tags" Target="../tags/tag885.xml"/><Relationship Id="rId64" Type="http://schemas.openxmlformats.org/officeDocument/2006/relationships/tags" Target="../tags/tag884.xml"/><Relationship Id="rId63" Type="http://schemas.openxmlformats.org/officeDocument/2006/relationships/tags" Target="../tags/tag883.xml"/><Relationship Id="rId62" Type="http://schemas.openxmlformats.org/officeDocument/2006/relationships/tags" Target="../tags/tag882.xml"/><Relationship Id="rId61" Type="http://schemas.openxmlformats.org/officeDocument/2006/relationships/tags" Target="../tags/tag881.xml"/><Relationship Id="rId60" Type="http://schemas.openxmlformats.org/officeDocument/2006/relationships/tags" Target="../tags/tag880.xml"/><Relationship Id="rId6" Type="http://schemas.openxmlformats.org/officeDocument/2006/relationships/tags" Target="../tags/tag826.xml"/><Relationship Id="rId59" Type="http://schemas.openxmlformats.org/officeDocument/2006/relationships/tags" Target="../tags/tag879.xml"/><Relationship Id="rId58" Type="http://schemas.openxmlformats.org/officeDocument/2006/relationships/tags" Target="../tags/tag878.xml"/><Relationship Id="rId57" Type="http://schemas.openxmlformats.org/officeDocument/2006/relationships/tags" Target="../tags/tag877.xml"/><Relationship Id="rId56" Type="http://schemas.openxmlformats.org/officeDocument/2006/relationships/tags" Target="../tags/tag876.xml"/><Relationship Id="rId55" Type="http://schemas.openxmlformats.org/officeDocument/2006/relationships/tags" Target="../tags/tag875.xml"/><Relationship Id="rId54" Type="http://schemas.openxmlformats.org/officeDocument/2006/relationships/tags" Target="../tags/tag874.xml"/><Relationship Id="rId53" Type="http://schemas.openxmlformats.org/officeDocument/2006/relationships/tags" Target="../tags/tag873.xml"/><Relationship Id="rId52" Type="http://schemas.openxmlformats.org/officeDocument/2006/relationships/tags" Target="../tags/tag872.xml"/><Relationship Id="rId51" Type="http://schemas.openxmlformats.org/officeDocument/2006/relationships/tags" Target="../tags/tag871.xml"/><Relationship Id="rId50" Type="http://schemas.openxmlformats.org/officeDocument/2006/relationships/tags" Target="../tags/tag870.xml"/><Relationship Id="rId5" Type="http://schemas.openxmlformats.org/officeDocument/2006/relationships/tags" Target="../tags/tag825.xml"/><Relationship Id="rId49" Type="http://schemas.openxmlformats.org/officeDocument/2006/relationships/tags" Target="../tags/tag869.xml"/><Relationship Id="rId48" Type="http://schemas.openxmlformats.org/officeDocument/2006/relationships/tags" Target="../tags/tag868.xml"/><Relationship Id="rId47" Type="http://schemas.openxmlformats.org/officeDocument/2006/relationships/tags" Target="../tags/tag867.xml"/><Relationship Id="rId46" Type="http://schemas.openxmlformats.org/officeDocument/2006/relationships/tags" Target="../tags/tag866.xml"/><Relationship Id="rId45" Type="http://schemas.openxmlformats.org/officeDocument/2006/relationships/tags" Target="../tags/tag865.xml"/><Relationship Id="rId44" Type="http://schemas.openxmlformats.org/officeDocument/2006/relationships/tags" Target="../tags/tag864.xml"/><Relationship Id="rId43" Type="http://schemas.openxmlformats.org/officeDocument/2006/relationships/tags" Target="../tags/tag863.xml"/><Relationship Id="rId42" Type="http://schemas.openxmlformats.org/officeDocument/2006/relationships/tags" Target="../tags/tag862.xml"/><Relationship Id="rId41" Type="http://schemas.openxmlformats.org/officeDocument/2006/relationships/tags" Target="../tags/tag861.xml"/><Relationship Id="rId40" Type="http://schemas.openxmlformats.org/officeDocument/2006/relationships/tags" Target="../tags/tag860.xml"/><Relationship Id="rId4" Type="http://schemas.openxmlformats.org/officeDocument/2006/relationships/tags" Target="../tags/tag824.xml"/><Relationship Id="rId39" Type="http://schemas.openxmlformats.org/officeDocument/2006/relationships/tags" Target="../tags/tag859.xml"/><Relationship Id="rId38" Type="http://schemas.openxmlformats.org/officeDocument/2006/relationships/tags" Target="../tags/tag858.xml"/><Relationship Id="rId37" Type="http://schemas.openxmlformats.org/officeDocument/2006/relationships/tags" Target="../tags/tag857.xml"/><Relationship Id="rId36" Type="http://schemas.openxmlformats.org/officeDocument/2006/relationships/tags" Target="../tags/tag856.xml"/><Relationship Id="rId35" Type="http://schemas.openxmlformats.org/officeDocument/2006/relationships/tags" Target="../tags/tag855.xml"/><Relationship Id="rId34" Type="http://schemas.openxmlformats.org/officeDocument/2006/relationships/tags" Target="../tags/tag854.xml"/><Relationship Id="rId33" Type="http://schemas.openxmlformats.org/officeDocument/2006/relationships/tags" Target="../tags/tag853.xml"/><Relationship Id="rId32" Type="http://schemas.openxmlformats.org/officeDocument/2006/relationships/tags" Target="../tags/tag852.xml"/><Relationship Id="rId31" Type="http://schemas.openxmlformats.org/officeDocument/2006/relationships/tags" Target="../tags/tag851.xml"/><Relationship Id="rId30" Type="http://schemas.openxmlformats.org/officeDocument/2006/relationships/tags" Target="../tags/tag850.xml"/><Relationship Id="rId3" Type="http://schemas.openxmlformats.org/officeDocument/2006/relationships/tags" Target="../tags/tag823.xml"/><Relationship Id="rId29" Type="http://schemas.openxmlformats.org/officeDocument/2006/relationships/tags" Target="../tags/tag849.xml"/><Relationship Id="rId28" Type="http://schemas.openxmlformats.org/officeDocument/2006/relationships/tags" Target="../tags/tag848.xml"/><Relationship Id="rId27" Type="http://schemas.openxmlformats.org/officeDocument/2006/relationships/tags" Target="../tags/tag847.xml"/><Relationship Id="rId26" Type="http://schemas.openxmlformats.org/officeDocument/2006/relationships/tags" Target="../tags/tag846.xml"/><Relationship Id="rId25" Type="http://schemas.openxmlformats.org/officeDocument/2006/relationships/tags" Target="../tags/tag845.xml"/><Relationship Id="rId24" Type="http://schemas.openxmlformats.org/officeDocument/2006/relationships/tags" Target="../tags/tag844.xml"/><Relationship Id="rId23" Type="http://schemas.openxmlformats.org/officeDocument/2006/relationships/tags" Target="../tags/tag843.xml"/><Relationship Id="rId22" Type="http://schemas.openxmlformats.org/officeDocument/2006/relationships/tags" Target="../tags/tag842.xml"/><Relationship Id="rId21" Type="http://schemas.openxmlformats.org/officeDocument/2006/relationships/tags" Target="../tags/tag841.xml"/><Relationship Id="rId20" Type="http://schemas.openxmlformats.org/officeDocument/2006/relationships/tags" Target="../tags/tag840.xml"/><Relationship Id="rId2" Type="http://schemas.openxmlformats.org/officeDocument/2006/relationships/tags" Target="../tags/tag822.xml"/><Relationship Id="rId19" Type="http://schemas.openxmlformats.org/officeDocument/2006/relationships/tags" Target="../tags/tag839.xml"/><Relationship Id="rId18" Type="http://schemas.openxmlformats.org/officeDocument/2006/relationships/tags" Target="../tags/tag838.xml"/><Relationship Id="rId17" Type="http://schemas.openxmlformats.org/officeDocument/2006/relationships/tags" Target="../tags/tag837.xml"/><Relationship Id="rId16" Type="http://schemas.openxmlformats.org/officeDocument/2006/relationships/tags" Target="../tags/tag836.xml"/><Relationship Id="rId15" Type="http://schemas.openxmlformats.org/officeDocument/2006/relationships/tags" Target="../tags/tag835.xml"/><Relationship Id="rId14" Type="http://schemas.openxmlformats.org/officeDocument/2006/relationships/tags" Target="../tags/tag834.xml"/><Relationship Id="rId13" Type="http://schemas.openxmlformats.org/officeDocument/2006/relationships/tags" Target="../tags/tag833.xml"/><Relationship Id="rId12" Type="http://schemas.openxmlformats.org/officeDocument/2006/relationships/tags" Target="../tags/tag832.xml"/><Relationship Id="rId117" Type="http://schemas.openxmlformats.org/officeDocument/2006/relationships/tags" Target="../tags/tag937.xml"/><Relationship Id="rId116" Type="http://schemas.openxmlformats.org/officeDocument/2006/relationships/tags" Target="../tags/tag936.xml"/><Relationship Id="rId115" Type="http://schemas.openxmlformats.org/officeDocument/2006/relationships/tags" Target="../tags/tag935.xml"/><Relationship Id="rId114" Type="http://schemas.openxmlformats.org/officeDocument/2006/relationships/tags" Target="../tags/tag934.xml"/><Relationship Id="rId113" Type="http://schemas.openxmlformats.org/officeDocument/2006/relationships/tags" Target="../tags/tag933.xml"/><Relationship Id="rId112" Type="http://schemas.openxmlformats.org/officeDocument/2006/relationships/tags" Target="../tags/tag932.xml"/><Relationship Id="rId111" Type="http://schemas.openxmlformats.org/officeDocument/2006/relationships/tags" Target="../tags/tag931.xml"/><Relationship Id="rId110" Type="http://schemas.openxmlformats.org/officeDocument/2006/relationships/tags" Target="../tags/tag930.xml"/><Relationship Id="rId11" Type="http://schemas.openxmlformats.org/officeDocument/2006/relationships/tags" Target="../tags/tag831.xml"/><Relationship Id="rId109" Type="http://schemas.openxmlformats.org/officeDocument/2006/relationships/tags" Target="../tags/tag929.xml"/><Relationship Id="rId108" Type="http://schemas.openxmlformats.org/officeDocument/2006/relationships/tags" Target="../tags/tag928.xml"/><Relationship Id="rId107" Type="http://schemas.openxmlformats.org/officeDocument/2006/relationships/tags" Target="../tags/tag927.xml"/><Relationship Id="rId106" Type="http://schemas.openxmlformats.org/officeDocument/2006/relationships/tags" Target="../tags/tag926.xml"/><Relationship Id="rId105" Type="http://schemas.openxmlformats.org/officeDocument/2006/relationships/tags" Target="../tags/tag925.xml"/><Relationship Id="rId104" Type="http://schemas.openxmlformats.org/officeDocument/2006/relationships/tags" Target="../tags/tag924.xml"/><Relationship Id="rId103" Type="http://schemas.openxmlformats.org/officeDocument/2006/relationships/tags" Target="../tags/tag923.xml"/><Relationship Id="rId102" Type="http://schemas.openxmlformats.org/officeDocument/2006/relationships/tags" Target="../tags/tag922.xml"/><Relationship Id="rId101" Type="http://schemas.openxmlformats.org/officeDocument/2006/relationships/tags" Target="../tags/tag921.xml"/><Relationship Id="rId100" Type="http://schemas.openxmlformats.org/officeDocument/2006/relationships/tags" Target="../tags/tag920.xml"/><Relationship Id="rId10" Type="http://schemas.openxmlformats.org/officeDocument/2006/relationships/tags" Target="../tags/tag830.xml"/><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7" Type="http://schemas.openxmlformats.org/officeDocument/2006/relationships/tags" Target="../tags/tag942.xml"/><Relationship Id="rId6" Type="http://schemas.openxmlformats.org/officeDocument/2006/relationships/tags" Target="../tags/tag941.xml"/><Relationship Id="rId5" Type="http://schemas.openxmlformats.org/officeDocument/2006/relationships/tags" Target="../tags/tag940.xml"/><Relationship Id="rId4" Type="http://schemas.openxmlformats.org/officeDocument/2006/relationships/tags" Target="../tags/tag939.xml"/><Relationship Id="rId3" Type="http://schemas.openxmlformats.org/officeDocument/2006/relationships/image" Target="../media/image1.png"/><Relationship Id="rId2" Type="http://schemas.openxmlformats.org/officeDocument/2006/relationships/tags" Target="../tags/tag938.xml"/><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9" Type="http://schemas.openxmlformats.org/officeDocument/2006/relationships/tags" Target="../tags/tag949.xml"/><Relationship Id="rId8" Type="http://schemas.openxmlformats.org/officeDocument/2006/relationships/tags" Target="../tags/tag948.xml"/><Relationship Id="rId7" Type="http://schemas.openxmlformats.org/officeDocument/2006/relationships/tags" Target="../tags/tag947.xml"/><Relationship Id="rId6" Type="http://schemas.openxmlformats.org/officeDocument/2006/relationships/image" Target="../media/image3.png"/><Relationship Id="rId5" Type="http://schemas.openxmlformats.org/officeDocument/2006/relationships/tags" Target="../tags/tag946.xml"/><Relationship Id="rId4" Type="http://schemas.openxmlformats.org/officeDocument/2006/relationships/tags" Target="../tags/tag945.xml"/><Relationship Id="rId3" Type="http://schemas.openxmlformats.org/officeDocument/2006/relationships/tags" Target="../tags/tag944.xml"/><Relationship Id="rId2" Type="http://schemas.openxmlformats.org/officeDocument/2006/relationships/tags" Target="../tags/tag943.xml"/><Relationship Id="rId11" Type="http://schemas.openxmlformats.org/officeDocument/2006/relationships/tags" Target="../tags/tag951.xml"/><Relationship Id="rId10" Type="http://schemas.openxmlformats.org/officeDocument/2006/relationships/tags" Target="../tags/tag950.xml"/><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9" Type="http://schemas.openxmlformats.org/officeDocument/2006/relationships/tags" Target="../tags/tag957.xml"/><Relationship Id="rId8" Type="http://schemas.openxmlformats.org/officeDocument/2006/relationships/tags" Target="../tags/tag956.xml"/><Relationship Id="rId7" Type="http://schemas.openxmlformats.org/officeDocument/2006/relationships/image" Target="../media/image3.png"/><Relationship Id="rId6" Type="http://schemas.openxmlformats.org/officeDocument/2006/relationships/tags" Target="../tags/tag955.xml"/><Relationship Id="rId5" Type="http://schemas.openxmlformats.org/officeDocument/2006/relationships/image" Target="../media/image2.png"/><Relationship Id="rId4" Type="http://schemas.openxmlformats.org/officeDocument/2006/relationships/tags" Target="../tags/tag954.xml"/><Relationship Id="rId3" Type="http://schemas.openxmlformats.org/officeDocument/2006/relationships/tags" Target="../tags/tag953.xml"/><Relationship Id="rId2" Type="http://schemas.openxmlformats.org/officeDocument/2006/relationships/tags" Target="../tags/tag952.xml"/><Relationship Id="rId13" Type="http://schemas.openxmlformats.org/officeDocument/2006/relationships/tags" Target="../tags/tag961.xml"/><Relationship Id="rId12" Type="http://schemas.openxmlformats.org/officeDocument/2006/relationships/tags" Target="../tags/tag960.xml"/><Relationship Id="rId11" Type="http://schemas.openxmlformats.org/officeDocument/2006/relationships/tags" Target="../tags/tag959.xml"/><Relationship Id="rId10" Type="http://schemas.openxmlformats.org/officeDocument/2006/relationships/tags" Target="../tags/tag958.xml"/><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9" Type="http://schemas.openxmlformats.org/officeDocument/2006/relationships/tags" Target="../tags/tag967.xml"/><Relationship Id="rId8" Type="http://schemas.openxmlformats.org/officeDocument/2006/relationships/tags" Target="../tags/tag966.xml"/><Relationship Id="rId7" Type="http://schemas.openxmlformats.org/officeDocument/2006/relationships/image" Target="../media/image3.png"/><Relationship Id="rId6" Type="http://schemas.openxmlformats.org/officeDocument/2006/relationships/tags" Target="../tags/tag965.xml"/><Relationship Id="rId5" Type="http://schemas.openxmlformats.org/officeDocument/2006/relationships/image" Target="../media/image2.png"/><Relationship Id="rId4" Type="http://schemas.openxmlformats.org/officeDocument/2006/relationships/tags" Target="../tags/tag964.xml"/><Relationship Id="rId3" Type="http://schemas.openxmlformats.org/officeDocument/2006/relationships/tags" Target="../tags/tag963.xml"/><Relationship Id="rId2" Type="http://schemas.openxmlformats.org/officeDocument/2006/relationships/tags" Target="../tags/tag962.xml"/><Relationship Id="rId13" Type="http://schemas.openxmlformats.org/officeDocument/2006/relationships/tags" Target="../tags/tag971.xml"/><Relationship Id="rId12" Type="http://schemas.openxmlformats.org/officeDocument/2006/relationships/tags" Target="../tags/tag970.xml"/><Relationship Id="rId11" Type="http://schemas.openxmlformats.org/officeDocument/2006/relationships/tags" Target="../tags/tag969.xml"/><Relationship Id="rId10" Type="http://schemas.openxmlformats.org/officeDocument/2006/relationships/tags" Target="../tags/tag968.xml"/><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9" Type="http://schemas.openxmlformats.org/officeDocument/2006/relationships/tags" Target="../tags/tag979.xml"/><Relationship Id="rId8" Type="http://schemas.openxmlformats.org/officeDocument/2006/relationships/tags" Target="../tags/tag978.xml"/><Relationship Id="rId7" Type="http://schemas.openxmlformats.org/officeDocument/2006/relationships/tags" Target="../tags/tag977.xml"/><Relationship Id="rId6" Type="http://schemas.openxmlformats.org/officeDocument/2006/relationships/tags" Target="../tags/tag976.xml"/><Relationship Id="rId5" Type="http://schemas.openxmlformats.org/officeDocument/2006/relationships/tags" Target="../tags/tag975.xml"/><Relationship Id="rId4" Type="http://schemas.openxmlformats.org/officeDocument/2006/relationships/tags" Target="../tags/tag974.xml"/><Relationship Id="rId3" Type="http://schemas.openxmlformats.org/officeDocument/2006/relationships/tags" Target="../tags/tag973.xml"/><Relationship Id="rId2" Type="http://schemas.openxmlformats.org/officeDocument/2006/relationships/tags" Target="../tags/tag972.xml"/><Relationship Id="rId15" Type="http://schemas.openxmlformats.org/officeDocument/2006/relationships/tags" Target="../tags/tag985.xml"/><Relationship Id="rId14" Type="http://schemas.openxmlformats.org/officeDocument/2006/relationships/tags" Target="../tags/tag984.xml"/><Relationship Id="rId13" Type="http://schemas.openxmlformats.org/officeDocument/2006/relationships/tags" Target="../tags/tag983.xml"/><Relationship Id="rId12" Type="http://schemas.openxmlformats.org/officeDocument/2006/relationships/tags" Target="../tags/tag982.xml"/><Relationship Id="rId11" Type="http://schemas.openxmlformats.org/officeDocument/2006/relationships/tags" Target="../tags/tag981.xml"/><Relationship Id="rId10" Type="http://schemas.openxmlformats.org/officeDocument/2006/relationships/tags" Target="../tags/tag980.xml"/><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9" Type="http://schemas.openxmlformats.org/officeDocument/2006/relationships/tags" Target="../tags/tag992.xml"/><Relationship Id="rId8" Type="http://schemas.openxmlformats.org/officeDocument/2006/relationships/tags" Target="../tags/tag991.xml"/><Relationship Id="rId7" Type="http://schemas.openxmlformats.org/officeDocument/2006/relationships/tags" Target="../tags/tag990.xml"/><Relationship Id="rId6" Type="http://schemas.openxmlformats.org/officeDocument/2006/relationships/tags" Target="../tags/tag989.xml"/><Relationship Id="rId5" Type="http://schemas.openxmlformats.org/officeDocument/2006/relationships/tags" Target="../tags/tag988.xml"/><Relationship Id="rId4" Type="http://schemas.openxmlformats.org/officeDocument/2006/relationships/tags" Target="../tags/tag987.xml"/><Relationship Id="rId3" Type="http://schemas.openxmlformats.org/officeDocument/2006/relationships/image" Target="../media/image1.png"/><Relationship Id="rId2" Type="http://schemas.openxmlformats.org/officeDocument/2006/relationships/tags" Target="../tags/tag986.xml"/><Relationship Id="rId12" Type="http://schemas.openxmlformats.org/officeDocument/2006/relationships/tags" Target="../tags/tag995.xml"/><Relationship Id="rId11" Type="http://schemas.openxmlformats.org/officeDocument/2006/relationships/tags" Target="../tags/tag994.xml"/><Relationship Id="rId10" Type="http://schemas.openxmlformats.org/officeDocument/2006/relationships/tags" Target="../tags/tag993.xml"/><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9" Type="http://schemas.openxmlformats.org/officeDocument/2006/relationships/tags" Target="../tags/tag1003.xml"/><Relationship Id="rId8" Type="http://schemas.openxmlformats.org/officeDocument/2006/relationships/tags" Target="../tags/tag1002.xml"/><Relationship Id="rId7" Type="http://schemas.openxmlformats.org/officeDocument/2006/relationships/tags" Target="../tags/tag1001.xml"/><Relationship Id="rId6" Type="http://schemas.openxmlformats.org/officeDocument/2006/relationships/tags" Target="../tags/tag1000.xml"/><Relationship Id="rId5" Type="http://schemas.openxmlformats.org/officeDocument/2006/relationships/tags" Target="../tags/tag999.xml"/><Relationship Id="rId4" Type="http://schemas.openxmlformats.org/officeDocument/2006/relationships/tags" Target="../tags/tag998.xml"/><Relationship Id="rId3" Type="http://schemas.openxmlformats.org/officeDocument/2006/relationships/tags" Target="../tags/tag997.xml"/><Relationship Id="rId2" Type="http://schemas.openxmlformats.org/officeDocument/2006/relationships/tags" Target="../tags/tag996.xml"/><Relationship Id="rId18" Type="http://schemas.openxmlformats.org/officeDocument/2006/relationships/image" Target="../media/image4.png"/><Relationship Id="rId17" Type="http://schemas.openxmlformats.org/officeDocument/2006/relationships/tags" Target="../tags/tag1010.xml"/><Relationship Id="rId16" Type="http://schemas.openxmlformats.org/officeDocument/2006/relationships/image" Target="../media/image3.png"/><Relationship Id="rId15" Type="http://schemas.openxmlformats.org/officeDocument/2006/relationships/tags" Target="../tags/tag1009.xml"/><Relationship Id="rId14" Type="http://schemas.openxmlformats.org/officeDocument/2006/relationships/tags" Target="../tags/tag1008.xml"/><Relationship Id="rId13" Type="http://schemas.openxmlformats.org/officeDocument/2006/relationships/tags" Target="../tags/tag1007.xml"/><Relationship Id="rId12" Type="http://schemas.openxmlformats.org/officeDocument/2006/relationships/tags" Target="../tags/tag1006.xml"/><Relationship Id="rId11" Type="http://schemas.openxmlformats.org/officeDocument/2006/relationships/tags" Target="../tags/tag1005.xml"/><Relationship Id="rId10" Type="http://schemas.openxmlformats.org/officeDocument/2006/relationships/tags" Target="../tags/tag1004.xml"/><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spd="slow" p14:dur="1500" advTm="3000">
        <p:random/>
      </p:transition>
    </mc:Choice>
    <mc:Fallback>
      <p:transition spd="slow" advTm="3000">
        <p:random/>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spd="slow" p14:dur="1500" advTm="3000">
        <p:random/>
      </p:transition>
    </mc:Choice>
    <mc:Fallback>
      <p:transition spd="slow" advTm="3000">
        <p:random/>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spd="slow" p14:dur="1500" advTm="3000">
        <p:random/>
      </p:transition>
    </mc:Choice>
    <mc:Fallback>
      <p:transition spd="slow" advTm="3000">
        <p:random/>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3_自定义版式">
    <p:spTree>
      <p:nvGrpSpPr>
        <p:cNvPr id="1" name=""/>
        <p:cNvGrpSpPr/>
        <p:nvPr/>
      </p:nvGrpSpPr>
      <p:grpSpPr>
        <a:xfrm>
          <a:off x="0" y="0"/>
          <a:ext cx="0" cy="0"/>
          <a:chOff x="0" y="0"/>
          <a:chExt cx="0" cy="0"/>
        </a:xfrm>
      </p:grpSpPr>
      <p:sp>
        <p:nvSpPr>
          <p:cNvPr id="3" name="任意多边形 2"/>
          <p:cNvSpPr/>
          <p:nvPr userDrawn="1"/>
        </p:nvSpPr>
        <p:spPr>
          <a:xfrm>
            <a:off x="198700" y="186399"/>
            <a:ext cx="8763000" cy="4767565"/>
          </a:xfrm>
          <a:custGeom>
            <a:avLst/>
            <a:gdLst>
              <a:gd name="connsiteX0" fmla="*/ 0 w 8763000"/>
              <a:gd name="connsiteY0" fmla="*/ 3802844 h 4767565"/>
              <a:gd name="connsiteX1" fmla="*/ 17211 w 8763000"/>
              <a:gd name="connsiteY1" fmla="*/ 3802844 h 4767565"/>
              <a:gd name="connsiteX2" fmla="*/ 17211 w 8763000"/>
              <a:gd name="connsiteY2" fmla="*/ 4750354 h 4767565"/>
              <a:gd name="connsiteX3" fmla="*/ 8745789 w 8763000"/>
              <a:gd name="connsiteY3" fmla="*/ 4750354 h 4767565"/>
              <a:gd name="connsiteX4" fmla="*/ 8745789 w 8763000"/>
              <a:gd name="connsiteY4" fmla="*/ 3885723 h 4767565"/>
              <a:gd name="connsiteX5" fmla="*/ 8763000 w 8763000"/>
              <a:gd name="connsiteY5" fmla="*/ 3885723 h 4767565"/>
              <a:gd name="connsiteX6" fmla="*/ 8763000 w 8763000"/>
              <a:gd name="connsiteY6" fmla="*/ 4767565 h 4767565"/>
              <a:gd name="connsiteX7" fmla="*/ 0 w 8763000"/>
              <a:gd name="connsiteY7" fmla="*/ 4767565 h 4767565"/>
              <a:gd name="connsiteX8" fmla="*/ 0 w 8763000"/>
              <a:gd name="connsiteY8" fmla="*/ 0 h 4767565"/>
              <a:gd name="connsiteX9" fmla="*/ 8763000 w 8763000"/>
              <a:gd name="connsiteY9" fmla="*/ 0 h 4767565"/>
              <a:gd name="connsiteX10" fmla="*/ 8763000 w 8763000"/>
              <a:gd name="connsiteY10" fmla="*/ 1241548 h 4767565"/>
              <a:gd name="connsiteX11" fmla="*/ 8745789 w 8763000"/>
              <a:gd name="connsiteY11" fmla="*/ 1241548 h 4767565"/>
              <a:gd name="connsiteX12" fmla="*/ 8745789 w 8763000"/>
              <a:gd name="connsiteY12" fmla="*/ 17211 h 4767565"/>
              <a:gd name="connsiteX13" fmla="*/ 17211 w 8763000"/>
              <a:gd name="connsiteY13" fmla="*/ 17211 h 4767565"/>
              <a:gd name="connsiteX14" fmla="*/ 17211 w 8763000"/>
              <a:gd name="connsiteY14" fmla="*/ 1158669 h 4767565"/>
              <a:gd name="connsiteX15" fmla="*/ 0 w 8763000"/>
              <a:gd name="connsiteY15" fmla="*/ 1158669 h 47675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8763000" h="4767565">
                <a:moveTo>
                  <a:pt x="0" y="3802844"/>
                </a:moveTo>
                <a:lnTo>
                  <a:pt x="17211" y="3802844"/>
                </a:lnTo>
                <a:lnTo>
                  <a:pt x="17211" y="4750354"/>
                </a:lnTo>
                <a:lnTo>
                  <a:pt x="8745789" y="4750354"/>
                </a:lnTo>
                <a:lnTo>
                  <a:pt x="8745789" y="3885723"/>
                </a:lnTo>
                <a:lnTo>
                  <a:pt x="8763000" y="3885723"/>
                </a:lnTo>
                <a:lnTo>
                  <a:pt x="8763000" y="4767565"/>
                </a:lnTo>
                <a:lnTo>
                  <a:pt x="0" y="4767565"/>
                </a:lnTo>
                <a:close/>
                <a:moveTo>
                  <a:pt x="0" y="0"/>
                </a:moveTo>
                <a:lnTo>
                  <a:pt x="8763000" y="0"/>
                </a:lnTo>
                <a:lnTo>
                  <a:pt x="8763000" y="1241548"/>
                </a:lnTo>
                <a:lnTo>
                  <a:pt x="8745789" y="1241548"/>
                </a:lnTo>
                <a:lnTo>
                  <a:pt x="8745789" y="17211"/>
                </a:lnTo>
                <a:lnTo>
                  <a:pt x="17211" y="17211"/>
                </a:lnTo>
                <a:lnTo>
                  <a:pt x="17211" y="1158669"/>
                </a:lnTo>
                <a:lnTo>
                  <a:pt x="0" y="1158669"/>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latin typeface="字魂35号-经典雅黑" panose="02000000000000000000"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1500" advTm="3000">
        <p:random/>
      </p:transition>
    </mc:Choice>
    <mc:Fallback>
      <p:transition spd="slow" advTm="3000">
        <p:random/>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4_自定义版式">
    <p:spTree>
      <p:nvGrpSpPr>
        <p:cNvPr id="1" name=""/>
        <p:cNvGrpSpPr/>
        <p:nvPr/>
      </p:nvGrpSpPr>
      <p:grpSpPr>
        <a:xfrm>
          <a:off x="0" y="0"/>
          <a:ext cx="0" cy="0"/>
          <a:chOff x="0" y="0"/>
          <a:chExt cx="0" cy="0"/>
        </a:xfrm>
      </p:grpSpPr>
      <p:sp>
        <p:nvSpPr>
          <p:cNvPr id="3" name="任意多边形 2"/>
          <p:cNvSpPr/>
          <p:nvPr userDrawn="1"/>
        </p:nvSpPr>
        <p:spPr>
          <a:xfrm>
            <a:off x="198700" y="186399"/>
            <a:ext cx="8763000" cy="4767565"/>
          </a:xfrm>
          <a:custGeom>
            <a:avLst/>
            <a:gdLst>
              <a:gd name="connsiteX0" fmla="*/ 0 w 8763000"/>
              <a:gd name="connsiteY0" fmla="*/ 3802844 h 4767565"/>
              <a:gd name="connsiteX1" fmla="*/ 17211 w 8763000"/>
              <a:gd name="connsiteY1" fmla="*/ 3802844 h 4767565"/>
              <a:gd name="connsiteX2" fmla="*/ 17211 w 8763000"/>
              <a:gd name="connsiteY2" fmla="*/ 4750354 h 4767565"/>
              <a:gd name="connsiteX3" fmla="*/ 8745789 w 8763000"/>
              <a:gd name="connsiteY3" fmla="*/ 4750354 h 4767565"/>
              <a:gd name="connsiteX4" fmla="*/ 8745789 w 8763000"/>
              <a:gd name="connsiteY4" fmla="*/ 3885723 h 4767565"/>
              <a:gd name="connsiteX5" fmla="*/ 8763000 w 8763000"/>
              <a:gd name="connsiteY5" fmla="*/ 3885723 h 4767565"/>
              <a:gd name="connsiteX6" fmla="*/ 8763000 w 8763000"/>
              <a:gd name="connsiteY6" fmla="*/ 4767565 h 4767565"/>
              <a:gd name="connsiteX7" fmla="*/ 0 w 8763000"/>
              <a:gd name="connsiteY7" fmla="*/ 4767565 h 4767565"/>
              <a:gd name="connsiteX8" fmla="*/ 0 w 8763000"/>
              <a:gd name="connsiteY8" fmla="*/ 0 h 4767565"/>
              <a:gd name="connsiteX9" fmla="*/ 8763000 w 8763000"/>
              <a:gd name="connsiteY9" fmla="*/ 0 h 4767565"/>
              <a:gd name="connsiteX10" fmla="*/ 8763000 w 8763000"/>
              <a:gd name="connsiteY10" fmla="*/ 1241548 h 4767565"/>
              <a:gd name="connsiteX11" fmla="*/ 8745789 w 8763000"/>
              <a:gd name="connsiteY11" fmla="*/ 1241548 h 4767565"/>
              <a:gd name="connsiteX12" fmla="*/ 8745789 w 8763000"/>
              <a:gd name="connsiteY12" fmla="*/ 17211 h 4767565"/>
              <a:gd name="connsiteX13" fmla="*/ 17211 w 8763000"/>
              <a:gd name="connsiteY13" fmla="*/ 17211 h 4767565"/>
              <a:gd name="connsiteX14" fmla="*/ 17211 w 8763000"/>
              <a:gd name="connsiteY14" fmla="*/ 1158669 h 4767565"/>
              <a:gd name="connsiteX15" fmla="*/ 0 w 8763000"/>
              <a:gd name="connsiteY15" fmla="*/ 1158669 h 47675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8763000" h="4767565">
                <a:moveTo>
                  <a:pt x="0" y="3802844"/>
                </a:moveTo>
                <a:lnTo>
                  <a:pt x="17211" y="3802844"/>
                </a:lnTo>
                <a:lnTo>
                  <a:pt x="17211" y="4750354"/>
                </a:lnTo>
                <a:lnTo>
                  <a:pt x="8745789" y="4750354"/>
                </a:lnTo>
                <a:lnTo>
                  <a:pt x="8745789" y="3885723"/>
                </a:lnTo>
                <a:lnTo>
                  <a:pt x="8763000" y="3885723"/>
                </a:lnTo>
                <a:lnTo>
                  <a:pt x="8763000" y="4767565"/>
                </a:lnTo>
                <a:lnTo>
                  <a:pt x="0" y="4767565"/>
                </a:lnTo>
                <a:close/>
                <a:moveTo>
                  <a:pt x="0" y="0"/>
                </a:moveTo>
                <a:lnTo>
                  <a:pt x="8763000" y="0"/>
                </a:lnTo>
                <a:lnTo>
                  <a:pt x="8763000" y="1241548"/>
                </a:lnTo>
                <a:lnTo>
                  <a:pt x="8745789" y="1241548"/>
                </a:lnTo>
                <a:lnTo>
                  <a:pt x="8745789" y="17211"/>
                </a:lnTo>
                <a:lnTo>
                  <a:pt x="17211" y="17211"/>
                </a:lnTo>
                <a:lnTo>
                  <a:pt x="17211" y="1158669"/>
                </a:lnTo>
                <a:lnTo>
                  <a:pt x="0" y="1158669"/>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latin typeface="字魂35号-经典雅黑" panose="02000000000000000000"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1500" advTm="3000">
        <p:random/>
      </p:transition>
    </mc:Choice>
    <mc:Fallback>
      <p:transition spd="slow" advTm="3000">
        <p:random/>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节标题">
    <p:bg>
      <p:bgPr>
        <a:solidFill>
          <a:schemeClr val="bg1"/>
        </a:solidFill>
        <a:effectLst/>
      </p:bgPr>
    </p:bg>
    <p:spTree>
      <p:nvGrpSpPr>
        <p:cNvPr id="1" name=""/>
        <p:cNvGrpSpPr/>
        <p:nvPr/>
      </p:nvGrpSpPr>
      <p:grpSpPr>
        <a:xfrm>
          <a:off x="0" y="0"/>
          <a:ext cx="0" cy="0"/>
          <a:chOff x="0" y="0"/>
          <a:chExt cx="0" cy="0"/>
        </a:xfrm>
      </p:grpSpPr>
      <p:grpSp>
        <p:nvGrpSpPr>
          <p:cNvPr id="20" name="组合 19"/>
          <p:cNvGrpSpPr/>
          <p:nvPr userDrawn="1"/>
        </p:nvGrpSpPr>
        <p:grpSpPr>
          <a:xfrm>
            <a:off x="179992" y="263859"/>
            <a:ext cx="387996" cy="260713"/>
            <a:chOff x="2667000" y="209550"/>
            <a:chExt cx="549644" cy="369332"/>
          </a:xfrm>
        </p:grpSpPr>
        <p:sp>
          <p:nvSpPr>
            <p:cNvPr id="2" name="菱形 1"/>
            <p:cNvSpPr/>
            <p:nvPr userDrawn="1"/>
          </p:nvSpPr>
          <p:spPr>
            <a:xfrm>
              <a:off x="2667000" y="209550"/>
              <a:ext cx="369332" cy="369332"/>
            </a:xfrm>
            <a:prstGeom prst="diamond">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字魂35号-经典雅黑" panose="02000000000000000000" pitchFamily="2" charset="-122"/>
              </a:endParaRPr>
            </a:p>
          </p:txBody>
        </p:sp>
        <p:sp>
          <p:nvSpPr>
            <p:cNvPr id="19" name="菱形 18"/>
            <p:cNvSpPr/>
            <p:nvPr userDrawn="1"/>
          </p:nvSpPr>
          <p:spPr>
            <a:xfrm>
              <a:off x="2847312" y="209550"/>
              <a:ext cx="369332" cy="369332"/>
            </a:xfrm>
            <a:prstGeom prst="diamond">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字魂35号-经典雅黑" panose="02000000000000000000" pitchFamily="2" charset="-122"/>
              </a:endParaRPr>
            </a:p>
          </p:txBody>
        </p:sp>
      </p:grpSp>
    </p:spTree>
  </p:cSld>
  <p:clrMapOvr>
    <a:masterClrMapping/>
  </p:clrMapOvr>
  <mc:AlternateContent xmlns:mc="http://schemas.openxmlformats.org/markup-compatibility/2006">
    <mc:Choice xmlns:p14="http://schemas.microsoft.com/office/powerpoint/2010/main" Requires="p14">
      <p:transition spd="slow" p14:dur="1500" advTm="3000">
        <p:random/>
      </p:transition>
    </mc:Choice>
    <mc:Fallback>
      <p:transition spd="slow" advTm="3000">
        <p:random/>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5_节标题">
    <p:bg>
      <p:bgPr>
        <a:solidFill>
          <a:schemeClr val="bg1"/>
        </a:solidFill>
        <a:effectLst/>
      </p:bgPr>
    </p:bg>
    <p:spTree>
      <p:nvGrpSpPr>
        <p:cNvPr id="1" name=""/>
        <p:cNvGrpSpPr/>
        <p:nvPr/>
      </p:nvGrpSpPr>
      <p:grpSpPr>
        <a:xfrm>
          <a:off x="0" y="0"/>
          <a:ext cx="0" cy="0"/>
          <a:chOff x="0" y="0"/>
          <a:chExt cx="0" cy="0"/>
        </a:xfrm>
      </p:grpSpPr>
      <p:sp>
        <p:nvSpPr>
          <p:cNvPr id="7" name="文本框 6"/>
          <p:cNvSpPr txBox="1"/>
          <p:nvPr userDrawn="1"/>
        </p:nvSpPr>
        <p:spPr>
          <a:xfrm>
            <a:off x="487740" y="209550"/>
            <a:ext cx="1569660" cy="369332"/>
          </a:xfrm>
          <a:prstGeom prst="rect">
            <a:avLst/>
          </a:prstGeom>
          <a:noFill/>
        </p:spPr>
        <p:txBody>
          <a:bodyPr wrap="none" rtlCol="0">
            <a:spAutoFit/>
          </a:bodyPr>
          <a:lstStyle/>
          <a:p>
            <a:r>
              <a:rPr lang="zh-CN" altLang="en-US" sz="1800" dirty="0">
                <a:solidFill>
                  <a:schemeClr val="tx1">
                    <a:lumMod val="75000"/>
                    <a:lumOff val="25000"/>
                  </a:schemeClr>
                </a:solidFill>
                <a:latin typeface="字魂35号-经典雅黑" panose="02000000000000000000" pitchFamily="2" charset="-122"/>
              </a:rPr>
              <a:t>主要工作进度</a:t>
            </a:r>
            <a:endParaRPr lang="zh-CN" altLang="en-US" sz="1800" dirty="0">
              <a:solidFill>
                <a:schemeClr val="tx1">
                  <a:lumMod val="75000"/>
                  <a:lumOff val="25000"/>
                </a:schemeClr>
              </a:solidFill>
              <a:latin typeface="字魂35号-经典雅黑" panose="02000000000000000000" pitchFamily="2" charset="-122"/>
            </a:endParaRPr>
          </a:p>
        </p:txBody>
      </p:sp>
      <p:grpSp>
        <p:nvGrpSpPr>
          <p:cNvPr id="20" name="组合 19"/>
          <p:cNvGrpSpPr/>
          <p:nvPr userDrawn="1"/>
        </p:nvGrpSpPr>
        <p:grpSpPr>
          <a:xfrm>
            <a:off x="179992" y="263859"/>
            <a:ext cx="387996" cy="260713"/>
            <a:chOff x="2667000" y="209550"/>
            <a:chExt cx="549644" cy="369332"/>
          </a:xfrm>
        </p:grpSpPr>
        <p:sp>
          <p:nvSpPr>
            <p:cNvPr id="2" name="菱形 1"/>
            <p:cNvSpPr/>
            <p:nvPr userDrawn="1"/>
          </p:nvSpPr>
          <p:spPr>
            <a:xfrm>
              <a:off x="2667000" y="209550"/>
              <a:ext cx="369332" cy="369332"/>
            </a:xfrm>
            <a:prstGeom prst="diamond">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字魂35号-经典雅黑" panose="02000000000000000000" pitchFamily="2" charset="-122"/>
              </a:endParaRPr>
            </a:p>
          </p:txBody>
        </p:sp>
        <p:sp>
          <p:nvSpPr>
            <p:cNvPr id="19" name="菱形 18"/>
            <p:cNvSpPr/>
            <p:nvPr userDrawn="1"/>
          </p:nvSpPr>
          <p:spPr>
            <a:xfrm>
              <a:off x="2847312" y="209550"/>
              <a:ext cx="369332" cy="369332"/>
            </a:xfrm>
            <a:prstGeom prst="diamond">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字魂35号-经典雅黑" panose="02000000000000000000" pitchFamily="2" charset="-122"/>
              </a:endParaRPr>
            </a:p>
          </p:txBody>
        </p:sp>
      </p:grpSp>
    </p:spTree>
  </p:cSld>
  <p:clrMapOvr>
    <a:masterClrMapping/>
  </p:clrMapOvr>
  <mc:AlternateContent xmlns:mc="http://schemas.openxmlformats.org/markup-compatibility/2006">
    <mc:Choice xmlns:p14="http://schemas.microsoft.com/office/powerpoint/2010/main" Requires="p14">
      <p:transition spd="slow" p14:dur="1500" advTm="3000">
        <p:random/>
      </p:transition>
    </mc:Choice>
    <mc:Fallback>
      <p:transition spd="slow" advTm="3000">
        <p:random/>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6_节标题">
    <p:bg>
      <p:bgPr>
        <a:solidFill>
          <a:schemeClr val="bg1"/>
        </a:solidFill>
        <a:effectLst/>
      </p:bgPr>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spd="slow" p14:dur="1500" advTm="3000">
        <p:random/>
      </p:transition>
    </mc:Choice>
    <mc:Fallback>
      <p:transition spd="slow" advTm="3000">
        <p:random/>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7_节标题">
    <p:bg>
      <p:bgPr>
        <a:solidFill>
          <a:schemeClr val="bg1"/>
        </a:solidFill>
        <a:effectLst/>
      </p:bgPr>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spd="slow" p14:dur="1500" advTm="3000">
        <p:random/>
      </p:transition>
    </mc:Choice>
    <mc:Fallback>
      <p:transition spd="slow" advTm="3000">
        <p:random/>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8_节标题">
    <p:bg>
      <p:bgPr>
        <a:solidFill>
          <a:schemeClr val="bg1"/>
        </a:solidFill>
        <a:effectLst/>
      </p:bgPr>
    </p:bg>
    <p:spTree>
      <p:nvGrpSpPr>
        <p:cNvPr id="1" name=""/>
        <p:cNvGrpSpPr/>
        <p:nvPr/>
      </p:nvGrpSpPr>
      <p:grpSpPr>
        <a:xfrm>
          <a:off x="0" y="0"/>
          <a:ext cx="0" cy="0"/>
          <a:chOff x="0" y="0"/>
          <a:chExt cx="0" cy="0"/>
        </a:xfrm>
      </p:grpSpPr>
      <p:sp>
        <p:nvSpPr>
          <p:cNvPr id="7" name="文本框 6"/>
          <p:cNvSpPr txBox="1"/>
          <p:nvPr userDrawn="1"/>
        </p:nvSpPr>
        <p:spPr>
          <a:xfrm>
            <a:off x="487740" y="209550"/>
            <a:ext cx="1569660" cy="369332"/>
          </a:xfrm>
          <a:prstGeom prst="rect">
            <a:avLst/>
          </a:prstGeom>
          <a:noFill/>
        </p:spPr>
        <p:txBody>
          <a:bodyPr wrap="none" rtlCol="0">
            <a:spAutoFit/>
          </a:bodyPr>
          <a:lstStyle/>
          <a:p>
            <a:r>
              <a:rPr lang="zh-CN" altLang="en-US" sz="1800" dirty="0">
                <a:solidFill>
                  <a:schemeClr val="tx1">
                    <a:lumMod val="75000"/>
                    <a:lumOff val="25000"/>
                  </a:schemeClr>
                </a:solidFill>
                <a:latin typeface="字魂35号-经典雅黑" panose="02000000000000000000" pitchFamily="2" charset="-122"/>
              </a:rPr>
              <a:t>未来工作计划</a:t>
            </a:r>
            <a:endParaRPr lang="zh-CN" altLang="en-US" sz="1800" dirty="0">
              <a:solidFill>
                <a:schemeClr val="tx1">
                  <a:lumMod val="75000"/>
                  <a:lumOff val="25000"/>
                </a:schemeClr>
              </a:solidFill>
              <a:latin typeface="字魂35号-经典雅黑" panose="02000000000000000000" pitchFamily="2" charset="-122"/>
            </a:endParaRPr>
          </a:p>
        </p:txBody>
      </p:sp>
      <p:grpSp>
        <p:nvGrpSpPr>
          <p:cNvPr id="20" name="组合 19"/>
          <p:cNvGrpSpPr/>
          <p:nvPr userDrawn="1"/>
        </p:nvGrpSpPr>
        <p:grpSpPr>
          <a:xfrm>
            <a:off x="179992" y="263859"/>
            <a:ext cx="387996" cy="260713"/>
            <a:chOff x="2667000" y="209550"/>
            <a:chExt cx="549644" cy="369332"/>
          </a:xfrm>
        </p:grpSpPr>
        <p:sp>
          <p:nvSpPr>
            <p:cNvPr id="2" name="菱形 1"/>
            <p:cNvSpPr/>
            <p:nvPr userDrawn="1"/>
          </p:nvSpPr>
          <p:spPr>
            <a:xfrm>
              <a:off x="2667000" y="209550"/>
              <a:ext cx="369332" cy="369332"/>
            </a:xfrm>
            <a:prstGeom prst="diamond">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字魂35号-经典雅黑" panose="02000000000000000000" pitchFamily="2" charset="-122"/>
              </a:endParaRPr>
            </a:p>
          </p:txBody>
        </p:sp>
        <p:sp>
          <p:nvSpPr>
            <p:cNvPr id="19" name="菱形 18"/>
            <p:cNvSpPr/>
            <p:nvPr userDrawn="1"/>
          </p:nvSpPr>
          <p:spPr>
            <a:xfrm>
              <a:off x="2847312" y="209550"/>
              <a:ext cx="369332" cy="369332"/>
            </a:xfrm>
            <a:prstGeom prst="diamond">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字魂35号-经典雅黑" panose="02000000000000000000" pitchFamily="2" charset="-122"/>
              </a:endParaRPr>
            </a:p>
          </p:txBody>
        </p:sp>
      </p:grpSp>
    </p:spTree>
  </p:cSld>
  <p:clrMapOvr>
    <a:masterClrMapping/>
  </p:clrMapOvr>
  <mc:AlternateContent xmlns:mc="http://schemas.openxmlformats.org/markup-compatibility/2006">
    <mc:Choice xmlns:p14="http://schemas.microsoft.com/office/powerpoint/2010/main" Requires="p14">
      <p:transition spd="slow" p14:dur="1500" advTm="3000">
        <p:random/>
      </p:transition>
    </mc:Choice>
    <mc:Fallback>
      <p:transition spd="slow" advTm="3000">
        <p:random/>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spd="slow" p14:dur="1500" advTm="3000">
        <p:random/>
      </p:transition>
    </mc:Choice>
    <mc:Fallback>
      <p:transition spd="slow" advTm="3000">
        <p:random/>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标题幻灯片">
    <p:bg>
      <p:bgPr>
        <a:solidFill>
          <a:schemeClr val="bg2"/>
        </a:solidFill>
        <a:effectLst/>
      </p:bgPr>
    </p:bg>
    <p:spTree>
      <p:nvGrpSpPr>
        <p:cNvPr id="1" name=""/>
        <p:cNvGrpSpPr/>
        <p:nvPr/>
      </p:nvGrpSpPr>
      <p:grpSpPr>
        <a:xfrm>
          <a:off x="0" y="0"/>
          <a:ext cx="0" cy="0"/>
          <a:chOff x="0" y="0"/>
          <a:chExt cx="0" cy="0"/>
        </a:xfrm>
      </p:grpSpPr>
      <p:sp>
        <p:nvSpPr>
          <p:cNvPr id="7" name="Rectangle 13"/>
          <p:cNvSpPr>
            <a:spLocks noChangeArrowheads="1"/>
          </p:cNvSpPr>
          <p:nvPr>
            <p:custDataLst>
              <p:tags r:id="rId2"/>
            </p:custDataLst>
          </p:nvPr>
        </p:nvSpPr>
        <p:spPr bwMode="auto">
          <a:xfrm>
            <a:off x="0" y="3757613"/>
            <a:ext cx="9145191" cy="1385888"/>
          </a:xfrm>
          <a:prstGeom prst="rect">
            <a:avLst/>
          </a:prstGeom>
          <a:solidFill>
            <a:schemeClr val="accent1"/>
          </a:solidFill>
          <a:ln>
            <a:noFill/>
          </a:ln>
        </p:spPr>
        <p:txBody>
          <a:bodyPr vert="horz" wrap="square" lIns="91440" tIns="45720" rIns="91440" bIns="45720" numCol="1" anchor="t" anchorCtr="0" compatLnSpc="1"/>
          <a:lstStyle/>
          <a:p>
            <a:endParaRPr lang="zh-CN" altLang="en-US"/>
          </a:p>
        </p:txBody>
      </p:sp>
      <p:sp>
        <p:nvSpPr>
          <p:cNvPr id="8" name="Rectangle 14"/>
          <p:cNvSpPr>
            <a:spLocks noChangeArrowheads="1"/>
          </p:cNvSpPr>
          <p:nvPr>
            <p:custDataLst>
              <p:tags r:id="rId3"/>
            </p:custDataLst>
          </p:nvPr>
        </p:nvSpPr>
        <p:spPr bwMode="auto">
          <a:xfrm>
            <a:off x="0" y="3757613"/>
            <a:ext cx="9145191" cy="1385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grpSp>
        <p:nvGrpSpPr>
          <p:cNvPr id="5" name="组合 4"/>
          <p:cNvGrpSpPr/>
          <p:nvPr userDrawn="1">
            <p:custDataLst>
              <p:tags r:id="rId4"/>
            </p:custDataLst>
          </p:nvPr>
        </p:nvGrpSpPr>
        <p:grpSpPr>
          <a:xfrm>
            <a:off x="2634854" y="327422"/>
            <a:ext cx="6211490" cy="4600575"/>
            <a:chOff x="3513138" y="436563"/>
            <a:chExt cx="8281987" cy="6134100"/>
          </a:xfrm>
        </p:grpSpPr>
        <p:sp>
          <p:nvSpPr>
            <p:cNvPr id="11" name="Oval 17"/>
            <p:cNvSpPr>
              <a:spLocks noChangeArrowheads="1"/>
            </p:cNvSpPr>
            <p:nvPr>
              <p:custDataLst>
                <p:tags r:id="rId5"/>
              </p:custDataLst>
            </p:nvPr>
          </p:nvSpPr>
          <p:spPr bwMode="auto">
            <a:xfrm>
              <a:off x="11664950" y="503238"/>
              <a:ext cx="79375" cy="84138"/>
            </a:xfrm>
            <a:prstGeom prst="ellipse">
              <a:avLst/>
            </a:prstGeom>
            <a:solidFill>
              <a:schemeClr val="accent1">
                <a:lumMod val="60000"/>
                <a:lumOff val="40000"/>
              </a:schemeClr>
            </a:solidFill>
            <a:ln>
              <a:noFill/>
            </a:ln>
          </p:spPr>
          <p:txBody>
            <a:bodyPr vert="horz" wrap="square" lIns="91440" tIns="45720" rIns="91440" bIns="45720" numCol="1" anchor="t" anchorCtr="0" compatLnSpc="1"/>
            <a:lstStyle/>
            <a:p>
              <a:endParaRPr lang="zh-CN" altLang="en-US"/>
            </a:p>
          </p:txBody>
        </p:sp>
        <p:sp>
          <p:nvSpPr>
            <p:cNvPr id="14" name="Oval 18"/>
            <p:cNvSpPr>
              <a:spLocks noChangeArrowheads="1"/>
            </p:cNvSpPr>
            <p:nvPr>
              <p:custDataLst>
                <p:tags r:id="rId6"/>
              </p:custDataLst>
            </p:nvPr>
          </p:nvSpPr>
          <p:spPr bwMode="auto">
            <a:xfrm>
              <a:off x="10515600" y="436563"/>
              <a:ext cx="79375" cy="84138"/>
            </a:xfrm>
            <a:prstGeom prst="ellipse">
              <a:avLst/>
            </a:prstGeom>
            <a:solidFill>
              <a:schemeClr val="accent1">
                <a:lumMod val="60000"/>
                <a:lumOff val="40000"/>
              </a:schemeClr>
            </a:solidFill>
            <a:ln>
              <a:noFill/>
            </a:ln>
          </p:spPr>
          <p:txBody>
            <a:bodyPr vert="horz" wrap="square" lIns="91440" tIns="45720" rIns="91440" bIns="45720" numCol="1" anchor="t" anchorCtr="0" compatLnSpc="1"/>
            <a:lstStyle/>
            <a:p>
              <a:endParaRPr lang="zh-CN" altLang="en-US"/>
            </a:p>
          </p:txBody>
        </p:sp>
        <p:sp>
          <p:nvSpPr>
            <p:cNvPr id="9" name="Oval 15"/>
            <p:cNvSpPr>
              <a:spLocks noChangeArrowheads="1"/>
            </p:cNvSpPr>
            <p:nvPr>
              <p:custDataLst>
                <p:tags r:id="rId7"/>
              </p:custDataLst>
            </p:nvPr>
          </p:nvSpPr>
          <p:spPr bwMode="auto">
            <a:xfrm>
              <a:off x="4919663" y="2586038"/>
              <a:ext cx="79375" cy="85725"/>
            </a:xfrm>
            <a:prstGeom prst="ellipse">
              <a:avLst/>
            </a:prstGeom>
            <a:solidFill>
              <a:schemeClr val="accent1">
                <a:lumMod val="60000"/>
                <a:lumOff val="40000"/>
              </a:schemeClr>
            </a:solidFill>
            <a:ln>
              <a:noFill/>
            </a:ln>
          </p:spPr>
          <p:txBody>
            <a:bodyPr vert="horz" wrap="square" lIns="91440" tIns="45720" rIns="91440" bIns="45720" numCol="1" anchor="t" anchorCtr="0" compatLnSpc="1"/>
            <a:lstStyle/>
            <a:p>
              <a:endParaRPr lang="zh-CN" altLang="en-US"/>
            </a:p>
          </p:txBody>
        </p:sp>
        <p:sp>
          <p:nvSpPr>
            <p:cNvPr id="10" name="Oval 16"/>
            <p:cNvSpPr>
              <a:spLocks noChangeArrowheads="1"/>
            </p:cNvSpPr>
            <p:nvPr>
              <p:custDataLst>
                <p:tags r:id="rId8"/>
              </p:custDataLst>
            </p:nvPr>
          </p:nvSpPr>
          <p:spPr bwMode="auto">
            <a:xfrm>
              <a:off x="5575300" y="2809875"/>
              <a:ext cx="79375" cy="85725"/>
            </a:xfrm>
            <a:prstGeom prst="ellipse">
              <a:avLst/>
            </a:prstGeom>
            <a:solidFill>
              <a:schemeClr val="accent1">
                <a:lumMod val="60000"/>
                <a:lumOff val="40000"/>
              </a:schemeClr>
            </a:solidFill>
            <a:ln>
              <a:noFill/>
            </a:ln>
          </p:spPr>
          <p:txBody>
            <a:bodyPr vert="horz" wrap="square" lIns="91440" tIns="45720" rIns="91440" bIns="45720" numCol="1" anchor="t" anchorCtr="0" compatLnSpc="1"/>
            <a:lstStyle/>
            <a:p>
              <a:endParaRPr lang="zh-CN" altLang="en-US"/>
            </a:p>
          </p:txBody>
        </p:sp>
        <p:sp>
          <p:nvSpPr>
            <p:cNvPr id="15" name="Oval 19"/>
            <p:cNvSpPr>
              <a:spLocks noChangeArrowheads="1"/>
            </p:cNvSpPr>
            <p:nvPr>
              <p:custDataLst>
                <p:tags r:id="rId9"/>
              </p:custDataLst>
            </p:nvPr>
          </p:nvSpPr>
          <p:spPr bwMode="auto">
            <a:xfrm>
              <a:off x="11245850" y="2284413"/>
              <a:ext cx="79375" cy="85725"/>
            </a:xfrm>
            <a:prstGeom prst="ellipse">
              <a:avLst/>
            </a:prstGeom>
            <a:solidFill>
              <a:schemeClr val="accent1">
                <a:lumMod val="60000"/>
                <a:lumOff val="40000"/>
              </a:schemeClr>
            </a:solidFill>
            <a:ln>
              <a:noFill/>
            </a:ln>
          </p:spPr>
          <p:txBody>
            <a:bodyPr vert="horz" wrap="square" lIns="91440" tIns="45720" rIns="91440" bIns="45720" numCol="1" anchor="t" anchorCtr="0" compatLnSpc="1"/>
            <a:lstStyle/>
            <a:p>
              <a:endParaRPr lang="zh-CN" altLang="en-US"/>
            </a:p>
          </p:txBody>
        </p:sp>
        <p:sp>
          <p:nvSpPr>
            <p:cNvPr id="16" name="Oval 20"/>
            <p:cNvSpPr>
              <a:spLocks noChangeArrowheads="1"/>
            </p:cNvSpPr>
            <p:nvPr>
              <p:custDataLst>
                <p:tags r:id="rId10"/>
              </p:custDataLst>
            </p:nvPr>
          </p:nvSpPr>
          <p:spPr bwMode="auto">
            <a:xfrm>
              <a:off x="11250613" y="809625"/>
              <a:ext cx="80963" cy="84138"/>
            </a:xfrm>
            <a:prstGeom prst="ellipse">
              <a:avLst/>
            </a:prstGeom>
            <a:solidFill>
              <a:schemeClr val="accent1">
                <a:lumMod val="60000"/>
                <a:lumOff val="40000"/>
              </a:schemeClr>
            </a:solidFill>
            <a:ln>
              <a:noFill/>
            </a:ln>
          </p:spPr>
          <p:txBody>
            <a:bodyPr vert="horz" wrap="square" lIns="91440" tIns="45720" rIns="91440" bIns="45720" numCol="1" anchor="t" anchorCtr="0" compatLnSpc="1"/>
            <a:lstStyle/>
            <a:p>
              <a:endParaRPr lang="zh-CN" altLang="en-US"/>
            </a:p>
          </p:txBody>
        </p:sp>
        <p:sp>
          <p:nvSpPr>
            <p:cNvPr id="17" name="Oval 21"/>
            <p:cNvSpPr>
              <a:spLocks noChangeArrowheads="1"/>
            </p:cNvSpPr>
            <p:nvPr>
              <p:custDataLst>
                <p:tags r:id="rId11"/>
              </p:custDataLst>
            </p:nvPr>
          </p:nvSpPr>
          <p:spPr bwMode="auto">
            <a:xfrm>
              <a:off x="8562975" y="771525"/>
              <a:ext cx="79375" cy="85725"/>
            </a:xfrm>
            <a:prstGeom prst="ellipse">
              <a:avLst/>
            </a:prstGeom>
            <a:solidFill>
              <a:schemeClr val="accent1">
                <a:lumMod val="60000"/>
                <a:lumOff val="40000"/>
              </a:schemeClr>
            </a:solidFill>
            <a:ln>
              <a:noFill/>
            </a:ln>
          </p:spPr>
          <p:txBody>
            <a:bodyPr vert="horz" wrap="square" lIns="91440" tIns="45720" rIns="91440" bIns="45720" numCol="1" anchor="t" anchorCtr="0" compatLnSpc="1"/>
            <a:lstStyle/>
            <a:p>
              <a:endParaRPr lang="zh-CN" altLang="en-US"/>
            </a:p>
          </p:txBody>
        </p:sp>
        <p:sp>
          <p:nvSpPr>
            <p:cNvPr id="18" name="Oval 22"/>
            <p:cNvSpPr>
              <a:spLocks noChangeArrowheads="1"/>
            </p:cNvSpPr>
            <p:nvPr>
              <p:custDataLst>
                <p:tags r:id="rId12"/>
              </p:custDataLst>
            </p:nvPr>
          </p:nvSpPr>
          <p:spPr bwMode="auto">
            <a:xfrm>
              <a:off x="5265738" y="3357563"/>
              <a:ext cx="80963" cy="84138"/>
            </a:xfrm>
            <a:prstGeom prst="ellipse">
              <a:avLst/>
            </a:prstGeom>
            <a:solidFill>
              <a:schemeClr val="accent1">
                <a:lumMod val="60000"/>
                <a:lumOff val="40000"/>
              </a:schemeClr>
            </a:solidFill>
            <a:ln>
              <a:noFill/>
            </a:ln>
          </p:spPr>
          <p:txBody>
            <a:bodyPr vert="horz" wrap="square" lIns="91440" tIns="45720" rIns="91440" bIns="45720" numCol="1" anchor="t" anchorCtr="0" compatLnSpc="1"/>
            <a:lstStyle/>
            <a:p>
              <a:endParaRPr lang="zh-CN" altLang="en-US"/>
            </a:p>
          </p:txBody>
        </p:sp>
        <p:sp>
          <p:nvSpPr>
            <p:cNvPr id="19" name="Oval 23"/>
            <p:cNvSpPr>
              <a:spLocks noChangeArrowheads="1"/>
            </p:cNvSpPr>
            <p:nvPr>
              <p:custDataLst>
                <p:tags r:id="rId13"/>
              </p:custDataLst>
            </p:nvPr>
          </p:nvSpPr>
          <p:spPr bwMode="auto">
            <a:xfrm>
              <a:off x="3513138" y="4232275"/>
              <a:ext cx="80963" cy="82550"/>
            </a:xfrm>
            <a:prstGeom prst="ellipse">
              <a:avLst/>
            </a:prstGeom>
            <a:solidFill>
              <a:schemeClr val="accent1">
                <a:lumMod val="60000"/>
                <a:lumOff val="40000"/>
              </a:schemeClr>
            </a:solidFill>
            <a:ln>
              <a:noFill/>
            </a:ln>
          </p:spPr>
          <p:txBody>
            <a:bodyPr vert="horz" wrap="square" lIns="91440" tIns="45720" rIns="91440" bIns="45720" numCol="1" anchor="t" anchorCtr="0" compatLnSpc="1"/>
            <a:lstStyle/>
            <a:p>
              <a:endParaRPr lang="zh-CN" altLang="en-US"/>
            </a:p>
          </p:txBody>
        </p:sp>
        <p:sp>
          <p:nvSpPr>
            <p:cNvPr id="20" name="Oval 24"/>
            <p:cNvSpPr>
              <a:spLocks noChangeArrowheads="1"/>
            </p:cNvSpPr>
            <p:nvPr>
              <p:custDataLst>
                <p:tags r:id="rId14"/>
              </p:custDataLst>
            </p:nvPr>
          </p:nvSpPr>
          <p:spPr bwMode="auto">
            <a:xfrm>
              <a:off x="6319838" y="4406900"/>
              <a:ext cx="80963" cy="85725"/>
            </a:xfrm>
            <a:prstGeom prst="ellipse">
              <a:avLst/>
            </a:prstGeom>
            <a:solidFill>
              <a:schemeClr val="accent1">
                <a:lumMod val="60000"/>
                <a:lumOff val="40000"/>
              </a:schemeClr>
            </a:solidFill>
            <a:ln>
              <a:noFill/>
            </a:ln>
          </p:spPr>
          <p:txBody>
            <a:bodyPr vert="horz" wrap="square" lIns="91440" tIns="45720" rIns="91440" bIns="45720" numCol="1" anchor="t" anchorCtr="0" compatLnSpc="1"/>
            <a:lstStyle/>
            <a:p>
              <a:endParaRPr lang="zh-CN" altLang="en-US"/>
            </a:p>
          </p:txBody>
        </p:sp>
        <p:sp>
          <p:nvSpPr>
            <p:cNvPr id="21" name="Oval 25"/>
            <p:cNvSpPr>
              <a:spLocks noChangeArrowheads="1"/>
            </p:cNvSpPr>
            <p:nvPr>
              <p:custDataLst>
                <p:tags r:id="rId15"/>
              </p:custDataLst>
            </p:nvPr>
          </p:nvSpPr>
          <p:spPr bwMode="auto">
            <a:xfrm>
              <a:off x="5840413" y="4041775"/>
              <a:ext cx="79375" cy="84138"/>
            </a:xfrm>
            <a:prstGeom prst="ellipse">
              <a:avLst/>
            </a:prstGeom>
            <a:solidFill>
              <a:schemeClr val="accent1">
                <a:lumMod val="60000"/>
                <a:lumOff val="40000"/>
              </a:schemeClr>
            </a:solidFill>
            <a:ln>
              <a:noFill/>
            </a:ln>
          </p:spPr>
          <p:txBody>
            <a:bodyPr vert="horz" wrap="square" lIns="91440" tIns="45720" rIns="91440" bIns="45720" numCol="1" anchor="t" anchorCtr="0" compatLnSpc="1"/>
            <a:lstStyle/>
            <a:p>
              <a:endParaRPr lang="zh-CN" altLang="en-US"/>
            </a:p>
          </p:txBody>
        </p:sp>
        <p:sp>
          <p:nvSpPr>
            <p:cNvPr id="22" name="Oval 26"/>
            <p:cNvSpPr>
              <a:spLocks noChangeArrowheads="1"/>
            </p:cNvSpPr>
            <p:nvPr>
              <p:custDataLst>
                <p:tags r:id="rId16"/>
              </p:custDataLst>
            </p:nvPr>
          </p:nvSpPr>
          <p:spPr bwMode="auto">
            <a:xfrm>
              <a:off x="11458575" y="4291013"/>
              <a:ext cx="79375" cy="85725"/>
            </a:xfrm>
            <a:prstGeom prst="ellipse">
              <a:avLst/>
            </a:prstGeom>
            <a:solidFill>
              <a:schemeClr val="accent1">
                <a:lumMod val="60000"/>
                <a:lumOff val="40000"/>
              </a:schemeClr>
            </a:solidFill>
            <a:ln>
              <a:noFill/>
            </a:ln>
          </p:spPr>
          <p:txBody>
            <a:bodyPr vert="horz" wrap="square" lIns="91440" tIns="45720" rIns="91440" bIns="45720" numCol="1" anchor="t" anchorCtr="0" compatLnSpc="1"/>
            <a:lstStyle/>
            <a:p>
              <a:endParaRPr lang="zh-CN" altLang="en-US"/>
            </a:p>
          </p:txBody>
        </p:sp>
        <p:sp>
          <p:nvSpPr>
            <p:cNvPr id="23" name="Oval 27"/>
            <p:cNvSpPr>
              <a:spLocks noChangeArrowheads="1"/>
            </p:cNvSpPr>
            <p:nvPr>
              <p:custDataLst>
                <p:tags r:id="rId17"/>
              </p:custDataLst>
            </p:nvPr>
          </p:nvSpPr>
          <p:spPr bwMode="auto">
            <a:xfrm>
              <a:off x="11715750" y="3781425"/>
              <a:ext cx="79375" cy="82550"/>
            </a:xfrm>
            <a:prstGeom prst="ellipse">
              <a:avLst/>
            </a:prstGeom>
            <a:solidFill>
              <a:schemeClr val="accent1">
                <a:lumMod val="60000"/>
                <a:lumOff val="40000"/>
              </a:schemeClr>
            </a:solidFill>
            <a:ln>
              <a:noFill/>
            </a:ln>
          </p:spPr>
          <p:txBody>
            <a:bodyPr vert="horz" wrap="square" lIns="91440" tIns="45720" rIns="91440" bIns="45720" numCol="1" anchor="t" anchorCtr="0" compatLnSpc="1"/>
            <a:lstStyle/>
            <a:p>
              <a:endParaRPr lang="zh-CN" altLang="en-US"/>
            </a:p>
          </p:txBody>
        </p:sp>
        <p:sp>
          <p:nvSpPr>
            <p:cNvPr id="24" name="Oval 28"/>
            <p:cNvSpPr>
              <a:spLocks noChangeArrowheads="1"/>
            </p:cNvSpPr>
            <p:nvPr>
              <p:custDataLst>
                <p:tags r:id="rId18"/>
              </p:custDataLst>
            </p:nvPr>
          </p:nvSpPr>
          <p:spPr bwMode="auto">
            <a:xfrm>
              <a:off x="9496425" y="4206875"/>
              <a:ext cx="79375" cy="84138"/>
            </a:xfrm>
            <a:prstGeom prst="ellipse">
              <a:avLst/>
            </a:prstGeom>
            <a:solidFill>
              <a:schemeClr val="accent1">
                <a:lumMod val="60000"/>
                <a:lumOff val="40000"/>
              </a:schemeClr>
            </a:solidFill>
            <a:ln>
              <a:noFill/>
            </a:ln>
          </p:spPr>
          <p:txBody>
            <a:bodyPr vert="horz" wrap="square" lIns="91440" tIns="45720" rIns="91440" bIns="45720" numCol="1" anchor="t" anchorCtr="0" compatLnSpc="1"/>
            <a:lstStyle/>
            <a:p>
              <a:endParaRPr lang="zh-CN" altLang="en-US"/>
            </a:p>
          </p:txBody>
        </p:sp>
        <p:sp>
          <p:nvSpPr>
            <p:cNvPr id="25" name="Oval 29"/>
            <p:cNvSpPr>
              <a:spLocks noChangeArrowheads="1"/>
            </p:cNvSpPr>
            <p:nvPr>
              <p:custDataLst>
                <p:tags r:id="rId19"/>
              </p:custDataLst>
            </p:nvPr>
          </p:nvSpPr>
          <p:spPr bwMode="auto">
            <a:xfrm>
              <a:off x="10896600" y="4011613"/>
              <a:ext cx="79375" cy="82550"/>
            </a:xfrm>
            <a:prstGeom prst="ellipse">
              <a:avLst/>
            </a:prstGeom>
            <a:solidFill>
              <a:schemeClr val="accent1">
                <a:lumMod val="60000"/>
                <a:lumOff val="40000"/>
              </a:schemeClr>
            </a:solidFill>
            <a:ln>
              <a:noFill/>
            </a:ln>
          </p:spPr>
          <p:txBody>
            <a:bodyPr vert="horz" wrap="square" lIns="91440" tIns="45720" rIns="91440" bIns="45720" numCol="1" anchor="t" anchorCtr="0" compatLnSpc="1"/>
            <a:lstStyle/>
            <a:p>
              <a:endParaRPr lang="zh-CN" altLang="en-US"/>
            </a:p>
          </p:txBody>
        </p:sp>
        <p:sp>
          <p:nvSpPr>
            <p:cNvPr id="26" name="Oval 30"/>
            <p:cNvSpPr>
              <a:spLocks noChangeArrowheads="1"/>
            </p:cNvSpPr>
            <p:nvPr>
              <p:custDataLst>
                <p:tags r:id="rId20"/>
              </p:custDataLst>
            </p:nvPr>
          </p:nvSpPr>
          <p:spPr bwMode="auto">
            <a:xfrm>
              <a:off x="11049000" y="4762500"/>
              <a:ext cx="79375" cy="85725"/>
            </a:xfrm>
            <a:prstGeom prst="ellipse">
              <a:avLst/>
            </a:prstGeom>
            <a:solidFill>
              <a:schemeClr val="accent1">
                <a:lumMod val="60000"/>
                <a:lumOff val="40000"/>
              </a:schemeClr>
            </a:solidFill>
            <a:ln>
              <a:noFill/>
            </a:ln>
          </p:spPr>
          <p:txBody>
            <a:bodyPr vert="horz" wrap="square" lIns="91440" tIns="45720" rIns="91440" bIns="45720" numCol="1" anchor="t" anchorCtr="0" compatLnSpc="1"/>
            <a:lstStyle/>
            <a:p>
              <a:endParaRPr lang="zh-CN" altLang="en-US"/>
            </a:p>
          </p:txBody>
        </p:sp>
        <p:sp>
          <p:nvSpPr>
            <p:cNvPr id="27" name="Oval 31"/>
            <p:cNvSpPr>
              <a:spLocks noChangeArrowheads="1"/>
            </p:cNvSpPr>
            <p:nvPr>
              <p:custDataLst>
                <p:tags r:id="rId21"/>
              </p:custDataLst>
            </p:nvPr>
          </p:nvSpPr>
          <p:spPr bwMode="auto">
            <a:xfrm>
              <a:off x="5795963" y="2409825"/>
              <a:ext cx="79375" cy="84138"/>
            </a:xfrm>
            <a:prstGeom prst="ellipse">
              <a:avLst/>
            </a:prstGeom>
            <a:solidFill>
              <a:schemeClr val="accent1">
                <a:lumMod val="60000"/>
                <a:lumOff val="40000"/>
              </a:schemeClr>
            </a:solidFill>
            <a:ln>
              <a:noFill/>
            </a:ln>
          </p:spPr>
          <p:txBody>
            <a:bodyPr vert="horz" wrap="square" lIns="91440" tIns="45720" rIns="91440" bIns="45720" numCol="1" anchor="t" anchorCtr="0" compatLnSpc="1"/>
            <a:lstStyle/>
            <a:p>
              <a:endParaRPr lang="zh-CN" altLang="en-US"/>
            </a:p>
          </p:txBody>
        </p:sp>
        <p:sp>
          <p:nvSpPr>
            <p:cNvPr id="28" name="Oval 32"/>
            <p:cNvSpPr>
              <a:spLocks noChangeArrowheads="1"/>
            </p:cNvSpPr>
            <p:nvPr>
              <p:custDataLst>
                <p:tags r:id="rId22"/>
              </p:custDataLst>
            </p:nvPr>
          </p:nvSpPr>
          <p:spPr bwMode="auto">
            <a:xfrm>
              <a:off x="6507163" y="6224588"/>
              <a:ext cx="1831975" cy="109538"/>
            </a:xfrm>
            <a:prstGeom prst="ellipse">
              <a:avLst/>
            </a:prstGeom>
            <a:solidFill>
              <a:schemeClr val="tx2">
                <a:alpha val="70000"/>
              </a:schemeClr>
            </a:solidFill>
            <a:ln>
              <a:noFill/>
            </a:ln>
          </p:spPr>
          <p:txBody>
            <a:bodyPr vert="horz" wrap="square" lIns="91440" tIns="45720" rIns="91440" bIns="45720" numCol="1" anchor="t" anchorCtr="0" compatLnSpc="1"/>
            <a:lstStyle/>
            <a:p>
              <a:endParaRPr lang="zh-CN" altLang="en-US"/>
            </a:p>
          </p:txBody>
        </p:sp>
        <p:sp>
          <p:nvSpPr>
            <p:cNvPr id="29" name="Oval 33"/>
            <p:cNvSpPr>
              <a:spLocks noChangeArrowheads="1"/>
            </p:cNvSpPr>
            <p:nvPr>
              <p:custDataLst>
                <p:tags r:id="rId23"/>
              </p:custDataLst>
            </p:nvPr>
          </p:nvSpPr>
          <p:spPr bwMode="auto">
            <a:xfrm>
              <a:off x="9201150" y="6210300"/>
              <a:ext cx="1831975" cy="111125"/>
            </a:xfrm>
            <a:prstGeom prst="ellipse">
              <a:avLst/>
            </a:prstGeom>
            <a:solidFill>
              <a:schemeClr val="tx2">
                <a:alpha val="70000"/>
              </a:schemeClr>
            </a:solidFill>
            <a:ln>
              <a:noFill/>
            </a:ln>
          </p:spPr>
          <p:txBody>
            <a:bodyPr vert="horz" wrap="square" lIns="91440" tIns="45720" rIns="91440" bIns="45720" numCol="1" anchor="t" anchorCtr="0" compatLnSpc="1"/>
            <a:lstStyle/>
            <a:p>
              <a:endParaRPr lang="zh-CN" altLang="en-US"/>
            </a:p>
          </p:txBody>
        </p:sp>
        <p:sp>
          <p:nvSpPr>
            <p:cNvPr id="30" name="Freeform 34"/>
            <p:cNvSpPr/>
            <p:nvPr>
              <p:custDataLst>
                <p:tags r:id="rId24"/>
              </p:custDataLst>
            </p:nvPr>
          </p:nvSpPr>
          <p:spPr bwMode="auto">
            <a:xfrm>
              <a:off x="5875338" y="6007100"/>
              <a:ext cx="92075" cy="146050"/>
            </a:xfrm>
            <a:custGeom>
              <a:avLst/>
              <a:gdLst>
                <a:gd name="T0" fmla="*/ 44 w 48"/>
                <a:gd name="T1" fmla="*/ 77 h 77"/>
                <a:gd name="T2" fmla="*/ 7 w 48"/>
                <a:gd name="T3" fmla="*/ 0 h 77"/>
                <a:gd name="T4" fmla="*/ 44 w 48"/>
                <a:gd name="T5" fmla="*/ 77 h 77"/>
              </a:gdLst>
              <a:ahLst/>
              <a:cxnLst>
                <a:cxn ang="0">
                  <a:pos x="T0" y="T1"/>
                </a:cxn>
                <a:cxn ang="0">
                  <a:pos x="T2" y="T3"/>
                </a:cxn>
                <a:cxn ang="0">
                  <a:pos x="T4" y="T5"/>
                </a:cxn>
              </a:cxnLst>
              <a:rect l="0" t="0" r="r" b="b"/>
              <a:pathLst>
                <a:path w="48" h="77">
                  <a:moveTo>
                    <a:pt x="44" y="77"/>
                  </a:moveTo>
                  <a:cubicBezTo>
                    <a:pt x="44" y="77"/>
                    <a:pt x="0" y="64"/>
                    <a:pt x="7" y="0"/>
                  </a:cubicBezTo>
                  <a:cubicBezTo>
                    <a:pt x="7" y="0"/>
                    <a:pt x="48" y="21"/>
                    <a:pt x="44" y="77"/>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1" name="Freeform 35"/>
            <p:cNvSpPr/>
            <p:nvPr>
              <p:custDataLst>
                <p:tags r:id="rId25"/>
              </p:custDataLst>
            </p:nvPr>
          </p:nvSpPr>
          <p:spPr bwMode="auto">
            <a:xfrm>
              <a:off x="5951538" y="6008688"/>
              <a:ext cx="92075" cy="144463"/>
            </a:xfrm>
            <a:custGeom>
              <a:avLst/>
              <a:gdLst>
                <a:gd name="T0" fmla="*/ 4 w 48"/>
                <a:gd name="T1" fmla="*/ 76 h 76"/>
                <a:gd name="T2" fmla="*/ 42 w 48"/>
                <a:gd name="T3" fmla="*/ 0 h 76"/>
                <a:gd name="T4" fmla="*/ 4 w 48"/>
                <a:gd name="T5" fmla="*/ 76 h 76"/>
              </a:gdLst>
              <a:ahLst/>
              <a:cxnLst>
                <a:cxn ang="0">
                  <a:pos x="T0" y="T1"/>
                </a:cxn>
                <a:cxn ang="0">
                  <a:pos x="T2" y="T3"/>
                </a:cxn>
                <a:cxn ang="0">
                  <a:pos x="T4" y="T5"/>
                </a:cxn>
              </a:cxnLst>
              <a:rect l="0" t="0" r="r" b="b"/>
              <a:pathLst>
                <a:path w="48" h="76">
                  <a:moveTo>
                    <a:pt x="4" y="76"/>
                  </a:moveTo>
                  <a:cubicBezTo>
                    <a:pt x="4" y="76"/>
                    <a:pt x="48" y="64"/>
                    <a:pt x="42" y="0"/>
                  </a:cubicBezTo>
                  <a:cubicBezTo>
                    <a:pt x="42" y="0"/>
                    <a:pt x="0" y="20"/>
                    <a:pt x="4" y="76"/>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649" name="Freeform 36"/>
            <p:cNvSpPr/>
            <p:nvPr>
              <p:custDataLst>
                <p:tags r:id="rId26"/>
              </p:custDataLst>
            </p:nvPr>
          </p:nvSpPr>
          <p:spPr bwMode="auto">
            <a:xfrm>
              <a:off x="5903913" y="5932488"/>
              <a:ext cx="117475" cy="163513"/>
            </a:xfrm>
            <a:custGeom>
              <a:avLst/>
              <a:gdLst>
                <a:gd name="T0" fmla="*/ 28 w 61"/>
                <a:gd name="T1" fmla="*/ 86 h 86"/>
                <a:gd name="T2" fmla="*/ 27 w 61"/>
                <a:gd name="T3" fmla="*/ 0 h 86"/>
                <a:gd name="T4" fmla="*/ 28 w 61"/>
                <a:gd name="T5" fmla="*/ 86 h 86"/>
              </a:gdLst>
              <a:ahLst/>
              <a:cxnLst>
                <a:cxn ang="0">
                  <a:pos x="T0" y="T1"/>
                </a:cxn>
                <a:cxn ang="0">
                  <a:pos x="T2" y="T3"/>
                </a:cxn>
                <a:cxn ang="0">
                  <a:pos x="T4" y="T5"/>
                </a:cxn>
              </a:cxnLst>
              <a:rect l="0" t="0" r="r" b="b"/>
              <a:pathLst>
                <a:path w="61" h="86">
                  <a:moveTo>
                    <a:pt x="28" y="86"/>
                  </a:moveTo>
                  <a:cubicBezTo>
                    <a:pt x="28" y="86"/>
                    <a:pt x="61" y="54"/>
                    <a:pt x="27" y="0"/>
                  </a:cubicBezTo>
                  <a:cubicBezTo>
                    <a:pt x="27" y="0"/>
                    <a:pt x="0" y="40"/>
                    <a:pt x="28" y="86"/>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653" name="Freeform 37"/>
            <p:cNvSpPr/>
            <p:nvPr>
              <p:custDataLst>
                <p:tags r:id="rId27"/>
              </p:custDataLst>
            </p:nvPr>
          </p:nvSpPr>
          <p:spPr bwMode="auto">
            <a:xfrm>
              <a:off x="6651625" y="6453188"/>
              <a:ext cx="74613" cy="117475"/>
            </a:xfrm>
            <a:custGeom>
              <a:avLst/>
              <a:gdLst>
                <a:gd name="T0" fmla="*/ 35 w 39"/>
                <a:gd name="T1" fmla="*/ 62 h 62"/>
                <a:gd name="T2" fmla="*/ 5 w 39"/>
                <a:gd name="T3" fmla="*/ 0 h 62"/>
                <a:gd name="T4" fmla="*/ 35 w 39"/>
                <a:gd name="T5" fmla="*/ 62 h 62"/>
              </a:gdLst>
              <a:ahLst/>
              <a:cxnLst>
                <a:cxn ang="0">
                  <a:pos x="T0" y="T1"/>
                </a:cxn>
                <a:cxn ang="0">
                  <a:pos x="T2" y="T3"/>
                </a:cxn>
                <a:cxn ang="0">
                  <a:pos x="T4" y="T5"/>
                </a:cxn>
              </a:cxnLst>
              <a:rect l="0" t="0" r="r" b="b"/>
              <a:pathLst>
                <a:path w="39" h="62">
                  <a:moveTo>
                    <a:pt x="35" y="62"/>
                  </a:moveTo>
                  <a:cubicBezTo>
                    <a:pt x="35" y="62"/>
                    <a:pt x="0" y="52"/>
                    <a:pt x="5" y="0"/>
                  </a:cubicBezTo>
                  <a:cubicBezTo>
                    <a:pt x="5" y="0"/>
                    <a:pt x="39" y="17"/>
                    <a:pt x="35" y="62"/>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691" name="Freeform 38"/>
            <p:cNvSpPr/>
            <p:nvPr>
              <p:custDataLst>
                <p:tags r:id="rId28"/>
              </p:custDataLst>
            </p:nvPr>
          </p:nvSpPr>
          <p:spPr bwMode="auto">
            <a:xfrm>
              <a:off x="6711950" y="6454775"/>
              <a:ext cx="73025" cy="115888"/>
            </a:xfrm>
            <a:custGeom>
              <a:avLst/>
              <a:gdLst>
                <a:gd name="T0" fmla="*/ 3 w 38"/>
                <a:gd name="T1" fmla="*/ 61 h 61"/>
                <a:gd name="T2" fmla="*/ 34 w 38"/>
                <a:gd name="T3" fmla="*/ 0 h 61"/>
                <a:gd name="T4" fmla="*/ 3 w 38"/>
                <a:gd name="T5" fmla="*/ 61 h 61"/>
              </a:gdLst>
              <a:ahLst/>
              <a:cxnLst>
                <a:cxn ang="0">
                  <a:pos x="T0" y="T1"/>
                </a:cxn>
                <a:cxn ang="0">
                  <a:pos x="T2" y="T3"/>
                </a:cxn>
                <a:cxn ang="0">
                  <a:pos x="T4" y="T5"/>
                </a:cxn>
              </a:cxnLst>
              <a:rect l="0" t="0" r="r" b="b"/>
              <a:pathLst>
                <a:path w="38" h="61">
                  <a:moveTo>
                    <a:pt x="3" y="61"/>
                  </a:moveTo>
                  <a:cubicBezTo>
                    <a:pt x="3" y="61"/>
                    <a:pt x="38" y="52"/>
                    <a:pt x="34" y="0"/>
                  </a:cubicBezTo>
                  <a:cubicBezTo>
                    <a:pt x="34" y="0"/>
                    <a:pt x="0" y="16"/>
                    <a:pt x="3" y="61"/>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692" name="Freeform 39"/>
            <p:cNvSpPr/>
            <p:nvPr>
              <p:custDataLst>
                <p:tags r:id="rId29"/>
              </p:custDataLst>
            </p:nvPr>
          </p:nvSpPr>
          <p:spPr bwMode="auto">
            <a:xfrm>
              <a:off x="6672263" y="6394450"/>
              <a:ext cx="95250" cy="130175"/>
            </a:xfrm>
            <a:custGeom>
              <a:avLst/>
              <a:gdLst>
                <a:gd name="T0" fmla="*/ 24 w 50"/>
                <a:gd name="T1" fmla="*/ 69 h 69"/>
                <a:gd name="T2" fmla="*/ 22 w 50"/>
                <a:gd name="T3" fmla="*/ 0 h 69"/>
                <a:gd name="T4" fmla="*/ 24 w 50"/>
                <a:gd name="T5" fmla="*/ 69 h 69"/>
              </a:gdLst>
              <a:ahLst/>
              <a:cxnLst>
                <a:cxn ang="0">
                  <a:pos x="T0" y="T1"/>
                </a:cxn>
                <a:cxn ang="0">
                  <a:pos x="T2" y="T3"/>
                </a:cxn>
                <a:cxn ang="0">
                  <a:pos x="T4" y="T5"/>
                </a:cxn>
              </a:cxnLst>
              <a:rect l="0" t="0" r="r" b="b"/>
              <a:pathLst>
                <a:path w="50" h="69">
                  <a:moveTo>
                    <a:pt x="24" y="69"/>
                  </a:moveTo>
                  <a:cubicBezTo>
                    <a:pt x="24" y="69"/>
                    <a:pt x="50" y="43"/>
                    <a:pt x="22" y="0"/>
                  </a:cubicBezTo>
                  <a:cubicBezTo>
                    <a:pt x="22" y="0"/>
                    <a:pt x="0" y="32"/>
                    <a:pt x="24" y="69"/>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693" name="Freeform 40"/>
            <p:cNvSpPr/>
            <p:nvPr>
              <p:custDataLst>
                <p:tags r:id="rId30"/>
              </p:custDataLst>
            </p:nvPr>
          </p:nvSpPr>
          <p:spPr bwMode="auto">
            <a:xfrm>
              <a:off x="9780588" y="6389688"/>
              <a:ext cx="73025" cy="117475"/>
            </a:xfrm>
            <a:custGeom>
              <a:avLst/>
              <a:gdLst>
                <a:gd name="T0" fmla="*/ 35 w 39"/>
                <a:gd name="T1" fmla="*/ 62 h 62"/>
                <a:gd name="T2" fmla="*/ 5 w 39"/>
                <a:gd name="T3" fmla="*/ 0 h 62"/>
                <a:gd name="T4" fmla="*/ 35 w 39"/>
                <a:gd name="T5" fmla="*/ 62 h 62"/>
              </a:gdLst>
              <a:ahLst/>
              <a:cxnLst>
                <a:cxn ang="0">
                  <a:pos x="T0" y="T1"/>
                </a:cxn>
                <a:cxn ang="0">
                  <a:pos x="T2" y="T3"/>
                </a:cxn>
                <a:cxn ang="0">
                  <a:pos x="T4" y="T5"/>
                </a:cxn>
              </a:cxnLst>
              <a:rect l="0" t="0" r="r" b="b"/>
              <a:pathLst>
                <a:path w="39" h="62">
                  <a:moveTo>
                    <a:pt x="35" y="62"/>
                  </a:moveTo>
                  <a:cubicBezTo>
                    <a:pt x="35" y="62"/>
                    <a:pt x="0" y="52"/>
                    <a:pt x="5" y="0"/>
                  </a:cubicBezTo>
                  <a:cubicBezTo>
                    <a:pt x="5" y="0"/>
                    <a:pt x="39" y="17"/>
                    <a:pt x="35" y="62"/>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694" name="Freeform 41"/>
            <p:cNvSpPr/>
            <p:nvPr>
              <p:custDataLst>
                <p:tags r:id="rId31"/>
              </p:custDataLst>
            </p:nvPr>
          </p:nvSpPr>
          <p:spPr bwMode="auto">
            <a:xfrm>
              <a:off x="9840913" y="6389688"/>
              <a:ext cx="74613" cy="117475"/>
            </a:xfrm>
            <a:custGeom>
              <a:avLst/>
              <a:gdLst>
                <a:gd name="T0" fmla="*/ 3 w 39"/>
                <a:gd name="T1" fmla="*/ 62 h 62"/>
                <a:gd name="T2" fmla="*/ 34 w 39"/>
                <a:gd name="T3" fmla="*/ 0 h 62"/>
                <a:gd name="T4" fmla="*/ 3 w 39"/>
                <a:gd name="T5" fmla="*/ 62 h 62"/>
              </a:gdLst>
              <a:ahLst/>
              <a:cxnLst>
                <a:cxn ang="0">
                  <a:pos x="T0" y="T1"/>
                </a:cxn>
                <a:cxn ang="0">
                  <a:pos x="T2" y="T3"/>
                </a:cxn>
                <a:cxn ang="0">
                  <a:pos x="T4" y="T5"/>
                </a:cxn>
              </a:cxnLst>
              <a:rect l="0" t="0" r="r" b="b"/>
              <a:pathLst>
                <a:path w="39" h="62">
                  <a:moveTo>
                    <a:pt x="3" y="62"/>
                  </a:moveTo>
                  <a:cubicBezTo>
                    <a:pt x="3" y="62"/>
                    <a:pt x="39" y="52"/>
                    <a:pt x="34" y="0"/>
                  </a:cubicBezTo>
                  <a:cubicBezTo>
                    <a:pt x="34" y="0"/>
                    <a:pt x="0" y="17"/>
                    <a:pt x="3" y="62"/>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695" name="Freeform 42"/>
            <p:cNvSpPr/>
            <p:nvPr>
              <p:custDataLst>
                <p:tags r:id="rId32"/>
              </p:custDataLst>
            </p:nvPr>
          </p:nvSpPr>
          <p:spPr bwMode="auto">
            <a:xfrm>
              <a:off x="9802813" y="6330950"/>
              <a:ext cx="95250" cy="131763"/>
            </a:xfrm>
            <a:custGeom>
              <a:avLst/>
              <a:gdLst>
                <a:gd name="T0" fmla="*/ 23 w 50"/>
                <a:gd name="T1" fmla="*/ 69 h 69"/>
                <a:gd name="T2" fmla="*/ 22 w 50"/>
                <a:gd name="T3" fmla="*/ 0 h 69"/>
                <a:gd name="T4" fmla="*/ 23 w 50"/>
                <a:gd name="T5" fmla="*/ 69 h 69"/>
              </a:gdLst>
              <a:ahLst/>
              <a:cxnLst>
                <a:cxn ang="0">
                  <a:pos x="T0" y="T1"/>
                </a:cxn>
                <a:cxn ang="0">
                  <a:pos x="T2" y="T3"/>
                </a:cxn>
                <a:cxn ang="0">
                  <a:pos x="T4" y="T5"/>
                </a:cxn>
              </a:cxnLst>
              <a:rect l="0" t="0" r="r" b="b"/>
              <a:pathLst>
                <a:path w="50" h="69">
                  <a:moveTo>
                    <a:pt x="23" y="69"/>
                  </a:moveTo>
                  <a:cubicBezTo>
                    <a:pt x="23" y="69"/>
                    <a:pt x="50" y="43"/>
                    <a:pt x="22" y="0"/>
                  </a:cubicBezTo>
                  <a:cubicBezTo>
                    <a:pt x="22" y="0"/>
                    <a:pt x="0" y="32"/>
                    <a:pt x="23" y="69"/>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696" name="Freeform 43"/>
            <p:cNvSpPr/>
            <p:nvPr>
              <p:custDataLst>
                <p:tags r:id="rId33"/>
              </p:custDataLst>
            </p:nvPr>
          </p:nvSpPr>
          <p:spPr bwMode="auto">
            <a:xfrm>
              <a:off x="8364538" y="6008688"/>
              <a:ext cx="87313" cy="138113"/>
            </a:xfrm>
            <a:custGeom>
              <a:avLst/>
              <a:gdLst>
                <a:gd name="T0" fmla="*/ 41 w 46"/>
                <a:gd name="T1" fmla="*/ 72 h 72"/>
                <a:gd name="T2" fmla="*/ 6 w 46"/>
                <a:gd name="T3" fmla="*/ 0 h 72"/>
                <a:gd name="T4" fmla="*/ 41 w 46"/>
                <a:gd name="T5" fmla="*/ 72 h 72"/>
              </a:gdLst>
              <a:ahLst/>
              <a:cxnLst>
                <a:cxn ang="0">
                  <a:pos x="T0" y="T1"/>
                </a:cxn>
                <a:cxn ang="0">
                  <a:pos x="T2" y="T3"/>
                </a:cxn>
                <a:cxn ang="0">
                  <a:pos x="T4" y="T5"/>
                </a:cxn>
              </a:cxnLst>
              <a:rect l="0" t="0" r="r" b="b"/>
              <a:pathLst>
                <a:path w="46" h="72">
                  <a:moveTo>
                    <a:pt x="41" y="72"/>
                  </a:moveTo>
                  <a:cubicBezTo>
                    <a:pt x="41" y="72"/>
                    <a:pt x="0" y="61"/>
                    <a:pt x="6" y="0"/>
                  </a:cubicBezTo>
                  <a:cubicBezTo>
                    <a:pt x="6" y="0"/>
                    <a:pt x="46" y="20"/>
                    <a:pt x="41" y="72"/>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698" name="Freeform 44"/>
            <p:cNvSpPr/>
            <p:nvPr>
              <p:custDataLst>
                <p:tags r:id="rId34"/>
              </p:custDataLst>
            </p:nvPr>
          </p:nvSpPr>
          <p:spPr bwMode="auto">
            <a:xfrm>
              <a:off x="8434388" y="6011863"/>
              <a:ext cx="88900" cy="134938"/>
            </a:xfrm>
            <a:custGeom>
              <a:avLst/>
              <a:gdLst>
                <a:gd name="T0" fmla="*/ 4 w 46"/>
                <a:gd name="T1" fmla="*/ 71 h 71"/>
                <a:gd name="T2" fmla="*/ 40 w 46"/>
                <a:gd name="T3" fmla="*/ 0 h 71"/>
                <a:gd name="T4" fmla="*/ 4 w 46"/>
                <a:gd name="T5" fmla="*/ 71 h 71"/>
              </a:gdLst>
              <a:ahLst/>
              <a:cxnLst>
                <a:cxn ang="0">
                  <a:pos x="T0" y="T1"/>
                </a:cxn>
                <a:cxn ang="0">
                  <a:pos x="T2" y="T3"/>
                </a:cxn>
                <a:cxn ang="0">
                  <a:pos x="T4" y="T5"/>
                </a:cxn>
              </a:cxnLst>
              <a:rect l="0" t="0" r="r" b="b"/>
              <a:pathLst>
                <a:path w="46" h="71">
                  <a:moveTo>
                    <a:pt x="4" y="71"/>
                  </a:moveTo>
                  <a:cubicBezTo>
                    <a:pt x="4" y="71"/>
                    <a:pt x="46" y="60"/>
                    <a:pt x="40" y="0"/>
                  </a:cubicBezTo>
                  <a:cubicBezTo>
                    <a:pt x="40" y="0"/>
                    <a:pt x="0" y="19"/>
                    <a:pt x="4" y="71"/>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699" name="Freeform 45"/>
            <p:cNvSpPr/>
            <p:nvPr>
              <p:custDataLst>
                <p:tags r:id="rId35"/>
              </p:custDataLst>
            </p:nvPr>
          </p:nvSpPr>
          <p:spPr bwMode="auto">
            <a:xfrm>
              <a:off x="8391525" y="5940425"/>
              <a:ext cx="109538" cy="153988"/>
            </a:xfrm>
            <a:custGeom>
              <a:avLst/>
              <a:gdLst>
                <a:gd name="T0" fmla="*/ 27 w 58"/>
                <a:gd name="T1" fmla="*/ 81 h 81"/>
                <a:gd name="T2" fmla="*/ 26 w 58"/>
                <a:gd name="T3" fmla="*/ 0 h 81"/>
                <a:gd name="T4" fmla="*/ 27 w 58"/>
                <a:gd name="T5" fmla="*/ 81 h 81"/>
              </a:gdLst>
              <a:ahLst/>
              <a:cxnLst>
                <a:cxn ang="0">
                  <a:pos x="T0" y="T1"/>
                </a:cxn>
                <a:cxn ang="0">
                  <a:pos x="T2" y="T3"/>
                </a:cxn>
                <a:cxn ang="0">
                  <a:pos x="T4" y="T5"/>
                </a:cxn>
              </a:cxnLst>
              <a:rect l="0" t="0" r="r" b="b"/>
              <a:pathLst>
                <a:path w="58" h="81">
                  <a:moveTo>
                    <a:pt x="27" y="81"/>
                  </a:moveTo>
                  <a:cubicBezTo>
                    <a:pt x="27" y="81"/>
                    <a:pt x="58" y="50"/>
                    <a:pt x="26" y="0"/>
                  </a:cubicBezTo>
                  <a:cubicBezTo>
                    <a:pt x="26" y="0"/>
                    <a:pt x="0" y="37"/>
                    <a:pt x="27" y="81"/>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700" name="Freeform 46"/>
            <p:cNvSpPr/>
            <p:nvPr>
              <p:custDataLst>
                <p:tags r:id="rId36"/>
              </p:custDataLst>
            </p:nvPr>
          </p:nvSpPr>
          <p:spPr bwMode="auto">
            <a:xfrm>
              <a:off x="10642600" y="6045200"/>
              <a:ext cx="88900" cy="139700"/>
            </a:xfrm>
            <a:custGeom>
              <a:avLst/>
              <a:gdLst>
                <a:gd name="T0" fmla="*/ 41 w 46"/>
                <a:gd name="T1" fmla="*/ 73 h 73"/>
                <a:gd name="T2" fmla="*/ 6 w 46"/>
                <a:gd name="T3" fmla="*/ 0 h 73"/>
                <a:gd name="T4" fmla="*/ 41 w 46"/>
                <a:gd name="T5" fmla="*/ 73 h 73"/>
              </a:gdLst>
              <a:ahLst/>
              <a:cxnLst>
                <a:cxn ang="0">
                  <a:pos x="T0" y="T1"/>
                </a:cxn>
                <a:cxn ang="0">
                  <a:pos x="T2" y="T3"/>
                </a:cxn>
                <a:cxn ang="0">
                  <a:pos x="T4" y="T5"/>
                </a:cxn>
              </a:cxnLst>
              <a:rect l="0" t="0" r="r" b="b"/>
              <a:pathLst>
                <a:path w="46" h="73">
                  <a:moveTo>
                    <a:pt x="41" y="73"/>
                  </a:moveTo>
                  <a:cubicBezTo>
                    <a:pt x="41" y="73"/>
                    <a:pt x="0" y="61"/>
                    <a:pt x="6" y="0"/>
                  </a:cubicBezTo>
                  <a:cubicBezTo>
                    <a:pt x="6" y="0"/>
                    <a:pt x="46" y="20"/>
                    <a:pt x="41" y="73"/>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701" name="Freeform 47"/>
            <p:cNvSpPr/>
            <p:nvPr>
              <p:custDataLst>
                <p:tags r:id="rId37"/>
              </p:custDataLst>
            </p:nvPr>
          </p:nvSpPr>
          <p:spPr bwMode="auto">
            <a:xfrm>
              <a:off x="10714038" y="6045200"/>
              <a:ext cx="87313" cy="139700"/>
            </a:xfrm>
            <a:custGeom>
              <a:avLst/>
              <a:gdLst>
                <a:gd name="T0" fmla="*/ 4 w 46"/>
                <a:gd name="T1" fmla="*/ 73 h 73"/>
                <a:gd name="T2" fmla="*/ 41 w 46"/>
                <a:gd name="T3" fmla="*/ 0 h 73"/>
                <a:gd name="T4" fmla="*/ 4 w 46"/>
                <a:gd name="T5" fmla="*/ 73 h 73"/>
              </a:gdLst>
              <a:ahLst/>
              <a:cxnLst>
                <a:cxn ang="0">
                  <a:pos x="T0" y="T1"/>
                </a:cxn>
                <a:cxn ang="0">
                  <a:pos x="T2" y="T3"/>
                </a:cxn>
                <a:cxn ang="0">
                  <a:pos x="T4" y="T5"/>
                </a:cxn>
              </a:cxnLst>
              <a:rect l="0" t="0" r="r" b="b"/>
              <a:pathLst>
                <a:path w="46" h="73">
                  <a:moveTo>
                    <a:pt x="4" y="73"/>
                  </a:moveTo>
                  <a:cubicBezTo>
                    <a:pt x="4" y="73"/>
                    <a:pt x="46" y="61"/>
                    <a:pt x="41" y="0"/>
                  </a:cubicBezTo>
                  <a:cubicBezTo>
                    <a:pt x="41" y="0"/>
                    <a:pt x="0" y="20"/>
                    <a:pt x="4" y="73"/>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702" name="Freeform 48"/>
            <p:cNvSpPr/>
            <p:nvPr>
              <p:custDataLst>
                <p:tags r:id="rId38"/>
              </p:custDataLst>
            </p:nvPr>
          </p:nvSpPr>
          <p:spPr bwMode="auto">
            <a:xfrm>
              <a:off x="10668000" y="5975350"/>
              <a:ext cx="112713" cy="155575"/>
            </a:xfrm>
            <a:custGeom>
              <a:avLst/>
              <a:gdLst>
                <a:gd name="T0" fmla="*/ 28 w 59"/>
                <a:gd name="T1" fmla="*/ 82 h 82"/>
                <a:gd name="T2" fmla="*/ 27 w 59"/>
                <a:gd name="T3" fmla="*/ 0 h 82"/>
                <a:gd name="T4" fmla="*/ 28 w 59"/>
                <a:gd name="T5" fmla="*/ 82 h 82"/>
              </a:gdLst>
              <a:ahLst/>
              <a:cxnLst>
                <a:cxn ang="0">
                  <a:pos x="T0" y="T1"/>
                </a:cxn>
                <a:cxn ang="0">
                  <a:pos x="T2" y="T3"/>
                </a:cxn>
                <a:cxn ang="0">
                  <a:pos x="T4" y="T5"/>
                </a:cxn>
              </a:cxnLst>
              <a:rect l="0" t="0" r="r" b="b"/>
              <a:pathLst>
                <a:path w="59" h="82">
                  <a:moveTo>
                    <a:pt x="28" y="82"/>
                  </a:moveTo>
                  <a:cubicBezTo>
                    <a:pt x="28" y="82"/>
                    <a:pt x="59" y="51"/>
                    <a:pt x="27" y="0"/>
                  </a:cubicBezTo>
                  <a:cubicBezTo>
                    <a:pt x="27" y="0"/>
                    <a:pt x="0" y="37"/>
                    <a:pt x="28" y="82"/>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703" name="Freeform 49"/>
            <p:cNvSpPr/>
            <p:nvPr>
              <p:custDataLst>
                <p:tags r:id="rId39"/>
              </p:custDataLst>
            </p:nvPr>
          </p:nvSpPr>
          <p:spPr bwMode="auto">
            <a:xfrm>
              <a:off x="6091238" y="1143000"/>
              <a:ext cx="4940300" cy="2841625"/>
            </a:xfrm>
            <a:custGeom>
              <a:avLst/>
              <a:gdLst>
                <a:gd name="T0" fmla="*/ 2551 w 2593"/>
                <a:gd name="T1" fmla="*/ 1493 h 1493"/>
                <a:gd name="T2" fmla="*/ 41 w 2593"/>
                <a:gd name="T3" fmla="*/ 1493 h 1493"/>
                <a:gd name="T4" fmla="*/ 0 w 2593"/>
                <a:gd name="T5" fmla="*/ 1451 h 1493"/>
                <a:gd name="T6" fmla="*/ 0 w 2593"/>
                <a:gd name="T7" fmla="*/ 41 h 1493"/>
                <a:gd name="T8" fmla="*/ 41 w 2593"/>
                <a:gd name="T9" fmla="*/ 0 h 1493"/>
                <a:gd name="T10" fmla="*/ 2551 w 2593"/>
                <a:gd name="T11" fmla="*/ 0 h 1493"/>
                <a:gd name="T12" fmla="*/ 2593 w 2593"/>
                <a:gd name="T13" fmla="*/ 41 h 1493"/>
                <a:gd name="T14" fmla="*/ 2593 w 2593"/>
                <a:gd name="T15" fmla="*/ 1451 h 1493"/>
                <a:gd name="T16" fmla="*/ 2551 w 2593"/>
                <a:gd name="T17" fmla="*/ 1493 h 14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593" h="1493">
                  <a:moveTo>
                    <a:pt x="2551" y="1493"/>
                  </a:moveTo>
                  <a:cubicBezTo>
                    <a:pt x="41" y="1493"/>
                    <a:pt x="41" y="1493"/>
                    <a:pt x="41" y="1493"/>
                  </a:cubicBezTo>
                  <a:cubicBezTo>
                    <a:pt x="19" y="1493"/>
                    <a:pt x="0" y="1474"/>
                    <a:pt x="0" y="1451"/>
                  </a:cubicBezTo>
                  <a:cubicBezTo>
                    <a:pt x="0" y="41"/>
                    <a:pt x="0" y="41"/>
                    <a:pt x="0" y="41"/>
                  </a:cubicBezTo>
                  <a:cubicBezTo>
                    <a:pt x="0" y="18"/>
                    <a:pt x="19" y="0"/>
                    <a:pt x="41" y="0"/>
                  </a:cubicBezTo>
                  <a:cubicBezTo>
                    <a:pt x="2551" y="0"/>
                    <a:pt x="2551" y="0"/>
                    <a:pt x="2551" y="0"/>
                  </a:cubicBezTo>
                  <a:cubicBezTo>
                    <a:pt x="2574" y="0"/>
                    <a:pt x="2593" y="18"/>
                    <a:pt x="2593" y="41"/>
                  </a:cubicBezTo>
                  <a:cubicBezTo>
                    <a:pt x="2593" y="1451"/>
                    <a:pt x="2593" y="1451"/>
                    <a:pt x="2593" y="1451"/>
                  </a:cubicBezTo>
                  <a:cubicBezTo>
                    <a:pt x="2593" y="1474"/>
                    <a:pt x="2574" y="1493"/>
                    <a:pt x="2551" y="1493"/>
                  </a:cubicBezTo>
                  <a:close/>
                </a:path>
              </a:pathLst>
            </a:custGeom>
            <a:solidFill>
              <a:srgbClr val="FADD74"/>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704" name="Freeform 50"/>
            <p:cNvSpPr/>
            <p:nvPr>
              <p:custDataLst>
                <p:tags r:id="rId40"/>
              </p:custDataLst>
            </p:nvPr>
          </p:nvSpPr>
          <p:spPr bwMode="auto">
            <a:xfrm>
              <a:off x="6091238" y="1409700"/>
              <a:ext cx="1646238" cy="2574925"/>
            </a:xfrm>
            <a:custGeom>
              <a:avLst/>
              <a:gdLst>
                <a:gd name="T0" fmla="*/ 864 w 864"/>
                <a:gd name="T1" fmla="*/ 1353 h 1353"/>
                <a:gd name="T2" fmla="*/ 24 w 864"/>
                <a:gd name="T3" fmla="*/ 1353 h 1353"/>
                <a:gd name="T4" fmla="*/ 0 w 864"/>
                <a:gd name="T5" fmla="*/ 1329 h 1353"/>
                <a:gd name="T6" fmla="*/ 0 w 864"/>
                <a:gd name="T7" fmla="*/ 0 h 1353"/>
                <a:gd name="T8" fmla="*/ 864 w 864"/>
                <a:gd name="T9" fmla="*/ 0 h 1353"/>
                <a:gd name="T10" fmla="*/ 864 w 864"/>
                <a:gd name="T11" fmla="*/ 1353 h 1353"/>
              </a:gdLst>
              <a:ahLst/>
              <a:cxnLst>
                <a:cxn ang="0">
                  <a:pos x="T0" y="T1"/>
                </a:cxn>
                <a:cxn ang="0">
                  <a:pos x="T2" y="T3"/>
                </a:cxn>
                <a:cxn ang="0">
                  <a:pos x="T4" y="T5"/>
                </a:cxn>
                <a:cxn ang="0">
                  <a:pos x="T6" y="T7"/>
                </a:cxn>
                <a:cxn ang="0">
                  <a:pos x="T8" y="T9"/>
                </a:cxn>
                <a:cxn ang="0">
                  <a:pos x="T10" y="T11"/>
                </a:cxn>
              </a:cxnLst>
              <a:rect l="0" t="0" r="r" b="b"/>
              <a:pathLst>
                <a:path w="864" h="1353">
                  <a:moveTo>
                    <a:pt x="864" y="1353"/>
                  </a:moveTo>
                  <a:cubicBezTo>
                    <a:pt x="24" y="1353"/>
                    <a:pt x="24" y="1353"/>
                    <a:pt x="24" y="1353"/>
                  </a:cubicBezTo>
                  <a:cubicBezTo>
                    <a:pt x="11" y="1353"/>
                    <a:pt x="0" y="1342"/>
                    <a:pt x="0" y="1329"/>
                  </a:cubicBezTo>
                  <a:cubicBezTo>
                    <a:pt x="0" y="0"/>
                    <a:pt x="0" y="0"/>
                    <a:pt x="0" y="0"/>
                  </a:cubicBezTo>
                  <a:cubicBezTo>
                    <a:pt x="864" y="0"/>
                    <a:pt x="864" y="0"/>
                    <a:pt x="864" y="0"/>
                  </a:cubicBezTo>
                  <a:lnTo>
                    <a:pt x="864" y="1353"/>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705" name="Freeform 51"/>
            <p:cNvSpPr/>
            <p:nvPr>
              <p:custDataLst>
                <p:tags r:id="rId41"/>
              </p:custDataLst>
            </p:nvPr>
          </p:nvSpPr>
          <p:spPr bwMode="auto">
            <a:xfrm>
              <a:off x="9383713" y="1409700"/>
              <a:ext cx="1647825" cy="2574925"/>
            </a:xfrm>
            <a:custGeom>
              <a:avLst/>
              <a:gdLst>
                <a:gd name="T0" fmla="*/ 825 w 865"/>
                <a:gd name="T1" fmla="*/ 1353 h 1353"/>
                <a:gd name="T2" fmla="*/ 0 w 865"/>
                <a:gd name="T3" fmla="*/ 1353 h 1353"/>
                <a:gd name="T4" fmla="*/ 0 w 865"/>
                <a:gd name="T5" fmla="*/ 0 h 1353"/>
                <a:gd name="T6" fmla="*/ 865 w 865"/>
                <a:gd name="T7" fmla="*/ 0 h 1353"/>
                <a:gd name="T8" fmla="*/ 865 w 865"/>
                <a:gd name="T9" fmla="*/ 1313 h 1353"/>
                <a:gd name="T10" fmla="*/ 825 w 865"/>
                <a:gd name="T11" fmla="*/ 1353 h 1353"/>
              </a:gdLst>
              <a:ahLst/>
              <a:cxnLst>
                <a:cxn ang="0">
                  <a:pos x="T0" y="T1"/>
                </a:cxn>
                <a:cxn ang="0">
                  <a:pos x="T2" y="T3"/>
                </a:cxn>
                <a:cxn ang="0">
                  <a:pos x="T4" y="T5"/>
                </a:cxn>
                <a:cxn ang="0">
                  <a:pos x="T6" y="T7"/>
                </a:cxn>
                <a:cxn ang="0">
                  <a:pos x="T8" y="T9"/>
                </a:cxn>
                <a:cxn ang="0">
                  <a:pos x="T10" y="T11"/>
                </a:cxn>
              </a:cxnLst>
              <a:rect l="0" t="0" r="r" b="b"/>
              <a:pathLst>
                <a:path w="865" h="1353">
                  <a:moveTo>
                    <a:pt x="825" y="1353"/>
                  </a:moveTo>
                  <a:cubicBezTo>
                    <a:pt x="0" y="1353"/>
                    <a:pt x="0" y="1353"/>
                    <a:pt x="0" y="1353"/>
                  </a:cubicBezTo>
                  <a:cubicBezTo>
                    <a:pt x="0" y="0"/>
                    <a:pt x="0" y="0"/>
                    <a:pt x="0" y="0"/>
                  </a:cubicBezTo>
                  <a:cubicBezTo>
                    <a:pt x="865" y="0"/>
                    <a:pt x="865" y="0"/>
                    <a:pt x="865" y="0"/>
                  </a:cubicBezTo>
                  <a:cubicBezTo>
                    <a:pt x="865" y="1313"/>
                    <a:pt x="865" y="1313"/>
                    <a:pt x="865" y="1313"/>
                  </a:cubicBezTo>
                  <a:cubicBezTo>
                    <a:pt x="865" y="1335"/>
                    <a:pt x="847" y="1353"/>
                    <a:pt x="825" y="1353"/>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706" name="Freeform 52"/>
            <p:cNvSpPr/>
            <p:nvPr>
              <p:custDataLst>
                <p:tags r:id="rId42"/>
              </p:custDataLst>
            </p:nvPr>
          </p:nvSpPr>
          <p:spPr bwMode="auto">
            <a:xfrm>
              <a:off x="6081713" y="1136650"/>
              <a:ext cx="4954588" cy="273050"/>
            </a:xfrm>
            <a:custGeom>
              <a:avLst/>
              <a:gdLst>
                <a:gd name="T0" fmla="*/ 5 w 2600"/>
                <a:gd name="T1" fmla="*/ 143 h 143"/>
                <a:gd name="T2" fmla="*/ 2598 w 2600"/>
                <a:gd name="T3" fmla="*/ 143 h 143"/>
                <a:gd name="T4" fmla="*/ 2598 w 2600"/>
                <a:gd name="T5" fmla="*/ 93 h 143"/>
                <a:gd name="T6" fmla="*/ 2569 w 2600"/>
                <a:gd name="T7" fmla="*/ 27 h 143"/>
                <a:gd name="T8" fmla="*/ 2504 w 2600"/>
                <a:gd name="T9" fmla="*/ 3 h 143"/>
                <a:gd name="T10" fmla="*/ 103 w 2600"/>
                <a:gd name="T11" fmla="*/ 3 h 143"/>
                <a:gd name="T12" fmla="*/ 34 w 2600"/>
                <a:gd name="T13" fmla="*/ 29 h 143"/>
                <a:gd name="T14" fmla="*/ 5 w 2600"/>
                <a:gd name="T15" fmla="*/ 104 h 143"/>
                <a:gd name="T16" fmla="*/ 5 w 2600"/>
                <a:gd name="T17" fmla="*/ 143 h 1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600" h="143">
                  <a:moveTo>
                    <a:pt x="5" y="143"/>
                  </a:moveTo>
                  <a:cubicBezTo>
                    <a:pt x="2598" y="143"/>
                    <a:pt x="2598" y="143"/>
                    <a:pt x="2598" y="143"/>
                  </a:cubicBezTo>
                  <a:cubicBezTo>
                    <a:pt x="2598" y="93"/>
                    <a:pt x="2598" y="93"/>
                    <a:pt x="2598" y="93"/>
                  </a:cubicBezTo>
                  <a:cubicBezTo>
                    <a:pt x="2598" y="93"/>
                    <a:pt x="2600" y="52"/>
                    <a:pt x="2569" y="27"/>
                  </a:cubicBezTo>
                  <a:cubicBezTo>
                    <a:pt x="2538" y="3"/>
                    <a:pt x="2511" y="3"/>
                    <a:pt x="2504" y="3"/>
                  </a:cubicBezTo>
                  <a:cubicBezTo>
                    <a:pt x="2498" y="3"/>
                    <a:pt x="103" y="3"/>
                    <a:pt x="103" y="3"/>
                  </a:cubicBezTo>
                  <a:cubicBezTo>
                    <a:pt x="103" y="3"/>
                    <a:pt x="68" y="0"/>
                    <a:pt x="34" y="29"/>
                  </a:cubicBezTo>
                  <a:cubicBezTo>
                    <a:pt x="0" y="58"/>
                    <a:pt x="5" y="104"/>
                    <a:pt x="5" y="104"/>
                  </a:cubicBezTo>
                  <a:lnTo>
                    <a:pt x="5" y="143"/>
                  </a:lnTo>
                  <a:close/>
                </a:path>
              </a:pathLst>
            </a:custGeom>
            <a:solidFill>
              <a:srgbClr val="34525C"/>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707" name="Oval 53"/>
            <p:cNvSpPr>
              <a:spLocks noChangeArrowheads="1"/>
            </p:cNvSpPr>
            <p:nvPr>
              <p:custDataLst>
                <p:tags r:id="rId43"/>
              </p:custDataLst>
            </p:nvPr>
          </p:nvSpPr>
          <p:spPr bwMode="auto">
            <a:xfrm>
              <a:off x="6324600" y="1230313"/>
              <a:ext cx="98425" cy="92075"/>
            </a:xfrm>
            <a:prstGeom prst="ellipse">
              <a:avLst/>
            </a:prstGeom>
            <a:solidFill>
              <a:srgbClr val="E6332A"/>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708" name="Oval 54"/>
            <p:cNvSpPr>
              <a:spLocks noChangeArrowheads="1"/>
            </p:cNvSpPr>
            <p:nvPr>
              <p:custDataLst>
                <p:tags r:id="rId44"/>
              </p:custDataLst>
            </p:nvPr>
          </p:nvSpPr>
          <p:spPr bwMode="auto">
            <a:xfrm>
              <a:off x="6607175" y="1230313"/>
              <a:ext cx="101600" cy="92075"/>
            </a:xfrm>
            <a:prstGeom prst="ellipse">
              <a:avLst/>
            </a:prstGeom>
            <a:solidFill>
              <a:srgbClr val="74C8D6"/>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709" name="Oval 55"/>
            <p:cNvSpPr>
              <a:spLocks noChangeArrowheads="1"/>
            </p:cNvSpPr>
            <p:nvPr>
              <p:custDataLst>
                <p:tags r:id="rId45"/>
              </p:custDataLst>
            </p:nvPr>
          </p:nvSpPr>
          <p:spPr bwMode="auto">
            <a:xfrm>
              <a:off x="6892925" y="1230313"/>
              <a:ext cx="100013" cy="92075"/>
            </a:xfrm>
            <a:prstGeom prst="ellipse">
              <a:avLst/>
            </a:prstGeom>
            <a:solidFill>
              <a:srgbClr val="FADD74"/>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710" name="Freeform 56"/>
            <p:cNvSpPr/>
            <p:nvPr>
              <p:custDataLst>
                <p:tags r:id="rId46"/>
              </p:custDataLst>
            </p:nvPr>
          </p:nvSpPr>
          <p:spPr bwMode="auto">
            <a:xfrm>
              <a:off x="7175500" y="1206500"/>
              <a:ext cx="3327400" cy="144463"/>
            </a:xfrm>
            <a:custGeom>
              <a:avLst/>
              <a:gdLst>
                <a:gd name="T0" fmla="*/ 1738 w 1746"/>
                <a:gd name="T1" fmla="*/ 76 h 76"/>
                <a:gd name="T2" fmla="*/ 8 w 1746"/>
                <a:gd name="T3" fmla="*/ 76 h 76"/>
                <a:gd name="T4" fmla="*/ 0 w 1746"/>
                <a:gd name="T5" fmla="*/ 67 h 76"/>
                <a:gd name="T6" fmla="*/ 0 w 1746"/>
                <a:gd name="T7" fmla="*/ 8 h 76"/>
                <a:gd name="T8" fmla="*/ 8 w 1746"/>
                <a:gd name="T9" fmla="*/ 0 h 76"/>
                <a:gd name="T10" fmla="*/ 1738 w 1746"/>
                <a:gd name="T11" fmla="*/ 0 h 76"/>
                <a:gd name="T12" fmla="*/ 1746 w 1746"/>
                <a:gd name="T13" fmla="*/ 8 h 76"/>
                <a:gd name="T14" fmla="*/ 1746 w 1746"/>
                <a:gd name="T15" fmla="*/ 67 h 76"/>
                <a:gd name="T16" fmla="*/ 1738 w 1746"/>
                <a:gd name="T17" fmla="*/ 76 h 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46" h="76">
                  <a:moveTo>
                    <a:pt x="1738" y="76"/>
                  </a:moveTo>
                  <a:cubicBezTo>
                    <a:pt x="8" y="76"/>
                    <a:pt x="8" y="76"/>
                    <a:pt x="8" y="76"/>
                  </a:cubicBezTo>
                  <a:cubicBezTo>
                    <a:pt x="3" y="76"/>
                    <a:pt x="0" y="72"/>
                    <a:pt x="0" y="67"/>
                  </a:cubicBezTo>
                  <a:cubicBezTo>
                    <a:pt x="0" y="8"/>
                    <a:pt x="0" y="8"/>
                    <a:pt x="0" y="8"/>
                  </a:cubicBezTo>
                  <a:cubicBezTo>
                    <a:pt x="0" y="4"/>
                    <a:pt x="3" y="0"/>
                    <a:pt x="8" y="0"/>
                  </a:cubicBezTo>
                  <a:cubicBezTo>
                    <a:pt x="1738" y="0"/>
                    <a:pt x="1738" y="0"/>
                    <a:pt x="1738" y="0"/>
                  </a:cubicBezTo>
                  <a:cubicBezTo>
                    <a:pt x="1742" y="0"/>
                    <a:pt x="1746" y="4"/>
                    <a:pt x="1746" y="8"/>
                  </a:cubicBezTo>
                  <a:cubicBezTo>
                    <a:pt x="1746" y="67"/>
                    <a:pt x="1746" y="67"/>
                    <a:pt x="1746" y="67"/>
                  </a:cubicBezTo>
                  <a:cubicBezTo>
                    <a:pt x="1746" y="72"/>
                    <a:pt x="1742" y="76"/>
                    <a:pt x="1738" y="76"/>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711" name="Freeform 57"/>
            <p:cNvSpPr/>
            <p:nvPr>
              <p:custDataLst>
                <p:tags r:id="rId47"/>
              </p:custDataLst>
            </p:nvPr>
          </p:nvSpPr>
          <p:spPr bwMode="auto">
            <a:xfrm>
              <a:off x="6289675" y="2874963"/>
              <a:ext cx="1284288" cy="765175"/>
            </a:xfrm>
            <a:custGeom>
              <a:avLst/>
              <a:gdLst>
                <a:gd name="T0" fmla="*/ 660 w 674"/>
                <a:gd name="T1" fmla="*/ 402 h 402"/>
                <a:gd name="T2" fmla="*/ 14 w 674"/>
                <a:gd name="T3" fmla="*/ 402 h 402"/>
                <a:gd name="T4" fmla="*/ 0 w 674"/>
                <a:gd name="T5" fmla="*/ 388 h 402"/>
                <a:gd name="T6" fmla="*/ 0 w 674"/>
                <a:gd name="T7" fmla="*/ 15 h 402"/>
                <a:gd name="T8" fmla="*/ 14 w 674"/>
                <a:gd name="T9" fmla="*/ 0 h 402"/>
                <a:gd name="T10" fmla="*/ 660 w 674"/>
                <a:gd name="T11" fmla="*/ 0 h 402"/>
                <a:gd name="T12" fmla="*/ 674 w 674"/>
                <a:gd name="T13" fmla="*/ 15 h 402"/>
                <a:gd name="T14" fmla="*/ 674 w 674"/>
                <a:gd name="T15" fmla="*/ 388 h 402"/>
                <a:gd name="T16" fmla="*/ 660 w 674"/>
                <a:gd name="T17" fmla="*/ 402 h 4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74" h="402">
                  <a:moveTo>
                    <a:pt x="660" y="402"/>
                  </a:moveTo>
                  <a:cubicBezTo>
                    <a:pt x="14" y="402"/>
                    <a:pt x="14" y="402"/>
                    <a:pt x="14" y="402"/>
                  </a:cubicBezTo>
                  <a:cubicBezTo>
                    <a:pt x="6" y="402"/>
                    <a:pt x="0" y="396"/>
                    <a:pt x="0" y="388"/>
                  </a:cubicBezTo>
                  <a:cubicBezTo>
                    <a:pt x="0" y="15"/>
                    <a:pt x="0" y="15"/>
                    <a:pt x="0" y="15"/>
                  </a:cubicBezTo>
                  <a:cubicBezTo>
                    <a:pt x="0" y="7"/>
                    <a:pt x="6" y="0"/>
                    <a:pt x="14" y="0"/>
                  </a:cubicBezTo>
                  <a:cubicBezTo>
                    <a:pt x="660" y="0"/>
                    <a:pt x="660" y="0"/>
                    <a:pt x="660" y="0"/>
                  </a:cubicBezTo>
                  <a:cubicBezTo>
                    <a:pt x="668" y="0"/>
                    <a:pt x="674" y="7"/>
                    <a:pt x="674" y="15"/>
                  </a:cubicBezTo>
                  <a:cubicBezTo>
                    <a:pt x="674" y="388"/>
                    <a:pt x="674" y="388"/>
                    <a:pt x="674" y="388"/>
                  </a:cubicBezTo>
                  <a:cubicBezTo>
                    <a:pt x="674" y="396"/>
                    <a:pt x="668" y="402"/>
                    <a:pt x="660" y="402"/>
                  </a:cubicBezTo>
                  <a:close/>
                </a:path>
              </a:pathLst>
            </a:custGeom>
            <a:solidFill>
              <a:srgbClr val="DADADA"/>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76" name="Rectangle 58"/>
            <p:cNvSpPr>
              <a:spLocks noChangeArrowheads="1"/>
            </p:cNvSpPr>
            <p:nvPr>
              <p:custDataLst>
                <p:tags r:id="rId48"/>
              </p:custDataLst>
            </p:nvPr>
          </p:nvSpPr>
          <p:spPr bwMode="auto">
            <a:xfrm>
              <a:off x="6375400" y="3257550"/>
              <a:ext cx="682625" cy="84138"/>
            </a:xfrm>
            <a:prstGeom prst="rect">
              <a:avLst/>
            </a:prstGeom>
            <a:solidFill>
              <a:srgbClr val="E6332A"/>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1377" name="Rectangle 59"/>
            <p:cNvSpPr>
              <a:spLocks noChangeArrowheads="1"/>
            </p:cNvSpPr>
            <p:nvPr>
              <p:custDataLst>
                <p:tags r:id="rId49"/>
              </p:custDataLst>
            </p:nvPr>
          </p:nvSpPr>
          <p:spPr bwMode="auto">
            <a:xfrm>
              <a:off x="6375400" y="3508375"/>
              <a:ext cx="1055688" cy="84138"/>
            </a:xfrm>
            <a:prstGeom prst="rect">
              <a:avLst/>
            </a:prstGeom>
            <a:solidFill>
              <a:srgbClr val="FADD7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1378" name="Rectangle 60"/>
            <p:cNvSpPr>
              <a:spLocks noChangeArrowheads="1"/>
            </p:cNvSpPr>
            <p:nvPr>
              <p:custDataLst>
                <p:tags r:id="rId50"/>
              </p:custDataLst>
            </p:nvPr>
          </p:nvSpPr>
          <p:spPr bwMode="auto">
            <a:xfrm>
              <a:off x="6375400" y="3386138"/>
              <a:ext cx="590550" cy="8413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1379" name="Rectangle 61"/>
            <p:cNvSpPr>
              <a:spLocks noChangeArrowheads="1"/>
            </p:cNvSpPr>
            <p:nvPr>
              <p:custDataLst>
                <p:tags r:id="rId51"/>
              </p:custDataLst>
            </p:nvPr>
          </p:nvSpPr>
          <p:spPr bwMode="auto">
            <a:xfrm>
              <a:off x="6369050" y="2944813"/>
              <a:ext cx="327025" cy="268288"/>
            </a:xfrm>
            <a:prstGeom prst="rect">
              <a:avLst/>
            </a:prstGeom>
            <a:solidFill>
              <a:srgbClr val="00DDFE"/>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1380" name="Rectangle 62"/>
            <p:cNvSpPr>
              <a:spLocks noChangeArrowheads="1"/>
            </p:cNvSpPr>
            <p:nvPr>
              <p:custDataLst>
                <p:tags r:id="rId52"/>
              </p:custDataLst>
            </p:nvPr>
          </p:nvSpPr>
          <p:spPr bwMode="auto">
            <a:xfrm>
              <a:off x="6756400" y="2944813"/>
              <a:ext cx="325438" cy="268288"/>
            </a:xfrm>
            <a:prstGeom prst="rect">
              <a:avLst/>
            </a:prstGeom>
            <a:solidFill>
              <a:srgbClr val="FADD7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1381" name="Rectangle 63"/>
            <p:cNvSpPr>
              <a:spLocks noChangeArrowheads="1"/>
            </p:cNvSpPr>
            <p:nvPr>
              <p:custDataLst>
                <p:tags r:id="rId53"/>
              </p:custDataLst>
            </p:nvPr>
          </p:nvSpPr>
          <p:spPr bwMode="auto">
            <a:xfrm>
              <a:off x="7143750" y="2944813"/>
              <a:ext cx="325438" cy="268288"/>
            </a:xfrm>
            <a:prstGeom prst="rect">
              <a:avLst/>
            </a:prstGeom>
            <a:solidFill>
              <a:srgbClr val="34525C"/>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1382" name="Freeform 64"/>
            <p:cNvSpPr/>
            <p:nvPr>
              <p:custDataLst>
                <p:tags r:id="rId54"/>
              </p:custDataLst>
            </p:nvPr>
          </p:nvSpPr>
          <p:spPr bwMode="auto">
            <a:xfrm>
              <a:off x="9566275" y="1562100"/>
              <a:ext cx="1285875" cy="762000"/>
            </a:xfrm>
            <a:custGeom>
              <a:avLst/>
              <a:gdLst>
                <a:gd name="T0" fmla="*/ 660 w 675"/>
                <a:gd name="T1" fmla="*/ 401 h 401"/>
                <a:gd name="T2" fmla="*/ 15 w 675"/>
                <a:gd name="T3" fmla="*/ 401 h 401"/>
                <a:gd name="T4" fmla="*/ 0 w 675"/>
                <a:gd name="T5" fmla="*/ 387 h 401"/>
                <a:gd name="T6" fmla="*/ 0 w 675"/>
                <a:gd name="T7" fmla="*/ 14 h 401"/>
                <a:gd name="T8" fmla="*/ 15 w 675"/>
                <a:gd name="T9" fmla="*/ 0 h 401"/>
                <a:gd name="T10" fmla="*/ 660 w 675"/>
                <a:gd name="T11" fmla="*/ 0 h 401"/>
                <a:gd name="T12" fmla="*/ 675 w 675"/>
                <a:gd name="T13" fmla="*/ 14 h 401"/>
                <a:gd name="T14" fmla="*/ 675 w 675"/>
                <a:gd name="T15" fmla="*/ 387 h 401"/>
                <a:gd name="T16" fmla="*/ 660 w 675"/>
                <a:gd name="T17" fmla="*/ 401 h 4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75" h="401">
                  <a:moveTo>
                    <a:pt x="660" y="401"/>
                  </a:moveTo>
                  <a:cubicBezTo>
                    <a:pt x="15" y="401"/>
                    <a:pt x="15" y="401"/>
                    <a:pt x="15" y="401"/>
                  </a:cubicBezTo>
                  <a:cubicBezTo>
                    <a:pt x="7" y="401"/>
                    <a:pt x="0" y="395"/>
                    <a:pt x="0" y="387"/>
                  </a:cubicBezTo>
                  <a:cubicBezTo>
                    <a:pt x="0" y="14"/>
                    <a:pt x="0" y="14"/>
                    <a:pt x="0" y="14"/>
                  </a:cubicBezTo>
                  <a:cubicBezTo>
                    <a:pt x="0" y="6"/>
                    <a:pt x="7" y="0"/>
                    <a:pt x="15" y="0"/>
                  </a:cubicBezTo>
                  <a:cubicBezTo>
                    <a:pt x="660" y="0"/>
                    <a:pt x="660" y="0"/>
                    <a:pt x="660" y="0"/>
                  </a:cubicBezTo>
                  <a:cubicBezTo>
                    <a:pt x="668" y="0"/>
                    <a:pt x="675" y="6"/>
                    <a:pt x="675" y="14"/>
                  </a:cubicBezTo>
                  <a:cubicBezTo>
                    <a:pt x="675" y="387"/>
                    <a:pt x="675" y="387"/>
                    <a:pt x="675" y="387"/>
                  </a:cubicBezTo>
                  <a:cubicBezTo>
                    <a:pt x="675" y="395"/>
                    <a:pt x="668" y="401"/>
                    <a:pt x="660" y="401"/>
                  </a:cubicBezTo>
                  <a:close/>
                </a:path>
              </a:pathLst>
            </a:custGeom>
            <a:solidFill>
              <a:srgbClr val="DADADA"/>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83" name="Rectangle 65"/>
            <p:cNvSpPr>
              <a:spLocks noChangeArrowheads="1"/>
            </p:cNvSpPr>
            <p:nvPr>
              <p:custDataLst>
                <p:tags r:id="rId55"/>
              </p:custDataLst>
            </p:nvPr>
          </p:nvSpPr>
          <p:spPr bwMode="auto">
            <a:xfrm>
              <a:off x="9653588" y="1941513"/>
              <a:ext cx="682625" cy="84138"/>
            </a:xfrm>
            <a:prstGeom prst="rect">
              <a:avLst/>
            </a:prstGeom>
            <a:solidFill>
              <a:srgbClr val="E6332A"/>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1384" name="Rectangle 66"/>
            <p:cNvSpPr>
              <a:spLocks noChangeArrowheads="1"/>
            </p:cNvSpPr>
            <p:nvPr>
              <p:custDataLst>
                <p:tags r:id="rId56"/>
              </p:custDataLst>
            </p:nvPr>
          </p:nvSpPr>
          <p:spPr bwMode="auto">
            <a:xfrm>
              <a:off x="9653588" y="2193925"/>
              <a:ext cx="1054100" cy="82550"/>
            </a:xfrm>
            <a:prstGeom prst="rect">
              <a:avLst/>
            </a:prstGeom>
            <a:solidFill>
              <a:srgbClr val="FADD7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1385" name="Rectangle 67"/>
            <p:cNvSpPr>
              <a:spLocks noChangeArrowheads="1"/>
            </p:cNvSpPr>
            <p:nvPr>
              <p:custDataLst>
                <p:tags r:id="rId57"/>
              </p:custDataLst>
            </p:nvPr>
          </p:nvSpPr>
          <p:spPr bwMode="auto">
            <a:xfrm>
              <a:off x="9653588" y="2071688"/>
              <a:ext cx="592138" cy="8413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1386" name="Rectangle 68"/>
            <p:cNvSpPr>
              <a:spLocks noChangeArrowheads="1"/>
            </p:cNvSpPr>
            <p:nvPr>
              <p:custDataLst>
                <p:tags r:id="rId58"/>
              </p:custDataLst>
            </p:nvPr>
          </p:nvSpPr>
          <p:spPr bwMode="auto">
            <a:xfrm>
              <a:off x="9648825" y="1631950"/>
              <a:ext cx="323850" cy="266700"/>
            </a:xfrm>
            <a:prstGeom prst="rect">
              <a:avLst/>
            </a:prstGeom>
            <a:solidFill>
              <a:srgbClr val="00DDFE"/>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1387" name="Rectangle 69"/>
            <p:cNvSpPr>
              <a:spLocks noChangeArrowheads="1"/>
            </p:cNvSpPr>
            <p:nvPr>
              <p:custDataLst>
                <p:tags r:id="rId59"/>
              </p:custDataLst>
            </p:nvPr>
          </p:nvSpPr>
          <p:spPr bwMode="auto">
            <a:xfrm>
              <a:off x="10034588" y="1631950"/>
              <a:ext cx="325438" cy="266700"/>
            </a:xfrm>
            <a:prstGeom prst="rect">
              <a:avLst/>
            </a:prstGeom>
            <a:solidFill>
              <a:srgbClr val="FADD7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1389" name="Rectangle 70"/>
            <p:cNvSpPr>
              <a:spLocks noChangeArrowheads="1"/>
            </p:cNvSpPr>
            <p:nvPr>
              <p:custDataLst>
                <p:tags r:id="rId60"/>
              </p:custDataLst>
            </p:nvPr>
          </p:nvSpPr>
          <p:spPr bwMode="auto">
            <a:xfrm>
              <a:off x="10421938" y="1631950"/>
              <a:ext cx="323850" cy="266700"/>
            </a:xfrm>
            <a:prstGeom prst="rect">
              <a:avLst/>
            </a:prstGeom>
            <a:solidFill>
              <a:srgbClr val="34525C"/>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1391" name="Freeform 71"/>
            <p:cNvSpPr/>
            <p:nvPr>
              <p:custDataLst>
                <p:tags r:id="rId61"/>
              </p:custDataLst>
            </p:nvPr>
          </p:nvSpPr>
          <p:spPr bwMode="auto">
            <a:xfrm>
              <a:off x="8016875" y="3190875"/>
              <a:ext cx="436563" cy="652463"/>
            </a:xfrm>
            <a:custGeom>
              <a:avLst/>
              <a:gdLst>
                <a:gd name="T0" fmla="*/ 0 w 275"/>
                <a:gd name="T1" fmla="*/ 319 h 411"/>
                <a:gd name="T2" fmla="*/ 113 w 275"/>
                <a:gd name="T3" fmla="*/ 253 h 411"/>
                <a:gd name="T4" fmla="*/ 230 w 275"/>
                <a:gd name="T5" fmla="*/ 0 h 411"/>
                <a:gd name="T6" fmla="*/ 275 w 275"/>
                <a:gd name="T7" fmla="*/ 11 h 411"/>
                <a:gd name="T8" fmla="*/ 177 w 275"/>
                <a:gd name="T9" fmla="*/ 283 h 411"/>
                <a:gd name="T10" fmla="*/ 50 w 275"/>
                <a:gd name="T11" fmla="*/ 411 h 411"/>
                <a:gd name="T12" fmla="*/ 0 w 275"/>
                <a:gd name="T13" fmla="*/ 319 h 411"/>
              </a:gdLst>
              <a:ahLst/>
              <a:cxnLst>
                <a:cxn ang="0">
                  <a:pos x="T0" y="T1"/>
                </a:cxn>
                <a:cxn ang="0">
                  <a:pos x="T2" y="T3"/>
                </a:cxn>
                <a:cxn ang="0">
                  <a:pos x="T4" y="T5"/>
                </a:cxn>
                <a:cxn ang="0">
                  <a:pos x="T6" y="T7"/>
                </a:cxn>
                <a:cxn ang="0">
                  <a:pos x="T8" y="T9"/>
                </a:cxn>
                <a:cxn ang="0">
                  <a:pos x="T10" y="T11"/>
                </a:cxn>
                <a:cxn ang="0">
                  <a:pos x="T12" y="T13"/>
                </a:cxn>
              </a:cxnLst>
              <a:rect l="0" t="0" r="r" b="b"/>
              <a:pathLst>
                <a:path w="275" h="411">
                  <a:moveTo>
                    <a:pt x="0" y="319"/>
                  </a:moveTo>
                  <a:lnTo>
                    <a:pt x="113" y="253"/>
                  </a:lnTo>
                  <a:lnTo>
                    <a:pt x="230" y="0"/>
                  </a:lnTo>
                  <a:lnTo>
                    <a:pt x="275" y="11"/>
                  </a:lnTo>
                  <a:lnTo>
                    <a:pt x="177" y="283"/>
                  </a:lnTo>
                  <a:lnTo>
                    <a:pt x="50" y="411"/>
                  </a:lnTo>
                  <a:lnTo>
                    <a:pt x="0" y="319"/>
                  </a:lnTo>
                  <a:close/>
                </a:path>
              </a:pathLst>
            </a:custGeom>
            <a:solidFill>
              <a:srgbClr val="FFE7C5"/>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92" name="Freeform 72"/>
            <p:cNvSpPr/>
            <p:nvPr>
              <p:custDataLst>
                <p:tags r:id="rId62"/>
              </p:custDataLst>
            </p:nvPr>
          </p:nvSpPr>
          <p:spPr bwMode="auto">
            <a:xfrm>
              <a:off x="7669213" y="1638300"/>
              <a:ext cx="1455738" cy="1565275"/>
            </a:xfrm>
            <a:custGeom>
              <a:avLst/>
              <a:gdLst>
                <a:gd name="T0" fmla="*/ 650 w 764"/>
                <a:gd name="T1" fmla="*/ 822 h 823"/>
                <a:gd name="T2" fmla="*/ 12 w 764"/>
                <a:gd name="T3" fmla="*/ 749 h 823"/>
                <a:gd name="T4" fmla="*/ 1 w 764"/>
                <a:gd name="T5" fmla="*/ 735 h 823"/>
                <a:gd name="T6" fmla="*/ 99 w 764"/>
                <a:gd name="T7" fmla="*/ 12 h 823"/>
                <a:gd name="T8" fmla="*/ 115 w 764"/>
                <a:gd name="T9" fmla="*/ 1 h 823"/>
                <a:gd name="T10" fmla="*/ 752 w 764"/>
                <a:gd name="T11" fmla="*/ 74 h 823"/>
                <a:gd name="T12" fmla="*/ 763 w 764"/>
                <a:gd name="T13" fmla="*/ 88 h 823"/>
                <a:gd name="T14" fmla="*/ 665 w 764"/>
                <a:gd name="T15" fmla="*/ 811 h 823"/>
                <a:gd name="T16" fmla="*/ 650 w 764"/>
                <a:gd name="T17" fmla="*/ 822 h 8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64" h="823">
                  <a:moveTo>
                    <a:pt x="650" y="822"/>
                  </a:moveTo>
                  <a:cubicBezTo>
                    <a:pt x="12" y="749"/>
                    <a:pt x="12" y="749"/>
                    <a:pt x="12" y="749"/>
                  </a:cubicBezTo>
                  <a:cubicBezTo>
                    <a:pt x="5" y="748"/>
                    <a:pt x="0" y="742"/>
                    <a:pt x="1" y="735"/>
                  </a:cubicBezTo>
                  <a:cubicBezTo>
                    <a:pt x="99" y="12"/>
                    <a:pt x="99" y="12"/>
                    <a:pt x="99" y="12"/>
                  </a:cubicBezTo>
                  <a:cubicBezTo>
                    <a:pt x="100" y="5"/>
                    <a:pt x="107" y="0"/>
                    <a:pt x="115" y="1"/>
                  </a:cubicBezTo>
                  <a:cubicBezTo>
                    <a:pt x="752" y="74"/>
                    <a:pt x="752" y="74"/>
                    <a:pt x="752" y="74"/>
                  </a:cubicBezTo>
                  <a:cubicBezTo>
                    <a:pt x="759" y="75"/>
                    <a:pt x="764" y="82"/>
                    <a:pt x="763" y="88"/>
                  </a:cubicBezTo>
                  <a:cubicBezTo>
                    <a:pt x="665" y="811"/>
                    <a:pt x="665" y="811"/>
                    <a:pt x="665" y="811"/>
                  </a:cubicBezTo>
                  <a:cubicBezTo>
                    <a:pt x="664" y="818"/>
                    <a:pt x="657" y="823"/>
                    <a:pt x="650" y="822"/>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93" name="Freeform 73"/>
            <p:cNvSpPr/>
            <p:nvPr>
              <p:custDataLst>
                <p:tags r:id="rId63"/>
              </p:custDataLst>
            </p:nvPr>
          </p:nvSpPr>
          <p:spPr bwMode="auto">
            <a:xfrm>
              <a:off x="7878763" y="2238375"/>
              <a:ext cx="1057275" cy="207963"/>
            </a:xfrm>
            <a:custGeom>
              <a:avLst/>
              <a:gdLst>
                <a:gd name="T0" fmla="*/ 659 w 666"/>
                <a:gd name="T1" fmla="*/ 131 h 131"/>
                <a:gd name="T2" fmla="*/ 0 w 666"/>
                <a:gd name="T3" fmla="*/ 52 h 131"/>
                <a:gd name="T4" fmla="*/ 8 w 666"/>
                <a:gd name="T5" fmla="*/ 0 h 131"/>
                <a:gd name="T6" fmla="*/ 666 w 666"/>
                <a:gd name="T7" fmla="*/ 80 h 131"/>
                <a:gd name="T8" fmla="*/ 659 w 666"/>
                <a:gd name="T9" fmla="*/ 131 h 131"/>
              </a:gdLst>
              <a:ahLst/>
              <a:cxnLst>
                <a:cxn ang="0">
                  <a:pos x="T0" y="T1"/>
                </a:cxn>
                <a:cxn ang="0">
                  <a:pos x="T2" y="T3"/>
                </a:cxn>
                <a:cxn ang="0">
                  <a:pos x="T4" y="T5"/>
                </a:cxn>
                <a:cxn ang="0">
                  <a:pos x="T6" y="T7"/>
                </a:cxn>
                <a:cxn ang="0">
                  <a:pos x="T8" y="T9"/>
                </a:cxn>
              </a:cxnLst>
              <a:rect l="0" t="0" r="r" b="b"/>
              <a:pathLst>
                <a:path w="666" h="131">
                  <a:moveTo>
                    <a:pt x="659" y="131"/>
                  </a:moveTo>
                  <a:lnTo>
                    <a:pt x="0" y="52"/>
                  </a:lnTo>
                  <a:lnTo>
                    <a:pt x="8" y="0"/>
                  </a:lnTo>
                  <a:lnTo>
                    <a:pt x="666" y="80"/>
                  </a:lnTo>
                  <a:lnTo>
                    <a:pt x="659" y="131"/>
                  </a:lnTo>
                  <a:close/>
                </a:path>
              </a:pathLst>
            </a:custGeom>
            <a:solidFill>
              <a:srgbClr val="DADADA"/>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94" name="Freeform 74"/>
            <p:cNvSpPr/>
            <p:nvPr>
              <p:custDataLst>
                <p:tags r:id="rId64"/>
              </p:custDataLst>
            </p:nvPr>
          </p:nvSpPr>
          <p:spPr bwMode="auto">
            <a:xfrm>
              <a:off x="7858125" y="2390775"/>
              <a:ext cx="509588" cy="142875"/>
            </a:xfrm>
            <a:custGeom>
              <a:avLst/>
              <a:gdLst>
                <a:gd name="T0" fmla="*/ 314 w 321"/>
                <a:gd name="T1" fmla="*/ 90 h 90"/>
                <a:gd name="T2" fmla="*/ 0 w 321"/>
                <a:gd name="T3" fmla="*/ 52 h 90"/>
                <a:gd name="T4" fmla="*/ 7 w 321"/>
                <a:gd name="T5" fmla="*/ 0 h 90"/>
                <a:gd name="T6" fmla="*/ 321 w 321"/>
                <a:gd name="T7" fmla="*/ 39 h 90"/>
                <a:gd name="T8" fmla="*/ 314 w 321"/>
                <a:gd name="T9" fmla="*/ 90 h 90"/>
              </a:gdLst>
              <a:ahLst/>
              <a:cxnLst>
                <a:cxn ang="0">
                  <a:pos x="T0" y="T1"/>
                </a:cxn>
                <a:cxn ang="0">
                  <a:pos x="T2" y="T3"/>
                </a:cxn>
                <a:cxn ang="0">
                  <a:pos x="T4" y="T5"/>
                </a:cxn>
                <a:cxn ang="0">
                  <a:pos x="T6" y="T7"/>
                </a:cxn>
                <a:cxn ang="0">
                  <a:pos x="T8" y="T9"/>
                </a:cxn>
              </a:cxnLst>
              <a:rect l="0" t="0" r="r" b="b"/>
              <a:pathLst>
                <a:path w="321" h="90">
                  <a:moveTo>
                    <a:pt x="314" y="90"/>
                  </a:moveTo>
                  <a:lnTo>
                    <a:pt x="0" y="52"/>
                  </a:lnTo>
                  <a:lnTo>
                    <a:pt x="7" y="0"/>
                  </a:lnTo>
                  <a:lnTo>
                    <a:pt x="321" y="39"/>
                  </a:lnTo>
                  <a:lnTo>
                    <a:pt x="314" y="90"/>
                  </a:lnTo>
                  <a:close/>
                </a:path>
              </a:pathLst>
            </a:custGeom>
            <a:solidFill>
              <a:srgbClr val="DADADA"/>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95" name="Freeform 75"/>
            <p:cNvSpPr/>
            <p:nvPr>
              <p:custDataLst>
                <p:tags r:id="rId65"/>
              </p:custDataLst>
            </p:nvPr>
          </p:nvSpPr>
          <p:spPr bwMode="auto">
            <a:xfrm>
              <a:off x="7834313" y="2543175"/>
              <a:ext cx="1060450" cy="209550"/>
            </a:xfrm>
            <a:custGeom>
              <a:avLst/>
              <a:gdLst>
                <a:gd name="T0" fmla="*/ 659 w 668"/>
                <a:gd name="T1" fmla="*/ 132 h 132"/>
                <a:gd name="T2" fmla="*/ 0 w 668"/>
                <a:gd name="T3" fmla="*/ 53 h 132"/>
                <a:gd name="T4" fmla="*/ 9 w 668"/>
                <a:gd name="T5" fmla="*/ 0 h 132"/>
                <a:gd name="T6" fmla="*/ 668 w 668"/>
                <a:gd name="T7" fmla="*/ 79 h 132"/>
                <a:gd name="T8" fmla="*/ 659 w 668"/>
                <a:gd name="T9" fmla="*/ 132 h 132"/>
              </a:gdLst>
              <a:ahLst/>
              <a:cxnLst>
                <a:cxn ang="0">
                  <a:pos x="T0" y="T1"/>
                </a:cxn>
                <a:cxn ang="0">
                  <a:pos x="T2" y="T3"/>
                </a:cxn>
                <a:cxn ang="0">
                  <a:pos x="T4" y="T5"/>
                </a:cxn>
                <a:cxn ang="0">
                  <a:pos x="T6" y="T7"/>
                </a:cxn>
                <a:cxn ang="0">
                  <a:pos x="T8" y="T9"/>
                </a:cxn>
              </a:cxnLst>
              <a:rect l="0" t="0" r="r" b="b"/>
              <a:pathLst>
                <a:path w="668" h="132">
                  <a:moveTo>
                    <a:pt x="659" y="132"/>
                  </a:moveTo>
                  <a:lnTo>
                    <a:pt x="0" y="53"/>
                  </a:lnTo>
                  <a:lnTo>
                    <a:pt x="9" y="0"/>
                  </a:lnTo>
                  <a:lnTo>
                    <a:pt x="668" y="79"/>
                  </a:lnTo>
                  <a:lnTo>
                    <a:pt x="659" y="132"/>
                  </a:lnTo>
                  <a:close/>
                </a:path>
              </a:pathLst>
            </a:custGeom>
            <a:solidFill>
              <a:srgbClr val="FADD74"/>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96" name="Freeform 76"/>
            <p:cNvSpPr/>
            <p:nvPr>
              <p:custDataLst>
                <p:tags r:id="rId66"/>
              </p:custDataLst>
            </p:nvPr>
          </p:nvSpPr>
          <p:spPr bwMode="auto">
            <a:xfrm>
              <a:off x="7813675" y="2697163"/>
              <a:ext cx="1057275" cy="207963"/>
            </a:xfrm>
            <a:custGeom>
              <a:avLst/>
              <a:gdLst>
                <a:gd name="T0" fmla="*/ 659 w 666"/>
                <a:gd name="T1" fmla="*/ 131 h 131"/>
                <a:gd name="T2" fmla="*/ 0 w 666"/>
                <a:gd name="T3" fmla="*/ 52 h 131"/>
                <a:gd name="T4" fmla="*/ 7 w 666"/>
                <a:gd name="T5" fmla="*/ 0 h 131"/>
                <a:gd name="T6" fmla="*/ 666 w 666"/>
                <a:gd name="T7" fmla="*/ 80 h 131"/>
                <a:gd name="T8" fmla="*/ 659 w 666"/>
                <a:gd name="T9" fmla="*/ 131 h 131"/>
              </a:gdLst>
              <a:ahLst/>
              <a:cxnLst>
                <a:cxn ang="0">
                  <a:pos x="T0" y="T1"/>
                </a:cxn>
                <a:cxn ang="0">
                  <a:pos x="T2" y="T3"/>
                </a:cxn>
                <a:cxn ang="0">
                  <a:pos x="T4" y="T5"/>
                </a:cxn>
                <a:cxn ang="0">
                  <a:pos x="T6" y="T7"/>
                </a:cxn>
                <a:cxn ang="0">
                  <a:pos x="T8" y="T9"/>
                </a:cxn>
              </a:cxnLst>
              <a:rect l="0" t="0" r="r" b="b"/>
              <a:pathLst>
                <a:path w="666" h="131">
                  <a:moveTo>
                    <a:pt x="659" y="131"/>
                  </a:moveTo>
                  <a:lnTo>
                    <a:pt x="0" y="52"/>
                  </a:lnTo>
                  <a:lnTo>
                    <a:pt x="7" y="0"/>
                  </a:lnTo>
                  <a:lnTo>
                    <a:pt x="666" y="80"/>
                  </a:lnTo>
                  <a:lnTo>
                    <a:pt x="659" y="131"/>
                  </a:lnTo>
                  <a:close/>
                </a:path>
              </a:pathLst>
            </a:custGeom>
            <a:solidFill>
              <a:srgbClr val="DADADA"/>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97" name="Freeform 77"/>
            <p:cNvSpPr/>
            <p:nvPr>
              <p:custDataLst>
                <p:tags r:id="rId67"/>
              </p:custDataLst>
            </p:nvPr>
          </p:nvSpPr>
          <p:spPr bwMode="auto">
            <a:xfrm>
              <a:off x="7793038" y="2849563"/>
              <a:ext cx="669925" cy="161925"/>
            </a:xfrm>
            <a:custGeom>
              <a:avLst/>
              <a:gdLst>
                <a:gd name="T0" fmla="*/ 415 w 422"/>
                <a:gd name="T1" fmla="*/ 102 h 102"/>
                <a:gd name="T2" fmla="*/ 0 w 422"/>
                <a:gd name="T3" fmla="*/ 52 h 102"/>
                <a:gd name="T4" fmla="*/ 7 w 422"/>
                <a:gd name="T5" fmla="*/ 0 h 102"/>
                <a:gd name="T6" fmla="*/ 422 w 422"/>
                <a:gd name="T7" fmla="*/ 51 h 102"/>
                <a:gd name="T8" fmla="*/ 415 w 422"/>
                <a:gd name="T9" fmla="*/ 102 h 102"/>
              </a:gdLst>
              <a:ahLst/>
              <a:cxnLst>
                <a:cxn ang="0">
                  <a:pos x="T0" y="T1"/>
                </a:cxn>
                <a:cxn ang="0">
                  <a:pos x="T2" y="T3"/>
                </a:cxn>
                <a:cxn ang="0">
                  <a:pos x="T4" y="T5"/>
                </a:cxn>
                <a:cxn ang="0">
                  <a:pos x="T6" y="T7"/>
                </a:cxn>
                <a:cxn ang="0">
                  <a:pos x="T8" y="T9"/>
                </a:cxn>
              </a:cxnLst>
              <a:rect l="0" t="0" r="r" b="b"/>
              <a:pathLst>
                <a:path w="422" h="102">
                  <a:moveTo>
                    <a:pt x="415" y="102"/>
                  </a:moveTo>
                  <a:lnTo>
                    <a:pt x="0" y="52"/>
                  </a:lnTo>
                  <a:lnTo>
                    <a:pt x="7" y="0"/>
                  </a:lnTo>
                  <a:lnTo>
                    <a:pt x="422" y="51"/>
                  </a:lnTo>
                  <a:lnTo>
                    <a:pt x="415" y="102"/>
                  </a:lnTo>
                  <a:close/>
                </a:path>
              </a:pathLst>
            </a:custGeom>
            <a:solidFill>
              <a:srgbClr val="DADADA"/>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98" name="Freeform 78"/>
            <p:cNvSpPr/>
            <p:nvPr>
              <p:custDataLst>
                <p:tags r:id="rId68"/>
              </p:custDataLst>
            </p:nvPr>
          </p:nvSpPr>
          <p:spPr bwMode="auto">
            <a:xfrm>
              <a:off x="7975600" y="2049463"/>
              <a:ext cx="163513" cy="125413"/>
            </a:xfrm>
            <a:custGeom>
              <a:avLst/>
              <a:gdLst>
                <a:gd name="T0" fmla="*/ 94 w 103"/>
                <a:gd name="T1" fmla="*/ 79 h 79"/>
                <a:gd name="T2" fmla="*/ 0 w 103"/>
                <a:gd name="T3" fmla="*/ 67 h 79"/>
                <a:gd name="T4" fmla="*/ 10 w 103"/>
                <a:gd name="T5" fmla="*/ 0 h 79"/>
                <a:gd name="T6" fmla="*/ 103 w 103"/>
                <a:gd name="T7" fmla="*/ 12 h 79"/>
                <a:gd name="T8" fmla="*/ 94 w 103"/>
                <a:gd name="T9" fmla="*/ 79 h 79"/>
              </a:gdLst>
              <a:ahLst/>
              <a:cxnLst>
                <a:cxn ang="0">
                  <a:pos x="T0" y="T1"/>
                </a:cxn>
                <a:cxn ang="0">
                  <a:pos x="T2" y="T3"/>
                </a:cxn>
                <a:cxn ang="0">
                  <a:pos x="T4" y="T5"/>
                </a:cxn>
                <a:cxn ang="0">
                  <a:pos x="T6" y="T7"/>
                </a:cxn>
                <a:cxn ang="0">
                  <a:pos x="T8" y="T9"/>
                </a:cxn>
              </a:cxnLst>
              <a:rect l="0" t="0" r="r" b="b"/>
              <a:pathLst>
                <a:path w="103" h="79">
                  <a:moveTo>
                    <a:pt x="94" y="79"/>
                  </a:moveTo>
                  <a:lnTo>
                    <a:pt x="0" y="67"/>
                  </a:lnTo>
                  <a:lnTo>
                    <a:pt x="10" y="0"/>
                  </a:lnTo>
                  <a:lnTo>
                    <a:pt x="103" y="12"/>
                  </a:lnTo>
                  <a:lnTo>
                    <a:pt x="94" y="79"/>
                  </a:lnTo>
                  <a:close/>
                </a:path>
              </a:pathLst>
            </a:custGeom>
            <a:solidFill>
              <a:srgbClr val="E6332A"/>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99" name="Freeform 79"/>
            <p:cNvSpPr/>
            <p:nvPr>
              <p:custDataLst>
                <p:tags r:id="rId69"/>
              </p:custDataLst>
            </p:nvPr>
          </p:nvSpPr>
          <p:spPr bwMode="auto">
            <a:xfrm>
              <a:off x="8228013" y="1992313"/>
              <a:ext cx="174625" cy="212725"/>
            </a:xfrm>
            <a:custGeom>
              <a:avLst/>
              <a:gdLst>
                <a:gd name="T0" fmla="*/ 93 w 110"/>
                <a:gd name="T1" fmla="*/ 134 h 134"/>
                <a:gd name="T2" fmla="*/ 0 w 110"/>
                <a:gd name="T3" fmla="*/ 122 h 134"/>
                <a:gd name="T4" fmla="*/ 18 w 110"/>
                <a:gd name="T5" fmla="*/ 0 h 134"/>
                <a:gd name="T6" fmla="*/ 110 w 110"/>
                <a:gd name="T7" fmla="*/ 12 h 134"/>
                <a:gd name="T8" fmla="*/ 93 w 110"/>
                <a:gd name="T9" fmla="*/ 134 h 134"/>
              </a:gdLst>
              <a:ahLst/>
              <a:cxnLst>
                <a:cxn ang="0">
                  <a:pos x="T0" y="T1"/>
                </a:cxn>
                <a:cxn ang="0">
                  <a:pos x="T2" y="T3"/>
                </a:cxn>
                <a:cxn ang="0">
                  <a:pos x="T4" y="T5"/>
                </a:cxn>
                <a:cxn ang="0">
                  <a:pos x="T6" y="T7"/>
                </a:cxn>
                <a:cxn ang="0">
                  <a:pos x="T8" y="T9"/>
                </a:cxn>
              </a:cxnLst>
              <a:rect l="0" t="0" r="r" b="b"/>
              <a:pathLst>
                <a:path w="110" h="134">
                  <a:moveTo>
                    <a:pt x="93" y="134"/>
                  </a:moveTo>
                  <a:lnTo>
                    <a:pt x="0" y="122"/>
                  </a:lnTo>
                  <a:lnTo>
                    <a:pt x="18" y="0"/>
                  </a:lnTo>
                  <a:lnTo>
                    <a:pt x="110" y="12"/>
                  </a:lnTo>
                  <a:lnTo>
                    <a:pt x="93" y="134"/>
                  </a:lnTo>
                  <a:close/>
                </a:path>
              </a:pathLst>
            </a:custGeom>
            <a:solidFill>
              <a:srgbClr val="E6332A"/>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400" name="Freeform 80"/>
            <p:cNvSpPr/>
            <p:nvPr>
              <p:custDataLst>
                <p:tags r:id="rId70"/>
              </p:custDataLst>
            </p:nvPr>
          </p:nvSpPr>
          <p:spPr bwMode="auto">
            <a:xfrm>
              <a:off x="8478838" y="1890713"/>
              <a:ext cx="193675" cy="342900"/>
            </a:xfrm>
            <a:custGeom>
              <a:avLst/>
              <a:gdLst>
                <a:gd name="T0" fmla="*/ 94 w 122"/>
                <a:gd name="T1" fmla="*/ 216 h 216"/>
                <a:gd name="T2" fmla="*/ 0 w 122"/>
                <a:gd name="T3" fmla="*/ 205 h 216"/>
                <a:gd name="T4" fmla="*/ 29 w 122"/>
                <a:gd name="T5" fmla="*/ 0 h 216"/>
                <a:gd name="T6" fmla="*/ 122 w 122"/>
                <a:gd name="T7" fmla="*/ 11 h 216"/>
                <a:gd name="T8" fmla="*/ 94 w 122"/>
                <a:gd name="T9" fmla="*/ 216 h 216"/>
              </a:gdLst>
              <a:ahLst/>
              <a:cxnLst>
                <a:cxn ang="0">
                  <a:pos x="T0" y="T1"/>
                </a:cxn>
                <a:cxn ang="0">
                  <a:pos x="T2" y="T3"/>
                </a:cxn>
                <a:cxn ang="0">
                  <a:pos x="T4" y="T5"/>
                </a:cxn>
                <a:cxn ang="0">
                  <a:pos x="T6" y="T7"/>
                </a:cxn>
                <a:cxn ang="0">
                  <a:pos x="T8" y="T9"/>
                </a:cxn>
              </a:cxnLst>
              <a:rect l="0" t="0" r="r" b="b"/>
              <a:pathLst>
                <a:path w="122" h="216">
                  <a:moveTo>
                    <a:pt x="94" y="216"/>
                  </a:moveTo>
                  <a:lnTo>
                    <a:pt x="0" y="205"/>
                  </a:lnTo>
                  <a:lnTo>
                    <a:pt x="29" y="0"/>
                  </a:lnTo>
                  <a:lnTo>
                    <a:pt x="122" y="11"/>
                  </a:lnTo>
                  <a:lnTo>
                    <a:pt x="94" y="216"/>
                  </a:lnTo>
                  <a:close/>
                </a:path>
              </a:pathLst>
            </a:custGeom>
            <a:solidFill>
              <a:srgbClr val="E6332A"/>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401" name="Freeform 81"/>
            <p:cNvSpPr/>
            <p:nvPr>
              <p:custDataLst>
                <p:tags r:id="rId71"/>
              </p:custDataLst>
            </p:nvPr>
          </p:nvSpPr>
          <p:spPr bwMode="auto">
            <a:xfrm>
              <a:off x="8729663" y="1858963"/>
              <a:ext cx="203200" cy="404813"/>
            </a:xfrm>
            <a:custGeom>
              <a:avLst/>
              <a:gdLst>
                <a:gd name="T0" fmla="*/ 93 w 128"/>
                <a:gd name="T1" fmla="*/ 255 h 255"/>
                <a:gd name="T2" fmla="*/ 0 w 128"/>
                <a:gd name="T3" fmla="*/ 244 h 255"/>
                <a:gd name="T4" fmla="*/ 35 w 128"/>
                <a:gd name="T5" fmla="*/ 0 h 255"/>
                <a:gd name="T6" fmla="*/ 128 w 128"/>
                <a:gd name="T7" fmla="*/ 10 h 255"/>
                <a:gd name="T8" fmla="*/ 93 w 128"/>
                <a:gd name="T9" fmla="*/ 255 h 255"/>
              </a:gdLst>
              <a:ahLst/>
              <a:cxnLst>
                <a:cxn ang="0">
                  <a:pos x="T0" y="T1"/>
                </a:cxn>
                <a:cxn ang="0">
                  <a:pos x="T2" y="T3"/>
                </a:cxn>
                <a:cxn ang="0">
                  <a:pos x="T4" y="T5"/>
                </a:cxn>
                <a:cxn ang="0">
                  <a:pos x="T6" y="T7"/>
                </a:cxn>
                <a:cxn ang="0">
                  <a:pos x="T8" y="T9"/>
                </a:cxn>
              </a:cxnLst>
              <a:rect l="0" t="0" r="r" b="b"/>
              <a:pathLst>
                <a:path w="128" h="255">
                  <a:moveTo>
                    <a:pt x="93" y="255"/>
                  </a:moveTo>
                  <a:lnTo>
                    <a:pt x="0" y="244"/>
                  </a:lnTo>
                  <a:lnTo>
                    <a:pt x="35" y="0"/>
                  </a:lnTo>
                  <a:lnTo>
                    <a:pt x="128" y="10"/>
                  </a:lnTo>
                  <a:lnTo>
                    <a:pt x="93" y="255"/>
                  </a:lnTo>
                  <a:close/>
                </a:path>
              </a:pathLst>
            </a:custGeom>
            <a:solidFill>
              <a:srgbClr val="E6332A"/>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402" name="Freeform 82"/>
            <p:cNvSpPr/>
            <p:nvPr>
              <p:custDataLst>
                <p:tags r:id="rId72"/>
              </p:custDataLst>
            </p:nvPr>
          </p:nvSpPr>
          <p:spPr bwMode="auto">
            <a:xfrm>
              <a:off x="8323263" y="3070225"/>
              <a:ext cx="171450" cy="157163"/>
            </a:xfrm>
            <a:custGeom>
              <a:avLst/>
              <a:gdLst>
                <a:gd name="T0" fmla="*/ 31 w 90"/>
                <a:gd name="T1" fmla="*/ 63 h 82"/>
                <a:gd name="T2" fmla="*/ 10 w 90"/>
                <a:gd name="T3" fmla="*/ 5 h 82"/>
                <a:gd name="T4" fmla="*/ 28 w 90"/>
                <a:gd name="T5" fmla="*/ 21 h 82"/>
                <a:gd name="T6" fmla="*/ 56 w 90"/>
                <a:gd name="T7" fmla="*/ 40 h 82"/>
                <a:gd name="T8" fmla="*/ 90 w 90"/>
                <a:gd name="T9" fmla="*/ 44 h 82"/>
                <a:gd name="T10" fmla="*/ 69 w 90"/>
                <a:gd name="T11" fmla="*/ 72 h 82"/>
                <a:gd name="T12" fmla="*/ 31 w 90"/>
                <a:gd name="T13" fmla="*/ 63 h 82"/>
              </a:gdLst>
              <a:ahLst/>
              <a:cxnLst>
                <a:cxn ang="0">
                  <a:pos x="T0" y="T1"/>
                </a:cxn>
                <a:cxn ang="0">
                  <a:pos x="T2" y="T3"/>
                </a:cxn>
                <a:cxn ang="0">
                  <a:pos x="T4" y="T5"/>
                </a:cxn>
                <a:cxn ang="0">
                  <a:pos x="T6" y="T7"/>
                </a:cxn>
                <a:cxn ang="0">
                  <a:pos x="T8" y="T9"/>
                </a:cxn>
                <a:cxn ang="0">
                  <a:pos x="T10" y="T11"/>
                </a:cxn>
                <a:cxn ang="0">
                  <a:pos x="T12" y="T13"/>
                </a:cxn>
              </a:cxnLst>
              <a:rect l="0" t="0" r="r" b="b"/>
              <a:pathLst>
                <a:path w="90" h="82">
                  <a:moveTo>
                    <a:pt x="31" y="63"/>
                  </a:moveTo>
                  <a:cubicBezTo>
                    <a:pt x="31" y="63"/>
                    <a:pt x="0" y="14"/>
                    <a:pt x="10" y="5"/>
                  </a:cubicBezTo>
                  <a:cubicBezTo>
                    <a:pt x="15" y="0"/>
                    <a:pt x="22" y="9"/>
                    <a:pt x="28" y="21"/>
                  </a:cubicBezTo>
                  <a:cubicBezTo>
                    <a:pt x="33" y="31"/>
                    <a:pt x="44" y="39"/>
                    <a:pt x="56" y="40"/>
                  </a:cubicBezTo>
                  <a:cubicBezTo>
                    <a:pt x="90" y="44"/>
                    <a:pt x="90" y="44"/>
                    <a:pt x="90" y="44"/>
                  </a:cubicBezTo>
                  <a:cubicBezTo>
                    <a:pt x="90" y="44"/>
                    <a:pt x="81" y="62"/>
                    <a:pt x="69" y="72"/>
                  </a:cubicBezTo>
                  <a:cubicBezTo>
                    <a:pt x="57" y="82"/>
                    <a:pt x="31" y="63"/>
                    <a:pt x="31" y="63"/>
                  </a:cubicBezTo>
                  <a:close/>
                </a:path>
              </a:pathLst>
            </a:custGeom>
            <a:solidFill>
              <a:srgbClr val="FFE7C5"/>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403" name="Freeform 83"/>
            <p:cNvSpPr/>
            <p:nvPr>
              <p:custDataLst>
                <p:tags r:id="rId73"/>
              </p:custDataLst>
            </p:nvPr>
          </p:nvSpPr>
          <p:spPr bwMode="auto">
            <a:xfrm>
              <a:off x="6650038" y="4167188"/>
              <a:ext cx="461963" cy="636588"/>
            </a:xfrm>
            <a:custGeom>
              <a:avLst/>
              <a:gdLst>
                <a:gd name="T0" fmla="*/ 291 w 291"/>
                <a:gd name="T1" fmla="*/ 93 h 401"/>
                <a:gd name="T2" fmla="*/ 175 w 291"/>
                <a:gd name="T3" fmla="*/ 155 h 401"/>
                <a:gd name="T4" fmla="*/ 45 w 291"/>
                <a:gd name="T5" fmla="*/ 401 h 401"/>
                <a:gd name="T6" fmla="*/ 0 w 291"/>
                <a:gd name="T7" fmla="*/ 388 h 401"/>
                <a:gd name="T8" fmla="*/ 114 w 291"/>
                <a:gd name="T9" fmla="*/ 122 h 401"/>
                <a:gd name="T10" fmla="*/ 248 w 291"/>
                <a:gd name="T11" fmla="*/ 0 h 401"/>
                <a:gd name="T12" fmla="*/ 291 w 291"/>
                <a:gd name="T13" fmla="*/ 93 h 401"/>
              </a:gdLst>
              <a:ahLst/>
              <a:cxnLst>
                <a:cxn ang="0">
                  <a:pos x="T0" y="T1"/>
                </a:cxn>
                <a:cxn ang="0">
                  <a:pos x="T2" y="T3"/>
                </a:cxn>
                <a:cxn ang="0">
                  <a:pos x="T4" y="T5"/>
                </a:cxn>
                <a:cxn ang="0">
                  <a:pos x="T6" y="T7"/>
                </a:cxn>
                <a:cxn ang="0">
                  <a:pos x="T8" y="T9"/>
                </a:cxn>
                <a:cxn ang="0">
                  <a:pos x="T10" y="T11"/>
                </a:cxn>
                <a:cxn ang="0">
                  <a:pos x="T12" y="T13"/>
                </a:cxn>
              </a:cxnLst>
              <a:rect l="0" t="0" r="r" b="b"/>
              <a:pathLst>
                <a:path w="291" h="401">
                  <a:moveTo>
                    <a:pt x="291" y="93"/>
                  </a:moveTo>
                  <a:lnTo>
                    <a:pt x="175" y="155"/>
                  </a:lnTo>
                  <a:lnTo>
                    <a:pt x="45" y="401"/>
                  </a:lnTo>
                  <a:lnTo>
                    <a:pt x="0" y="388"/>
                  </a:lnTo>
                  <a:lnTo>
                    <a:pt x="114" y="122"/>
                  </a:lnTo>
                  <a:lnTo>
                    <a:pt x="248" y="0"/>
                  </a:lnTo>
                  <a:lnTo>
                    <a:pt x="291" y="93"/>
                  </a:lnTo>
                  <a:close/>
                </a:path>
              </a:pathLst>
            </a:custGeom>
            <a:solidFill>
              <a:srgbClr val="FFE7C5"/>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404" name="Freeform 84"/>
            <p:cNvSpPr/>
            <p:nvPr>
              <p:custDataLst>
                <p:tags r:id="rId74"/>
              </p:custDataLst>
            </p:nvPr>
          </p:nvSpPr>
          <p:spPr bwMode="auto">
            <a:xfrm>
              <a:off x="7262813" y="4040188"/>
              <a:ext cx="776288" cy="801688"/>
            </a:xfrm>
            <a:custGeom>
              <a:avLst/>
              <a:gdLst>
                <a:gd name="T0" fmla="*/ 0 w 489"/>
                <a:gd name="T1" fmla="*/ 446 h 505"/>
                <a:gd name="T2" fmla="*/ 13 w 489"/>
                <a:gd name="T3" fmla="*/ 81 h 505"/>
                <a:gd name="T4" fmla="*/ 411 w 489"/>
                <a:gd name="T5" fmla="*/ 0 h 505"/>
                <a:gd name="T6" fmla="*/ 489 w 489"/>
                <a:gd name="T7" fmla="*/ 505 h 505"/>
                <a:gd name="T8" fmla="*/ 309 w 489"/>
                <a:gd name="T9" fmla="*/ 477 h 505"/>
                <a:gd name="T10" fmla="*/ 0 w 489"/>
                <a:gd name="T11" fmla="*/ 446 h 505"/>
              </a:gdLst>
              <a:ahLst/>
              <a:cxnLst>
                <a:cxn ang="0">
                  <a:pos x="T0" y="T1"/>
                </a:cxn>
                <a:cxn ang="0">
                  <a:pos x="T2" y="T3"/>
                </a:cxn>
                <a:cxn ang="0">
                  <a:pos x="T4" y="T5"/>
                </a:cxn>
                <a:cxn ang="0">
                  <a:pos x="T6" y="T7"/>
                </a:cxn>
                <a:cxn ang="0">
                  <a:pos x="T8" y="T9"/>
                </a:cxn>
                <a:cxn ang="0">
                  <a:pos x="T10" y="T11"/>
                </a:cxn>
              </a:cxnLst>
              <a:rect l="0" t="0" r="r" b="b"/>
              <a:pathLst>
                <a:path w="489" h="505">
                  <a:moveTo>
                    <a:pt x="0" y="446"/>
                  </a:moveTo>
                  <a:lnTo>
                    <a:pt x="13" y="81"/>
                  </a:lnTo>
                  <a:lnTo>
                    <a:pt x="411" y="0"/>
                  </a:lnTo>
                  <a:lnTo>
                    <a:pt x="489" y="505"/>
                  </a:lnTo>
                  <a:lnTo>
                    <a:pt x="309" y="477"/>
                  </a:lnTo>
                  <a:lnTo>
                    <a:pt x="0" y="446"/>
                  </a:lnTo>
                  <a:close/>
                </a:path>
              </a:pathLst>
            </a:custGeom>
            <a:solidFill>
              <a:schemeClr val="tx2"/>
            </a:solidFill>
            <a:ln>
              <a:noFill/>
            </a:ln>
          </p:spPr>
          <p:txBody>
            <a:bodyPr vert="horz" wrap="square" lIns="91440" tIns="45720" rIns="91440" bIns="45720" numCol="1" anchor="t" anchorCtr="0" compatLnSpc="1"/>
            <a:lstStyle/>
            <a:p>
              <a:endParaRPr lang="zh-CN" altLang="en-US"/>
            </a:p>
          </p:txBody>
        </p:sp>
        <p:sp>
          <p:nvSpPr>
            <p:cNvPr id="1405" name="Freeform 85"/>
            <p:cNvSpPr/>
            <p:nvPr>
              <p:custDataLst>
                <p:tags r:id="rId75"/>
              </p:custDataLst>
            </p:nvPr>
          </p:nvSpPr>
          <p:spPr bwMode="auto">
            <a:xfrm>
              <a:off x="6929438" y="3648075"/>
              <a:ext cx="1247775" cy="796925"/>
            </a:xfrm>
            <a:custGeom>
              <a:avLst/>
              <a:gdLst>
                <a:gd name="T0" fmla="*/ 517 w 655"/>
                <a:gd name="T1" fmla="*/ 206 h 419"/>
                <a:gd name="T2" fmla="*/ 192 w 655"/>
                <a:gd name="T3" fmla="*/ 294 h 419"/>
                <a:gd name="T4" fmla="*/ 54 w 655"/>
                <a:gd name="T5" fmla="*/ 419 h 419"/>
                <a:gd name="T6" fmla="*/ 0 w 655"/>
                <a:gd name="T7" fmla="*/ 306 h 419"/>
                <a:gd name="T8" fmla="*/ 148 w 655"/>
                <a:gd name="T9" fmla="*/ 144 h 419"/>
                <a:gd name="T10" fmla="*/ 255 w 655"/>
                <a:gd name="T11" fmla="*/ 120 h 419"/>
                <a:gd name="T12" fmla="*/ 409 w 655"/>
                <a:gd name="T13" fmla="*/ 99 h 419"/>
                <a:gd name="T14" fmla="*/ 457 w 655"/>
                <a:gd name="T15" fmla="*/ 103 h 419"/>
                <a:gd name="T16" fmla="*/ 564 w 655"/>
                <a:gd name="T17" fmla="*/ 11 h 419"/>
                <a:gd name="T18" fmla="*/ 576 w 655"/>
                <a:gd name="T19" fmla="*/ 0 h 419"/>
                <a:gd name="T20" fmla="*/ 655 w 655"/>
                <a:gd name="T21" fmla="*/ 82 h 419"/>
                <a:gd name="T22" fmla="*/ 517 w 655"/>
                <a:gd name="T23" fmla="*/ 206 h 4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655" h="419">
                  <a:moveTo>
                    <a:pt x="517" y="206"/>
                  </a:moveTo>
                  <a:cubicBezTo>
                    <a:pt x="192" y="294"/>
                    <a:pt x="192" y="294"/>
                    <a:pt x="192" y="294"/>
                  </a:cubicBezTo>
                  <a:cubicBezTo>
                    <a:pt x="54" y="419"/>
                    <a:pt x="54" y="419"/>
                    <a:pt x="54" y="419"/>
                  </a:cubicBezTo>
                  <a:cubicBezTo>
                    <a:pt x="0" y="306"/>
                    <a:pt x="0" y="306"/>
                    <a:pt x="0" y="306"/>
                  </a:cubicBezTo>
                  <a:cubicBezTo>
                    <a:pt x="148" y="144"/>
                    <a:pt x="148" y="144"/>
                    <a:pt x="148" y="144"/>
                  </a:cubicBezTo>
                  <a:cubicBezTo>
                    <a:pt x="155" y="138"/>
                    <a:pt x="255" y="120"/>
                    <a:pt x="255" y="120"/>
                  </a:cubicBezTo>
                  <a:cubicBezTo>
                    <a:pt x="308" y="133"/>
                    <a:pt x="363" y="125"/>
                    <a:pt x="409" y="99"/>
                  </a:cubicBezTo>
                  <a:cubicBezTo>
                    <a:pt x="457" y="103"/>
                    <a:pt x="457" y="103"/>
                    <a:pt x="457" y="103"/>
                  </a:cubicBezTo>
                  <a:cubicBezTo>
                    <a:pt x="564" y="11"/>
                    <a:pt x="564" y="11"/>
                    <a:pt x="564" y="11"/>
                  </a:cubicBezTo>
                  <a:cubicBezTo>
                    <a:pt x="576" y="0"/>
                    <a:pt x="576" y="0"/>
                    <a:pt x="576" y="0"/>
                  </a:cubicBezTo>
                  <a:cubicBezTo>
                    <a:pt x="655" y="82"/>
                    <a:pt x="655" y="82"/>
                    <a:pt x="655" y="82"/>
                  </a:cubicBezTo>
                  <a:lnTo>
                    <a:pt x="517" y="206"/>
                  </a:lnTo>
                  <a:close/>
                </a:path>
              </a:pathLst>
            </a:custGeom>
            <a:solidFill>
              <a:schemeClr val="tx2"/>
            </a:solidFill>
            <a:ln>
              <a:noFill/>
            </a:ln>
          </p:spPr>
          <p:txBody>
            <a:bodyPr vert="horz" wrap="square" lIns="91440" tIns="45720" rIns="91440" bIns="45720" numCol="1" anchor="t" anchorCtr="0" compatLnSpc="1"/>
            <a:lstStyle/>
            <a:p>
              <a:endParaRPr lang="zh-CN" altLang="en-US"/>
            </a:p>
          </p:txBody>
        </p:sp>
        <p:sp>
          <p:nvSpPr>
            <p:cNvPr id="1406" name="Freeform 86"/>
            <p:cNvSpPr/>
            <p:nvPr>
              <p:custDataLst>
                <p:tags r:id="rId76"/>
              </p:custDataLst>
            </p:nvPr>
          </p:nvSpPr>
          <p:spPr bwMode="auto">
            <a:xfrm>
              <a:off x="7424738" y="3625850"/>
              <a:ext cx="204788" cy="357188"/>
            </a:xfrm>
            <a:custGeom>
              <a:avLst/>
              <a:gdLst>
                <a:gd name="T0" fmla="*/ 17 w 107"/>
                <a:gd name="T1" fmla="*/ 22 h 187"/>
                <a:gd name="T2" fmla="*/ 29 w 107"/>
                <a:gd name="T3" fmla="*/ 90 h 187"/>
                <a:gd name="T4" fmla="*/ 4 w 107"/>
                <a:gd name="T5" fmla="*/ 130 h 187"/>
                <a:gd name="T6" fmla="*/ 0 w 107"/>
                <a:gd name="T7" fmla="*/ 131 h 187"/>
                <a:gd name="T8" fmla="*/ 87 w 107"/>
                <a:gd name="T9" fmla="*/ 185 h 187"/>
                <a:gd name="T10" fmla="*/ 107 w 107"/>
                <a:gd name="T11" fmla="*/ 175 h 187"/>
                <a:gd name="T12" fmla="*/ 39 w 107"/>
                <a:gd name="T13" fmla="*/ 12 h 187"/>
                <a:gd name="T14" fmla="*/ 34 w 107"/>
                <a:gd name="T15" fmla="*/ 0 h 187"/>
                <a:gd name="T16" fmla="*/ 24 w 107"/>
                <a:gd name="T17" fmla="*/ 8 h 187"/>
                <a:gd name="T18" fmla="*/ 17 w 107"/>
                <a:gd name="T19" fmla="*/ 22 h 1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7" h="187">
                  <a:moveTo>
                    <a:pt x="17" y="22"/>
                  </a:moveTo>
                  <a:cubicBezTo>
                    <a:pt x="29" y="90"/>
                    <a:pt x="29" y="90"/>
                    <a:pt x="29" y="90"/>
                  </a:cubicBezTo>
                  <a:cubicBezTo>
                    <a:pt x="32" y="107"/>
                    <a:pt x="22" y="124"/>
                    <a:pt x="4" y="130"/>
                  </a:cubicBezTo>
                  <a:cubicBezTo>
                    <a:pt x="0" y="131"/>
                    <a:pt x="0" y="131"/>
                    <a:pt x="0" y="131"/>
                  </a:cubicBezTo>
                  <a:cubicBezTo>
                    <a:pt x="0" y="131"/>
                    <a:pt x="82" y="187"/>
                    <a:pt x="87" y="185"/>
                  </a:cubicBezTo>
                  <a:cubicBezTo>
                    <a:pt x="92" y="184"/>
                    <a:pt x="107" y="175"/>
                    <a:pt x="107" y="175"/>
                  </a:cubicBezTo>
                  <a:cubicBezTo>
                    <a:pt x="39" y="12"/>
                    <a:pt x="39" y="12"/>
                    <a:pt x="39" y="12"/>
                  </a:cubicBezTo>
                  <a:cubicBezTo>
                    <a:pt x="34" y="0"/>
                    <a:pt x="34" y="0"/>
                    <a:pt x="34" y="0"/>
                  </a:cubicBezTo>
                  <a:cubicBezTo>
                    <a:pt x="24" y="8"/>
                    <a:pt x="24" y="8"/>
                    <a:pt x="24" y="8"/>
                  </a:cubicBezTo>
                  <a:lnTo>
                    <a:pt x="17" y="22"/>
                  </a:lnTo>
                  <a:close/>
                </a:path>
              </a:pathLst>
            </a:custGeom>
            <a:solidFill>
              <a:srgbClr val="FFE7C5"/>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407" name="Freeform 87"/>
            <p:cNvSpPr/>
            <p:nvPr>
              <p:custDataLst>
                <p:tags r:id="rId77"/>
              </p:custDataLst>
            </p:nvPr>
          </p:nvSpPr>
          <p:spPr bwMode="auto">
            <a:xfrm>
              <a:off x="7299325" y="3436938"/>
              <a:ext cx="92075" cy="120650"/>
            </a:xfrm>
            <a:custGeom>
              <a:avLst/>
              <a:gdLst>
                <a:gd name="T0" fmla="*/ 0 w 58"/>
                <a:gd name="T1" fmla="*/ 19 h 76"/>
                <a:gd name="T2" fmla="*/ 26 w 58"/>
                <a:gd name="T3" fmla="*/ 67 h 76"/>
                <a:gd name="T4" fmla="*/ 58 w 58"/>
                <a:gd name="T5" fmla="*/ 76 h 76"/>
                <a:gd name="T6" fmla="*/ 58 w 58"/>
                <a:gd name="T7" fmla="*/ 0 h 76"/>
                <a:gd name="T8" fmla="*/ 0 w 58"/>
                <a:gd name="T9" fmla="*/ 19 h 76"/>
              </a:gdLst>
              <a:ahLst/>
              <a:cxnLst>
                <a:cxn ang="0">
                  <a:pos x="T0" y="T1"/>
                </a:cxn>
                <a:cxn ang="0">
                  <a:pos x="T2" y="T3"/>
                </a:cxn>
                <a:cxn ang="0">
                  <a:pos x="T4" y="T5"/>
                </a:cxn>
                <a:cxn ang="0">
                  <a:pos x="T6" y="T7"/>
                </a:cxn>
                <a:cxn ang="0">
                  <a:pos x="T8" y="T9"/>
                </a:cxn>
              </a:cxnLst>
              <a:rect l="0" t="0" r="r" b="b"/>
              <a:pathLst>
                <a:path w="58" h="76">
                  <a:moveTo>
                    <a:pt x="0" y="19"/>
                  </a:moveTo>
                  <a:lnTo>
                    <a:pt x="26" y="67"/>
                  </a:lnTo>
                  <a:lnTo>
                    <a:pt x="58" y="76"/>
                  </a:lnTo>
                  <a:lnTo>
                    <a:pt x="58" y="0"/>
                  </a:lnTo>
                  <a:lnTo>
                    <a:pt x="0" y="19"/>
                  </a:lnTo>
                  <a:close/>
                </a:path>
              </a:pathLst>
            </a:custGeom>
            <a:solidFill>
              <a:srgbClr val="FFE7C5"/>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520" name="Freeform 88"/>
            <p:cNvSpPr/>
            <p:nvPr>
              <p:custDataLst>
                <p:tags r:id="rId78"/>
              </p:custDataLst>
            </p:nvPr>
          </p:nvSpPr>
          <p:spPr bwMode="auto">
            <a:xfrm>
              <a:off x="7281863" y="3262313"/>
              <a:ext cx="615950" cy="577850"/>
            </a:xfrm>
            <a:custGeom>
              <a:avLst/>
              <a:gdLst>
                <a:gd name="T0" fmla="*/ 228 w 323"/>
                <a:gd name="T1" fmla="*/ 93 h 303"/>
                <a:gd name="T2" fmla="*/ 323 w 323"/>
                <a:gd name="T3" fmla="*/ 259 h 303"/>
                <a:gd name="T4" fmla="*/ 138 w 323"/>
                <a:gd name="T5" fmla="*/ 303 h 303"/>
                <a:gd name="T6" fmla="*/ 86 w 323"/>
                <a:gd name="T7" fmla="*/ 201 h 303"/>
                <a:gd name="T8" fmla="*/ 53 w 323"/>
                <a:gd name="T9" fmla="*/ 217 h 303"/>
                <a:gd name="T10" fmla="*/ 4 w 323"/>
                <a:gd name="T11" fmla="*/ 138 h 303"/>
                <a:gd name="T12" fmla="*/ 38 w 323"/>
                <a:gd name="T13" fmla="*/ 147 h 303"/>
                <a:gd name="T14" fmla="*/ 52 w 323"/>
                <a:gd name="T15" fmla="*/ 46 h 303"/>
                <a:gd name="T16" fmla="*/ 182 w 323"/>
                <a:gd name="T17" fmla="*/ 0 h 303"/>
                <a:gd name="T18" fmla="*/ 228 w 323"/>
                <a:gd name="T19" fmla="*/ 93 h 3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23" h="303">
                  <a:moveTo>
                    <a:pt x="228" y="93"/>
                  </a:moveTo>
                  <a:cubicBezTo>
                    <a:pt x="323" y="259"/>
                    <a:pt x="323" y="259"/>
                    <a:pt x="323" y="259"/>
                  </a:cubicBezTo>
                  <a:cubicBezTo>
                    <a:pt x="138" y="303"/>
                    <a:pt x="138" y="303"/>
                    <a:pt x="138" y="303"/>
                  </a:cubicBezTo>
                  <a:cubicBezTo>
                    <a:pt x="86" y="201"/>
                    <a:pt x="86" y="201"/>
                    <a:pt x="86" y="201"/>
                  </a:cubicBezTo>
                  <a:cubicBezTo>
                    <a:pt x="86" y="201"/>
                    <a:pt x="77" y="218"/>
                    <a:pt x="53" y="217"/>
                  </a:cubicBezTo>
                  <a:cubicBezTo>
                    <a:pt x="27" y="216"/>
                    <a:pt x="0" y="152"/>
                    <a:pt x="4" y="138"/>
                  </a:cubicBezTo>
                  <a:cubicBezTo>
                    <a:pt x="7" y="124"/>
                    <a:pt x="38" y="147"/>
                    <a:pt x="38" y="147"/>
                  </a:cubicBezTo>
                  <a:cubicBezTo>
                    <a:pt x="38" y="147"/>
                    <a:pt x="29" y="61"/>
                    <a:pt x="52" y="46"/>
                  </a:cubicBezTo>
                  <a:cubicBezTo>
                    <a:pt x="74" y="32"/>
                    <a:pt x="182" y="0"/>
                    <a:pt x="182" y="0"/>
                  </a:cubicBezTo>
                  <a:lnTo>
                    <a:pt x="228" y="93"/>
                  </a:lnTo>
                  <a:close/>
                </a:path>
              </a:pathLst>
            </a:custGeom>
            <a:solidFill>
              <a:srgbClr val="FFE7C5"/>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521" name="Freeform 89"/>
            <p:cNvSpPr/>
            <p:nvPr>
              <p:custDataLst>
                <p:tags r:id="rId79"/>
              </p:custDataLst>
            </p:nvPr>
          </p:nvSpPr>
          <p:spPr bwMode="auto">
            <a:xfrm>
              <a:off x="7367588" y="3500438"/>
              <a:ext cx="558800" cy="609600"/>
            </a:xfrm>
            <a:custGeom>
              <a:avLst/>
              <a:gdLst>
                <a:gd name="T0" fmla="*/ 220 w 293"/>
                <a:gd name="T1" fmla="*/ 14 h 320"/>
                <a:gd name="T2" fmla="*/ 283 w 293"/>
                <a:gd name="T3" fmla="*/ 86 h 320"/>
                <a:gd name="T4" fmla="*/ 290 w 293"/>
                <a:gd name="T5" fmla="*/ 98 h 320"/>
                <a:gd name="T6" fmla="*/ 293 w 293"/>
                <a:gd name="T7" fmla="*/ 267 h 320"/>
                <a:gd name="T8" fmla="*/ 288 w 293"/>
                <a:gd name="T9" fmla="*/ 277 h 320"/>
                <a:gd name="T10" fmla="*/ 263 w 293"/>
                <a:gd name="T11" fmla="*/ 297 h 320"/>
                <a:gd name="T12" fmla="*/ 178 w 293"/>
                <a:gd name="T13" fmla="*/ 307 h 320"/>
                <a:gd name="T14" fmla="*/ 114 w 293"/>
                <a:gd name="T15" fmla="*/ 266 h 320"/>
                <a:gd name="T16" fmla="*/ 74 w 293"/>
                <a:gd name="T17" fmla="*/ 172 h 320"/>
                <a:gd name="T18" fmla="*/ 41 w 293"/>
                <a:gd name="T19" fmla="*/ 77 h 320"/>
                <a:gd name="T20" fmla="*/ 41 w 293"/>
                <a:gd name="T21" fmla="*/ 75 h 320"/>
                <a:gd name="T22" fmla="*/ 4 w 293"/>
                <a:gd name="T23" fmla="*/ 7 h 320"/>
                <a:gd name="T24" fmla="*/ 22 w 293"/>
                <a:gd name="T25" fmla="*/ 7 h 320"/>
                <a:gd name="T26" fmla="*/ 30 w 293"/>
                <a:gd name="T27" fmla="*/ 6 h 320"/>
                <a:gd name="T28" fmla="*/ 35 w 293"/>
                <a:gd name="T29" fmla="*/ 6 h 320"/>
                <a:gd name="T30" fmla="*/ 69 w 293"/>
                <a:gd name="T31" fmla="*/ 72 h 320"/>
                <a:gd name="T32" fmla="*/ 80 w 293"/>
                <a:gd name="T33" fmla="*/ 79 h 320"/>
                <a:gd name="T34" fmla="*/ 131 w 293"/>
                <a:gd name="T35" fmla="*/ 83 h 320"/>
                <a:gd name="T36" fmla="*/ 138 w 293"/>
                <a:gd name="T37" fmla="*/ 81 h 320"/>
                <a:gd name="T38" fmla="*/ 188 w 293"/>
                <a:gd name="T39" fmla="*/ 59 h 320"/>
                <a:gd name="T40" fmla="*/ 196 w 293"/>
                <a:gd name="T41" fmla="*/ 22 h 320"/>
                <a:gd name="T42" fmla="*/ 220 w 293"/>
                <a:gd name="T43" fmla="*/ 14 h 3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93" h="320">
                  <a:moveTo>
                    <a:pt x="220" y="14"/>
                  </a:moveTo>
                  <a:cubicBezTo>
                    <a:pt x="283" y="86"/>
                    <a:pt x="283" y="86"/>
                    <a:pt x="283" y="86"/>
                  </a:cubicBezTo>
                  <a:cubicBezTo>
                    <a:pt x="289" y="93"/>
                    <a:pt x="290" y="96"/>
                    <a:pt x="290" y="98"/>
                  </a:cubicBezTo>
                  <a:cubicBezTo>
                    <a:pt x="293" y="267"/>
                    <a:pt x="293" y="267"/>
                    <a:pt x="293" y="267"/>
                  </a:cubicBezTo>
                  <a:cubicBezTo>
                    <a:pt x="293" y="271"/>
                    <a:pt x="291" y="274"/>
                    <a:pt x="288" y="277"/>
                  </a:cubicBezTo>
                  <a:cubicBezTo>
                    <a:pt x="263" y="297"/>
                    <a:pt x="263" y="297"/>
                    <a:pt x="263" y="297"/>
                  </a:cubicBezTo>
                  <a:cubicBezTo>
                    <a:pt x="240" y="316"/>
                    <a:pt x="206" y="320"/>
                    <a:pt x="178" y="307"/>
                  </a:cubicBezTo>
                  <a:cubicBezTo>
                    <a:pt x="153" y="296"/>
                    <a:pt x="125" y="282"/>
                    <a:pt x="114" y="266"/>
                  </a:cubicBezTo>
                  <a:cubicBezTo>
                    <a:pt x="80" y="219"/>
                    <a:pt x="74" y="172"/>
                    <a:pt x="74" y="172"/>
                  </a:cubicBezTo>
                  <a:cubicBezTo>
                    <a:pt x="41" y="77"/>
                    <a:pt x="41" y="77"/>
                    <a:pt x="41" y="77"/>
                  </a:cubicBezTo>
                  <a:cubicBezTo>
                    <a:pt x="41" y="76"/>
                    <a:pt x="41" y="76"/>
                    <a:pt x="41" y="75"/>
                  </a:cubicBezTo>
                  <a:cubicBezTo>
                    <a:pt x="4" y="7"/>
                    <a:pt x="4" y="7"/>
                    <a:pt x="4" y="7"/>
                  </a:cubicBezTo>
                  <a:cubicBezTo>
                    <a:pt x="0" y="0"/>
                    <a:pt x="15" y="9"/>
                    <a:pt x="22" y="7"/>
                  </a:cubicBezTo>
                  <a:cubicBezTo>
                    <a:pt x="30" y="6"/>
                    <a:pt x="30" y="6"/>
                    <a:pt x="30" y="6"/>
                  </a:cubicBezTo>
                  <a:cubicBezTo>
                    <a:pt x="36" y="4"/>
                    <a:pt x="32" y="0"/>
                    <a:pt x="35" y="6"/>
                  </a:cubicBezTo>
                  <a:cubicBezTo>
                    <a:pt x="69" y="72"/>
                    <a:pt x="69" y="72"/>
                    <a:pt x="69" y="72"/>
                  </a:cubicBezTo>
                  <a:cubicBezTo>
                    <a:pt x="71" y="76"/>
                    <a:pt x="75" y="79"/>
                    <a:pt x="80" y="79"/>
                  </a:cubicBezTo>
                  <a:cubicBezTo>
                    <a:pt x="131" y="83"/>
                    <a:pt x="131" y="83"/>
                    <a:pt x="131" y="83"/>
                  </a:cubicBezTo>
                  <a:cubicBezTo>
                    <a:pt x="134" y="83"/>
                    <a:pt x="136" y="82"/>
                    <a:pt x="138" y="81"/>
                  </a:cubicBezTo>
                  <a:cubicBezTo>
                    <a:pt x="188" y="59"/>
                    <a:pt x="188" y="59"/>
                    <a:pt x="188" y="59"/>
                  </a:cubicBezTo>
                  <a:cubicBezTo>
                    <a:pt x="188" y="59"/>
                    <a:pt x="199" y="55"/>
                    <a:pt x="196" y="22"/>
                  </a:cubicBezTo>
                  <a:cubicBezTo>
                    <a:pt x="195" y="10"/>
                    <a:pt x="212" y="4"/>
                    <a:pt x="220" y="14"/>
                  </a:cubicBezTo>
                  <a:close/>
                </a:path>
              </a:pathLst>
            </a:custGeom>
            <a:solidFill>
              <a:srgbClr val="350C0C"/>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522" name="Freeform 90"/>
            <p:cNvSpPr/>
            <p:nvPr>
              <p:custDataLst>
                <p:tags r:id="rId80"/>
              </p:custDataLst>
            </p:nvPr>
          </p:nvSpPr>
          <p:spPr bwMode="auto">
            <a:xfrm>
              <a:off x="7567613" y="3663950"/>
              <a:ext cx="234950" cy="128588"/>
            </a:xfrm>
            <a:custGeom>
              <a:avLst/>
              <a:gdLst>
                <a:gd name="T0" fmla="*/ 69 w 123"/>
                <a:gd name="T1" fmla="*/ 15 h 67"/>
                <a:gd name="T2" fmla="*/ 90 w 123"/>
                <a:gd name="T3" fmla="*/ 3 h 67"/>
                <a:gd name="T4" fmla="*/ 117 w 123"/>
                <a:gd name="T5" fmla="*/ 13 h 67"/>
                <a:gd name="T6" fmla="*/ 99 w 123"/>
                <a:gd name="T7" fmla="*/ 47 h 67"/>
                <a:gd name="T8" fmla="*/ 43 w 123"/>
                <a:gd name="T9" fmla="*/ 64 h 67"/>
                <a:gd name="T10" fmla="*/ 7 w 123"/>
                <a:gd name="T11" fmla="*/ 48 h 67"/>
                <a:gd name="T12" fmla="*/ 13 w 123"/>
                <a:gd name="T13" fmla="*/ 20 h 67"/>
                <a:gd name="T14" fmla="*/ 37 w 123"/>
                <a:gd name="T15" fmla="*/ 18 h 67"/>
                <a:gd name="T16" fmla="*/ 69 w 123"/>
                <a:gd name="T17" fmla="*/ 15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3" h="67">
                  <a:moveTo>
                    <a:pt x="69" y="15"/>
                  </a:moveTo>
                  <a:cubicBezTo>
                    <a:pt x="69" y="15"/>
                    <a:pt x="79" y="6"/>
                    <a:pt x="90" y="3"/>
                  </a:cubicBezTo>
                  <a:cubicBezTo>
                    <a:pt x="100" y="0"/>
                    <a:pt x="111" y="1"/>
                    <a:pt x="117" y="13"/>
                  </a:cubicBezTo>
                  <a:cubicBezTo>
                    <a:pt x="123" y="24"/>
                    <a:pt x="113" y="36"/>
                    <a:pt x="99" y="47"/>
                  </a:cubicBezTo>
                  <a:cubicBezTo>
                    <a:pt x="91" y="54"/>
                    <a:pt x="62" y="67"/>
                    <a:pt x="43" y="64"/>
                  </a:cubicBezTo>
                  <a:cubicBezTo>
                    <a:pt x="24" y="61"/>
                    <a:pt x="13" y="57"/>
                    <a:pt x="7" y="48"/>
                  </a:cubicBezTo>
                  <a:cubicBezTo>
                    <a:pt x="0" y="38"/>
                    <a:pt x="5" y="25"/>
                    <a:pt x="13" y="20"/>
                  </a:cubicBezTo>
                  <a:cubicBezTo>
                    <a:pt x="21" y="15"/>
                    <a:pt x="32" y="16"/>
                    <a:pt x="37" y="18"/>
                  </a:cubicBezTo>
                  <a:cubicBezTo>
                    <a:pt x="42" y="20"/>
                    <a:pt x="55" y="25"/>
                    <a:pt x="69" y="15"/>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523" name="Freeform 91"/>
            <p:cNvSpPr/>
            <p:nvPr>
              <p:custDataLst>
                <p:tags r:id="rId81"/>
              </p:custDataLst>
            </p:nvPr>
          </p:nvSpPr>
          <p:spPr bwMode="auto">
            <a:xfrm>
              <a:off x="7539038" y="3455988"/>
              <a:ext cx="38100" cy="58738"/>
            </a:xfrm>
            <a:custGeom>
              <a:avLst/>
              <a:gdLst>
                <a:gd name="T0" fmla="*/ 4 w 20"/>
                <a:gd name="T1" fmla="*/ 18 h 31"/>
                <a:gd name="T2" fmla="*/ 16 w 20"/>
                <a:gd name="T3" fmla="*/ 30 h 31"/>
                <a:gd name="T4" fmla="*/ 17 w 20"/>
                <a:gd name="T5" fmla="*/ 13 h 31"/>
                <a:gd name="T6" fmla="*/ 5 w 20"/>
                <a:gd name="T7" fmla="*/ 1 h 31"/>
                <a:gd name="T8" fmla="*/ 4 w 20"/>
                <a:gd name="T9" fmla="*/ 18 h 31"/>
              </a:gdLst>
              <a:ahLst/>
              <a:cxnLst>
                <a:cxn ang="0">
                  <a:pos x="T0" y="T1"/>
                </a:cxn>
                <a:cxn ang="0">
                  <a:pos x="T2" y="T3"/>
                </a:cxn>
                <a:cxn ang="0">
                  <a:pos x="T4" y="T5"/>
                </a:cxn>
                <a:cxn ang="0">
                  <a:pos x="T6" y="T7"/>
                </a:cxn>
                <a:cxn ang="0">
                  <a:pos x="T8" y="T9"/>
                </a:cxn>
              </a:cxnLst>
              <a:rect l="0" t="0" r="r" b="b"/>
              <a:pathLst>
                <a:path w="20" h="31">
                  <a:moveTo>
                    <a:pt x="4" y="18"/>
                  </a:moveTo>
                  <a:cubicBezTo>
                    <a:pt x="7" y="26"/>
                    <a:pt x="12" y="31"/>
                    <a:pt x="16" y="30"/>
                  </a:cubicBezTo>
                  <a:cubicBezTo>
                    <a:pt x="20" y="29"/>
                    <a:pt x="20" y="21"/>
                    <a:pt x="17" y="13"/>
                  </a:cubicBezTo>
                  <a:cubicBezTo>
                    <a:pt x="14" y="5"/>
                    <a:pt x="8" y="0"/>
                    <a:pt x="5" y="1"/>
                  </a:cubicBezTo>
                  <a:cubicBezTo>
                    <a:pt x="1" y="2"/>
                    <a:pt x="0" y="10"/>
                    <a:pt x="4" y="18"/>
                  </a:cubicBezTo>
                  <a:close/>
                </a:path>
              </a:pathLst>
            </a:custGeom>
            <a:solidFill>
              <a:srgbClr val="1D1D1B"/>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524" name="Freeform 92"/>
            <p:cNvSpPr/>
            <p:nvPr>
              <p:custDataLst>
                <p:tags r:id="rId82"/>
              </p:custDataLst>
            </p:nvPr>
          </p:nvSpPr>
          <p:spPr bwMode="auto">
            <a:xfrm>
              <a:off x="7640638" y="3411538"/>
              <a:ext cx="36513" cy="58738"/>
            </a:xfrm>
            <a:custGeom>
              <a:avLst/>
              <a:gdLst>
                <a:gd name="T0" fmla="*/ 3 w 19"/>
                <a:gd name="T1" fmla="*/ 18 h 31"/>
                <a:gd name="T2" fmla="*/ 15 w 19"/>
                <a:gd name="T3" fmla="*/ 30 h 31"/>
                <a:gd name="T4" fmla="*/ 16 w 19"/>
                <a:gd name="T5" fmla="*/ 14 h 31"/>
                <a:gd name="T6" fmla="*/ 4 w 19"/>
                <a:gd name="T7" fmla="*/ 1 h 31"/>
                <a:gd name="T8" fmla="*/ 3 w 19"/>
                <a:gd name="T9" fmla="*/ 18 h 31"/>
              </a:gdLst>
              <a:ahLst/>
              <a:cxnLst>
                <a:cxn ang="0">
                  <a:pos x="T0" y="T1"/>
                </a:cxn>
                <a:cxn ang="0">
                  <a:pos x="T2" y="T3"/>
                </a:cxn>
                <a:cxn ang="0">
                  <a:pos x="T4" y="T5"/>
                </a:cxn>
                <a:cxn ang="0">
                  <a:pos x="T6" y="T7"/>
                </a:cxn>
                <a:cxn ang="0">
                  <a:pos x="T8" y="T9"/>
                </a:cxn>
              </a:cxnLst>
              <a:rect l="0" t="0" r="r" b="b"/>
              <a:pathLst>
                <a:path w="19" h="31">
                  <a:moveTo>
                    <a:pt x="3" y="18"/>
                  </a:moveTo>
                  <a:cubicBezTo>
                    <a:pt x="6" y="26"/>
                    <a:pt x="12" y="31"/>
                    <a:pt x="15" y="30"/>
                  </a:cubicBezTo>
                  <a:cubicBezTo>
                    <a:pt x="19" y="29"/>
                    <a:pt x="19" y="22"/>
                    <a:pt x="16" y="14"/>
                  </a:cubicBezTo>
                  <a:cubicBezTo>
                    <a:pt x="13" y="6"/>
                    <a:pt x="7" y="0"/>
                    <a:pt x="4" y="1"/>
                  </a:cubicBezTo>
                  <a:cubicBezTo>
                    <a:pt x="0" y="3"/>
                    <a:pt x="0" y="10"/>
                    <a:pt x="3" y="18"/>
                  </a:cubicBezTo>
                  <a:close/>
                </a:path>
              </a:pathLst>
            </a:custGeom>
            <a:solidFill>
              <a:srgbClr val="1D1D1B"/>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525" name="Freeform 93"/>
            <p:cNvSpPr>
              <a:spLocks noEditPoints="1"/>
            </p:cNvSpPr>
            <p:nvPr>
              <p:custDataLst>
                <p:tags r:id="rId83"/>
              </p:custDataLst>
            </p:nvPr>
          </p:nvSpPr>
          <p:spPr bwMode="auto">
            <a:xfrm>
              <a:off x="7450138" y="3398838"/>
              <a:ext cx="184150" cy="211138"/>
            </a:xfrm>
            <a:custGeom>
              <a:avLst/>
              <a:gdLst>
                <a:gd name="T0" fmla="*/ 69 w 97"/>
                <a:gd name="T1" fmla="*/ 104 h 111"/>
                <a:gd name="T2" fmla="*/ 12 w 97"/>
                <a:gd name="T3" fmla="*/ 68 h 111"/>
                <a:gd name="T4" fmla="*/ 28 w 97"/>
                <a:gd name="T5" fmla="*/ 7 h 111"/>
                <a:gd name="T6" fmla="*/ 86 w 97"/>
                <a:gd name="T7" fmla="*/ 42 h 111"/>
                <a:gd name="T8" fmla="*/ 69 w 97"/>
                <a:gd name="T9" fmla="*/ 104 h 111"/>
                <a:gd name="T10" fmla="*/ 33 w 97"/>
                <a:gd name="T11" fmla="*/ 17 h 111"/>
                <a:gd name="T12" fmla="*/ 23 w 97"/>
                <a:gd name="T13" fmla="*/ 64 h 111"/>
                <a:gd name="T14" fmla="*/ 65 w 97"/>
                <a:gd name="T15" fmla="*/ 93 h 111"/>
                <a:gd name="T16" fmla="*/ 74 w 97"/>
                <a:gd name="T17" fmla="*/ 46 h 111"/>
                <a:gd name="T18" fmla="*/ 33 w 97"/>
                <a:gd name="T19" fmla="*/ 17 h 1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7" h="111">
                  <a:moveTo>
                    <a:pt x="69" y="104"/>
                  </a:moveTo>
                  <a:cubicBezTo>
                    <a:pt x="48" y="111"/>
                    <a:pt x="23" y="95"/>
                    <a:pt x="12" y="68"/>
                  </a:cubicBezTo>
                  <a:cubicBezTo>
                    <a:pt x="0" y="41"/>
                    <a:pt x="8" y="14"/>
                    <a:pt x="28" y="7"/>
                  </a:cubicBezTo>
                  <a:cubicBezTo>
                    <a:pt x="49" y="0"/>
                    <a:pt x="74" y="15"/>
                    <a:pt x="86" y="42"/>
                  </a:cubicBezTo>
                  <a:cubicBezTo>
                    <a:pt x="97" y="69"/>
                    <a:pt x="89" y="96"/>
                    <a:pt x="69" y="104"/>
                  </a:cubicBezTo>
                  <a:close/>
                  <a:moveTo>
                    <a:pt x="33" y="17"/>
                  </a:moveTo>
                  <a:cubicBezTo>
                    <a:pt x="19" y="22"/>
                    <a:pt x="14" y="44"/>
                    <a:pt x="23" y="64"/>
                  </a:cubicBezTo>
                  <a:cubicBezTo>
                    <a:pt x="32" y="85"/>
                    <a:pt x="51" y="98"/>
                    <a:pt x="65" y="93"/>
                  </a:cubicBezTo>
                  <a:cubicBezTo>
                    <a:pt x="78" y="88"/>
                    <a:pt x="83" y="67"/>
                    <a:pt x="74" y="46"/>
                  </a:cubicBezTo>
                  <a:cubicBezTo>
                    <a:pt x="66" y="26"/>
                    <a:pt x="47" y="12"/>
                    <a:pt x="33" y="17"/>
                  </a:cubicBezTo>
                  <a:close/>
                </a:path>
              </a:pathLst>
            </a:custGeom>
            <a:solidFill>
              <a:srgbClr val="1D1D1B"/>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526" name="Freeform 94"/>
            <p:cNvSpPr>
              <a:spLocks noEditPoints="1"/>
            </p:cNvSpPr>
            <p:nvPr>
              <p:custDataLst>
                <p:tags r:id="rId84"/>
              </p:custDataLst>
            </p:nvPr>
          </p:nvSpPr>
          <p:spPr bwMode="auto">
            <a:xfrm>
              <a:off x="7586663" y="3348038"/>
              <a:ext cx="182563" cy="214313"/>
            </a:xfrm>
            <a:custGeom>
              <a:avLst/>
              <a:gdLst>
                <a:gd name="T0" fmla="*/ 68 w 96"/>
                <a:gd name="T1" fmla="*/ 104 h 112"/>
                <a:gd name="T2" fmla="*/ 11 w 96"/>
                <a:gd name="T3" fmla="*/ 69 h 112"/>
                <a:gd name="T4" fmla="*/ 28 w 96"/>
                <a:gd name="T5" fmla="*/ 8 h 112"/>
                <a:gd name="T6" fmla="*/ 85 w 96"/>
                <a:gd name="T7" fmla="*/ 43 h 112"/>
                <a:gd name="T8" fmla="*/ 68 w 96"/>
                <a:gd name="T9" fmla="*/ 104 h 112"/>
                <a:gd name="T10" fmla="*/ 32 w 96"/>
                <a:gd name="T11" fmla="*/ 18 h 112"/>
                <a:gd name="T12" fmla="*/ 23 w 96"/>
                <a:gd name="T13" fmla="*/ 65 h 112"/>
                <a:gd name="T14" fmla="*/ 64 w 96"/>
                <a:gd name="T15" fmla="*/ 94 h 112"/>
                <a:gd name="T16" fmla="*/ 74 w 96"/>
                <a:gd name="T17" fmla="*/ 47 h 112"/>
                <a:gd name="T18" fmla="*/ 32 w 96"/>
                <a:gd name="T19" fmla="*/ 18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6" h="112">
                  <a:moveTo>
                    <a:pt x="68" y="104"/>
                  </a:moveTo>
                  <a:cubicBezTo>
                    <a:pt x="48" y="112"/>
                    <a:pt x="23" y="96"/>
                    <a:pt x="11" y="69"/>
                  </a:cubicBezTo>
                  <a:cubicBezTo>
                    <a:pt x="0" y="42"/>
                    <a:pt x="7" y="15"/>
                    <a:pt x="28" y="8"/>
                  </a:cubicBezTo>
                  <a:cubicBezTo>
                    <a:pt x="49" y="0"/>
                    <a:pt x="74" y="16"/>
                    <a:pt x="85" y="43"/>
                  </a:cubicBezTo>
                  <a:cubicBezTo>
                    <a:pt x="96" y="70"/>
                    <a:pt x="89" y="97"/>
                    <a:pt x="68" y="104"/>
                  </a:cubicBezTo>
                  <a:close/>
                  <a:moveTo>
                    <a:pt x="32" y="18"/>
                  </a:moveTo>
                  <a:cubicBezTo>
                    <a:pt x="18" y="23"/>
                    <a:pt x="14" y="44"/>
                    <a:pt x="23" y="65"/>
                  </a:cubicBezTo>
                  <a:cubicBezTo>
                    <a:pt x="31" y="86"/>
                    <a:pt x="50" y="99"/>
                    <a:pt x="64" y="94"/>
                  </a:cubicBezTo>
                  <a:cubicBezTo>
                    <a:pt x="78" y="89"/>
                    <a:pt x="82" y="68"/>
                    <a:pt x="74" y="47"/>
                  </a:cubicBezTo>
                  <a:cubicBezTo>
                    <a:pt x="65" y="26"/>
                    <a:pt x="46" y="13"/>
                    <a:pt x="32" y="18"/>
                  </a:cubicBezTo>
                  <a:close/>
                </a:path>
              </a:pathLst>
            </a:custGeom>
            <a:solidFill>
              <a:srgbClr val="1D1D1B"/>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527" name="Freeform 95"/>
            <p:cNvSpPr/>
            <p:nvPr>
              <p:custDataLst>
                <p:tags r:id="rId85"/>
              </p:custDataLst>
            </p:nvPr>
          </p:nvSpPr>
          <p:spPr bwMode="auto">
            <a:xfrm>
              <a:off x="7588250" y="3433763"/>
              <a:ext cx="177800" cy="153988"/>
            </a:xfrm>
            <a:custGeom>
              <a:avLst/>
              <a:gdLst>
                <a:gd name="T0" fmla="*/ 0 w 112"/>
                <a:gd name="T1" fmla="*/ 0 h 97"/>
                <a:gd name="T2" fmla="*/ 112 w 112"/>
                <a:gd name="T3" fmla="*/ 79 h 97"/>
                <a:gd name="T4" fmla="*/ 42 w 112"/>
                <a:gd name="T5" fmla="*/ 97 h 97"/>
                <a:gd name="T6" fmla="*/ 0 w 112"/>
                <a:gd name="T7" fmla="*/ 0 h 97"/>
              </a:gdLst>
              <a:ahLst/>
              <a:cxnLst>
                <a:cxn ang="0">
                  <a:pos x="T0" y="T1"/>
                </a:cxn>
                <a:cxn ang="0">
                  <a:pos x="T2" y="T3"/>
                </a:cxn>
                <a:cxn ang="0">
                  <a:pos x="T4" y="T5"/>
                </a:cxn>
                <a:cxn ang="0">
                  <a:pos x="T6" y="T7"/>
                </a:cxn>
              </a:cxnLst>
              <a:rect l="0" t="0" r="r" b="b"/>
              <a:pathLst>
                <a:path w="112" h="97">
                  <a:moveTo>
                    <a:pt x="0" y="0"/>
                  </a:moveTo>
                  <a:lnTo>
                    <a:pt x="112" y="79"/>
                  </a:lnTo>
                  <a:lnTo>
                    <a:pt x="42" y="97"/>
                  </a:lnTo>
                  <a:lnTo>
                    <a:pt x="0" y="0"/>
                  </a:lnTo>
                  <a:close/>
                </a:path>
              </a:pathLst>
            </a:custGeom>
            <a:solidFill>
              <a:srgbClr val="F95353"/>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528" name="Freeform 96"/>
            <p:cNvSpPr/>
            <p:nvPr>
              <p:custDataLst>
                <p:tags r:id="rId86"/>
              </p:custDataLst>
            </p:nvPr>
          </p:nvSpPr>
          <p:spPr bwMode="auto">
            <a:xfrm>
              <a:off x="7327900" y="3495675"/>
              <a:ext cx="149225" cy="34925"/>
            </a:xfrm>
            <a:custGeom>
              <a:avLst/>
              <a:gdLst>
                <a:gd name="T0" fmla="*/ 94 w 94"/>
                <a:gd name="T1" fmla="*/ 13 h 22"/>
                <a:gd name="T2" fmla="*/ 2 w 94"/>
                <a:gd name="T3" fmla="*/ 22 h 22"/>
                <a:gd name="T4" fmla="*/ 0 w 94"/>
                <a:gd name="T5" fmla="*/ 9 h 22"/>
                <a:gd name="T6" fmla="*/ 91 w 94"/>
                <a:gd name="T7" fmla="*/ 0 h 22"/>
                <a:gd name="T8" fmla="*/ 94 w 94"/>
                <a:gd name="T9" fmla="*/ 13 h 22"/>
              </a:gdLst>
              <a:ahLst/>
              <a:cxnLst>
                <a:cxn ang="0">
                  <a:pos x="T0" y="T1"/>
                </a:cxn>
                <a:cxn ang="0">
                  <a:pos x="T2" y="T3"/>
                </a:cxn>
                <a:cxn ang="0">
                  <a:pos x="T4" y="T5"/>
                </a:cxn>
                <a:cxn ang="0">
                  <a:pos x="T6" y="T7"/>
                </a:cxn>
                <a:cxn ang="0">
                  <a:pos x="T8" y="T9"/>
                </a:cxn>
              </a:cxnLst>
              <a:rect l="0" t="0" r="r" b="b"/>
              <a:pathLst>
                <a:path w="94" h="22">
                  <a:moveTo>
                    <a:pt x="94" y="13"/>
                  </a:moveTo>
                  <a:lnTo>
                    <a:pt x="2" y="22"/>
                  </a:lnTo>
                  <a:lnTo>
                    <a:pt x="0" y="9"/>
                  </a:lnTo>
                  <a:lnTo>
                    <a:pt x="91" y="0"/>
                  </a:lnTo>
                  <a:lnTo>
                    <a:pt x="94" y="13"/>
                  </a:lnTo>
                  <a:close/>
                </a:path>
              </a:pathLst>
            </a:custGeom>
            <a:solidFill>
              <a:srgbClr val="1D1D1B"/>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529" name="Freeform 97"/>
            <p:cNvSpPr/>
            <p:nvPr>
              <p:custDataLst>
                <p:tags r:id="rId87"/>
              </p:custDataLst>
            </p:nvPr>
          </p:nvSpPr>
          <p:spPr bwMode="auto">
            <a:xfrm>
              <a:off x="7212013" y="3076575"/>
              <a:ext cx="601663" cy="390525"/>
            </a:xfrm>
            <a:custGeom>
              <a:avLst/>
              <a:gdLst>
                <a:gd name="T0" fmla="*/ 108 w 316"/>
                <a:gd name="T1" fmla="*/ 185 h 205"/>
                <a:gd name="T2" fmla="*/ 206 w 316"/>
                <a:gd name="T3" fmla="*/ 131 h 205"/>
                <a:gd name="T4" fmla="*/ 268 w 316"/>
                <a:gd name="T5" fmla="*/ 29 h 205"/>
                <a:gd name="T6" fmla="*/ 188 w 316"/>
                <a:gd name="T7" fmla="*/ 50 h 205"/>
                <a:gd name="T8" fmla="*/ 46 w 316"/>
                <a:gd name="T9" fmla="*/ 205 h 205"/>
                <a:gd name="T10" fmla="*/ 108 w 316"/>
                <a:gd name="T11" fmla="*/ 185 h 205"/>
              </a:gdLst>
              <a:ahLst/>
              <a:cxnLst>
                <a:cxn ang="0">
                  <a:pos x="T0" y="T1"/>
                </a:cxn>
                <a:cxn ang="0">
                  <a:pos x="T2" y="T3"/>
                </a:cxn>
                <a:cxn ang="0">
                  <a:pos x="T4" y="T5"/>
                </a:cxn>
                <a:cxn ang="0">
                  <a:pos x="T6" y="T7"/>
                </a:cxn>
                <a:cxn ang="0">
                  <a:pos x="T8" y="T9"/>
                </a:cxn>
                <a:cxn ang="0">
                  <a:pos x="T10" y="T11"/>
                </a:cxn>
              </a:cxnLst>
              <a:rect l="0" t="0" r="r" b="b"/>
              <a:pathLst>
                <a:path w="316" h="205">
                  <a:moveTo>
                    <a:pt x="108" y="185"/>
                  </a:moveTo>
                  <a:cubicBezTo>
                    <a:pt x="108" y="185"/>
                    <a:pt x="114" y="122"/>
                    <a:pt x="206" y="131"/>
                  </a:cubicBezTo>
                  <a:cubicBezTo>
                    <a:pt x="298" y="140"/>
                    <a:pt x="316" y="58"/>
                    <a:pt x="268" y="29"/>
                  </a:cubicBezTo>
                  <a:cubicBezTo>
                    <a:pt x="220" y="0"/>
                    <a:pt x="188" y="50"/>
                    <a:pt x="188" y="50"/>
                  </a:cubicBezTo>
                  <a:cubicBezTo>
                    <a:pt x="188" y="50"/>
                    <a:pt x="0" y="98"/>
                    <a:pt x="46" y="205"/>
                  </a:cubicBezTo>
                  <a:lnTo>
                    <a:pt x="108" y="185"/>
                  </a:lnTo>
                  <a:close/>
                </a:path>
              </a:pathLst>
            </a:custGeom>
            <a:solidFill>
              <a:srgbClr val="350C0C"/>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530" name="Freeform 98"/>
            <p:cNvSpPr/>
            <p:nvPr>
              <p:custDataLst>
                <p:tags r:id="rId88"/>
              </p:custDataLst>
            </p:nvPr>
          </p:nvSpPr>
          <p:spPr bwMode="auto">
            <a:xfrm>
              <a:off x="7234238" y="4627563"/>
              <a:ext cx="808038" cy="260350"/>
            </a:xfrm>
            <a:custGeom>
              <a:avLst/>
              <a:gdLst>
                <a:gd name="T0" fmla="*/ 386 w 424"/>
                <a:gd name="T1" fmla="*/ 137 h 137"/>
                <a:gd name="T2" fmla="*/ 422 w 424"/>
                <a:gd name="T3" fmla="*/ 111 h 137"/>
                <a:gd name="T4" fmla="*/ 392 w 424"/>
                <a:gd name="T5" fmla="*/ 62 h 137"/>
                <a:gd name="T6" fmla="*/ 190 w 424"/>
                <a:gd name="T7" fmla="*/ 45 h 137"/>
                <a:gd name="T8" fmla="*/ 50 w 424"/>
                <a:gd name="T9" fmla="*/ 9 h 137"/>
                <a:gd name="T10" fmla="*/ 26 w 424"/>
                <a:gd name="T11" fmla="*/ 85 h 137"/>
                <a:gd name="T12" fmla="*/ 89 w 424"/>
                <a:gd name="T13" fmla="*/ 126 h 137"/>
                <a:gd name="T14" fmla="*/ 386 w 424"/>
                <a:gd name="T15" fmla="*/ 137 h 13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24" h="137">
                  <a:moveTo>
                    <a:pt x="386" y="137"/>
                  </a:moveTo>
                  <a:cubicBezTo>
                    <a:pt x="403" y="137"/>
                    <a:pt x="419" y="127"/>
                    <a:pt x="422" y="111"/>
                  </a:cubicBezTo>
                  <a:cubicBezTo>
                    <a:pt x="424" y="96"/>
                    <a:pt x="420" y="77"/>
                    <a:pt x="392" y="62"/>
                  </a:cubicBezTo>
                  <a:cubicBezTo>
                    <a:pt x="335" y="31"/>
                    <a:pt x="246" y="35"/>
                    <a:pt x="190" y="45"/>
                  </a:cubicBezTo>
                  <a:cubicBezTo>
                    <a:pt x="137" y="54"/>
                    <a:pt x="98" y="0"/>
                    <a:pt x="50" y="9"/>
                  </a:cubicBezTo>
                  <a:cubicBezTo>
                    <a:pt x="21" y="14"/>
                    <a:pt x="0" y="55"/>
                    <a:pt x="26" y="85"/>
                  </a:cubicBezTo>
                  <a:cubicBezTo>
                    <a:pt x="53" y="114"/>
                    <a:pt x="89" y="126"/>
                    <a:pt x="89" y="126"/>
                  </a:cubicBezTo>
                  <a:lnTo>
                    <a:pt x="386" y="137"/>
                  </a:lnTo>
                  <a:close/>
                </a:path>
              </a:pathLst>
            </a:custGeom>
            <a:solidFill>
              <a:schemeClr val="tx2"/>
            </a:solidFill>
            <a:ln>
              <a:noFill/>
            </a:ln>
          </p:spPr>
          <p:txBody>
            <a:bodyPr vert="horz" wrap="square" lIns="91440" tIns="45720" rIns="91440" bIns="45720" numCol="1" anchor="t" anchorCtr="0" compatLnSpc="1"/>
            <a:lstStyle/>
            <a:p>
              <a:endParaRPr lang="zh-CN" altLang="en-US"/>
            </a:p>
          </p:txBody>
        </p:sp>
        <p:sp>
          <p:nvSpPr>
            <p:cNvPr id="11531" name="Freeform 99"/>
            <p:cNvSpPr/>
            <p:nvPr>
              <p:custDataLst>
                <p:tags r:id="rId89"/>
              </p:custDataLst>
            </p:nvPr>
          </p:nvSpPr>
          <p:spPr bwMode="auto">
            <a:xfrm>
              <a:off x="7739063" y="5959475"/>
              <a:ext cx="125413" cy="115888"/>
            </a:xfrm>
            <a:custGeom>
              <a:avLst/>
              <a:gdLst>
                <a:gd name="T0" fmla="*/ 79 w 79"/>
                <a:gd name="T1" fmla="*/ 15 h 73"/>
                <a:gd name="T2" fmla="*/ 70 w 79"/>
                <a:gd name="T3" fmla="*/ 73 h 73"/>
                <a:gd name="T4" fmla="*/ 0 w 79"/>
                <a:gd name="T5" fmla="*/ 72 h 73"/>
                <a:gd name="T6" fmla="*/ 13 w 79"/>
                <a:gd name="T7" fmla="*/ 0 h 73"/>
                <a:gd name="T8" fmla="*/ 79 w 79"/>
                <a:gd name="T9" fmla="*/ 15 h 73"/>
              </a:gdLst>
              <a:ahLst/>
              <a:cxnLst>
                <a:cxn ang="0">
                  <a:pos x="T0" y="T1"/>
                </a:cxn>
                <a:cxn ang="0">
                  <a:pos x="T2" y="T3"/>
                </a:cxn>
                <a:cxn ang="0">
                  <a:pos x="T4" y="T5"/>
                </a:cxn>
                <a:cxn ang="0">
                  <a:pos x="T6" y="T7"/>
                </a:cxn>
                <a:cxn ang="0">
                  <a:pos x="T8" y="T9"/>
                </a:cxn>
              </a:cxnLst>
              <a:rect l="0" t="0" r="r" b="b"/>
              <a:pathLst>
                <a:path w="79" h="73">
                  <a:moveTo>
                    <a:pt x="79" y="15"/>
                  </a:moveTo>
                  <a:lnTo>
                    <a:pt x="70" y="73"/>
                  </a:lnTo>
                  <a:lnTo>
                    <a:pt x="0" y="72"/>
                  </a:lnTo>
                  <a:lnTo>
                    <a:pt x="13" y="0"/>
                  </a:lnTo>
                  <a:lnTo>
                    <a:pt x="79" y="15"/>
                  </a:lnTo>
                  <a:close/>
                </a:path>
              </a:pathLst>
            </a:custGeom>
            <a:solidFill>
              <a:srgbClr val="FFE7C5"/>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532" name="Freeform 100"/>
            <p:cNvSpPr/>
            <p:nvPr>
              <p:custDataLst>
                <p:tags r:id="rId90"/>
              </p:custDataLst>
            </p:nvPr>
          </p:nvSpPr>
          <p:spPr bwMode="auto">
            <a:xfrm>
              <a:off x="7729538" y="6018213"/>
              <a:ext cx="144463" cy="58738"/>
            </a:xfrm>
            <a:custGeom>
              <a:avLst/>
              <a:gdLst>
                <a:gd name="T0" fmla="*/ 79 w 91"/>
                <a:gd name="T1" fmla="*/ 37 h 37"/>
                <a:gd name="T2" fmla="*/ 91 w 91"/>
                <a:gd name="T3" fmla="*/ 0 h 37"/>
                <a:gd name="T4" fmla="*/ 6 w 91"/>
                <a:gd name="T5" fmla="*/ 0 h 37"/>
                <a:gd name="T6" fmla="*/ 0 w 91"/>
                <a:gd name="T7" fmla="*/ 35 h 37"/>
                <a:gd name="T8" fmla="*/ 79 w 91"/>
                <a:gd name="T9" fmla="*/ 37 h 37"/>
              </a:gdLst>
              <a:ahLst/>
              <a:cxnLst>
                <a:cxn ang="0">
                  <a:pos x="T0" y="T1"/>
                </a:cxn>
                <a:cxn ang="0">
                  <a:pos x="T2" y="T3"/>
                </a:cxn>
                <a:cxn ang="0">
                  <a:pos x="T4" y="T5"/>
                </a:cxn>
                <a:cxn ang="0">
                  <a:pos x="T6" y="T7"/>
                </a:cxn>
                <a:cxn ang="0">
                  <a:pos x="T8" y="T9"/>
                </a:cxn>
              </a:cxnLst>
              <a:rect l="0" t="0" r="r" b="b"/>
              <a:pathLst>
                <a:path w="91" h="37">
                  <a:moveTo>
                    <a:pt x="79" y="37"/>
                  </a:moveTo>
                  <a:lnTo>
                    <a:pt x="91" y="0"/>
                  </a:lnTo>
                  <a:lnTo>
                    <a:pt x="6" y="0"/>
                  </a:lnTo>
                  <a:lnTo>
                    <a:pt x="0" y="35"/>
                  </a:lnTo>
                  <a:lnTo>
                    <a:pt x="79" y="37"/>
                  </a:lnTo>
                  <a:close/>
                </a:path>
              </a:pathLst>
            </a:custGeom>
            <a:solidFill>
              <a:srgbClr val="F9B233"/>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533" name="Freeform 101"/>
            <p:cNvSpPr/>
            <p:nvPr>
              <p:custDataLst>
                <p:tags r:id="rId91"/>
              </p:custDataLst>
            </p:nvPr>
          </p:nvSpPr>
          <p:spPr bwMode="auto">
            <a:xfrm>
              <a:off x="7645400" y="6069013"/>
              <a:ext cx="622300" cy="233363"/>
            </a:xfrm>
            <a:custGeom>
              <a:avLst/>
              <a:gdLst>
                <a:gd name="T0" fmla="*/ 118 w 326"/>
                <a:gd name="T1" fmla="*/ 5 h 123"/>
                <a:gd name="T2" fmla="*/ 161 w 326"/>
                <a:gd name="T3" fmla="*/ 65 h 123"/>
                <a:gd name="T4" fmla="*/ 312 w 326"/>
                <a:gd name="T5" fmla="*/ 100 h 123"/>
                <a:gd name="T6" fmla="*/ 309 w 326"/>
                <a:gd name="T7" fmla="*/ 121 h 123"/>
                <a:gd name="T8" fmla="*/ 115 w 326"/>
                <a:gd name="T9" fmla="*/ 123 h 123"/>
                <a:gd name="T10" fmla="*/ 59 w 326"/>
                <a:gd name="T11" fmla="*/ 96 h 123"/>
                <a:gd name="T12" fmla="*/ 44 w 326"/>
                <a:gd name="T13" fmla="*/ 107 h 123"/>
                <a:gd name="T14" fmla="*/ 0 w 326"/>
                <a:gd name="T15" fmla="*/ 91 h 123"/>
                <a:gd name="T16" fmla="*/ 39 w 326"/>
                <a:gd name="T17" fmla="*/ 0 h 123"/>
                <a:gd name="T18" fmla="*/ 118 w 326"/>
                <a:gd name="T19" fmla="*/ 5 h 1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26" h="123">
                  <a:moveTo>
                    <a:pt x="118" y="5"/>
                  </a:moveTo>
                  <a:cubicBezTo>
                    <a:pt x="161" y="65"/>
                    <a:pt x="161" y="65"/>
                    <a:pt x="161" y="65"/>
                  </a:cubicBezTo>
                  <a:cubicBezTo>
                    <a:pt x="312" y="100"/>
                    <a:pt x="312" y="100"/>
                    <a:pt x="312" y="100"/>
                  </a:cubicBezTo>
                  <a:cubicBezTo>
                    <a:pt x="326" y="103"/>
                    <a:pt x="324" y="121"/>
                    <a:pt x="309" y="121"/>
                  </a:cubicBezTo>
                  <a:cubicBezTo>
                    <a:pt x="115" y="123"/>
                    <a:pt x="115" y="123"/>
                    <a:pt x="115" y="123"/>
                  </a:cubicBezTo>
                  <a:cubicBezTo>
                    <a:pt x="59" y="96"/>
                    <a:pt x="59" y="96"/>
                    <a:pt x="59" y="96"/>
                  </a:cubicBezTo>
                  <a:cubicBezTo>
                    <a:pt x="44" y="107"/>
                    <a:pt x="44" y="107"/>
                    <a:pt x="44" y="107"/>
                  </a:cubicBezTo>
                  <a:cubicBezTo>
                    <a:pt x="0" y="91"/>
                    <a:pt x="0" y="91"/>
                    <a:pt x="0" y="91"/>
                  </a:cubicBezTo>
                  <a:cubicBezTo>
                    <a:pt x="39" y="0"/>
                    <a:pt x="39" y="0"/>
                    <a:pt x="39" y="0"/>
                  </a:cubicBezTo>
                  <a:lnTo>
                    <a:pt x="118" y="5"/>
                  </a:lnTo>
                  <a:close/>
                </a:path>
              </a:pathLst>
            </a:custGeom>
            <a:solidFill>
              <a:srgbClr val="1D1D1B"/>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534" name="Freeform 102"/>
            <p:cNvSpPr/>
            <p:nvPr>
              <p:custDataLst>
                <p:tags r:id="rId92"/>
              </p:custDataLst>
            </p:nvPr>
          </p:nvSpPr>
          <p:spPr bwMode="auto">
            <a:xfrm>
              <a:off x="6816725" y="5546725"/>
              <a:ext cx="155575" cy="134938"/>
            </a:xfrm>
            <a:custGeom>
              <a:avLst/>
              <a:gdLst>
                <a:gd name="T0" fmla="*/ 98 w 98"/>
                <a:gd name="T1" fmla="*/ 58 h 85"/>
                <a:gd name="T2" fmla="*/ 39 w 98"/>
                <a:gd name="T3" fmla="*/ 85 h 85"/>
                <a:gd name="T4" fmla="*/ 0 w 98"/>
                <a:gd name="T5" fmla="*/ 34 h 85"/>
                <a:gd name="T6" fmla="*/ 71 w 98"/>
                <a:gd name="T7" fmla="*/ 0 h 85"/>
                <a:gd name="T8" fmla="*/ 98 w 98"/>
                <a:gd name="T9" fmla="*/ 58 h 85"/>
              </a:gdLst>
              <a:ahLst/>
              <a:cxnLst>
                <a:cxn ang="0">
                  <a:pos x="T0" y="T1"/>
                </a:cxn>
                <a:cxn ang="0">
                  <a:pos x="T2" y="T3"/>
                </a:cxn>
                <a:cxn ang="0">
                  <a:pos x="T4" y="T5"/>
                </a:cxn>
                <a:cxn ang="0">
                  <a:pos x="T6" y="T7"/>
                </a:cxn>
                <a:cxn ang="0">
                  <a:pos x="T8" y="T9"/>
                </a:cxn>
              </a:cxnLst>
              <a:rect l="0" t="0" r="r" b="b"/>
              <a:pathLst>
                <a:path w="98" h="85">
                  <a:moveTo>
                    <a:pt x="98" y="58"/>
                  </a:moveTo>
                  <a:lnTo>
                    <a:pt x="39" y="85"/>
                  </a:lnTo>
                  <a:lnTo>
                    <a:pt x="0" y="34"/>
                  </a:lnTo>
                  <a:lnTo>
                    <a:pt x="71" y="0"/>
                  </a:lnTo>
                  <a:lnTo>
                    <a:pt x="98" y="58"/>
                  </a:lnTo>
                  <a:close/>
                </a:path>
              </a:pathLst>
            </a:custGeom>
            <a:solidFill>
              <a:srgbClr val="FFE7C5"/>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535" name="Freeform 103"/>
            <p:cNvSpPr/>
            <p:nvPr>
              <p:custDataLst>
                <p:tags r:id="rId93"/>
              </p:custDataLst>
            </p:nvPr>
          </p:nvSpPr>
          <p:spPr bwMode="auto">
            <a:xfrm>
              <a:off x="6811963" y="5567363"/>
              <a:ext cx="133350" cy="120650"/>
            </a:xfrm>
            <a:custGeom>
              <a:avLst/>
              <a:gdLst>
                <a:gd name="T0" fmla="*/ 45 w 84"/>
                <a:gd name="T1" fmla="*/ 76 h 76"/>
                <a:gd name="T2" fmla="*/ 84 w 84"/>
                <a:gd name="T3" fmla="*/ 63 h 76"/>
                <a:gd name="T4" fmla="*/ 33 w 84"/>
                <a:gd name="T5" fmla="*/ 0 h 76"/>
                <a:gd name="T6" fmla="*/ 0 w 84"/>
                <a:gd name="T7" fmla="*/ 16 h 76"/>
                <a:gd name="T8" fmla="*/ 45 w 84"/>
                <a:gd name="T9" fmla="*/ 76 h 76"/>
              </a:gdLst>
              <a:ahLst/>
              <a:cxnLst>
                <a:cxn ang="0">
                  <a:pos x="T0" y="T1"/>
                </a:cxn>
                <a:cxn ang="0">
                  <a:pos x="T2" y="T3"/>
                </a:cxn>
                <a:cxn ang="0">
                  <a:pos x="T4" y="T5"/>
                </a:cxn>
                <a:cxn ang="0">
                  <a:pos x="T6" y="T7"/>
                </a:cxn>
                <a:cxn ang="0">
                  <a:pos x="T8" y="T9"/>
                </a:cxn>
              </a:cxnLst>
              <a:rect l="0" t="0" r="r" b="b"/>
              <a:pathLst>
                <a:path w="84" h="76">
                  <a:moveTo>
                    <a:pt x="45" y="76"/>
                  </a:moveTo>
                  <a:lnTo>
                    <a:pt x="84" y="63"/>
                  </a:lnTo>
                  <a:lnTo>
                    <a:pt x="33" y="0"/>
                  </a:lnTo>
                  <a:lnTo>
                    <a:pt x="0" y="16"/>
                  </a:lnTo>
                  <a:lnTo>
                    <a:pt x="45" y="76"/>
                  </a:lnTo>
                  <a:close/>
                </a:path>
              </a:pathLst>
            </a:custGeom>
            <a:solidFill>
              <a:srgbClr val="F9B233"/>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536" name="Freeform 104"/>
            <p:cNvSpPr/>
            <p:nvPr>
              <p:custDataLst>
                <p:tags r:id="rId94"/>
              </p:custDataLst>
            </p:nvPr>
          </p:nvSpPr>
          <p:spPr bwMode="auto">
            <a:xfrm>
              <a:off x="6613525" y="5583238"/>
              <a:ext cx="350838" cy="536575"/>
            </a:xfrm>
            <a:custGeom>
              <a:avLst/>
              <a:gdLst>
                <a:gd name="T0" fmla="*/ 146 w 184"/>
                <a:gd name="T1" fmla="*/ 61 h 282"/>
                <a:gd name="T2" fmla="*/ 118 w 184"/>
                <a:gd name="T3" fmla="*/ 128 h 282"/>
                <a:gd name="T4" fmla="*/ 178 w 184"/>
                <a:gd name="T5" fmla="*/ 261 h 282"/>
                <a:gd name="T6" fmla="*/ 158 w 184"/>
                <a:gd name="T7" fmla="*/ 272 h 282"/>
                <a:gd name="T8" fmla="*/ 40 w 184"/>
                <a:gd name="T9" fmla="*/ 129 h 282"/>
                <a:gd name="T10" fmla="*/ 31 w 184"/>
                <a:gd name="T11" fmla="*/ 72 h 282"/>
                <a:gd name="T12" fmla="*/ 13 w 184"/>
                <a:gd name="T13" fmla="*/ 67 h 282"/>
                <a:gd name="T14" fmla="*/ 0 w 184"/>
                <a:gd name="T15" fmla="*/ 25 h 282"/>
                <a:gd name="T16" fmla="*/ 104 w 184"/>
                <a:gd name="T17" fmla="*/ 0 h 282"/>
                <a:gd name="T18" fmla="*/ 146 w 184"/>
                <a:gd name="T19" fmla="*/ 61 h 2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4" h="282">
                  <a:moveTo>
                    <a:pt x="146" y="61"/>
                  </a:moveTo>
                  <a:cubicBezTo>
                    <a:pt x="118" y="128"/>
                    <a:pt x="118" y="128"/>
                    <a:pt x="118" y="128"/>
                  </a:cubicBezTo>
                  <a:cubicBezTo>
                    <a:pt x="178" y="261"/>
                    <a:pt x="178" y="261"/>
                    <a:pt x="178" y="261"/>
                  </a:cubicBezTo>
                  <a:cubicBezTo>
                    <a:pt x="184" y="273"/>
                    <a:pt x="166" y="282"/>
                    <a:pt x="158" y="272"/>
                  </a:cubicBezTo>
                  <a:cubicBezTo>
                    <a:pt x="40" y="129"/>
                    <a:pt x="40" y="129"/>
                    <a:pt x="40" y="129"/>
                  </a:cubicBezTo>
                  <a:cubicBezTo>
                    <a:pt x="31" y="72"/>
                    <a:pt x="31" y="72"/>
                    <a:pt x="31" y="72"/>
                  </a:cubicBezTo>
                  <a:cubicBezTo>
                    <a:pt x="13" y="67"/>
                    <a:pt x="13" y="67"/>
                    <a:pt x="13" y="67"/>
                  </a:cubicBezTo>
                  <a:cubicBezTo>
                    <a:pt x="0" y="25"/>
                    <a:pt x="0" y="25"/>
                    <a:pt x="0" y="25"/>
                  </a:cubicBezTo>
                  <a:cubicBezTo>
                    <a:pt x="104" y="0"/>
                    <a:pt x="104" y="0"/>
                    <a:pt x="104" y="0"/>
                  </a:cubicBezTo>
                  <a:lnTo>
                    <a:pt x="146" y="61"/>
                  </a:lnTo>
                  <a:close/>
                </a:path>
              </a:pathLst>
            </a:custGeom>
            <a:solidFill>
              <a:srgbClr val="1D1D1B"/>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537" name="Freeform 105"/>
            <p:cNvSpPr/>
            <p:nvPr>
              <p:custDataLst>
                <p:tags r:id="rId95"/>
              </p:custDataLst>
            </p:nvPr>
          </p:nvSpPr>
          <p:spPr bwMode="auto">
            <a:xfrm>
              <a:off x="7440613" y="4676775"/>
              <a:ext cx="552450" cy="122238"/>
            </a:xfrm>
            <a:custGeom>
              <a:avLst/>
              <a:gdLst>
                <a:gd name="T0" fmla="*/ 290 w 290"/>
                <a:gd name="T1" fmla="*/ 64 h 64"/>
                <a:gd name="T2" fmla="*/ 283 w 290"/>
                <a:gd name="T3" fmla="*/ 36 h 64"/>
                <a:gd name="T4" fmla="*/ 137 w 290"/>
                <a:gd name="T5" fmla="*/ 12 h 64"/>
                <a:gd name="T6" fmla="*/ 88 w 290"/>
                <a:gd name="T7" fmla="*/ 18 h 64"/>
                <a:gd name="T8" fmla="*/ 60 w 290"/>
                <a:gd name="T9" fmla="*/ 19 h 64"/>
                <a:gd name="T10" fmla="*/ 34 w 290"/>
                <a:gd name="T11" fmla="*/ 12 h 64"/>
                <a:gd name="T12" fmla="*/ 8 w 290"/>
                <a:gd name="T13" fmla="*/ 0 h 64"/>
                <a:gd name="T14" fmla="*/ 0 w 290"/>
                <a:gd name="T15" fmla="*/ 44 h 64"/>
                <a:gd name="T16" fmla="*/ 290 w 290"/>
                <a:gd name="T17" fmla="*/ 64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0" h="64">
                  <a:moveTo>
                    <a:pt x="290" y="64"/>
                  </a:moveTo>
                  <a:cubicBezTo>
                    <a:pt x="283" y="36"/>
                    <a:pt x="283" y="36"/>
                    <a:pt x="283" y="36"/>
                  </a:cubicBezTo>
                  <a:cubicBezTo>
                    <a:pt x="283" y="36"/>
                    <a:pt x="236" y="6"/>
                    <a:pt x="137" y="12"/>
                  </a:cubicBezTo>
                  <a:cubicBezTo>
                    <a:pt x="137" y="12"/>
                    <a:pt x="93" y="17"/>
                    <a:pt x="88" y="18"/>
                  </a:cubicBezTo>
                  <a:cubicBezTo>
                    <a:pt x="82" y="19"/>
                    <a:pt x="69" y="21"/>
                    <a:pt x="60" y="19"/>
                  </a:cubicBezTo>
                  <a:cubicBezTo>
                    <a:pt x="52" y="18"/>
                    <a:pt x="39" y="14"/>
                    <a:pt x="34" y="12"/>
                  </a:cubicBezTo>
                  <a:cubicBezTo>
                    <a:pt x="8" y="0"/>
                    <a:pt x="8" y="0"/>
                    <a:pt x="8" y="0"/>
                  </a:cubicBezTo>
                  <a:cubicBezTo>
                    <a:pt x="0" y="44"/>
                    <a:pt x="0" y="44"/>
                    <a:pt x="0" y="44"/>
                  </a:cubicBezTo>
                  <a:lnTo>
                    <a:pt x="290" y="64"/>
                  </a:lnTo>
                  <a:close/>
                </a:path>
              </a:pathLst>
            </a:custGeom>
            <a:solidFill>
              <a:srgbClr val="FFE7C5"/>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538" name="Freeform 106"/>
            <p:cNvSpPr/>
            <p:nvPr>
              <p:custDataLst>
                <p:tags r:id="rId96"/>
              </p:custDataLst>
            </p:nvPr>
          </p:nvSpPr>
          <p:spPr bwMode="auto">
            <a:xfrm>
              <a:off x="6888163" y="4760913"/>
              <a:ext cx="1104900" cy="1233488"/>
            </a:xfrm>
            <a:custGeom>
              <a:avLst/>
              <a:gdLst>
                <a:gd name="T0" fmla="*/ 696 w 696"/>
                <a:gd name="T1" fmla="*/ 24 h 777"/>
                <a:gd name="T2" fmla="*/ 636 w 696"/>
                <a:gd name="T3" fmla="*/ 777 h 777"/>
                <a:gd name="T4" fmla="*/ 541 w 696"/>
                <a:gd name="T5" fmla="*/ 777 h 777"/>
                <a:gd name="T6" fmla="*/ 522 w 696"/>
                <a:gd name="T7" fmla="*/ 164 h 777"/>
                <a:gd name="T8" fmla="*/ 374 w 696"/>
                <a:gd name="T9" fmla="*/ 397 h 777"/>
                <a:gd name="T10" fmla="*/ 43 w 696"/>
                <a:gd name="T11" fmla="*/ 571 h 777"/>
                <a:gd name="T12" fmla="*/ 0 w 696"/>
                <a:gd name="T13" fmla="*/ 499 h 777"/>
                <a:gd name="T14" fmla="*/ 306 w 696"/>
                <a:gd name="T15" fmla="*/ 310 h 777"/>
                <a:gd name="T16" fmla="*/ 348 w 696"/>
                <a:gd name="T17" fmla="*/ 0 h 777"/>
                <a:gd name="T18" fmla="*/ 696 w 696"/>
                <a:gd name="T19" fmla="*/ 24 h 7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96" h="777">
                  <a:moveTo>
                    <a:pt x="696" y="24"/>
                  </a:moveTo>
                  <a:lnTo>
                    <a:pt x="636" y="777"/>
                  </a:lnTo>
                  <a:lnTo>
                    <a:pt x="541" y="777"/>
                  </a:lnTo>
                  <a:lnTo>
                    <a:pt x="522" y="164"/>
                  </a:lnTo>
                  <a:lnTo>
                    <a:pt x="374" y="397"/>
                  </a:lnTo>
                  <a:lnTo>
                    <a:pt x="43" y="571"/>
                  </a:lnTo>
                  <a:lnTo>
                    <a:pt x="0" y="499"/>
                  </a:lnTo>
                  <a:lnTo>
                    <a:pt x="306" y="310"/>
                  </a:lnTo>
                  <a:lnTo>
                    <a:pt x="348" y="0"/>
                  </a:lnTo>
                  <a:lnTo>
                    <a:pt x="696" y="24"/>
                  </a:lnTo>
                  <a:close/>
                </a:path>
              </a:pathLst>
            </a:custGeom>
            <a:solidFill>
              <a:srgbClr val="1D1D1B"/>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539" name="Freeform 107"/>
            <p:cNvSpPr/>
            <p:nvPr>
              <p:custDataLst>
                <p:tags r:id="rId97"/>
              </p:custDataLst>
            </p:nvPr>
          </p:nvSpPr>
          <p:spPr bwMode="auto">
            <a:xfrm>
              <a:off x="6764338" y="5764213"/>
              <a:ext cx="76200" cy="71438"/>
            </a:xfrm>
            <a:custGeom>
              <a:avLst/>
              <a:gdLst>
                <a:gd name="T0" fmla="*/ 38 w 48"/>
                <a:gd name="T1" fmla="*/ 45 h 45"/>
                <a:gd name="T2" fmla="*/ 0 w 48"/>
                <a:gd name="T3" fmla="*/ 33 h 45"/>
                <a:gd name="T4" fmla="*/ 5 w 48"/>
                <a:gd name="T5" fmla="*/ 0 h 45"/>
                <a:gd name="T6" fmla="*/ 48 w 48"/>
                <a:gd name="T7" fmla="*/ 12 h 45"/>
                <a:gd name="T8" fmla="*/ 47 w 48"/>
                <a:gd name="T9" fmla="*/ 15 h 45"/>
                <a:gd name="T10" fmla="*/ 9 w 48"/>
                <a:gd name="T11" fmla="*/ 6 h 45"/>
                <a:gd name="T12" fmla="*/ 5 w 48"/>
                <a:gd name="T13" fmla="*/ 31 h 45"/>
                <a:gd name="T14" fmla="*/ 39 w 48"/>
                <a:gd name="T15" fmla="*/ 42 h 45"/>
                <a:gd name="T16" fmla="*/ 38 w 48"/>
                <a:gd name="T17"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8" h="45">
                  <a:moveTo>
                    <a:pt x="38" y="45"/>
                  </a:moveTo>
                  <a:lnTo>
                    <a:pt x="0" y="33"/>
                  </a:lnTo>
                  <a:lnTo>
                    <a:pt x="5" y="0"/>
                  </a:lnTo>
                  <a:lnTo>
                    <a:pt x="48" y="12"/>
                  </a:lnTo>
                  <a:lnTo>
                    <a:pt x="47" y="15"/>
                  </a:lnTo>
                  <a:lnTo>
                    <a:pt x="9" y="6"/>
                  </a:lnTo>
                  <a:lnTo>
                    <a:pt x="5" y="31"/>
                  </a:lnTo>
                  <a:lnTo>
                    <a:pt x="39" y="42"/>
                  </a:lnTo>
                  <a:lnTo>
                    <a:pt x="38" y="45"/>
                  </a:lnTo>
                  <a:close/>
                </a:path>
              </a:pathLst>
            </a:custGeom>
            <a:solidFill>
              <a:srgbClr val="B2B2B2"/>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568" name="Freeform 108"/>
            <p:cNvSpPr/>
            <p:nvPr>
              <p:custDataLst>
                <p:tags r:id="rId98"/>
              </p:custDataLst>
            </p:nvPr>
          </p:nvSpPr>
          <p:spPr bwMode="auto">
            <a:xfrm>
              <a:off x="6496050" y="4735513"/>
              <a:ext cx="233363" cy="334963"/>
            </a:xfrm>
            <a:custGeom>
              <a:avLst/>
              <a:gdLst>
                <a:gd name="T0" fmla="*/ 101 w 123"/>
                <a:gd name="T1" fmla="*/ 75 h 176"/>
                <a:gd name="T2" fmla="*/ 53 w 123"/>
                <a:gd name="T3" fmla="*/ 170 h 176"/>
                <a:gd name="T4" fmla="*/ 46 w 123"/>
                <a:gd name="T5" fmla="*/ 153 h 176"/>
                <a:gd name="T6" fmla="*/ 73 w 123"/>
                <a:gd name="T7" fmla="*/ 91 h 176"/>
                <a:gd name="T8" fmla="*/ 25 w 123"/>
                <a:gd name="T9" fmla="*/ 165 h 176"/>
                <a:gd name="T10" fmla="*/ 20 w 123"/>
                <a:gd name="T11" fmla="*/ 151 h 176"/>
                <a:gd name="T12" fmla="*/ 52 w 123"/>
                <a:gd name="T13" fmla="*/ 91 h 176"/>
                <a:gd name="T14" fmla="*/ 13 w 123"/>
                <a:gd name="T15" fmla="*/ 137 h 176"/>
                <a:gd name="T16" fmla="*/ 13 w 123"/>
                <a:gd name="T17" fmla="*/ 121 h 176"/>
                <a:gd name="T18" fmla="*/ 45 w 123"/>
                <a:gd name="T19" fmla="*/ 79 h 176"/>
                <a:gd name="T20" fmla="*/ 6 w 123"/>
                <a:gd name="T21" fmla="*/ 102 h 176"/>
                <a:gd name="T22" fmla="*/ 4 w 123"/>
                <a:gd name="T23" fmla="*/ 94 h 176"/>
                <a:gd name="T24" fmla="*/ 44 w 123"/>
                <a:gd name="T25" fmla="*/ 65 h 176"/>
                <a:gd name="T26" fmla="*/ 86 w 123"/>
                <a:gd name="T27" fmla="*/ 20 h 176"/>
                <a:gd name="T28" fmla="*/ 122 w 123"/>
                <a:gd name="T29" fmla="*/ 31 h 176"/>
                <a:gd name="T30" fmla="*/ 115 w 123"/>
                <a:gd name="T31" fmla="*/ 119 h 176"/>
                <a:gd name="T32" fmla="*/ 99 w 123"/>
                <a:gd name="T33" fmla="*/ 102 h 176"/>
                <a:gd name="T34" fmla="*/ 101 w 123"/>
                <a:gd name="T35" fmla="*/ 75 h 1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23" h="176">
                  <a:moveTo>
                    <a:pt x="101" y="75"/>
                  </a:moveTo>
                  <a:cubicBezTo>
                    <a:pt x="101" y="75"/>
                    <a:pt x="60" y="164"/>
                    <a:pt x="53" y="170"/>
                  </a:cubicBezTo>
                  <a:cubicBezTo>
                    <a:pt x="46" y="176"/>
                    <a:pt x="38" y="168"/>
                    <a:pt x="46" y="153"/>
                  </a:cubicBezTo>
                  <a:cubicBezTo>
                    <a:pt x="54" y="138"/>
                    <a:pt x="73" y="91"/>
                    <a:pt x="73" y="91"/>
                  </a:cubicBezTo>
                  <a:cubicBezTo>
                    <a:pt x="73" y="91"/>
                    <a:pt x="31" y="164"/>
                    <a:pt x="25" y="165"/>
                  </a:cubicBezTo>
                  <a:cubicBezTo>
                    <a:pt x="19" y="166"/>
                    <a:pt x="13" y="160"/>
                    <a:pt x="20" y="151"/>
                  </a:cubicBezTo>
                  <a:cubicBezTo>
                    <a:pt x="27" y="141"/>
                    <a:pt x="52" y="91"/>
                    <a:pt x="52" y="91"/>
                  </a:cubicBezTo>
                  <a:cubicBezTo>
                    <a:pt x="52" y="91"/>
                    <a:pt x="22" y="130"/>
                    <a:pt x="13" y="137"/>
                  </a:cubicBezTo>
                  <a:cubicBezTo>
                    <a:pt x="4" y="144"/>
                    <a:pt x="6" y="129"/>
                    <a:pt x="13" y="121"/>
                  </a:cubicBezTo>
                  <a:cubicBezTo>
                    <a:pt x="20" y="112"/>
                    <a:pt x="45" y="79"/>
                    <a:pt x="45" y="79"/>
                  </a:cubicBezTo>
                  <a:cubicBezTo>
                    <a:pt x="45" y="79"/>
                    <a:pt x="13" y="102"/>
                    <a:pt x="6" y="102"/>
                  </a:cubicBezTo>
                  <a:cubicBezTo>
                    <a:pt x="0" y="103"/>
                    <a:pt x="1" y="98"/>
                    <a:pt x="4" y="94"/>
                  </a:cubicBezTo>
                  <a:cubicBezTo>
                    <a:pt x="7" y="91"/>
                    <a:pt x="44" y="65"/>
                    <a:pt x="44" y="65"/>
                  </a:cubicBezTo>
                  <a:cubicBezTo>
                    <a:pt x="44" y="65"/>
                    <a:pt x="53" y="56"/>
                    <a:pt x="86" y="20"/>
                  </a:cubicBezTo>
                  <a:cubicBezTo>
                    <a:pt x="105" y="0"/>
                    <a:pt x="123" y="26"/>
                    <a:pt x="122" y="31"/>
                  </a:cubicBezTo>
                  <a:cubicBezTo>
                    <a:pt x="122" y="35"/>
                    <a:pt x="119" y="109"/>
                    <a:pt x="115" y="119"/>
                  </a:cubicBezTo>
                  <a:cubicBezTo>
                    <a:pt x="110" y="130"/>
                    <a:pt x="96" y="121"/>
                    <a:pt x="99" y="102"/>
                  </a:cubicBezTo>
                  <a:cubicBezTo>
                    <a:pt x="102" y="84"/>
                    <a:pt x="107" y="72"/>
                    <a:pt x="101" y="75"/>
                  </a:cubicBezTo>
                  <a:close/>
                </a:path>
              </a:pathLst>
            </a:custGeom>
            <a:solidFill>
              <a:srgbClr val="FFE7C5"/>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28" name="Freeform 109"/>
            <p:cNvSpPr/>
            <p:nvPr>
              <p:custDataLst>
                <p:tags r:id="rId99"/>
              </p:custDataLst>
            </p:nvPr>
          </p:nvSpPr>
          <p:spPr bwMode="auto">
            <a:xfrm>
              <a:off x="10220325" y="5959475"/>
              <a:ext cx="125413" cy="115888"/>
            </a:xfrm>
            <a:custGeom>
              <a:avLst/>
              <a:gdLst>
                <a:gd name="T0" fmla="*/ 79 w 79"/>
                <a:gd name="T1" fmla="*/ 15 h 73"/>
                <a:gd name="T2" fmla="*/ 68 w 79"/>
                <a:gd name="T3" fmla="*/ 73 h 73"/>
                <a:gd name="T4" fmla="*/ 0 w 79"/>
                <a:gd name="T5" fmla="*/ 72 h 73"/>
                <a:gd name="T6" fmla="*/ 13 w 79"/>
                <a:gd name="T7" fmla="*/ 0 h 73"/>
                <a:gd name="T8" fmla="*/ 79 w 79"/>
                <a:gd name="T9" fmla="*/ 15 h 73"/>
              </a:gdLst>
              <a:ahLst/>
              <a:cxnLst>
                <a:cxn ang="0">
                  <a:pos x="T0" y="T1"/>
                </a:cxn>
                <a:cxn ang="0">
                  <a:pos x="T2" y="T3"/>
                </a:cxn>
                <a:cxn ang="0">
                  <a:pos x="T4" y="T5"/>
                </a:cxn>
                <a:cxn ang="0">
                  <a:pos x="T6" y="T7"/>
                </a:cxn>
                <a:cxn ang="0">
                  <a:pos x="T8" y="T9"/>
                </a:cxn>
              </a:cxnLst>
              <a:rect l="0" t="0" r="r" b="b"/>
              <a:pathLst>
                <a:path w="79" h="73">
                  <a:moveTo>
                    <a:pt x="79" y="15"/>
                  </a:moveTo>
                  <a:lnTo>
                    <a:pt x="68" y="73"/>
                  </a:lnTo>
                  <a:lnTo>
                    <a:pt x="0" y="72"/>
                  </a:lnTo>
                  <a:lnTo>
                    <a:pt x="13" y="0"/>
                  </a:lnTo>
                  <a:lnTo>
                    <a:pt x="79" y="15"/>
                  </a:lnTo>
                  <a:close/>
                </a:path>
              </a:pathLst>
            </a:custGeom>
            <a:solidFill>
              <a:srgbClr val="FFE7C5"/>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29" name="Freeform 110"/>
            <p:cNvSpPr/>
            <p:nvPr>
              <p:custDataLst>
                <p:tags r:id="rId100"/>
              </p:custDataLst>
            </p:nvPr>
          </p:nvSpPr>
          <p:spPr bwMode="auto">
            <a:xfrm>
              <a:off x="10210800" y="6018213"/>
              <a:ext cx="144463" cy="58738"/>
            </a:xfrm>
            <a:custGeom>
              <a:avLst/>
              <a:gdLst>
                <a:gd name="T0" fmla="*/ 79 w 91"/>
                <a:gd name="T1" fmla="*/ 37 h 37"/>
                <a:gd name="T2" fmla="*/ 91 w 91"/>
                <a:gd name="T3" fmla="*/ 0 h 37"/>
                <a:gd name="T4" fmla="*/ 6 w 91"/>
                <a:gd name="T5" fmla="*/ 0 h 37"/>
                <a:gd name="T6" fmla="*/ 0 w 91"/>
                <a:gd name="T7" fmla="*/ 35 h 37"/>
                <a:gd name="T8" fmla="*/ 79 w 91"/>
                <a:gd name="T9" fmla="*/ 37 h 37"/>
              </a:gdLst>
              <a:ahLst/>
              <a:cxnLst>
                <a:cxn ang="0">
                  <a:pos x="T0" y="T1"/>
                </a:cxn>
                <a:cxn ang="0">
                  <a:pos x="T2" y="T3"/>
                </a:cxn>
                <a:cxn ang="0">
                  <a:pos x="T4" y="T5"/>
                </a:cxn>
                <a:cxn ang="0">
                  <a:pos x="T6" y="T7"/>
                </a:cxn>
                <a:cxn ang="0">
                  <a:pos x="T8" y="T9"/>
                </a:cxn>
              </a:cxnLst>
              <a:rect l="0" t="0" r="r" b="b"/>
              <a:pathLst>
                <a:path w="91" h="37">
                  <a:moveTo>
                    <a:pt x="79" y="37"/>
                  </a:moveTo>
                  <a:lnTo>
                    <a:pt x="91" y="0"/>
                  </a:lnTo>
                  <a:lnTo>
                    <a:pt x="6" y="0"/>
                  </a:lnTo>
                  <a:lnTo>
                    <a:pt x="0" y="35"/>
                  </a:lnTo>
                  <a:lnTo>
                    <a:pt x="79" y="37"/>
                  </a:lnTo>
                  <a:close/>
                </a:path>
              </a:pathLst>
            </a:custGeom>
            <a:solidFill>
              <a:srgbClr val="F9B233"/>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0" name="Freeform 111"/>
            <p:cNvSpPr/>
            <p:nvPr>
              <p:custDataLst>
                <p:tags r:id="rId101"/>
              </p:custDataLst>
            </p:nvPr>
          </p:nvSpPr>
          <p:spPr bwMode="auto">
            <a:xfrm>
              <a:off x="10125075" y="6069013"/>
              <a:ext cx="428625" cy="233363"/>
            </a:xfrm>
            <a:custGeom>
              <a:avLst/>
              <a:gdLst>
                <a:gd name="T0" fmla="*/ 119 w 225"/>
                <a:gd name="T1" fmla="*/ 5 h 123"/>
                <a:gd name="T2" fmla="*/ 137 w 225"/>
                <a:gd name="T3" fmla="*/ 75 h 123"/>
                <a:gd name="T4" fmla="*/ 212 w 225"/>
                <a:gd name="T5" fmla="*/ 100 h 123"/>
                <a:gd name="T6" fmla="*/ 209 w 225"/>
                <a:gd name="T7" fmla="*/ 121 h 123"/>
                <a:gd name="T8" fmla="*/ 115 w 225"/>
                <a:gd name="T9" fmla="*/ 123 h 123"/>
                <a:gd name="T10" fmla="*/ 60 w 225"/>
                <a:gd name="T11" fmla="*/ 96 h 123"/>
                <a:gd name="T12" fmla="*/ 45 w 225"/>
                <a:gd name="T13" fmla="*/ 107 h 123"/>
                <a:gd name="T14" fmla="*/ 0 w 225"/>
                <a:gd name="T15" fmla="*/ 91 h 123"/>
                <a:gd name="T16" fmla="*/ 40 w 225"/>
                <a:gd name="T17" fmla="*/ 0 h 123"/>
                <a:gd name="T18" fmla="*/ 119 w 225"/>
                <a:gd name="T19" fmla="*/ 5 h 1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25" h="123">
                  <a:moveTo>
                    <a:pt x="119" y="5"/>
                  </a:moveTo>
                  <a:cubicBezTo>
                    <a:pt x="137" y="75"/>
                    <a:pt x="137" y="75"/>
                    <a:pt x="137" y="75"/>
                  </a:cubicBezTo>
                  <a:cubicBezTo>
                    <a:pt x="212" y="100"/>
                    <a:pt x="212" y="100"/>
                    <a:pt x="212" y="100"/>
                  </a:cubicBezTo>
                  <a:cubicBezTo>
                    <a:pt x="225" y="103"/>
                    <a:pt x="223" y="121"/>
                    <a:pt x="209" y="121"/>
                  </a:cubicBezTo>
                  <a:cubicBezTo>
                    <a:pt x="115" y="123"/>
                    <a:pt x="115" y="123"/>
                    <a:pt x="115" y="123"/>
                  </a:cubicBezTo>
                  <a:cubicBezTo>
                    <a:pt x="60" y="96"/>
                    <a:pt x="60" y="96"/>
                    <a:pt x="60" y="96"/>
                  </a:cubicBezTo>
                  <a:cubicBezTo>
                    <a:pt x="45" y="107"/>
                    <a:pt x="45" y="107"/>
                    <a:pt x="45" y="107"/>
                  </a:cubicBezTo>
                  <a:cubicBezTo>
                    <a:pt x="0" y="91"/>
                    <a:pt x="0" y="91"/>
                    <a:pt x="0" y="91"/>
                  </a:cubicBezTo>
                  <a:cubicBezTo>
                    <a:pt x="40" y="0"/>
                    <a:pt x="40" y="0"/>
                    <a:pt x="40" y="0"/>
                  </a:cubicBezTo>
                  <a:lnTo>
                    <a:pt x="119" y="5"/>
                  </a:lnTo>
                  <a:close/>
                </a:path>
              </a:pathLst>
            </a:custGeom>
            <a:solidFill>
              <a:srgbClr val="1D1D1B"/>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1" name="Freeform 112"/>
            <p:cNvSpPr/>
            <p:nvPr>
              <p:custDataLst>
                <p:tags r:id="rId102"/>
              </p:custDataLst>
            </p:nvPr>
          </p:nvSpPr>
          <p:spPr bwMode="auto">
            <a:xfrm>
              <a:off x="9829800" y="5967413"/>
              <a:ext cx="117475" cy="115888"/>
            </a:xfrm>
            <a:custGeom>
              <a:avLst/>
              <a:gdLst>
                <a:gd name="T0" fmla="*/ 6 w 74"/>
                <a:gd name="T1" fmla="*/ 0 h 73"/>
                <a:gd name="T2" fmla="*/ 0 w 74"/>
                <a:gd name="T3" fmla="*/ 60 h 73"/>
                <a:gd name="T4" fmla="*/ 67 w 74"/>
                <a:gd name="T5" fmla="*/ 73 h 73"/>
                <a:gd name="T6" fmla="*/ 74 w 74"/>
                <a:gd name="T7" fmla="*/ 1 h 73"/>
                <a:gd name="T8" fmla="*/ 6 w 74"/>
                <a:gd name="T9" fmla="*/ 0 h 73"/>
              </a:gdLst>
              <a:ahLst/>
              <a:cxnLst>
                <a:cxn ang="0">
                  <a:pos x="T0" y="T1"/>
                </a:cxn>
                <a:cxn ang="0">
                  <a:pos x="T2" y="T3"/>
                </a:cxn>
                <a:cxn ang="0">
                  <a:pos x="T4" y="T5"/>
                </a:cxn>
                <a:cxn ang="0">
                  <a:pos x="T6" y="T7"/>
                </a:cxn>
                <a:cxn ang="0">
                  <a:pos x="T8" y="T9"/>
                </a:cxn>
              </a:cxnLst>
              <a:rect l="0" t="0" r="r" b="b"/>
              <a:pathLst>
                <a:path w="74" h="73">
                  <a:moveTo>
                    <a:pt x="6" y="0"/>
                  </a:moveTo>
                  <a:lnTo>
                    <a:pt x="0" y="60"/>
                  </a:lnTo>
                  <a:lnTo>
                    <a:pt x="67" y="73"/>
                  </a:lnTo>
                  <a:lnTo>
                    <a:pt x="74" y="1"/>
                  </a:lnTo>
                  <a:lnTo>
                    <a:pt x="6" y="0"/>
                  </a:lnTo>
                  <a:close/>
                </a:path>
              </a:pathLst>
            </a:custGeom>
            <a:solidFill>
              <a:srgbClr val="FFE7C5"/>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2" name="Freeform 113"/>
            <p:cNvSpPr/>
            <p:nvPr>
              <p:custDataLst>
                <p:tags r:id="rId103"/>
              </p:custDataLst>
            </p:nvPr>
          </p:nvSpPr>
          <p:spPr bwMode="auto">
            <a:xfrm>
              <a:off x="9820275" y="6002338"/>
              <a:ext cx="131763" cy="82550"/>
            </a:xfrm>
            <a:custGeom>
              <a:avLst/>
              <a:gdLst>
                <a:gd name="T0" fmla="*/ 2 w 83"/>
                <a:gd name="T1" fmla="*/ 38 h 52"/>
                <a:gd name="T2" fmla="*/ 0 w 83"/>
                <a:gd name="T3" fmla="*/ 0 h 52"/>
                <a:gd name="T4" fmla="*/ 83 w 83"/>
                <a:gd name="T5" fmla="*/ 19 h 52"/>
                <a:gd name="T6" fmla="*/ 79 w 83"/>
                <a:gd name="T7" fmla="*/ 52 h 52"/>
                <a:gd name="T8" fmla="*/ 2 w 83"/>
                <a:gd name="T9" fmla="*/ 38 h 52"/>
              </a:gdLst>
              <a:ahLst/>
              <a:cxnLst>
                <a:cxn ang="0">
                  <a:pos x="T0" y="T1"/>
                </a:cxn>
                <a:cxn ang="0">
                  <a:pos x="T2" y="T3"/>
                </a:cxn>
                <a:cxn ang="0">
                  <a:pos x="T4" y="T5"/>
                </a:cxn>
                <a:cxn ang="0">
                  <a:pos x="T6" y="T7"/>
                </a:cxn>
                <a:cxn ang="0">
                  <a:pos x="T8" y="T9"/>
                </a:cxn>
              </a:cxnLst>
              <a:rect l="0" t="0" r="r" b="b"/>
              <a:pathLst>
                <a:path w="83" h="52">
                  <a:moveTo>
                    <a:pt x="2" y="38"/>
                  </a:moveTo>
                  <a:lnTo>
                    <a:pt x="0" y="0"/>
                  </a:lnTo>
                  <a:lnTo>
                    <a:pt x="83" y="19"/>
                  </a:lnTo>
                  <a:lnTo>
                    <a:pt x="79" y="52"/>
                  </a:lnTo>
                  <a:lnTo>
                    <a:pt x="2" y="38"/>
                  </a:lnTo>
                  <a:close/>
                </a:path>
              </a:pathLst>
            </a:custGeom>
            <a:solidFill>
              <a:srgbClr val="F9B233"/>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3" name="Freeform 114"/>
            <p:cNvSpPr/>
            <p:nvPr>
              <p:custDataLst>
                <p:tags r:id="rId104"/>
              </p:custDataLst>
            </p:nvPr>
          </p:nvSpPr>
          <p:spPr bwMode="auto">
            <a:xfrm>
              <a:off x="9545638" y="6059488"/>
              <a:ext cx="438150" cy="220663"/>
            </a:xfrm>
            <a:custGeom>
              <a:avLst/>
              <a:gdLst>
                <a:gd name="T0" fmla="*/ 138 w 230"/>
                <a:gd name="T1" fmla="*/ 0 h 116"/>
                <a:gd name="T2" fmla="*/ 117 w 230"/>
                <a:gd name="T3" fmla="*/ 58 h 116"/>
                <a:gd name="T4" fmla="*/ 17 w 230"/>
                <a:gd name="T5" fmla="*/ 94 h 116"/>
                <a:gd name="T6" fmla="*/ 14 w 230"/>
                <a:gd name="T7" fmla="*/ 116 h 116"/>
                <a:gd name="T8" fmla="*/ 110 w 230"/>
                <a:gd name="T9" fmla="*/ 116 h 116"/>
                <a:gd name="T10" fmla="*/ 171 w 230"/>
                <a:gd name="T11" fmla="*/ 102 h 116"/>
                <a:gd name="T12" fmla="*/ 182 w 230"/>
                <a:gd name="T13" fmla="*/ 116 h 116"/>
                <a:gd name="T14" fmla="*/ 230 w 230"/>
                <a:gd name="T15" fmla="*/ 110 h 116"/>
                <a:gd name="T16" fmla="*/ 215 w 230"/>
                <a:gd name="T17" fmla="*/ 13 h 116"/>
                <a:gd name="T18" fmla="*/ 138 w 230"/>
                <a:gd name="T19" fmla="*/ 0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30" h="116">
                  <a:moveTo>
                    <a:pt x="138" y="0"/>
                  </a:moveTo>
                  <a:cubicBezTo>
                    <a:pt x="117" y="58"/>
                    <a:pt x="117" y="58"/>
                    <a:pt x="117" y="58"/>
                  </a:cubicBezTo>
                  <a:cubicBezTo>
                    <a:pt x="17" y="94"/>
                    <a:pt x="17" y="94"/>
                    <a:pt x="17" y="94"/>
                  </a:cubicBezTo>
                  <a:cubicBezTo>
                    <a:pt x="2" y="94"/>
                    <a:pt x="0" y="113"/>
                    <a:pt x="14" y="116"/>
                  </a:cubicBezTo>
                  <a:cubicBezTo>
                    <a:pt x="110" y="116"/>
                    <a:pt x="110" y="116"/>
                    <a:pt x="110" y="116"/>
                  </a:cubicBezTo>
                  <a:cubicBezTo>
                    <a:pt x="171" y="102"/>
                    <a:pt x="171" y="102"/>
                    <a:pt x="171" y="102"/>
                  </a:cubicBezTo>
                  <a:cubicBezTo>
                    <a:pt x="182" y="116"/>
                    <a:pt x="182" y="116"/>
                    <a:pt x="182" y="116"/>
                  </a:cubicBezTo>
                  <a:cubicBezTo>
                    <a:pt x="230" y="110"/>
                    <a:pt x="230" y="110"/>
                    <a:pt x="230" y="110"/>
                  </a:cubicBezTo>
                  <a:cubicBezTo>
                    <a:pt x="215" y="13"/>
                    <a:pt x="215" y="13"/>
                    <a:pt x="215" y="13"/>
                  </a:cubicBezTo>
                  <a:lnTo>
                    <a:pt x="138" y="0"/>
                  </a:lnTo>
                  <a:close/>
                </a:path>
              </a:pathLst>
            </a:custGeom>
            <a:solidFill>
              <a:srgbClr val="1D1D1B"/>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4" name="Freeform 115"/>
            <p:cNvSpPr/>
            <p:nvPr>
              <p:custDataLst>
                <p:tags r:id="rId105"/>
              </p:custDataLst>
            </p:nvPr>
          </p:nvSpPr>
          <p:spPr bwMode="auto">
            <a:xfrm>
              <a:off x="10088563" y="3511550"/>
              <a:ext cx="377825" cy="169863"/>
            </a:xfrm>
            <a:custGeom>
              <a:avLst/>
              <a:gdLst>
                <a:gd name="T0" fmla="*/ 58 w 198"/>
                <a:gd name="T1" fmla="*/ 11 h 89"/>
                <a:gd name="T2" fmla="*/ 56 w 198"/>
                <a:gd name="T3" fmla="*/ 35 h 89"/>
                <a:gd name="T4" fmla="*/ 11 w 198"/>
                <a:gd name="T5" fmla="*/ 86 h 89"/>
                <a:gd name="T6" fmla="*/ 0 w 198"/>
                <a:gd name="T7" fmla="*/ 89 h 89"/>
                <a:gd name="T8" fmla="*/ 198 w 198"/>
                <a:gd name="T9" fmla="*/ 89 h 89"/>
                <a:gd name="T10" fmla="*/ 172 w 198"/>
                <a:gd name="T11" fmla="*/ 88 h 89"/>
                <a:gd name="T12" fmla="*/ 132 w 198"/>
                <a:gd name="T13" fmla="*/ 29 h 89"/>
                <a:gd name="T14" fmla="*/ 135 w 198"/>
                <a:gd name="T15" fmla="*/ 0 h 89"/>
                <a:gd name="T16" fmla="*/ 58 w 198"/>
                <a:gd name="T17" fmla="*/ 11 h 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98" h="89">
                  <a:moveTo>
                    <a:pt x="58" y="11"/>
                  </a:moveTo>
                  <a:cubicBezTo>
                    <a:pt x="56" y="35"/>
                    <a:pt x="56" y="35"/>
                    <a:pt x="56" y="35"/>
                  </a:cubicBezTo>
                  <a:cubicBezTo>
                    <a:pt x="53" y="59"/>
                    <a:pt x="36" y="79"/>
                    <a:pt x="11" y="86"/>
                  </a:cubicBezTo>
                  <a:cubicBezTo>
                    <a:pt x="0" y="89"/>
                    <a:pt x="0" y="89"/>
                    <a:pt x="0" y="89"/>
                  </a:cubicBezTo>
                  <a:cubicBezTo>
                    <a:pt x="198" y="89"/>
                    <a:pt x="198" y="89"/>
                    <a:pt x="198" y="89"/>
                  </a:cubicBezTo>
                  <a:cubicBezTo>
                    <a:pt x="172" y="88"/>
                    <a:pt x="172" y="88"/>
                    <a:pt x="172" y="88"/>
                  </a:cubicBezTo>
                  <a:cubicBezTo>
                    <a:pt x="146" y="79"/>
                    <a:pt x="130" y="55"/>
                    <a:pt x="132" y="29"/>
                  </a:cubicBezTo>
                  <a:cubicBezTo>
                    <a:pt x="135" y="0"/>
                    <a:pt x="135" y="0"/>
                    <a:pt x="135" y="0"/>
                  </a:cubicBezTo>
                  <a:lnTo>
                    <a:pt x="58" y="11"/>
                  </a:lnTo>
                  <a:close/>
                </a:path>
              </a:pathLst>
            </a:custGeom>
            <a:solidFill>
              <a:srgbClr val="FFE7C5"/>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5" name="Freeform 116"/>
            <p:cNvSpPr/>
            <p:nvPr>
              <p:custDataLst>
                <p:tags r:id="rId106"/>
              </p:custDataLst>
            </p:nvPr>
          </p:nvSpPr>
          <p:spPr bwMode="auto">
            <a:xfrm>
              <a:off x="9785350" y="4703763"/>
              <a:ext cx="693738" cy="1276350"/>
            </a:xfrm>
            <a:custGeom>
              <a:avLst/>
              <a:gdLst>
                <a:gd name="T0" fmla="*/ 364 w 364"/>
                <a:gd name="T1" fmla="*/ 42 h 671"/>
                <a:gd name="T2" fmla="*/ 314 w 364"/>
                <a:gd name="T3" fmla="*/ 671 h 671"/>
                <a:gd name="T4" fmla="*/ 235 w 364"/>
                <a:gd name="T5" fmla="*/ 671 h 671"/>
                <a:gd name="T6" fmla="*/ 219 w 364"/>
                <a:gd name="T7" fmla="*/ 159 h 671"/>
                <a:gd name="T8" fmla="*/ 145 w 364"/>
                <a:gd name="T9" fmla="*/ 372 h 671"/>
                <a:gd name="T10" fmla="*/ 88 w 364"/>
                <a:gd name="T11" fmla="*/ 671 h 671"/>
                <a:gd name="T12" fmla="*/ 0 w 364"/>
                <a:gd name="T13" fmla="*/ 671 h 671"/>
                <a:gd name="T14" fmla="*/ 48 w 364"/>
                <a:gd name="T15" fmla="*/ 329 h 671"/>
                <a:gd name="T16" fmla="*/ 75 w 364"/>
                <a:gd name="T17" fmla="*/ 25 h 671"/>
                <a:gd name="T18" fmla="*/ 344 w 364"/>
                <a:gd name="T19" fmla="*/ 34 h 671"/>
                <a:gd name="T20" fmla="*/ 364 w 364"/>
                <a:gd name="T21" fmla="*/ 42 h 6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64" h="671">
                  <a:moveTo>
                    <a:pt x="364" y="42"/>
                  </a:moveTo>
                  <a:cubicBezTo>
                    <a:pt x="314" y="671"/>
                    <a:pt x="314" y="671"/>
                    <a:pt x="314" y="671"/>
                  </a:cubicBezTo>
                  <a:cubicBezTo>
                    <a:pt x="235" y="671"/>
                    <a:pt x="235" y="671"/>
                    <a:pt x="235" y="671"/>
                  </a:cubicBezTo>
                  <a:cubicBezTo>
                    <a:pt x="219" y="159"/>
                    <a:pt x="219" y="159"/>
                    <a:pt x="219" y="159"/>
                  </a:cubicBezTo>
                  <a:cubicBezTo>
                    <a:pt x="145" y="372"/>
                    <a:pt x="145" y="372"/>
                    <a:pt x="145" y="372"/>
                  </a:cubicBezTo>
                  <a:cubicBezTo>
                    <a:pt x="88" y="671"/>
                    <a:pt x="88" y="671"/>
                    <a:pt x="88" y="671"/>
                  </a:cubicBezTo>
                  <a:cubicBezTo>
                    <a:pt x="0" y="671"/>
                    <a:pt x="0" y="671"/>
                    <a:pt x="0" y="671"/>
                  </a:cubicBezTo>
                  <a:cubicBezTo>
                    <a:pt x="48" y="329"/>
                    <a:pt x="48" y="329"/>
                    <a:pt x="48" y="329"/>
                  </a:cubicBezTo>
                  <a:cubicBezTo>
                    <a:pt x="75" y="25"/>
                    <a:pt x="75" y="25"/>
                    <a:pt x="75" y="25"/>
                  </a:cubicBezTo>
                  <a:cubicBezTo>
                    <a:pt x="163" y="0"/>
                    <a:pt x="258" y="3"/>
                    <a:pt x="344" y="34"/>
                  </a:cubicBezTo>
                  <a:lnTo>
                    <a:pt x="364" y="42"/>
                  </a:lnTo>
                  <a:close/>
                </a:path>
              </a:pathLst>
            </a:custGeom>
            <a:solidFill>
              <a:srgbClr val="1D1D1B"/>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6" name="Freeform 117"/>
            <p:cNvSpPr/>
            <p:nvPr>
              <p:custDataLst>
                <p:tags r:id="rId107"/>
              </p:custDataLst>
            </p:nvPr>
          </p:nvSpPr>
          <p:spPr bwMode="auto">
            <a:xfrm>
              <a:off x="9958388" y="3051175"/>
              <a:ext cx="509588" cy="549275"/>
            </a:xfrm>
            <a:custGeom>
              <a:avLst/>
              <a:gdLst>
                <a:gd name="T0" fmla="*/ 0 w 267"/>
                <a:gd name="T1" fmla="*/ 21 h 288"/>
                <a:gd name="T2" fmla="*/ 86 w 267"/>
                <a:gd name="T3" fmla="*/ 239 h 288"/>
                <a:gd name="T4" fmla="*/ 257 w 267"/>
                <a:gd name="T5" fmla="*/ 204 h 288"/>
                <a:gd name="T6" fmla="*/ 236 w 267"/>
                <a:gd name="T7" fmla="*/ 0 h 288"/>
                <a:gd name="T8" fmla="*/ 0 w 267"/>
                <a:gd name="T9" fmla="*/ 21 h 288"/>
              </a:gdLst>
              <a:ahLst/>
              <a:cxnLst>
                <a:cxn ang="0">
                  <a:pos x="T0" y="T1"/>
                </a:cxn>
                <a:cxn ang="0">
                  <a:pos x="T2" y="T3"/>
                </a:cxn>
                <a:cxn ang="0">
                  <a:pos x="T4" y="T5"/>
                </a:cxn>
                <a:cxn ang="0">
                  <a:pos x="T6" y="T7"/>
                </a:cxn>
                <a:cxn ang="0">
                  <a:pos x="T8" y="T9"/>
                </a:cxn>
              </a:cxnLst>
              <a:rect l="0" t="0" r="r" b="b"/>
              <a:pathLst>
                <a:path w="267" h="288">
                  <a:moveTo>
                    <a:pt x="0" y="21"/>
                  </a:moveTo>
                  <a:cubicBezTo>
                    <a:pt x="0" y="21"/>
                    <a:pt x="26" y="190"/>
                    <a:pt x="86" y="239"/>
                  </a:cubicBezTo>
                  <a:cubicBezTo>
                    <a:pt x="147" y="288"/>
                    <a:pt x="248" y="240"/>
                    <a:pt x="257" y="204"/>
                  </a:cubicBezTo>
                  <a:cubicBezTo>
                    <a:pt x="267" y="168"/>
                    <a:pt x="236" y="0"/>
                    <a:pt x="236" y="0"/>
                  </a:cubicBezTo>
                  <a:lnTo>
                    <a:pt x="0" y="21"/>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7" name="Freeform 118"/>
            <p:cNvSpPr/>
            <p:nvPr>
              <p:custDataLst>
                <p:tags r:id="rId108"/>
              </p:custDataLst>
            </p:nvPr>
          </p:nvSpPr>
          <p:spPr bwMode="auto">
            <a:xfrm>
              <a:off x="10431463" y="3195638"/>
              <a:ext cx="80963" cy="169863"/>
            </a:xfrm>
            <a:custGeom>
              <a:avLst/>
              <a:gdLst>
                <a:gd name="T0" fmla="*/ 11 w 42"/>
                <a:gd name="T1" fmla="*/ 89 h 89"/>
                <a:gd name="T2" fmla="*/ 18 w 42"/>
                <a:gd name="T3" fmla="*/ 87 h 89"/>
                <a:gd name="T4" fmla="*/ 25 w 42"/>
                <a:gd name="T5" fmla="*/ 32 h 89"/>
                <a:gd name="T6" fmla="*/ 0 w 42"/>
                <a:gd name="T7" fmla="*/ 0 h 89"/>
                <a:gd name="T8" fmla="*/ 11 w 42"/>
                <a:gd name="T9" fmla="*/ 89 h 89"/>
              </a:gdLst>
              <a:ahLst/>
              <a:cxnLst>
                <a:cxn ang="0">
                  <a:pos x="T0" y="T1"/>
                </a:cxn>
                <a:cxn ang="0">
                  <a:pos x="T2" y="T3"/>
                </a:cxn>
                <a:cxn ang="0">
                  <a:pos x="T4" y="T5"/>
                </a:cxn>
                <a:cxn ang="0">
                  <a:pos x="T6" y="T7"/>
                </a:cxn>
                <a:cxn ang="0">
                  <a:pos x="T8" y="T9"/>
                </a:cxn>
              </a:cxnLst>
              <a:rect l="0" t="0" r="r" b="b"/>
              <a:pathLst>
                <a:path w="42" h="89">
                  <a:moveTo>
                    <a:pt x="11" y="89"/>
                  </a:moveTo>
                  <a:cubicBezTo>
                    <a:pt x="13" y="89"/>
                    <a:pt x="15" y="88"/>
                    <a:pt x="18" y="87"/>
                  </a:cubicBezTo>
                  <a:cubicBezTo>
                    <a:pt x="42" y="76"/>
                    <a:pt x="37" y="54"/>
                    <a:pt x="25" y="32"/>
                  </a:cubicBezTo>
                  <a:cubicBezTo>
                    <a:pt x="17" y="17"/>
                    <a:pt x="17" y="2"/>
                    <a:pt x="0" y="0"/>
                  </a:cubicBezTo>
                  <a:lnTo>
                    <a:pt x="11" y="89"/>
                  </a:lnTo>
                  <a:close/>
                </a:path>
              </a:pathLst>
            </a:custGeom>
            <a:solidFill>
              <a:srgbClr val="FFE7C5"/>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8" name="Freeform 119"/>
            <p:cNvSpPr/>
            <p:nvPr>
              <p:custDataLst>
                <p:tags r:id="rId109"/>
              </p:custDataLst>
            </p:nvPr>
          </p:nvSpPr>
          <p:spPr bwMode="auto">
            <a:xfrm>
              <a:off x="9947275" y="2828925"/>
              <a:ext cx="631825" cy="403225"/>
            </a:xfrm>
            <a:custGeom>
              <a:avLst/>
              <a:gdLst>
                <a:gd name="T0" fmla="*/ 47 w 331"/>
                <a:gd name="T1" fmla="*/ 191 h 212"/>
                <a:gd name="T2" fmla="*/ 6 w 331"/>
                <a:gd name="T3" fmla="*/ 128 h 212"/>
                <a:gd name="T4" fmla="*/ 60 w 331"/>
                <a:gd name="T5" fmla="*/ 50 h 212"/>
                <a:gd name="T6" fmla="*/ 189 w 331"/>
                <a:gd name="T7" fmla="*/ 36 h 212"/>
                <a:gd name="T8" fmla="*/ 241 w 331"/>
                <a:gd name="T9" fmla="*/ 16 h 212"/>
                <a:gd name="T10" fmla="*/ 314 w 331"/>
                <a:gd name="T11" fmla="*/ 41 h 212"/>
                <a:gd name="T12" fmla="*/ 290 w 331"/>
                <a:gd name="T13" fmla="*/ 151 h 212"/>
                <a:gd name="T14" fmla="*/ 98 w 331"/>
                <a:gd name="T15" fmla="*/ 201 h 212"/>
                <a:gd name="T16" fmla="*/ 47 w 331"/>
                <a:gd name="T17" fmla="*/ 191 h 2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31" h="212">
                  <a:moveTo>
                    <a:pt x="47" y="191"/>
                  </a:moveTo>
                  <a:cubicBezTo>
                    <a:pt x="18" y="183"/>
                    <a:pt x="0" y="155"/>
                    <a:pt x="6" y="128"/>
                  </a:cubicBezTo>
                  <a:cubicBezTo>
                    <a:pt x="12" y="105"/>
                    <a:pt x="20" y="67"/>
                    <a:pt x="60" y="50"/>
                  </a:cubicBezTo>
                  <a:cubicBezTo>
                    <a:pt x="136" y="18"/>
                    <a:pt x="164" y="36"/>
                    <a:pt x="189" y="36"/>
                  </a:cubicBezTo>
                  <a:cubicBezTo>
                    <a:pt x="214" y="36"/>
                    <a:pt x="227" y="22"/>
                    <a:pt x="241" y="16"/>
                  </a:cubicBezTo>
                  <a:cubicBezTo>
                    <a:pt x="274" y="0"/>
                    <a:pt x="304" y="27"/>
                    <a:pt x="314" y="41"/>
                  </a:cubicBezTo>
                  <a:cubicBezTo>
                    <a:pt x="324" y="55"/>
                    <a:pt x="331" y="123"/>
                    <a:pt x="290" y="151"/>
                  </a:cubicBezTo>
                  <a:cubicBezTo>
                    <a:pt x="249" y="179"/>
                    <a:pt x="171" y="212"/>
                    <a:pt x="98" y="201"/>
                  </a:cubicBezTo>
                  <a:cubicBezTo>
                    <a:pt x="76" y="198"/>
                    <a:pt x="59" y="195"/>
                    <a:pt x="47" y="191"/>
                  </a:cubicBezTo>
                  <a:close/>
                </a:path>
              </a:pathLst>
            </a:custGeom>
            <a:solidFill>
              <a:srgbClr val="1D1D1B"/>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9" name="Freeform 120"/>
            <p:cNvSpPr/>
            <p:nvPr>
              <p:custDataLst>
                <p:tags r:id="rId110"/>
              </p:custDataLst>
            </p:nvPr>
          </p:nvSpPr>
          <p:spPr bwMode="auto">
            <a:xfrm>
              <a:off x="9967913" y="3265488"/>
              <a:ext cx="98425" cy="173038"/>
            </a:xfrm>
            <a:custGeom>
              <a:avLst/>
              <a:gdLst>
                <a:gd name="T0" fmla="*/ 51 w 51"/>
                <a:gd name="T1" fmla="*/ 91 h 91"/>
                <a:gd name="T2" fmla="*/ 43 w 51"/>
                <a:gd name="T3" fmla="*/ 91 h 91"/>
                <a:gd name="T4" fmla="*/ 11 w 51"/>
                <a:gd name="T5" fmla="*/ 46 h 91"/>
                <a:gd name="T6" fmla="*/ 15 w 51"/>
                <a:gd name="T7" fmla="*/ 0 h 91"/>
                <a:gd name="T8" fmla="*/ 51 w 51"/>
                <a:gd name="T9" fmla="*/ 91 h 91"/>
              </a:gdLst>
              <a:ahLst/>
              <a:cxnLst>
                <a:cxn ang="0">
                  <a:pos x="T0" y="T1"/>
                </a:cxn>
                <a:cxn ang="0">
                  <a:pos x="T2" y="T3"/>
                </a:cxn>
                <a:cxn ang="0">
                  <a:pos x="T4" y="T5"/>
                </a:cxn>
                <a:cxn ang="0">
                  <a:pos x="T6" y="T7"/>
                </a:cxn>
                <a:cxn ang="0">
                  <a:pos x="T8" y="T9"/>
                </a:cxn>
              </a:cxnLst>
              <a:rect l="0" t="0" r="r" b="b"/>
              <a:pathLst>
                <a:path w="51" h="91">
                  <a:moveTo>
                    <a:pt x="51" y="91"/>
                  </a:moveTo>
                  <a:cubicBezTo>
                    <a:pt x="48" y="91"/>
                    <a:pt x="46" y="91"/>
                    <a:pt x="43" y="91"/>
                  </a:cubicBezTo>
                  <a:cubicBezTo>
                    <a:pt x="14" y="91"/>
                    <a:pt x="11" y="73"/>
                    <a:pt x="11" y="46"/>
                  </a:cubicBezTo>
                  <a:cubicBezTo>
                    <a:pt x="11" y="28"/>
                    <a:pt x="0" y="9"/>
                    <a:pt x="15" y="0"/>
                  </a:cubicBezTo>
                  <a:lnTo>
                    <a:pt x="51" y="91"/>
                  </a:lnTo>
                  <a:close/>
                </a:path>
              </a:pathLst>
            </a:custGeom>
            <a:solidFill>
              <a:srgbClr val="FFE7C5"/>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40" name="Freeform 121"/>
            <p:cNvSpPr/>
            <p:nvPr>
              <p:custDataLst>
                <p:tags r:id="rId111"/>
              </p:custDataLst>
            </p:nvPr>
          </p:nvSpPr>
          <p:spPr bwMode="auto">
            <a:xfrm>
              <a:off x="10571163" y="2892425"/>
              <a:ext cx="228600" cy="712788"/>
            </a:xfrm>
            <a:custGeom>
              <a:avLst/>
              <a:gdLst>
                <a:gd name="T0" fmla="*/ 0 w 144"/>
                <a:gd name="T1" fmla="*/ 384 h 449"/>
                <a:gd name="T2" fmla="*/ 72 w 144"/>
                <a:gd name="T3" fmla="*/ 281 h 449"/>
                <a:gd name="T4" fmla="*/ 63 w 144"/>
                <a:gd name="T5" fmla="*/ 7 h 449"/>
                <a:gd name="T6" fmla="*/ 110 w 144"/>
                <a:gd name="T7" fmla="*/ 0 h 449"/>
                <a:gd name="T8" fmla="*/ 144 w 144"/>
                <a:gd name="T9" fmla="*/ 284 h 449"/>
                <a:gd name="T10" fmla="*/ 86 w 144"/>
                <a:gd name="T11" fmla="*/ 449 h 449"/>
                <a:gd name="T12" fmla="*/ 0 w 144"/>
                <a:gd name="T13" fmla="*/ 384 h 449"/>
              </a:gdLst>
              <a:ahLst/>
              <a:cxnLst>
                <a:cxn ang="0">
                  <a:pos x="T0" y="T1"/>
                </a:cxn>
                <a:cxn ang="0">
                  <a:pos x="T2" y="T3"/>
                </a:cxn>
                <a:cxn ang="0">
                  <a:pos x="T4" y="T5"/>
                </a:cxn>
                <a:cxn ang="0">
                  <a:pos x="T6" y="T7"/>
                </a:cxn>
                <a:cxn ang="0">
                  <a:pos x="T8" y="T9"/>
                </a:cxn>
                <a:cxn ang="0">
                  <a:pos x="T10" y="T11"/>
                </a:cxn>
                <a:cxn ang="0">
                  <a:pos x="T12" y="T13"/>
                </a:cxn>
              </a:cxnLst>
              <a:rect l="0" t="0" r="r" b="b"/>
              <a:pathLst>
                <a:path w="144" h="449">
                  <a:moveTo>
                    <a:pt x="0" y="384"/>
                  </a:moveTo>
                  <a:lnTo>
                    <a:pt x="72" y="281"/>
                  </a:lnTo>
                  <a:lnTo>
                    <a:pt x="63" y="7"/>
                  </a:lnTo>
                  <a:lnTo>
                    <a:pt x="110" y="0"/>
                  </a:lnTo>
                  <a:lnTo>
                    <a:pt x="144" y="284"/>
                  </a:lnTo>
                  <a:lnTo>
                    <a:pt x="86" y="449"/>
                  </a:lnTo>
                  <a:lnTo>
                    <a:pt x="0" y="384"/>
                  </a:lnTo>
                  <a:close/>
                </a:path>
              </a:pathLst>
            </a:custGeom>
            <a:solidFill>
              <a:srgbClr val="FFE7C5"/>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41" name="Freeform 122"/>
            <p:cNvSpPr/>
            <p:nvPr>
              <p:custDataLst>
                <p:tags r:id="rId112"/>
              </p:custDataLst>
            </p:nvPr>
          </p:nvSpPr>
          <p:spPr bwMode="auto">
            <a:xfrm>
              <a:off x="9659938" y="2908300"/>
              <a:ext cx="228600" cy="714375"/>
            </a:xfrm>
            <a:custGeom>
              <a:avLst/>
              <a:gdLst>
                <a:gd name="T0" fmla="*/ 144 w 144"/>
                <a:gd name="T1" fmla="*/ 385 h 450"/>
                <a:gd name="T2" fmla="*/ 72 w 144"/>
                <a:gd name="T3" fmla="*/ 282 h 450"/>
                <a:gd name="T4" fmla="*/ 80 w 144"/>
                <a:gd name="T5" fmla="*/ 8 h 450"/>
                <a:gd name="T6" fmla="*/ 34 w 144"/>
                <a:gd name="T7" fmla="*/ 0 h 450"/>
                <a:gd name="T8" fmla="*/ 0 w 144"/>
                <a:gd name="T9" fmla="*/ 285 h 450"/>
                <a:gd name="T10" fmla="*/ 58 w 144"/>
                <a:gd name="T11" fmla="*/ 450 h 450"/>
                <a:gd name="T12" fmla="*/ 144 w 144"/>
                <a:gd name="T13" fmla="*/ 385 h 450"/>
              </a:gdLst>
              <a:ahLst/>
              <a:cxnLst>
                <a:cxn ang="0">
                  <a:pos x="T0" y="T1"/>
                </a:cxn>
                <a:cxn ang="0">
                  <a:pos x="T2" y="T3"/>
                </a:cxn>
                <a:cxn ang="0">
                  <a:pos x="T4" y="T5"/>
                </a:cxn>
                <a:cxn ang="0">
                  <a:pos x="T6" y="T7"/>
                </a:cxn>
                <a:cxn ang="0">
                  <a:pos x="T8" y="T9"/>
                </a:cxn>
                <a:cxn ang="0">
                  <a:pos x="T10" y="T11"/>
                </a:cxn>
                <a:cxn ang="0">
                  <a:pos x="T12" y="T13"/>
                </a:cxn>
              </a:cxnLst>
              <a:rect l="0" t="0" r="r" b="b"/>
              <a:pathLst>
                <a:path w="144" h="450">
                  <a:moveTo>
                    <a:pt x="144" y="385"/>
                  </a:moveTo>
                  <a:lnTo>
                    <a:pt x="72" y="282"/>
                  </a:lnTo>
                  <a:lnTo>
                    <a:pt x="80" y="8"/>
                  </a:lnTo>
                  <a:lnTo>
                    <a:pt x="34" y="0"/>
                  </a:lnTo>
                  <a:lnTo>
                    <a:pt x="0" y="285"/>
                  </a:lnTo>
                  <a:lnTo>
                    <a:pt x="58" y="450"/>
                  </a:lnTo>
                  <a:lnTo>
                    <a:pt x="144" y="385"/>
                  </a:lnTo>
                  <a:close/>
                </a:path>
              </a:pathLst>
            </a:custGeom>
            <a:solidFill>
              <a:srgbClr val="FFE7C5"/>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42" name="Freeform 123"/>
            <p:cNvSpPr/>
            <p:nvPr>
              <p:custDataLst>
                <p:tags r:id="rId113"/>
              </p:custDataLst>
            </p:nvPr>
          </p:nvSpPr>
          <p:spPr bwMode="auto">
            <a:xfrm>
              <a:off x="9894888" y="3951288"/>
              <a:ext cx="727075" cy="890588"/>
            </a:xfrm>
            <a:custGeom>
              <a:avLst/>
              <a:gdLst>
                <a:gd name="T0" fmla="*/ 350 w 382"/>
                <a:gd name="T1" fmla="*/ 34 h 468"/>
                <a:gd name="T2" fmla="*/ 55 w 382"/>
                <a:gd name="T3" fmla="*/ 0 h 468"/>
                <a:gd name="T4" fmla="*/ 0 w 382"/>
                <a:gd name="T5" fmla="*/ 445 h 468"/>
                <a:gd name="T6" fmla="*/ 10 w 382"/>
                <a:gd name="T7" fmla="*/ 446 h 468"/>
                <a:gd name="T8" fmla="*/ 48 w 382"/>
                <a:gd name="T9" fmla="*/ 421 h 468"/>
                <a:gd name="T10" fmla="*/ 76 w 382"/>
                <a:gd name="T11" fmla="*/ 414 h 468"/>
                <a:gd name="T12" fmla="*/ 119 w 382"/>
                <a:gd name="T13" fmla="*/ 404 h 468"/>
                <a:gd name="T14" fmla="*/ 163 w 382"/>
                <a:gd name="T15" fmla="*/ 405 h 468"/>
                <a:gd name="T16" fmla="*/ 259 w 382"/>
                <a:gd name="T17" fmla="*/ 422 h 468"/>
                <a:gd name="T18" fmla="*/ 271 w 382"/>
                <a:gd name="T19" fmla="*/ 427 h 468"/>
                <a:gd name="T20" fmla="*/ 274 w 382"/>
                <a:gd name="T21" fmla="*/ 427 h 468"/>
                <a:gd name="T22" fmla="*/ 320 w 382"/>
                <a:gd name="T23" fmla="*/ 464 h 468"/>
                <a:gd name="T24" fmla="*/ 382 w 382"/>
                <a:gd name="T25" fmla="*/ 468 h 468"/>
                <a:gd name="T26" fmla="*/ 350 w 382"/>
                <a:gd name="T27" fmla="*/ 34 h 4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82" h="468">
                  <a:moveTo>
                    <a:pt x="350" y="34"/>
                  </a:moveTo>
                  <a:cubicBezTo>
                    <a:pt x="55" y="0"/>
                    <a:pt x="55" y="0"/>
                    <a:pt x="55" y="0"/>
                  </a:cubicBezTo>
                  <a:cubicBezTo>
                    <a:pt x="0" y="445"/>
                    <a:pt x="0" y="445"/>
                    <a:pt x="0" y="445"/>
                  </a:cubicBezTo>
                  <a:cubicBezTo>
                    <a:pt x="10" y="446"/>
                    <a:pt x="10" y="446"/>
                    <a:pt x="10" y="446"/>
                  </a:cubicBezTo>
                  <a:cubicBezTo>
                    <a:pt x="16" y="433"/>
                    <a:pt x="29" y="422"/>
                    <a:pt x="48" y="421"/>
                  </a:cubicBezTo>
                  <a:cubicBezTo>
                    <a:pt x="55" y="416"/>
                    <a:pt x="64" y="413"/>
                    <a:pt x="76" y="414"/>
                  </a:cubicBezTo>
                  <a:cubicBezTo>
                    <a:pt x="91" y="414"/>
                    <a:pt x="103" y="404"/>
                    <a:pt x="119" y="404"/>
                  </a:cubicBezTo>
                  <a:cubicBezTo>
                    <a:pt x="134" y="404"/>
                    <a:pt x="149" y="405"/>
                    <a:pt x="163" y="405"/>
                  </a:cubicBezTo>
                  <a:cubicBezTo>
                    <a:pt x="195" y="406"/>
                    <a:pt x="228" y="413"/>
                    <a:pt x="259" y="422"/>
                  </a:cubicBezTo>
                  <a:cubicBezTo>
                    <a:pt x="263" y="423"/>
                    <a:pt x="268" y="425"/>
                    <a:pt x="271" y="427"/>
                  </a:cubicBezTo>
                  <a:cubicBezTo>
                    <a:pt x="272" y="427"/>
                    <a:pt x="273" y="427"/>
                    <a:pt x="274" y="427"/>
                  </a:cubicBezTo>
                  <a:cubicBezTo>
                    <a:pt x="304" y="425"/>
                    <a:pt x="319" y="443"/>
                    <a:pt x="320" y="464"/>
                  </a:cubicBezTo>
                  <a:cubicBezTo>
                    <a:pt x="382" y="468"/>
                    <a:pt x="382" y="468"/>
                    <a:pt x="382" y="468"/>
                  </a:cubicBezTo>
                  <a:lnTo>
                    <a:pt x="350" y="34"/>
                  </a:lnTo>
                  <a:close/>
                </a:path>
              </a:pathLst>
            </a:custGeom>
            <a:solidFill>
              <a:schemeClr val="tx2"/>
            </a:solidFill>
            <a:ln>
              <a:noFill/>
            </a:ln>
          </p:spPr>
          <p:txBody>
            <a:bodyPr vert="horz" wrap="square" lIns="91440" tIns="45720" rIns="91440" bIns="45720" numCol="1" anchor="t" anchorCtr="0" compatLnSpc="1"/>
            <a:lstStyle/>
            <a:p>
              <a:endParaRPr lang="zh-CN" altLang="en-US"/>
            </a:p>
          </p:txBody>
        </p:sp>
        <p:sp>
          <p:nvSpPr>
            <p:cNvPr id="143" name="Freeform 124"/>
            <p:cNvSpPr/>
            <p:nvPr>
              <p:custDataLst>
                <p:tags r:id="rId114"/>
              </p:custDataLst>
            </p:nvPr>
          </p:nvSpPr>
          <p:spPr bwMode="auto">
            <a:xfrm>
              <a:off x="9739313" y="3460750"/>
              <a:ext cx="995363" cy="669925"/>
            </a:xfrm>
            <a:custGeom>
              <a:avLst/>
              <a:gdLst>
                <a:gd name="T0" fmla="*/ 0 w 522"/>
                <a:gd name="T1" fmla="*/ 85 h 352"/>
                <a:gd name="T2" fmla="*/ 127 w 522"/>
                <a:gd name="T3" fmla="*/ 331 h 352"/>
                <a:gd name="T4" fmla="*/ 435 w 522"/>
                <a:gd name="T5" fmla="*/ 352 h 352"/>
                <a:gd name="T6" fmla="*/ 522 w 522"/>
                <a:gd name="T7" fmla="*/ 67 h 352"/>
                <a:gd name="T8" fmla="*/ 431 w 522"/>
                <a:gd name="T9" fmla="*/ 0 h 352"/>
                <a:gd name="T10" fmla="*/ 380 w 522"/>
                <a:gd name="T11" fmla="*/ 75 h 352"/>
                <a:gd name="T12" fmla="*/ 309 w 522"/>
                <a:gd name="T13" fmla="*/ 112 h 352"/>
                <a:gd name="T14" fmla="*/ 221 w 522"/>
                <a:gd name="T15" fmla="*/ 112 h 352"/>
                <a:gd name="T16" fmla="*/ 168 w 522"/>
                <a:gd name="T17" fmla="*/ 95 h 352"/>
                <a:gd name="T18" fmla="*/ 81 w 522"/>
                <a:gd name="T19" fmla="*/ 19 h 352"/>
                <a:gd name="T20" fmla="*/ 0 w 522"/>
                <a:gd name="T21" fmla="*/ 85 h 3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22" h="352">
                  <a:moveTo>
                    <a:pt x="0" y="85"/>
                  </a:moveTo>
                  <a:cubicBezTo>
                    <a:pt x="127" y="331"/>
                    <a:pt x="127" y="331"/>
                    <a:pt x="127" y="331"/>
                  </a:cubicBezTo>
                  <a:cubicBezTo>
                    <a:pt x="435" y="352"/>
                    <a:pt x="435" y="352"/>
                    <a:pt x="435" y="352"/>
                  </a:cubicBezTo>
                  <a:cubicBezTo>
                    <a:pt x="522" y="67"/>
                    <a:pt x="522" y="67"/>
                    <a:pt x="522" y="67"/>
                  </a:cubicBezTo>
                  <a:cubicBezTo>
                    <a:pt x="431" y="0"/>
                    <a:pt x="431" y="0"/>
                    <a:pt x="431" y="0"/>
                  </a:cubicBezTo>
                  <a:cubicBezTo>
                    <a:pt x="380" y="75"/>
                    <a:pt x="380" y="75"/>
                    <a:pt x="380" y="75"/>
                  </a:cubicBezTo>
                  <a:cubicBezTo>
                    <a:pt x="365" y="98"/>
                    <a:pt x="338" y="112"/>
                    <a:pt x="309" y="112"/>
                  </a:cubicBezTo>
                  <a:cubicBezTo>
                    <a:pt x="221" y="112"/>
                    <a:pt x="221" y="112"/>
                    <a:pt x="221" y="112"/>
                  </a:cubicBezTo>
                  <a:cubicBezTo>
                    <a:pt x="202" y="112"/>
                    <a:pt x="183" y="106"/>
                    <a:pt x="168" y="95"/>
                  </a:cubicBezTo>
                  <a:cubicBezTo>
                    <a:pt x="81" y="19"/>
                    <a:pt x="81" y="19"/>
                    <a:pt x="81" y="19"/>
                  </a:cubicBezTo>
                  <a:lnTo>
                    <a:pt x="0" y="85"/>
                  </a:lnTo>
                  <a:close/>
                </a:path>
              </a:pathLst>
            </a:custGeom>
            <a:solidFill>
              <a:schemeClr val="tx2"/>
            </a:solidFill>
            <a:ln>
              <a:noFill/>
            </a:ln>
          </p:spPr>
          <p:txBody>
            <a:bodyPr vert="horz" wrap="square" lIns="91440" tIns="45720" rIns="91440" bIns="45720" numCol="1" anchor="t" anchorCtr="0" compatLnSpc="1"/>
            <a:lstStyle/>
            <a:p>
              <a:endParaRPr lang="zh-CN" altLang="en-US"/>
            </a:p>
          </p:txBody>
        </p:sp>
        <p:sp>
          <p:nvSpPr>
            <p:cNvPr id="144" name="Freeform 125"/>
            <p:cNvSpPr/>
            <p:nvPr>
              <p:custDataLst>
                <p:tags r:id="rId115"/>
              </p:custDataLst>
            </p:nvPr>
          </p:nvSpPr>
          <p:spPr bwMode="auto">
            <a:xfrm>
              <a:off x="9894888" y="4681538"/>
              <a:ext cx="736600" cy="203200"/>
            </a:xfrm>
            <a:custGeom>
              <a:avLst/>
              <a:gdLst>
                <a:gd name="T0" fmla="*/ 0 w 387"/>
                <a:gd name="T1" fmla="*/ 62 h 107"/>
                <a:gd name="T2" fmla="*/ 200 w 387"/>
                <a:gd name="T3" fmla="*/ 27 h 107"/>
                <a:gd name="T4" fmla="*/ 382 w 387"/>
                <a:gd name="T5" fmla="*/ 85 h 107"/>
                <a:gd name="T6" fmla="*/ 303 w 387"/>
                <a:gd name="T7" fmla="*/ 107 h 107"/>
                <a:gd name="T8" fmla="*/ 307 w 387"/>
                <a:gd name="T9" fmla="*/ 61 h 107"/>
                <a:gd name="T10" fmla="*/ 27 w 387"/>
                <a:gd name="T11" fmla="*/ 47 h 107"/>
                <a:gd name="T12" fmla="*/ 18 w 387"/>
                <a:gd name="T13" fmla="*/ 51 h 107"/>
                <a:gd name="T14" fmla="*/ 14 w 387"/>
                <a:gd name="T15" fmla="*/ 78 h 107"/>
                <a:gd name="T16" fmla="*/ 0 w 387"/>
                <a:gd name="T17" fmla="*/ 62 h 1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87" h="107">
                  <a:moveTo>
                    <a:pt x="0" y="62"/>
                  </a:moveTo>
                  <a:cubicBezTo>
                    <a:pt x="0" y="62"/>
                    <a:pt x="38" y="0"/>
                    <a:pt x="200" y="27"/>
                  </a:cubicBezTo>
                  <a:cubicBezTo>
                    <a:pt x="363" y="55"/>
                    <a:pt x="387" y="67"/>
                    <a:pt x="382" y="85"/>
                  </a:cubicBezTo>
                  <a:cubicBezTo>
                    <a:pt x="378" y="103"/>
                    <a:pt x="303" y="107"/>
                    <a:pt x="303" y="107"/>
                  </a:cubicBezTo>
                  <a:cubicBezTo>
                    <a:pt x="307" y="61"/>
                    <a:pt x="307" y="61"/>
                    <a:pt x="307" y="61"/>
                  </a:cubicBezTo>
                  <a:cubicBezTo>
                    <a:pt x="221" y="14"/>
                    <a:pt x="117" y="9"/>
                    <a:pt x="27" y="47"/>
                  </a:cubicBezTo>
                  <a:cubicBezTo>
                    <a:pt x="18" y="51"/>
                    <a:pt x="18" y="51"/>
                    <a:pt x="18" y="51"/>
                  </a:cubicBezTo>
                  <a:cubicBezTo>
                    <a:pt x="14" y="78"/>
                    <a:pt x="14" y="78"/>
                    <a:pt x="14" y="78"/>
                  </a:cubicBezTo>
                  <a:cubicBezTo>
                    <a:pt x="14" y="78"/>
                    <a:pt x="2" y="74"/>
                    <a:pt x="0" y="62"/>
                  </a:cubicBezTo>
                  <a:close/>
                </a:path>
              </a:pathLst>
            </a:custGeom>
            <a:solidFill>
              <a:schemeClr val="tx2"/>
            </a:solidFill>
            <a:ln>
              <a:noFill/>
            </a:ln>
          </p:spPr>
          <p:txBody>
            <a:bodyPr vert="horz" wrap="square" lIns="91440" tIns="45720" rIns="91440" bIns="45720" numCol="1" anchor="t" anchorCtr="0" compatLnSpc="1"/>
            <a:lstStyle/>
            <a:p>
              <a:endParaRPr lang="zh-CN" altLang="en-US"/>
            </a:p>
          </p:txBody>
        </p:sp>
        <p:sp>
          <p:nvSpPr>
            <p:cNvPr id="145" name="Freeform 126"/>
            <p:cNvSpPr/>
            <p:nvPr>
              <p:custDataLst>
                <p:tags r:id="rId116"/>
              </p:custDataLst>
            </p:nvPr>
          </p:nvSpPr>
          <p:spPr bwMode="auto">
            <a:xfrm>
              <a:off x="9529763" y="2322513"/>
              <a:ext cx="1355725" cy="525463"/>
            </a:xfrm>
            <a:custGeom>
              <a:avLst/>
              <a:gdLst>
                <a:gd name="T0" fmla="*/ 698 w 711"/>
                <a:gd name="T1" fmla="*/ 236 h 276"/>
                <a:gd name="T2" fmla="*/ 29 w 711"/>
                <a:gd name="T3" fmla="*/ 276 h 276"/>
                <a:gd name="T4" fmla="*/ 15 w 711"/>
                <a:gd name="T5" fmla="*/ 264 h 276"/>
                <a:gd name="T6" fmla="*/ 0 w 711"/>
                <a:gd name="T7" fmla="*/ 54 h 276"/>
                <a:gd name="T8" fmla="*/ 13 w 711"/>
                <a:gd name="T9" fmla="*/ 41 h 276"/>
                <a:gd name="T10" fmla="*/ 681 w 711"/>
                <a:gd name="T11" fmla="*/ 1 h 276"/>
                <a:gd name="T12" fmla="*/ 696 w 711"/>
                <a:gd name="T13" fmla="*/ 12 h 276"/>
                <a:gd name="T14" fmla="*/ 711 w 711"/>
                <a:gd name="T15" fmla="*/ 222 h 276"/>
                <a:gd name="T16" fmla="*/ 698 w 711"/>
                <a:gd name="T17" fmla="*/ 236 h 2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11" h="276">
                  <a:moveTo>
                    <a:pt x="698" y="236"/>
                  </a:moveTo>
                  <a:cubicBezTo>
                    <a:pt x="29" y="276"/>
                    <a:pt x="29" y="276"/>
                    <a:pt x="29" y="276"/>
                  </a:cubicBezTo>
                  <a:cubicBezTo>
                    <a:pt x="22" y="276"/>
                    <a:pt x="16" y="271"/>
                    <a:pt x="15" y="264"/>
                  </a:cubicBezTo>
                  <a:cubicBezTo>
                    <a:pt x="0" y="54"/>
                    <a:pt x="0" y="54"/>
                    <a:pt x="0" y="54"/>
                  </a:cubicBezTo>
                  <a:cubicBezTo>
                    <a:pt x="0" y="48"/>
                    <a:pt x="5" y="42"/>
                    <a:pt x="13" y="41"/>
                  </a:cubicBezTo>
                  <a:cubicBezTo>
                    <a:pt x="681" y="1"/>
                    <a:pt x="681" y="1"/>
                    <a:pt x="681" y="1"/>
                  </a:cubicBezTo>
                  <a:cubicBezTo>
                    <a:pt x="689" y="0"/>
                    <a:pt x="695" y="6"/>
                    <a:pt x="696" y="12"/>
                  </a:cubicBezTo>
                  <a:cubicBezTo>
                    <a:pt x="711" y="222"/>
                    <a:pt x="711" y="222"/>
                    <a:pt x="711" y="222"/>
                  </a:cubicBezTo>
                  <a:cubicBezTo>
                    <a:pt x="711" y="229"/>
                    <a:pt x="706" y="235"/>
                    <a:pt x="698" y="236"/>
                  </a:cubicBezTo>
                  <a:close/>
                </a:path>
              </a:pathLst>
            </a:custGeom>
            <a:solidFill>
              <a:srgbClr val="00DDFE"/>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46" name="Freeform 127"/>
            <p:cNvSpPr/>
            <p:nvPr>
              <p:custDataLst>
                <p:tags r:id="rId117"/>
              </p:custDataLst>
            </p:nvPr>
          </p:nvSpPr>
          <p:spPr bwMode="auto">
            <a:xfrm>
              <a:off x="9671050" y="2422525"/>
              <a:ext cx="1060450" cy="146050"/>
            </a:xfrm>
            <a:custGeom>
              <a:avLst/>
              <a:gdLst>
                <a:gd name="T0" fmla="*/ 668 w 668"/>
                <a:gd name="T1" fmla="*/ 52 h 92"/>
                <a:gd name="T2" fmla="*/ 4 w 668"/>
                <a:gd name="T3" fmla="*/ 92 h 92"/>
                <a:gd name="T4" fmla="*/ 0 w 668"/>
                <a:gd name="T5" fmla="*/ 39 h 92"/>
                <a:gd name="T6" fmla="*/ 664 w 668"/>
                <a:gd name="T7" fmla="*/ 0 h 92"/>
                <a:gd name="T8" fmla="*/ 668 w 668"/>
                <a:gd name="T9" fmla="*/ 52 h 92"/>
              </a:gdLst>
              <a:ahLst/>
              <a:cxnLst>
                <a:cxn ang="0">
                  <a:pos x="T0" y="T1"/>
                </a:cxn>
                <a:cxn ang="0">
                  <a:pos x="T2" y="T3"/>
                </a:cxn>
                <a:cxn ang="0">
                  <a:pos x="T4" y="T5"/>
                </a:cxn>
                <a:cxn ang="0">
                  <a:pos x="T6" y="T7"/>
                </a:cxn>
                <a:cxn ang="0">
                  <a:pos x="T8" y="T9"/>
                </a:cxn>
              </a:cxnLst>
              <a:rect l="0" t="0" r="r" b="b"/>
              <a:pathLst>
                <a:path w="668" h="92">
                  <a:moveTo>
                    <a:pt x="668" y="52"/>
                  </a:moveTo>
                  <a:lnTo>
                    <a:pt x="4" y="92"/>
                  </a:lnTo>
                  <a:lnTo>
                    <a:pt x="0" y="39"/>
                  </a:lnTo>
                  <a:lnTo>
                    <a:pt x="664" y="0"/>
                  </a:lnTo>
                  <a:lnTo>
                    <a:pt x="668" y="52"/>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47" name="Freeform 128"/>
            <p:cNvSpPr/>
            <p:nvPr>
              <p:custDataLst>
                <p:tags r:id="rId118"/>
              </p:custDataLst>
            </p:nvPr>
          </p:nvSpPr>
          <p:spPr bwMode="auto">
            <a:xfrm>
              <a:off x="9682163" y="2598738"/>
              <a:ext cx="671513" cy="123825"/>
            </a:xfrm>
            <a:custGeom>
              <a:avLst/>
              <a:gdLst>
                <a:gd name="T0" fmla="*/ 423 w 423"/>
                <a:gd name="T1" fmla="*/ 53 h 78"/>
                <a:gd name="T2" fmla="*/ 4 w 423"/>
                <a:gd name="T3" fmla="*/ 78 h 78"/>
                <a:gd name="T4" fmla="*/ 0 w 423"/>
                <a:gd name="T5" fmla="*/ 25 h 78"/>
                <a:gd name="T6" fmla="*/ 419 w 423"/>
                <a:gd name="T7" fmla="*/ 0 h 78"/>
                <a:gd name="T8" fmla="*/ 423 w 423"/>
                <a:gd name="T9" fmla="*/ 53 h 78"/>
              </a:gdLst>
              <a:ahLst/>
              <a:cxnLst>
                <a:cxn ang="0">
                  <a:pos x="T0" y="T1"/>
                </a:cxn>
                <a:cxn ang="0">
                  <a:pos x="T2" y="T3"/>
                </a:cxn>
                <a:cxn ang="0">
                  <a:pos x="T4" y="T5"/>
                </a:cxn>
                <a:cxn ang="0">
                  <a:pos x="T6" y="T7"/>
                </a:cxn>
                <a:cxn ang="0">
                  <a:pos x="T8" y="T9"/>
                </a:cxn>
              </a:cxnLst>
              <a:rect l="0" t="0" r="r" b="b"/>
              <a:pathLst>
                <a:path w="423" h="78">
                  <a:moveTo>
                    <a:pt x="423" y="53"/>
                  </a:moveTo>
                  <a:lnTo>
                    <a:pt x="4" y="78"/>
                  </a:lnTo>
                  <a:lnTo>
                    <a:pt x="0" y="25"/>
                  </a:lnTo>
                  <a:lnTo>
                    <a:pt x="419" y="0"/>
                  </a:lnTo>
                  <a:lnTo>
                    <a:pt x="423" y="53"/>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48" name="Freeform 129"/>
            <p:cNvSpPr/>
            <p:nvPr>
              <p:custDataLst>
                <p:tags r:id="rId119"/>
              </p:custDataLst>
            </p:nvPr>
          </p:nvSpPr>
          <p:spPr bwMode="auto">
            <a:xfrm>
              <a:off x="10574338" y="2608263"/>
              <a:ext cx="195263" cy="338138"/>
            </a:xfrm>
            <a:custGeom>
              <a:avLst/>
              <a:gdLst>
                <a:gd name="T0" fmla="*/ 33 w 102"/>
                <a:gd name="T1" fmla="*/ 101 h 178"/>
                <a:gd name="T2" fmla="*/ 12 w 102"/>
                <a:gd name="T3" fmla="*/ 16 h 178"/>
                <a:gd name="T4" fmla="*/ 29 w 102"/>
                <a:gd name="T5" fmla="*/ 25 h 178"/>
                <a:gd name="T6" fmla="*/ 50 w 102"/>
                <a:gd name="T7" fmla="*/ 90 h 178"/>
                <a:gd name="T8" fmla="*/ 37 w 102"/>
                <a:gd name="T9" fmla="*/ 4 h 178"/>
                <a:gd name="T10" fmla="*/ 51 w 102"/>
                <a:gd name="T11" fmla="*/ 12 h 178"/>
                <a:gd name="T12" fmla="*/ 67 w 102"/>
                <a:gd name="T13" fmla="*/ 77 h 178"/>
                <a:gd name="T14" fmla="*/ 65 w 102"/>
                <a:gd name="T15" fmla="*/ 19 h 178"/>
                <a:gd name="T16" fmla="*/ 77 w 102"/>
                <a:gd name="T17" fmla="*/ 31 h 178"/>
                <a:gd name="T18" fmla="*/ 81 w 102"/>
                <a:gd name="T19" fmla="*/ 82 h 178"/>
                <a:gd name="T20" fmla="*/ 94 w 102"/>
                <a:gd name="T21" fmla="*/ 42 h 178"/>
                <a:gd name="T22" fmla="*/ 102 w 102"/>
                <a:gd name="T23" fmla="*/ 47 h 178"/>
                <a:gd name="T24" fmla="*/ 91 w 102"/>
                <a:gd name="T25" fmla="*/ 93 h 178"/>
                <a:gd name="T26" fmla="*/ 89 w 102"/>
                <a:gd name="T27" fmla="*/ 152 h 178"/>
                <a:gd name="T28" fmla="*/ 54 w 102"/>
                <a:gd name="T29" fmla="*/ 165 h 178"/>
                <a:gd name="T30" fmla="*/ 0 w 102"/>
                <a:gd name="T31" fmla="*/ 95 h 178"/>
                <a:gd name="T32" fmla="*/ 23 w 102"/>
                <a:gd name="T33" fmla="*/ 93 h 178"/>
                <a:gd name="T34" fmla="*/ 33 w 102"/>
                <a:gd name="T35" fmla="*/ 101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02" h="178">
                  <a:moveTo>
                    <a:pt x="33" y="101"/>
                  </a:moveTo>
                  <a:cubicBezTo>
                    <a:pt x="33" y="101"/>
                    <a:pt x="10" y="25"/>
                    <a:pt x="12" y="16"/>
                  </a:cubicBezTo>
                  <a:cubicBezTo>
                    <a:pt x="13" y="7"/>
                    <a:pt x="24" y="9"/>
                    <a:pt x="29" y="25"/>
                  </a:cubicBezTo>
                  <a:cubicBezTo>
                    <a:pt x="33" y="41"/>
                    <a:pt x="50" y="90"/>
                    <a:pt x="50" y="90"/>
                  </a:cubicBezTo>
                  <a:cubicBezTo>
                    <a:pt x="50" y="90"/>
                    <a:pt x="33" y="9"/>
                    <a:pt x="37" y="4"/>
                  </a:cubicBezTo>
                  <a:cubicBezTo>
                    <a:pt x="41" y="0"/>
                    <a:pt x="50" y="1"/>
                    <a:pt x="51" y="12"/>
                  </a:cubicBezTo>
                  <a:cubicBezTo>
                    <a:pt x="52" y="24"/>
                    <a:pt x="67" y="77"/>
                    <a:pt x="67" y="77"/>
                  </a:cubicBezTo>
                  <a:cubicBezTo>
                    <a:pt x="67" y="77"/>
                    <a:pt x="63" y="29"/>
                    <a:pt x="65" y="19"/>
                  </a:cubicBezTo>
                  <a:cubicBezTo>
                    <a:pt x="67" y="8"/>
                    <a:pt x="77" y="21"/>
                    <a:pt x="77" y="31"/>
                  </a:cubicBezTo>
                  <a:cubicBezTo>
                    <a:pt x="77" y="42"/>
                    <a:pt x="81" y="82"/>
                    <a:pt x="81" y="82"/>
                  </a:cubicBezTo>
                  <a:cubicBezTo>
                    <a:pt x="81" y="82"/>
                    <a:pt x="90" y="46"/>
                    <a:pt x="94" y="42"/>
                  </a:cubicBezTo>
                  <a:cubicBezTo>
                    <a:pt x="99" y="38"/>
                    <a:pt x="102" y="42"/>
                    <a:pt x="102" y="47"/>
                  </a:cubicBezTo>
                  <a:cubicBezTo>
                    <a:pt x="102" y="51"/>
                    <a:pt x="91" y="93"/>
                    <a:pt x="91" y="93"/>
                  </a:cubicBezTo>
                  <a:cubicBezTo>
                    <a:pt x="91" y="93"/>
                    <a:pt x="90" y="105"/>
                    <a:pt x="89" y="152"/>
                  </a:cubicBezTo>
                  <a:cubicBezTo>
                    <a:pt x="89" y="178"/>
                    <a:pt x="57" y="168"/>
                    <a:pt x="54" y="165"/>
                  </a:cubicBezTo>
                  <a:cubicBezTo>
                    <a:pt x="51" y="161"/>
                    <a:pt x="4" y="105"/>
                    <a:pt x="0" y="95"/>
                  </a:cubicBezTo>
                  <a:cubicBezTo>
                    <a:pt x="23" y="93"/>
                    <a:pt x="23" y="93"/>
                    <a:pt x="23" y="93"/>
                  </a:cubicBezTo>
                  <a:cubicBezTo>
                    <a:pt x="33" y="109"/>
                    <a:pt x="34" y="105"/>
                    <a:pt x="33" y="101"/>
                  </a:cubicBezTo>
                  <a:close/>
                </a:path>
              </a:pathLst>
            </a:custGeom>
            <a:solidFill>
              <a:srgbClr val="FFE7C5"/>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49" name="Freeform 130"/>
            <p:cNvSpPr/>
            <p:nvPr>
              <p:custDataLst>
                <p:tags r:id="rId120"/>
              </p:custDataLst>
            </p:nvPr>
          </p:nvSpPr>
          <p:spPr bwMode="auto">
            <a:xfrm>
              <a:off x="9688513" y="2636838"/>
              <a:ext cx="187325" cy="341313"/>
            </a:xfrm>
            <a:custGeom>
              <a:avLst/>
              <a:gdLst>
                <a:gd name="T0" fmla="*/ 69 w 98"/>
                <a:gd name="T1" fmla="*/ 101 h 179"/>
                <a:gd name="T2" fmla="*/ 91 w 98"/>
                <a:gd name="T3" fmla="*/ 17 h 179"/>
                <a:gd name="T4" fmla="*/ 74 w 98"/>
                <a:gd name="T5" fmla="*/ 26 h 179"/>
                <a:gd name="T6" fmla="*/ 52 w 98"/>
                <a:gd name="T7" fmla="*/ 90 h 179"/>
                <a:gd name="T8" fmla="*/ 66 w 98"/>
                <a:gd name="T9" fmla="*/ 5 h 179"/>
                <a:gd name="T10" fmla="*/ 52 w 98"/>
                <a:gd name="T11" fmla="*/ 13 h 179"/>
                <a:gd name="T12" fmla="*/ 35 w 98"/>
                <a:gd name="T13" fmla="*/ 77 h 179"/>
                <a:gd name="T14" fmla="*/ 37 w 98"/>
                <a:gd name="T15" fmla="*/ 19 h 179"/>
                <a:gd name="T16" fmla="*/ 26 w 98"/>
                <a:gd name="T17" fmla="*/ 32 h 179"/>
                <a:gd name="T18" fmla="*/ 21 w 98"/>
                <a:gd name="T19" fmla="*/ 83 h 179"/>
                <a:gd name="T20" fmla="*/ 8 w 98"/>
                <a:gd name="T21" fmla="*/ 43 h 179"/>
                <a:gd name="T22" fmla="*/ 0 w 98"/>
                <a:gd name="T23" fmla="*/ 47 h 179"/>
                <a:gd name="T24" fmla="*/ 11 w 98"/>
                <a:gd name="T25" fmla="*/ 93 h 179"/>
                <a:gd name="T26" fmla="*/ 13 w 98"/>
                <a:gd name="T27" fmla="*/ 152 h 179"/>
                <a:gd name="T28" fmla="*/ 48 w 98"/>
                <a:gd name="T29" fmla="*/ 165 h 179"/>
                <a:gd name="T30" fmla="*/ 98 w 98"/>
                <a:gd name="T31" fmla="*/ 102 h 179"/>
                <a:gd name="T32" fmla="*/ 72 w 98"/>
                <a:gd name="T33" fmla="*/ 103 h 179"/>
                <a:gd name="T34" fmla="*/ 69 w 98"/>
                <a:gd name="T35" fmla="*/ 101 h 1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98" h="179">
                  <a:moveTo>
                    <a:pt x="69" y="101"/>
                  </a:moveTo>
                  <a:cubicBezTo>
                    <a:pt x="69" y="101"/>
                    <a:pt x="92" y="26"/>
                    <a:pt x="91" y="17"/>
                  </a:cubicBezTo>
                  <a:cubicBezTo>
                    <a:pt x="90" y="8"/>
                    <a:pt x="78" y="9"/>
                    <a:pt x="74" y="26"/>
                  </a:cubicBezTo>
                  <a:cubicBezTo>
                    <a:pt x="69" y="42"/>
                    <a:pt x="52" y="90"/>
                    <a:pt x="52" y="90"/>
                  </a:cubicBezTo>
                  <a:cubicBezTo>
                    <a:pt x="52" y="90"/>
                    <a:pt x="70" y="10"/>
                    <a:pt x="66" y="5"/>
                  </a:cubicBezTo>
                  <a:cubicBezTo>
                    <a:pt x="62" y="0"/>
                    <a:pt x="53" y="2"/>
                    <a:pt x="52" y="13"/>
                  </a:cubicBezTo>
                  <a:cubicBezTo>
                    <a:pt x="50" y="24"/>
                    <a:pt x="35" y="77"/>
                    <a:pt x="35" y="77"/>
                  </a:cubicBezTo>
                  <a:cubicBezTo>
                    <a:pt x="35" y="77"/>
                    <a:pt x="39" y="30"/>
                    <a:pt x="37" y="19"/>
                  </a:cubicBezTo>
                  <a:cubicBezTo>
                    <a:pt x="35" y="9"/>
                    <a:pt x="26" y="22"/>
                    <a:pt x="26" y="32"/>
                  </a:cubicBezTo>
                  <a:cubicBezTo>
                    <a:pt x="25" y="43"/>
                    <a:pt x="21" y="83"/>
                    <a:pt x="21" y="83"/>
                  </a:cubicBezTo>
                  <a:cubicBezTo>
                    <a:pt x="21" y="83"/>
                    <a:pt x="13" y="47"/>
                    <a:pt x="8" y="43"/>
                  </a:cubicBezTo>
                  <a:cubicBezTo>
                    <a:pt x="3" y="39"/>
                    <a:pt x="0" y="43"/>
                    <a:pt x="0" y="47"/>
                  </a:cubicBezTo>
                  <a:cubicBezTo>
                    <a:pt x="1" y="52"/>
                    <a:pt x="11" y="93"/>
                    <a:pt x="11" y="93"/>
                  </a:cubicBezTo>
                  <a:cubicBezTo>
                    <a:pt x="11" y="93"/>
                    <a:pt x="12" y="106"/>
                    <a:pt x="13" y="152"/>
                  </a:cubicBezTo>
                  <a:cubicBezTo>
                    <a:pt x="14" y="179"/>
                    <a:pt x="46" y="169"/>
                    <a:pt x="48" y="165"/>
                  </a:cubicBezTo>
                  <a:cubicBezTo>
                    <a:pt x="51" y="162"/>
                    <a:pt x="94" y="113"/>
                    <a:pt x="98" y="102"/>
                  </a:cubicBezTo>
                  <a:cubicBezTo>
                    <a:pt x="72" y="103"/>
                    <a:pt x="72" y="103"/>
                    <a:pt x="72" y="103"/>
                  </a:cubicBezTo>
                  <a:cubicBezTo>
                    <a:pt x="71" y="106"/>
                    <a:pt x="69" y="105"/>
                    <a:pt x="69" y="101"/>
                  </a:cubicBezTo>
                  <a:close/>
                </a:path>
              </a:pathLst>
            </a:custGeom>
            <a:solidFill>
              <a:srgbClr val="FFE7C5"/>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50" name="Freeform 131"/>
            <p:cNvSpPr/>
            <p:nvPr>
              <p:custDataLst>
                <p:tags r:id="rId121"/>
              </p:custDataLst>
            </p:nvPr>
          </p:nvSpPr>
          <p:spPr bwMode="auto">
            <a:xfrm>
              <a:off x="6178550" y="1490663"/>
              <a:ext cx="1473200" cy="1192213"/>
            </a:xfrm>
            <a:custGeom>
              <a:avLst/>
              <a:gdLst>
                <a:gd name="T0" fmla="*/ 646 w 773"/>
                <a:gd name="T1" fmla="*/ 624 h 626"/>
                <a:gd name="T2" fmla="*/ 12 w 773"/>
                <a:gd name="T3" fmla="*/ 502 h 626"/>
                <a:gd name="T4" fmla="*/ 2 w 773"/>
                <a:gd name="T5" fmla="*/ 487 h 626"/>
                <a:gd name="T6" fmla="*/ 112 w 773"/>
                <a:gd name="T7" fmla="*/ 11 h 626"/>
                <a:gd name="T8" fmla="*/ 128 w 773"/>
                <a:gd name="T9" fmla="*/ 1 h 626"/>
                <a:gd name="T10" fmla="*/ 761 w 773"/>
                <a:gd name="T11" fmla="*/ 124 h 626"/>
                <a:gd name="T12" fmla="*/ 772 w 773"/>
                <a:gd name="T13" fmla="*/ 138 h 626"/>
                <a:gd name="T14" fmla="*/ 662 w 773"/>
                <a:gd name="T15" fmla="*/ 615 h 626"/>
                <a:gd name="T16" fmla="*/ 646 w 773"/>
                <a:gd name="T17" fmla="*/ 624 h 6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73" h="626">
                  <a:moveTo>
                    <a:pt x="646" y="624"/>
                  </a:moveTo>
                  <a:cubicBezTo>
                    <a:pt x="12" y="502"/>
                    <a:pt x="12" y="502"/>
                    <a:pt x="12" y="502"/>
                  </a:cubicBezTo>
                  <a:cubicBezTo>
                    <a:pt x="5" y="500"/>
                    <a:pt x="0" y="494"/>
                    <a:pt x="2" y="487"/>
                  </a:cubicBezTo>
                  <a:cubicBezTo>
                    <a:pt x="112" y="11"/>
                    <a:pt x="112" y="11"/>
                    <a:pt x="112" y="11"/>
                  </a:cubicBezTo>
                  <a:cubicBezTo>
                    <a:pt x="113" y="4"/>
                    <a:pt x="120" y="0"/>
                    <a:pt x="128" y="1"/>
                  </a:cubicBezTo>
                  <a:cubicBezTo>
                    <a:pt x="761" y="124"/>
                    <a:pt x="761" y="124"/>
                    <a:pt x="761" y="124"/>
                  </a:cubicBezTo>
                  <a:cubicBezTo>
                    <a:pt x="768" y="125"/>
                    <a:pt x="773" y="132"/>
                    <a:pt x="772" y="138"/>
                  </a:cubicBezTo>
                  <a:cubicBezTo>
                    <a:pt x="662" y="615"/>
                    <a:pt x="662" y="615"/>
                    <a:pt x="662" y="615"/>
                  </a:cubicBezTo>
                  <a:cubicBezTo>
                    <a:pt x="660" y="622"/>
                    <a:pt x="653" y="626"/>
                    <a:pt x="646" y="624"/>
                  </a:cubicBezTo>
                  <a:close/>
                </a:path>
              </a:pathLst>
            </a:custGeom>
            <a:solidFill>
              <a:srgbClr val="FADD74"/>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51" name="Freeform 132"/>
            <p:cNvSpPr/>
            <p:nvPr>
              <p:custDataLst>
                <p:tags r:id="rId122"/>
              </p:custDataLst>
            </p:nvPr>
          </p:nvSpPr>
          <p:spPr bwMode="auto">
            <a:xfrm>
              <a:off x="6442075" y="1639888"/>
              <a:ext cx="1050925" cy="280988"/>
            </a:xfrm>
            <a:custGeom>
              <a:avLst/>
              <a:gdLst>
                <a:gd name="T0" fmla="*/ 650 w 662"/>
                <a:gd name="T1" fmla="*/ 177 h 177"/>
                <a:gd name="T2" fmla="*/ 0 w 662"/>
                <a:gd name="T3" fmla="*/ 51 h 177"/>
                <a:gd name="T4" fmla="*/ 12 w 662"/>
                <a:gd name="T5" fmla="*/ 0 h 177"/>
                <a:gd name="T6" fmla="*/ 662 w 662"/>
                <a:gd name="T7" fmla="*/ 126 h 177"/>
                <a:gd name="T8" fmla="*/ 650 w 662"/>
                <a:gd name="T9" fmla="*/ 177 h 177"/>
              </a:gdLst>
              <a:ahLst/>
              <a:cxnLst>
                <a:cxn ang="0">
                  <a:pos x="T0" y="T1"/>
                </a:cxn>
                <a:cxn ang="0">
                  <a:pos x="T2" y="T3"/>
                </a:cxn>
                <a:cxn ang="0">
                  <a:pos x="T4" y="T5"/>
                </a:cxn>
                <a:cxn ang="0">
                  <a:pos x="T6" y="T7"/>
                </a:cxn>
                <a:cxn ang="0">
                  <a:pos x="T8" y="T9"/>
                </a:cxn>
              </a:cxnLst>
              <a:rect l="0" t="0" r="r" b="b"/>
              <a:pathLst>
                <a:path w="662" h="177">
                  <a:moveTo>
                    <a:pt x="650" y="177"/>
                  </a:moveTo>
                  <a:lnTo>
                    <a:pt x="0" y="51"/>
                  </a:lnTo>
                  <a:lnTo>
                    <a:pt x="12" y="0"/>
                  </a:lnTo>
                  <a:lnTo>
                    <a:pt x="662" y="126"/>
                  </a:lnTo>
                  <a:lnTo>
                    <a:pt x="650" y="177"/>
                  </a:lnTo>
                  <a:close/>
                </a:path>
              </a:pathLst>
            </a:custGeom>
            <a:solidFill>
              <a:srgbClr val="F9B233"/>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52" name="Freeform 133"/>
            <p:cNvSpPr/>
            <p:nvPr>
              <p:custDataLst>
                <p:tags r:id="rId123"/>
              </p:custDataLst>
            </p:nvPr>
          </p:nvSpPr>
          <p:spPr bwMode="auto">
            <a:xfrm>
              <a:off x="6407150" y="1792288"/>
              <a:ext cx="1050925" cy="280988"/>
            </a:xfrm>
            <a:custGeom>
              <a:avLst/>
              <a:gdLst>
                <a:gd name="T0" fmla="*/ 650 w 662"/>
                <a:gd name="T1" fmla="*/ 177 h 177"/>
                <a:gd name="T2" fmla="*/ 0 w 662"/>
                <a:gd name="T3" fmla="*/ 51 h 177"/>
                <a:gd name="T4" fmla="*/ 12 w 662"/>
                <a:gd name="T5" fmla="*/ 0 h 177"/>
                <a:gd name="T6" fmla="*/ 662 w 662"/>
                <a:gd name="T7" fmla="*/ 126 h 177"/>
                <a:gd name="T8" fmla="*/ 650 w 662"/>
                <a:gd name="T9" fmla="*/ 177 h 177"/>
              </a:gdLst>
              <a:ahLst/>
              <a:cxnLst>
                <a:cxn ang="0">
                  <a:pos x="T0" y="T1"/>
                </a:cxn>
                <a:cxn ang="0">
                  <a:pos x="T2" y="T3"/>
                </a:cxn>
                <a:cxn ang="0">
                  <a:pos x="T4" y="T5"/>
                </a:cxn>
                <a:cxn ang="0">
                  <a:pos x="T6" y="T7"/>
                </a:cxn>
                <a:cxn ang="0">
                  <a:pos x="T8" y="T9"/>
                </a:cxn>
              </a:cxnLst>
              <a:rect l="0" t="0" r="r" b="b"/>
              <a:pathLst>
                <a:path w="662" h="177">
                  <a:moveTo>
                    <a:pt x="650" y="177"/>
                  </a:moveTo>
                  <a:lnTo>
                    <a:pt x="0" y="51"/>
                  </a:lnTo>
                  <a:lnTo>
                    <a:pt x="12" y="0"/>
                  </a:lnTo>
                  <a:lnTo>
                    <a:pt x="662" y="126"/>
                  </a:lnTo>
                  <a:lnTo>
                    <a:pt x="650" y="177"/>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53" name="Freeform 134"/>
            <p:cNvSpPr/>
            <p:nvPr>
              <p:custDataLst>
                <p:tags r:id="rId124"/>
              </p:custDataLst>
            </p:nvPr>
          </p:nvSpPr>
          <p:spPr bwMode="auto">
            <a:xfrm>
              <a:off x="6372225" y="1941513"/>
              <a:ext cx="457200" cy="168275"/>
            </a:xfrm>
            <a:custGeom>
              <a:avLst/>
              <a:gdLst>
                <a:gd name="T0" fmla="*/ 276 w 288"/>
                <a:gd name="T1" fmla="*/ 106 h 106"/>
                <a:gd name="T2" fmla="*/ 0 w 288"/>
                <a:gd name="T3" fmla="*/ 52 h 106"/>
                <a:gd name="T4" fmla="*/ 12 w 288"/>
                <a:gd name="T5" fmla="*/ 0 h 106"/>
                <a:gd name="T6" fmla="*/ 288 w 288"/>
                <a:gd name="T7" fmla="*/ 54 h 106"/>
                <a:gd name="T8" fmla="*/ 276 w 288"/>
                <a:gd name="T9" fmla="*/ 106 h 106"/>
              </a:gdLst>
              <a:ahLst/>
              <a:cxnLst>
                <a:cxn ang="0">
                  <a:pos x="T0" y="T1"/>
                </a:cxn>
                <a:cxn ang="0">
                  <a:pos x="T2" y="T3"/>
                </a:cxn>
                <a:cxn ang="0">
                  <a:pos x="T4" y="T5"/>
                </a:cxn>
                <a:cxn ang="0">
                  <a:pos x="T6" y="T7"/>
                </a:cxn>
                <a:cxn ang="0">
                  <a:pos x="T8" y="T9"/>
                </a:cxn>
              </a:cxnLst>
              <a:rect l="0" t="0" r="r" b="b"/>
              <a:pathLst>
                <a:path w="288" h="106">
                  <a:moveTo>
                    <a:pt x="276" y="106"/>
                  </a:moveTo>
                  <a:lnTo>
                    <a:pt x="0" y="52"/>
                  </a:lnTo>
                  <a:lnTo>
                    <a:pt x="12" y="0"/>
                  </a:lnTo>
                  <a:lnTo>
                    <a:pt x="288" y="54"/>
                  </a:lnTo>
                  <a:lnTo>
                    <a:pt x="276" y="106"/>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54" name="Freeform 135"/>
            <p:cNvSpPr/>
            <p:nvPr>
              <p:custDataLst>
                <p:tags r:id="rId125"/>
              </p:custDataLst>
            </p:nvPr>
          </p:nvSpPr>
          <p:spPr bwMode="auto">
            <a:xfrm>
              <a:off x="6337300" y="2093913"/>
              <a:ext cx="1050925" cy="282575"/>
            </a:xfrm>
            <a:custGeom>
              <a:avLst/>
              <a:gdLst>
                <a:gd name="T0" fmla="*/ 650 w 662"/>
                <a:gd name="T1" fmla="*/ 178 h 178"/>
                <a:gd name="T2" fmla="*/ 0 w 662"/>
                <a:gd name="T3" fmla="*/ 52 h 178"/>
                <a:gd name="T4" fmla="*/ 12 w 662"/>
                <a:gd name="T5" fmla="*/ 0 h 178"/>
                <a:gd name="T6" fmla="*/ 662 w 662"/>
                <a:gd name="T7" fmla="*/ 126 h 178"/>
                <a:gd name="T8" fmla="*/ 650 w 662"/>
                <a:gd name="T9" fmla="*/ 178 h 178"/>
              </a:gdLst>
              <a:ahLst/>
              <a:cxnLst>
                <a:cxn ang="0">
                  <a:pos x="T0" y="T1"/>
                </a:cxn>
                <a:cxn ang="0">
                  <a:pos x="T2" y="T3"/>
                </a:cxn>
                <a:cxn ang="0">
                  <a:pos x="T4" y="T5"/>
                </a:cxn>
                <a:cxn ang="0">
                  <a:pos x="T6" y="T7"/>
                </a:cxn>
                <a:cxn ang="0">
                  <a:pos x="T8" y="T9"/>
                </a:cxn>
              </a:cxnLst>
              <a:rect l="0" t="0" r="r" b="b"/>
              <a:pathLst>
                <a:path w="662" h="178">
                  <a:moveTo>
                    <a:pt x="650" y="178"/>
                  </a:moveTo>
                  <a:lnTo>
                    <a:pt x="0" y="52"/>
                  </a:lnTo>
                  <a:lnTo>
                    <a:pt x="12" y="0"/>
                  </a:lnTo>
                  <a:lnTo>
                    <a:pt x="662" y="126"/>
                  </a:lnTo>
                  <a:lnTo>
                    <a:pt x="650" y="178"/>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55" name="Freeform 136"/>
            <p:cNvSpPr/>
            <p:nvPr>
              <p:custDataLst>
                <p:tags r:id="rId126"/>
              </p:custDataLst>
            </p:nvPr>
          </p:nvSpPr>
          <p:spPr bwMode="auto">
            <a:xfrm>
              <a:off x="6302375" y="2246313"/>
              <a:ext cx="1050925" cy="279400"/>
            </a:xfrm>
            <a:custGeom>
              <a:avLst/>
              <a:gdLst>
                <a:gd name="T0" fmla="*/ 650 w 662"/>
                <a:gd name="T1" fmla="*/ 176 h 176"/>
                <a:gd name="T2" fmla="*/ 0 w 662"/>
                <a:gd name="T3" fmla="*/ 51 h 176"/>
                <a:gd name="T4" fmla="*/ 12 w 662"/>
                <a:gd name="T5" fmla="*/ 0 h 176"/>
                <a:gd name="T6" fmla="*/ 662 w 662"/>
                <a:gd name="T7" fmla="*/ 126 h 176"/>
                <a:gd name="T8" fmla="*/ 650 w 662"/>
                <a:gd name="T9" fmla="*/ 176 h 176"/>
              </a:gdLst>
              <a:ahLst/>
              <a:cxnLst>
                <a:cxn ang="0">
                  <a:pos x="T0" y="T1"/>
                </a:cxn>
                <a:cxn ang="0">
                  <a:pos x="T2" y="T3"/>
                </a:cxn>
                <a:cxn ang="0">
                  <a:pos x="T4" y="T5"/>
                </a:cxn>
                <a:cxn ang="0">
                  <a:pos x="T6" y="T7"/>
                </a:cxn>
                <a:cxn ang="0">
                  <a:pos x="T8" y="T9"/>
                </a:cxn>
              </a:cxnLst>
              <a:rect l="0" t="0" r="r" b="b"/>
              <a:pathLst>
                <a:path w="662" h="176">
                  <a:moveTo>
                    <a:pt x="650" y="176"/>
                  </a:moveTo>
                  <a:lnTo>
                    <a:pt x="0" y="51"/>
                  </a:lnTo>
                  <a:lnTo>
                    <a:pt x="12" y="0"/>
                  </a:lnTo>
                  <a:lnTo>
                    <a:pt x="662" y="126"/>
                  </a:lnTo>
                  <a:lnTo>
                    <a:pt x="650" y="176"/>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sp>
        <p:nvSpPr>
          <p:cNvPr id="157" name="Freeform 137"/>
          <p:cNvSpPr/>
          <p:nvPr>
            <p:custDataLst>
              <p:tags r:id="rId127"/>
            </p:custDataLst>
          </p:nvPr>
        </p:nvSpPr>
        <p:spPr bwMode="auto">
          <a:xfrm>
            <a:off x="620594" y="4301729"/>
            <a:ext cx="101204" cy="108347"/>
          </a:xfrm>
          <a:custGeom>
            <a:avLst/>
            <a:gdLst>
              <a:gd name="T0" fmla="*/ 84 w 85"/>
              <a:gd name="T1" fmla="*/ 90 h 91"/>
              <a:gd name="T2" fmla="*/ 0 w 85"/>
              <a:gd name="T3" fmla="*/ 91 h 91"/>
              <a:gd name="T4" fmla="*/ 1 w 85"/>
              <a:gd name="T5" fmla="*/ 1 h 91"/>
              <a:gd name="T6" fmla="*/ 85 w 85"/>
              <a:gd name="T7" fmla="*/ 0 h 91"/>
              <a:gd name="T8" fmla="*/ 84 w 85"/>
              <a:gd name="T9" fmla="*/ 90 h 91"/>
            </a:gdLst>
            <a:ahLst/>
            <a:cxnLst>
              <a:cxn ang="0">
                <a:pos x="T0" y="T1"/>
              </a:cxn>
              <a:cxn ang="0">
                <a:pos x="T2" y="T3"/>
              </a:cxn>
              <a:cxn ang="0">
                <a:pos x="T4" y="T5"/>
              </a:cxn>
              <a:cxn ang="0">
                <a:pos x="T6" y="T7"/>
              </a:cxn>
              <a:cxn ang="0">
                <a:pos x="T8" y="T9"/>
              </a:cxn>
            </a:cxnLst>
            <a:rect l="0" t="0" r="r" b="b"/>
            <a:pathLst>
              <a:path w="85" h="91">
                <a:moveTo>
                  <a:pt x="84" y="90"/>
                </a:moveTo>
                <a:lnTo>
                  <a:pt x="0" y="91"/>
                </a:lnTo>
                <a:lnTo>
                  <a:pt x="1" y="1"/>
                </a:lnTo>
                <a:lnTo>
                  <a:pt x="85" y="0"/>
                </a:lnTo>
                <a:lnTo>
                  <a:pt x="84" y="9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58" name="Freeform 138"/>
          <p:cNvSpPr/>
          <p:nvPr>
            <p:custDataLst>
              <p:tags r:id="rId128"/>
            </p:custDataLst>
          </p:nvPr>
        </p:nvSpPr>
        <p:spPr bwMode="auto">
          <a:xfrm>
            <a:off x="767042" y="4211241"/>
            <a:ext cx="102394" cy="197644"/>
          </a:xfrm>
          <a:custGeom>
            <a:avLst/>
            <a:gdLst>
              <a:gd name="T0" fmla="*/ 84 w 86"/>
              <a:gd name="T1" fmla="*/ 164 h 166"/>
              <a:gd name="T2" fmla="*/ 0 w 86"/>
              <a:gd name="T3" fmla="*/ 166 h 166"/>
              <a:gd name="T4" fmla="*/ 2 w 86"/>
              <a:gd name="T5" fmla="*/ 1 h 166"/>
              <a:gd name="T6" fmla="*/ 86 w 86"/>
              <a:gd name="T7" fmla="*/ 0 h 166"/>
              <a:gd name="T8" fmla="*/ 84 w 86"/>
              <a:gd name="T9" fmla="*/ 164 h 166"/>
            </a:gdLst>
            <a:ahLst/>
            <a:cxnLst>
              <a:cxn ang="0">
                <a:pos x="T0" y="T1"/>
              </a:cxn>
              <a:cxn ang="0">
                <a:pos x="T2" y="T3"/>
              </a:cxn>
              <a:cxn ang="0">
                <a:pos x="T4" y="T5"/>
              </a:cxn>
              <a:cxn ang="0">
                <a:pos x="T6" y="T7"/>
              </a:cxn>
              <a:cxn ang="0">
                <a:pos x="T8" y="T9"/>
              </a:cxn>
            </a:cxnLst>
            <a:rect l="0" t="0" r="r" b="b"/>
            <a:pathLst>
              <a:path w="86" h="166">
                <a:moveTo>
                  <a:pt x="84" y="164"/>
                </a:moveTo>
                <a:lnTo>
                  <a:pt x="0" y="166"/>
                </a:lnTo>
                <a:lnTo>
                  <a:pt x="2" y="1"/>
                </a:lnTo>
                <a:lnTo>
                  <a:pt x="86" y="0"/>
                </a:lnTo>
                <a:lnTo>
                  <a:pt x="84" y="164"/>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59" name="Freeform 139"/>
          <p:cNvSpPr/>
          <p:nvPr>
            <p:custDataLst>
              <p:tags r:id="rId129"/>
            </p:custDataLst>
          </p:nvPr>
        </p:nvSpPr>
        <p:spPr bwMode="auto">
          <a:xfrm>
            <a:off x="913488" y="4076700"/>
            <a:ext cx="103585" cy="328613"/>
          </a:xfrm>
          <a:custGeom>
            <a:avLst/>
            <a:gdLst>
              <a:gd name="T0" fmla="*/ 84 w 87"/>
              <a:gd name="T1" fmla="*/ 276 h 276"/>
              <a:gd name="T2" fmla="*/ 0 w 87"/>
              <a:gd name="T3" fmla="*/ 276 h 276"/>
              <a:gd name="T4" fmla="*/ 3 w 87"/>
              <a:gd name="T5" fmla="*/ 2 h 276"/>
              <a:gd name="T6" fmla="*/ 87 w 87"/>
              <a:gd name="T7" fmla="*/ 0 h 276"/>
              <a:gd name="T8" fmla="*/ 84 w 87"/>
              <a:gd name="T9" fmla="*/ 276 h 276"/>
            </a:gdLst>
            <a:ahLst/>
            <a:cxnLst>
              <a:cxn ang="0">
                <a:pos x="T0" y="T1"/>
              </a:cxn>
              <a:cxn ang="0">
                <a:pos x="T2" y="T3"/>
              </a:cxn>
              <a:cxn ang="0">
                <a:pos x="T4" y="T5"/>
              </a:cxn>
              <a:cxn ang="0">
                <a:pos x="T6" y="T7"/>
              </a:cxn>
              <a:cxn ang="0">
                <a:pos x="T8" y="T9"/>
              </a:cxn>
            </a:cxnLst>
            <a:rect l="0" t="0" r="r" b="b"/>
            <a:pathLst>
              <a:path w="87" h="276">
                <a:moveTo>
                  <a:pt x="84" y="276"/>
                </a:moveTo>
                <a:lnTo>
                  <a:pt x="0" y="276"/>
                </a:lnTo>
                <a:lnTo>
                  <a:pt x="3" y="2"/>
                </a:lnTo>
                <a:lnTo>
                  <a:pt x="87" y="0"/>
                </a:lnTo>
                <a:lnTo>
                  <a:pt x="84" y="276"/>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801" name="副标题 2"/>
          <p:cNvSpPr>
            <a:spLocks noGrp="1"/>
          </p:cNvSpPr>
          <p:nvPr>
            <p:ph type="subTitle" idx="1" hasCustomPrompt="1"/>
            <p:custDataLst>
              <p:tags r:id="rId130"/>
            </p:custDataLst>
          </p:nvPr>
        </p:nvSpPr>
        <p:spPr>
          <a:xfrm>
            <a:off x="445771" y="2002530"/>
            <a:ext cx="4516755" cy="419099"/>
          </a:xfrm>
        </p:spPr>
        <p:txBody>
          <a:bodyPr bIns="46800" anchor="t">
            <a:normAutofit/>
          </a:bodyPr>
          <a:lstStyle>
            <a:lvl1pPr marL="0" indent="0" algn="l">
              <a:buNone/>
              <a:defRPr sz="1500" baseline="0">
                <a:solidFill>
                  <a:schemeClr val="tx1">
                    <a:lumMod val="85000"/>
                    <a:lumOff val="15000"/>
                  </a:schemeClr>
                </a:solidFill>
                <a:latin typeface="Arial" panose="020B0604020202020204" pitchFamily="34" charset="0"/>
                <a:ea typeface="微软雅黑" panose="020B0503020204020204" pitchFamily="34" charset="-122"/>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dirty="0"/>
              <a:t>单击此处编辑副标题</a:t>
            </a:r>
            <a:endParaRPr lang="en-US" dirty="0"/>
          </a:p>
        </p:txBody>
      </p:sp>
      <p:sp>
        <p:nvSpPr>
          <p:cNvPr id="9802" name="标题 1"/>
          <p:cNvSpPr>
            <a:spLocks noGrp="1"/>
          </p:cNvSpPr>
          <p:nvPr>
            <p:ph type="ctrTitle" hasCustomPrompt="1"/>
            <p:custDataLst>
              <p:tags r:id="rId131"/>
            </p:custDataLst>
          </p:nvPr>
        </p:nvSpPr>
        <p:spPr>
          <a:xfrm>
            <a:off x="441266" y="916358"/>
            <a:ext cx="4516755" cy="1022576"/>
          </a:xfrm>
        </p:spPr>
        <p:txBody>
          <a:bodyPr bIns="46800" anchor="b">
            <a:normAutofit/>
          </a:bodyPr>
          <a:lstStyle>
            <a:lvl1pPr algn="l">
              <a:defRPr sz="4050" baseline="0">
                <a:solidFill>
                  <a:schemeClr val="tx1">
                    <a:lumMod val="85000"/>
                    <a:lumOff val="15000"/>
                  </a:schemeClr>
                </a:solidFill>
                <a:latin typeface="Arial" panose="020B0604020202020204" pitchFamily="34" charset="0"/>
                <a:ea typeface="汉仪旗黑-85S" panose="00020600040101010101" pitchFamily="18" charset="-122"/>
                <a:cs typeface="Arial" panose="020B0604020202020204" pitchFamily="34" charset="0"/>
              </a:defRPr>
            </a:lvl1pPr>
          </a:lstStyle>
          <a:p>
            <a:r>
              <a:rPr lang="zh-CN" altLang="en-US" dirty="0"/>
              <a:t>单击此处编辑标题</a:t>
            </a:r>
            <a:endParaRPr lang="zh-CN" altLang="en-US" dirty="0"/>
          </a:p>
        </p:txBody>
      </p:sp>
      <p:sp>
        <p:nvSpPr>
          <p:cNvPr id="12" name="文本占位符 13"/>
          <p:cNvSpPr>
            <a:spLocks noGrp="1"/>
          </p:cNvSpPr>
          <p:nvPr>
            <p:ph type="body" sz="quarter" idx="10" hasCustomPrompt="1"/>
            <p:custDataLst>
              <p:tags r:id="rId132"/>
            </p:custDataLst>
          </p:nvPr>
        </p:nvSpPr>
        <p:spPr>
          <a:xfrm>
            <a:off x="441695" y="2994539"/>
            <a:ext cx="1755000" cy="310500"/>
          </a:xfrm>
          <a:prstGeom prst="roundRect">
            <a:avLst>
              <a:gd name="adj" fmla="val 50000"/>
            </a:avLst>
          </a:prstGeom>
          <a:solidFill>
            <a:schemeClr val="accent1"/>
          </a:solidFill>
        </p:spPr>
        <p:txBody>
          <a:bodyPr vert="horz" bIns="46800" anchor="ctr">
            <a:normAutofit/>
          </a:bodyPr>
          <a:lstStyle>
            <a:lvl1pPr marL="0" indent="0" algn="l">
              <a:buNone/>
              <a:defRPr sz="1125" b="0" baseline="0">
                <a:solidFill>
                  <a:schemeClr val="bg1"/>
                </a:solidFill>
                <a:latin typeface="Arial" panose="020B0604020202020204" pitchFamily="34" charset="0"/>
                <a:ea typeface="微软雅黑" panose="020B0503020204020204" pitchFamily="34" charset="-122"/>
              </a:defRPr>
            </a:lvl1pPr>
            <a:lvl2pPr marL="342900" indent="0">
              <a:buNone/>
              <a:defRPr/>
            </a:lvl2pPr>
            <a:lvl3pPr marL="685800" indent="0">
              <a:buNone/>
              <a:defRPr/>
            </a:lvl3pPr>
            <a:lvl4pPr marL="1028700" indent="0">
              <a:buNone/>
              <a:defRPr/>
            </a:lvl4pPr>
            <a:lvl5pPr marL="1371600" indent="0">
              <a:buNone/>
              <a:defRPr/>
            </a:lvl5pPr>
          </a:lstStyle>
          <a:p>
            <a:pPr lvl="0"/>
            <a:r>
              <a:rPr lang="zh-CN" altLang="en-US" dirty="0"/>
              <a:t>编辑文本</a:t>
            </a:r>
            <a:endParaRPr lang="en-US" altLang="zh-CN" dirty="0"/>
          </a:p>
        </p:txBody>
      </p:sp>
      <p:sp>
        <p:nvSpPr>
          <p:cNvPr id="13" name="文本占位符 13"/>
          <p:cNvSpPr>
            <a:spLocks noGrp="1"/>
          </p:cNvSpPr>
          <p:nvPr>
            <p:ph type="body" sz="quarter" idx="11" hasCustomPrompt="1"/>
            <p:custDataLst>
              <p:tags r:id="rId133"/>
            </p:custDataLst>
          </p:nvPr>
        </p:nvSpPr>
        <p:spPr>
          <a:xfrm>
            <a:off x="441695" y="3322100"/>
            <a:ext cx="1755000" cy="310500"/>
          </a:xfrm>
          <a:prstGeom prst="roundRect">
            <a:avLst>
              <a:gd name="adj" fmla="val 50000"/>
            </a:avLst>
          </a:prstGeom>
          <a:ln w="19050">
            <a:solidFill>
              <a:schemeClr val="tx2"/>
            </a:solidFill>
          </a:ln>
        </p:spPr>
        <p:txBody>
          <a:bodyPr vert="horz" bIns="46800" anchor="ctr">
            <a:normAutofit/>
          </a:bodyPr>
          <a:lstStyle>
            <a:lvl1pPr marL="0" indent="0" algn="l">
              <a:buNone/>
              <a:defRPr sz="1125" b="0" baseline="0">
                <a:solidFill>
                  <a:schemeClr val="accent1"/>
                </a:solidFill>
                <a:latin typeface="Arial" panose="020B0604020202020204" pitchFamily="34" charset="0"/>
                <a:ea typeface="微软雅黑" panose="020B0503020204020204" pitchFamily="34" charset="-122"/>
              </a:defRPr>
            </a:lvl1pPr>
            <a:lvl2pPr marL="342900" indent="0">
              <a:buNone/>
              <a:defRPr/>
            </a:lvl2pPr>
            <a:lvl3pPr marL="685800" indent="0">
              <a:buNone/>
              <a:defRPr/>
            </a:lvl3pPr>
            <a:lvl4pPr marL="1028700" indent="0">
              <a:buNone/>
              <a:defRPr/>
            </a:lvl4pPr>
            <a:lvl5pPr marL="1371600" indent="0">
              <a:buNone/>
              <a:defRPr/>
            </a:lvl5pPr>
          </a:lstStyle>
          <a:p>
            <a:pPr lvl="0"/>
            <a:r>
              <a:rPr lang="zh-CN" altLang="en-US" dirty="0"/>
              <a:t>编辑文本</a:t>
            </a:r>
            <a:endParaRPr lang="zh-CN" altLang="en-US" dirty="0"/>
          </a:p>
        </p:txBody>
      </p:sp>
      <p:sp>
        <p:nvSpPr>
          <p:cNvPr id="2" name="日期占位符 1"/>
          <p:cNvSpPr>
            <a:spLocks noGrp="1"/>
          </p:cNvSpPr>
          <p:nvPr>
            <p:ph type="dt" sz="half" idx="12"/>
            <p:custDataLst>
              <p:tags r:id="rId134"/>
            </p:custDataLst>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3"/>
            <p:custDataLst>
              <p:tags r:id="rId135"/>
            </p:custDataLst>
          </p:nvPr>
        </p:nvSpPr>
        <p:spPr/>
        <p:txBody>
          <a:bodyPr/>
          <a:lstStyle/>
          <a:p>
            <a:endParaRPr lang="zh-CN" altLang="en-US" dirty="0"/>
          </a:p>
        </p:txBody>
      </p:sp>
      <p:sp>
        <p:nvSpPr>
          <p:cNvPr id="4" name="灯片编号占位符 3"/>
          <p:cNvSpPr>
            <a:spLocks noGrp="1"/>
          </p:cNvSpPr>
          <p:nvPr>
            <p:ph type="sldNum" sz="quarter" idx="14"/>
            <p:custDataLst>
              <p:tags r:id="rId136"/>
            </p:custDataLst>
          </p:nvPr>
        </p:nvSpPr>
        <p:spPr/>
        <p:txBody>
          <a:bodyPr/>
          <a:lstStyle/>
          <a:p>
            <a:fld id="{49AE70B2-8BF9-45C0-BB95-33D1B9D3A854}" type="slidenum">
              <a:rPr lang="zh-CN" altLang="en-US" smtClean="0"/>
            </a:fld>
            <a:endParaRPr lang="zh-CN" alt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2"/>
        </a:solidFill>
        <a:effectLst/>
      </p:bgPr>
    </p:bg>
    <p:spTree>
      <p:nvGrpSpPr>
        <p:cNvPr id="1" name=""/>
        <p:cNvGrpSpPr/>
        <p:nvPr/>
      </p:nvGrpSpPr>
      <p:grpSpPr>
        <a:xfrm>
          <a:off x="0" y="0"/>
          <a:ext cx="0" cy="0"/>
          <a:chOff x="0" y="0"/>
          <a:chExt cx="0" cy="0"/>
        </a:xfrm>
      </p:grpSpPr>
      <p:pic>
        <p:nvPicPr>
          <p:cNvPr id="41" name="图片 40"/>
          <p:cNvPicPr>
            <a:picLocks noChangeAspect="1"/>
          </p:cNvPicPr>
          <p:nvPr userDrawn="1">
            <p:custDataLst>
              <p:tags r:id="rId2"/>
            </p:custDataLst>
          </p:nvPr>
        </p:nvPicPr>
        <p:blipFill>
          <a:blip r:embed="rId3">
            <a:extLst>
              <a:ext uri="{28A0092B-C50C-407E-A947-70E740481C1C}">
                <a14:useLocalDpi xmlns:a14="http://schemas.microsoft.com/office/drawing/2010/main" val="0"/>
              </a:ext>
            </a:extLst>
          </a:blip>
          <a:stretch>
            <a:fillRect/>
          </a:stretch>
        </p:blipFill>
        <p:spPr>
          <a:xfrm>
            <a:off x="7931976" y="3954677"/>
            <a:ext cx="1101947" cy="1188823"/>
          </a:xfrm>
          <a:prstGeom prst="rect">
            <a:avLst/>
          </a:prstGeom>
        </p:spPr>
      </p:pic>
      <p:sp>
        <p:nvSpPr>
          <p:cNvPr id="2" name="标题 1"/>
          <p:cNvSpPr>
            <a:spLocks noGrp="1"/>
          </p:cNvSpPr>
          <p:nvPr>
            <p:ph type="title"/>
            <p:custDataLst>
              <p:tags r:id="rId4"/>
            </p:custDataLst>
          </p:nvPr>
        </p:nvSpPr>
        <p:spPr>
          <a:xfrm>
            <a:off x="502412" y="332426"/>
            <a:ext cx="8139178" cy="331473"/>
          </a:xfrm>
        </p:spPr>
        <p:txBody>
          <a:bodyPr vert="horz" lIns="90000" tIns="46800" rIns="90000" bIns="46800" rtlCol="0" anchor="t" anchorCtr="0">
            <a:noAutofit/>
          </a:bodyPr>
          <a:lstStyle>
            <a:lvl1pPr marL="0" marR="0" algn="l" defTabSz="914400" rtl="0" eaLnBrk="1" fontAlgn="auto" latinLnBrk="0" hangingPunct="1">
              <a:lnSpc>
                <a:spcPct val="120000"/>
              </a:lnSpc>
              <a:buNone/>
              <a:defRPr kumimoji="0" lang="zh-CN" altLang="en-US" sz="1800" b="1" i="0" u="none" strike="noStrike" kern="1200" cap="none" spc="200" normalizeH="0" baseline="0" noProof="1" dirty="0">
                <a:solidFill>
                  <a:schemeClr val="accent1"/>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单击此处编辑母版标题样式</a:t>
            </a:r>
            <a:endParaRPr dirty="0">
              <a:sym typeface="+mn-ea"/>
            </a:endParaRPr>
          </a:p>
        </p:txBody>
      </p:sp>
      <p:sp>
        <p:nvSpPr>
          <p:cNvPr id="3" name="内容占位符 2"/>
          <p:cNvSpPr>
            <a:spLocks noGrp="1"/>
          </p:cNvSpPr>
          <p:nvPr>
            <p:ph idx="1"/>
            <p:custDataLst>
              <p:tags r:id="rId5"/>
            </p:custDataLst>
          </p:nvPr>
        </p:nvSpPr>
        <p:spPr>
          <a:xfrm>
            <a:off x="502412" y="714381"/>
            <a:ext cx="8139178" cy="4041680"/>
          </a:xfrm>
        </p:spPr>
        <p:txBody>
          <a:bodyPr vert="horz" lIns="90000" tIns="46800" rIns="90000" bIns="46800" rtlCol="0">
            <a:normAutofit/>
          </a:bodyPr>
          <a:lstStyle>
            <a:lvl1pPr marL="0" marR="0" lvl="0" indent="0" algn="l" defTabSz="914400" rtl="0" eaLnBrk="1" fontAlgn="auto" latinLnBrk="0" hangingPunct="1">
              <a:lnSpc>
                <a:spcPct val="120000"/>
              </a:lnSpc>
              <a:spcBef>
                <a:spcPts val="0"/>
              </a:spcBef>
              <a:spcAft>
                <a:spcPts val="1000"/>
              </a:spcAft>
              <a:buFont typeface="Arial" panose="020B0604020202020204" pitchFamily="34" charset="0"/>
              <a:buNone/>
              <a:defRPr kumimoji="0" lang="zh-CN" altLang="en-US" sz="12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1pPr>
            <a:lvl2pPr marL="342900" marR="0" lvl="1" indent="0" algn="l" defTabSz="914400" rtl="0" eaLnBrk="1" fontAlgn="auto" latinLnBrk="0" hangingPunct="1">
              <a:lnSpc>
                <a:spcPct val="120000"/>
              </a:lnSpc>
              <a:spcBef>
                <a:spcPts val="0"/>
              </a:spcBef>
              <a:spcAft>
                <a:spcPts val="1000"/>
              </a:spcAft>
              <a:buFont typeface="Arial" panose="020B0604020202020204" pitchFamily="34" charset="0"/>
              <a:buNone/>
              <a:tabLst>
                <a:tab pos="1609725" algn="l"/>
              </a:tabLst>
              <a:defRPr kumimoji="0" lang="zh-CN" altLang="en-US" sz="12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2pPr>
            <a:lvl3pPr marL="685800" marR="0" lvl="2" indent="0" algn="l" defTabSz="914400" rtl="0" eaLnBrk="1" fontAlgn="auto" latinLnBrk="0" hangingPunct="1">
              <a:lnSpc>
                <a:spcPct val="120000"/>
              </a:lnSpc>
              <a:spcBef>
                <a:spcPts val="0"/>
              </a:spcBef>
              <a:spcAft>
                <a:spcPts val="1000"/>
              </a:spcAft>
              <a:buFont typeface="Arial" panose="020B0604020202020204" pitchFamily="34" charset="0"/>
              <a:buNone/>
              <a:defRPr kumimoji="0" lang="zh-CN" altLang="en-US" sz="12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3pPr>
            <a:lvl4pPr marL="1028700" marR="0" lvl="3" indent="0" algn="l" defTabSz="914400" rtl="0" eaLnBrk="1" fontAlgn="auto" latinLnBrk="0" hangingPunct="1">
              <a:lnSpc>
                <a:spcPct val="120000"/>
              </a:lnSpc>
              <a:spcBef>
                <a:spcPts val="0"/>
              </a:spcBef>
              <a:spcAft>
                <a:spcPts val="1000"/>
              </a:spcAft>
              <a:buFont typeface="Arial" panose="020B0604020202020204" pitchFamily="34" charset="0"/>
              <a:buNone/>
              <a:defRPr kumimoji="0" lang="zh-CN" altLang="en-US" sz="12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4pPr>
            <a:lvl5pPr marL="1371600" marR="0" lvl="4" indent="0" algn="l" defTabSz="914400" rtl="0" eaLnBrk="1" fontAlgn="auto" latinLnBrk="0" hangingPunct="1">
              <a:lnSpc>
                <a:spcPct val="120000"/>
              </a:lnSpc>
              <a:spcBef>
                <a:spcPts val="0"/>
              </a:spcBef>
              <a:spcAft>
                <a:spcPts val="1000"/>
              </a:spcAft>
              <a:buFont typeface="Arial" panose="020B0604020202020204" pitchFamily="34" charset="0"/>
              <a:buNone/>
              <a:defRPr kumimoji="0" lang="zh-CN" altLang="en-US" sz="12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4" name="日期占位符 3"/>
          <p:cNvSpPr>
            <a:spLocks noGrp="1"/>
          </p:cNvSpPr>
          <p:nvPr>
            <p:ph type="dt" sz="half" idx="10"/>
            <p:custDataLst>
              <p:tags r:id="rId6"/>
            </p:custDataLst>
          </p:nvPr>
        </p:nvSpPr>
        <p:spPr/>
        <p:txBody>
          <a:bodyPr/>
          <a:lstStyle>
            <a:lvl1pPr>
              <a:lnSpc>
                <a:spcPct val="120000"/>
              </a:lnSpc>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7"/>
            </p:custDataLst>
          </p:nvPr>
        </p:nvSpPr>
        <p:spPr/>
        <p:txBody>
          <a:bodyPr/>
          <a:lstStyle>
            <a:lvl1pPr>
              <a:lnSpc>
                <a:spcPct val="120000"/>
              </a:lnSpc>
              <a:defRPr/>
            </a:lvl1pPr>
          </a:lstStyle>
          <a:p>
            <a:endParaRPr lang="zh-CN" altLang="en-US"/>
          </a:p>
        </p:txBody>
      </p:sp>
      <p:sp>
        <p:nvSpPr>
          <p:cNvPr id="6" name="灯片编号占位符 5"/>
          <p:cNvSpPr>
            <a:spLocks noGrp="1"/>
          </p:cNvSpPr>
          <p:nvPr>
            <p:ph type="sldNum" sz="quarter" idx="12"/>
            <p:custDataLst>
              <p:tags r:id="rId8"/>
            </p:custDataLst>
          </p:nvPr>
        </p:nvSpPr>
        <p:spPr/>
        <p:txBody>
          <a:bodyPr/>
          <a:lstStyle>
            <a:lvl1pPr>
              <a:lnSpc>
                <a:spcPct val="120000"/>
              </a:lnSpc>
              <a:defRPr/>
            </a:lvl1pPr>
          </a:lstStyle>
          <a:p>
            <a:fld id="{49AE70B2-8BF9-45C0-BB95-33D1B9D3A854}" type="slidenum">
              <a:rPr lang="zh-CN" altLang="en-US" smtClean="0"/>
            </a:fld>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userDrawn="1">
  <p:cSld name="节标题">
    <p:bg>
      <p:bgPr>
        <a:solidFill>
          <a:schemeClr val="bg2"/>
        </a:solidFill>
        <a:effectLst/>
      </p:bgPr>
    </p:bg>
    <p:spTree>
      <p:nvGrpSpPr>
        <p:cNvPr id="1" name=""/>
        <p:cNvGrpSpPr/>
        <p:nvPr/>
      </p:nvGrpSpPr>
      <p:grpSpPr>
        <a:xfrm>
          <a:off x="0" y="0"/>
          <a:ext cx="0" cy="0"/>
          <a:chOff x="0" y="0"/>
          <a:chExt cx="0" cy="0"/>
        </a:xfrm>
      </p:grpSpPr>
      <p:sp>
        <p:nvSpPr>
          <p:cNvPr id="10" name="矩形 9"/>
          <p:cNvSpPr/>
          <p:nvPr userDrawn="1">
            <p:custDataLst>
              <p:tags r:id="rId2"/>
            </p:custDataLst>
          </p:nvPr>
        </p:nvSpPr>
        <p:spPr>
          <a:xfrm>
            <a:off x="0" y="0"/>
            <a:ext cx="9144000" cy="1998000"/>
          </a:xfrm>
          <a:prstGeom prst="rect">
            <a:avLst/>
          </a:prstGeom>
          <a:solidFill>
            <a:schemeClr val="tx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latin typeface="微软雅黑" panose="020B0503020204020204" pitchFamily="34" charset="-122"/>
              <a:ea typeface="微软雅黑" panose="020B0503020204020204" pitchFamily="34" charset="-122"/>
              <a:sym typeface="+mn-ea"/>
            </a:endParaRPr>
          </a:p>
        </p:txBody>
      </p:sp>
      <p:grpSp>
        <p:nvGrpSpPr>
          <p:cNvPr id="5" name="组合 4"/>
          <p:cNvGrpSpPr/>
          <p:nvPr userDrawn="1">
            <p:custDataLst>
              <p:tags r:id="rId3"/>
            </p:custDataLst>
          </p:nvPr>
        </p:nvGrpSpPr>
        <p:grpSpPr>
          <a:xfrm>
            <a:off x="775811" y="1023461"/>
            <a:ext cx="3293745" cy="3468053"/>
            <a:chOff x="1034415" y="1364615"/>
            <a:chExt cx="4391660" cy="4624070"/>
          </a:xfrm>
          <a:effectLst>
            <a:outerShdw blurRad="50800" dist="38100" dir="5400000" algn="t" rotWithShape="0">
              <a:prstClr val="black">
                <a:alpha val="40000"/>
              </a:prstClr>
            </a:outerShdw>
          </a:effectLst>
        </p:grpSpPr>
        <p:sp>
          <p:nvSpPr>
            <p:cNvPr id="155" name="Freeform 34"/>
            <p:cNvSpPr/>
            <p:nvPr>
              <p:custDataLst>
                <p:tags r:id="rId4"/>
              </p:custDataLst>
            </p:nvPr>
          </p:nvSpPr>
          <p:spPr bwMode="auto">
            <a:xfrm>
              <a:off x="1034415" y="5509260"/>
              <a:ext cx="78105" cy="124460"/>
            </a:xfrm>
            <a:custGeom>
              <a:avLst/>
              <a:gdLst>
                <a:gd name="T0" fmla="*/ 44 w 48"/>
                <a:gd name="T1" fmla="*/ 77 h 77"/>
                <a:gd name="T2" fmla="*/ 7 w 48"/>
                <a:gd name="T3" fmla="*/ 0 h 77"/>
                <a:gd name="T4" fmla="*/ 44 w 48"/>
                <a:gd name="T5" fmla="*/ 77 h 77"/>
              </a:gdLst>
              <a:ahLst/>
              <a:cxnLst>
                <a:cxn ang="0">
                  <a:pos x="T0" y="T1"/>
                </a:cxn>
                <a:cxn ang="0">
                  <a:pos x="T2" y="T3"/>
                </a:cxn>
                <a:cxn ang="0">
                  <a:pos x="T4" y="T5"/>
                </a:cxn>
              </a:cxnLst>
              <a:rect l="0" t="0" r="r" b="b"/>
              <a:pathLst>
                <a:path w="48" h="77">
                  <a:moveTo>
                    <a:pt x="44" y="77"/>
                  </a:moveTo>
                  <a:cubicBezTo>
                    <a:pt x="44" y="77"/>
                    <a:pt x="0" y="64"/>
                    <a:pt x="7" y="0"/>
                  </a:cubicBezTo>
                  <a:cubicBezTo>
                    <a:pt x="7" y="0"/>
                    <a:pt x="48" y="21"/>
                    <a:pt x="44" y="77"/>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57" name="Freeform 35"/>
            <p:cNvSpPr/>
            <p:nvPr>
              <p:custDataLst>
                <p:tags r:id="rId5"/>
              </p:custDataLst>
            </p:nvPr>
          </p:nvSpPr>
          <p:spPr bwMode="auto">
            <a:xfrm>
              <a:off x="1099185" y="5510530"/>
              <a:ext cx="78105" cy="123190"/>
            </a:xfrm>
            <a:custGeom>
              <a:avLst/>
              <a:gdLst>
                <a:gd name="T0" fmla="*/ 4 w 48"/>
                <a:gd name="T1" fmla="*/ 76 h 76"/>
                <a:gd name="T2" fmla="*/ 42 w 48"/>
                <a:gd name="T3" fmla="*/ 0 h 76"/>
                <a:gd name="T4" fmla="*/ 4 w 48"/>
                <a:gd name="T5" fmla="*/ 76 h 76"/>
              </a:gdLst>
              <a:ahLst/>
              <a:cxnLst>
                <a:cxn ang="0">
                  <a:pos x="T0" y="T1"/>
                </a:cxn>
                <a:cxn ang="0">
                  <a:pos x="T2" y="T3"/>
                </a:cxn>
                <a:cxn ang="0">
                  <a:pos x="T4" y="T5"/>
                </a:cxn>
              </a:cxnLst>
              <a:rect l="0" t="0" r="r" b="b"/>
              <a:pathLst>
                <a:path w="48" h="76">
                  <a:moveTo>
                    <a:pt x="4" y="76"/>
                  </a:moveTo>
                  <a:cubicBezTo>
                    <a:pt x="4" y="76"/>
                    <a:pt x="48" y="64"/>
                    <a:pt x="42" y="0"/>
                  </a:cubicBezTo>
                  <a:cubicBezTo>
                    <a:pt x="42" y="0"/>
                    <a:pt x="0" y="20"/>
                    <a:pt x="4" y="76"/>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58" name="Freeform 36"/>
            <p:cNvSpPr/>
            <p:nvPr>
              <p:custDataLst>
                <p:tags r:id="rId6"/>
              </p:custDataLst>
            </p:nvPr>
          </p:nvSpPr>
          <p:spPr bwMode="auto">
            <a:xfrm>
              <a:off x="1058545" y="5445760"/>
              <a:ext cx="99695" cy="139065"/>
            </a:xfrm>
            <a:custGeom>
              <a:avLst/>
              <a:gdLst>
                <a:gd name="T0" fmla="*/ 28 w 61"/>
                <a:gd name="T1" fmla="*/ 86 h 86"/>
                <a:gd name="T2" fmla="*/ 27 w 61"/>
                <a:gd name="T3" fmla="*/ 0 h 86"/>
                <a:gd name="T4" fmla="*/ 28 w 61"/>
                <a:gd name="T5" fmla="*/ 86 h 86"/>
              </a:gdLst>
              <a:ahLst/>
              <a:cxnLst>
                <a:cxn ang="0">
                  <a:pos x="T0" y="T1"/>
                </a:cxn>
                <a:cxn ang="0">
                  <a:pos x="T2" y="T3"/>
                </a:cxn>
                <a:cxn ang="0">
                  <a:pos x="T4" y="T5"/>
                </a:cxn>
              </a:cxnLst>
              <a:rect l="0" t="0" r="r" b="b"/>
              <a:pathLst>
                <a:path w="61" h="86">
                  <a:moveTo>
                    <a:pt x="28" y="86"/>
                  </a:moveTo>
                  <a:cubicBezTo>
                    <a:pt x="28" y="86"/>
                    <a:pt x="61" y="54"/>
                    <a:pt x="27" y="0"/>
                  </a:cubicBezTo>
                  <a:cubicBezTo>
                    <a:pt x="27" y="0"/>
                    <a:pt x="0" y="40"/>
                    <a:pt x="28" y="86"/>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59" name="Freeform 37"/>
            <p:cNvSpPr/>
            <p:nvPr>
              <p:custDataLst>
                <p:tags r:id="rId7"/>
              </p:custDataLst>
            </p:nvPr>
          </p:nvSpPr>
          <p:spPr bwMode="auto">
            <a:xfrm>
              <a:off x="1694815" y="5888990"/>
              <a:ext cx="63500" cy="99695"/>
            </a:xfrm>
            <a:custGeom>
              <a:avLst/>
              <a:gdLst>
                <a:gd name="T0" fmla="*/ 35 w 39"/>
                <a:gd name="T1" fmla="*/ 62 h 62"/>
                <a:gd name="T2" fmla="*/ 5 w 39"/>
                <a:gd name="T3" fmla="*/ 0 h 62"/>
                <a:gd name="T4" fmla="*/ 35 w 39"/>
                <a:gd name="T5" fmla="*/ 62 h 62"/>
              </a:gdLst>
              <a:ahLst/>
              <a:cxnLst>
                <a:cxn ang="0">
                  <a:pos x="T0" y="T1"/>
                </a:cxn>
                <a:cxn ang="0">
                  <a:pos x="T2" y="T3"/>
                </a:cxn>
                <a:cxn ang="0">
                  <a:pos x="T4" y="T5"/>
                </a:cxn>
              </a:cxnLst>
              <a:rect l="0" t="0" r="r" b="b"/>
              <a:pathLst>
                <a:path w="39" h="62">
                  <a:moveTo>
                    <a:pt x="35" y="62"/>
                  </a:moveTo>
                  <a:cubicBezTo>
                    <a:pt x="35" y="62"/>
                    <a:pt x="0" y="52"/>
                    <a:pt x="5" y="0"/>
                  </a:cubicBezTo>
                  <a:cubicBezTo>
                    <a:pt x="5" y="0"/>
                    <a:pt x="39" y="17"/>
                    <a:pt x="35" y="62"/>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60" name="Freeform 38"/>
            <p:cNvSpPr/>
            <p:nvPr>
              <p:custDataLst>
                <p:tags r:id="rId8"/>
              </p:custDataLst>
            </p:nvPr>
          </p:nvSpPr>
          <p:spPr bwMode="auto">
            <a:xfrm>
              <a:off x="1746250" y="5890260"/>
              <a:ext cx="62230" cy="98425"/>
            </a:xfrm>
            <a:custGeom>
              <a:avLst/>
              <a:gdLst>
                <a:gd name="T0" fmla="*/ 3 w 38"/>
                <a:gd name="T1" fmla="*/ 61 h 61"/>
                <a:gd name="T2" fmla="*/ 34 w 38"/>
                <a:gd name="T3" fmla="*/ 0 h 61"/>
                <a:gd name="T4" fmla="*/ 3 w 38"/>
                <a:gd name="T5" fmla="*/ 61 h 61"/>
              </a:gdLst>
              <a:ahLst/>
              <a:cxnLst>
                <a:cxn ang="0">
                  <a:pos x="T0" y="T1"/>
                </a:cxn>
                <a:cxn ang="0">
                  <a:pos x="T2" y="T3"/>
                </a:cxn>
                <a:cxn ang="0">
                  <a:pos x="T4" y="T5"/>
                </a:cxn>
              </a:cxnLst>
              <a:rect l="0" t="0" r="r" b="b"/>
              <a:pathLst>
                <a:path w="38" h="61">
                  <a:moveTo>
                    <a:pt x="3" y="61"/>
                  </a:moveTo>
                  <a:cubicBezTo>
                    <a:pt x="3" y="61"/>
                    <a:pt x="38" y="52"/>
                    <a:pt x="34" y="0"/>
                  </a:cubicBezTo>
                  <a:cubicBezTo>
                    <a:pt x="34" y="0"/>
                    <a:pt x="0" y="16"/>
                    <a:pt x="3" y="61"/>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61" name="Freeform 39"/>
            <p:cNvSpPr/>
            <p:nvPr>
              <p:custDataLst>
                <p:tags r:id="rId9"/>
              </p:custDataLst>
            </p:nvPr>
          </p:nvSpPr>
          <p:spPr bwMode="auto">
            <a:xfrm>
              <a:off x="1712595" y="5838825"/>
              <a:ext cx="81280" cy="110490"/>
            </a:xfrm>
            <a:custGeom>
              <a:avLst/>
              <a:gdLst>
                <a:gd name="T0" fmla="*/ 24 w 50"/>
                <a:gd name="T1" fmla="*/ 69 h 69"/>
                <a:gd name="T2" fmla="*/ 22 w 50"/>
                <a:gd name="T3" fmla="*/ 0 h 69"/>
                <a:gd name="T4" fmla="*/ 24 w 50"/>
                <a:gd name="T5" fmla="*/ 69 h 69"/>
              </a:gdLst>
              <a:ahLst/>
              <a:cxnLst>
                <a:cxn ang="0">
                  <a:pos x="T0" y="T1"/>
                </a:cxn>
                <a:cxn ang="0">
                  <a:pos x="T2" y="T3"/>
                </a:cxn>
                <a:cxn ang="0">
                  <a:pos x="T4" y="T5"/>
                </a:cxn>
              </a:cxnLst>
              <a:rect l="0" t="0" r="r" b="b"/>
              <a:pathLst>
                <a:path w="50" h="69">
                  <a:moveTo>
                    <a:pt x="24" y="69"/>
                  </a:moveTo>
                  <a:cubicBezTo>
                    <a:pt x="24" y="69"/>
                    <a:pt x="50" y="43"/>
                    <a:pt x="22" y="0"/>
                  </a:cubicBezTo>
                  <a:cubicBezTo>
                    <a:pt x="22" y="0"/>
                    <a:pt x="0" y="32"/>
                    <a:pt x="24" y="69"/>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62" name="Freeform 40"/>
            <p:cNvSpPr/>
            <p:nvPr>
              <p:custDataLst>
                <p:tags r:id="rId10"/>
              </p:custDataLst>
            </p:nvPr>
          </p:nvSpPr>
          <p:spPr bwMode="auto">
            <a:xfrm>
              <a:off x="4357370" y="5834380"/>
              <a:ext cx="62230" cy="99695"/>
            </a:xfrm>
            <a:custGeom>
              <a:avLst/>
              <a:gdLst>
                <a:gd name="T0" fmla="*/ 35 w 39"/>
                <a:gd name="T1" fmla="*/ 62 h 62"/>
                <a:gd name="T2" fmla="*/ 5 w 39"/>
                <a:gd name="T3" fmla="*/ 0 h 62"/>
                <a:gd name="T4" fmla="*/ 35 w 39"/>
                <a:gd name="T5" fmla="*/ 62 h 62"/>
              </a:gdLst>
              <a:ahLst/>
              <a:cxnLst>
                <a:cxn ang="0">
                  <a:pos x="T0" y="T1"/>
                </a:cxn>
                <a:cxn ang="0">
                  <a:pos x="T2" y="T3"/>
                </a:cxn>
                <a:cxn ang="0">
                  <a:pos x="T4" y="T5"/>
                </a:cxn>
              </a:cxnLst>
              <a:rect l="0" t="0" r="r" b="b"/>
              <a:pathLst>
                <a:path w="39" h="62">
                  <a:moveTo>
                    <a:pt x="35" y="62"/>
                  </a:moveTo>
                  <a:cubicBezTo>
                    <a:pt x="35" y="62"/>
                    <a:pt x="0" y="52"/>
                    <a:pt x="5" y="0"/>
                  </a:cubicBezTo>
                  <a:cubicBezTo>
                    <a:pt x="5" y="0"/>
                    <a:pt x="39" y="17"/>
                    <a:pt x="35" y="62"/>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63" name="Freeform 41"/>
            <p:cNvSpPr/>
            <p:nvPr>
              <p:custDataLst>
                <p:tags r:id="rId11"/>
              </p:custDataLst>
            </p:nvPr>
          </p:nvSpPr>
          <p:spPr bwMode="auto">
            <a:xfrm>
              <a:off x="4408805" y="5834380"/>
              <a:ext cx="63500" cy="99695"/>
            </a:xfrm>
            <a:custGeom>
              <a:avLst/>
              <a:gdLst>
                <a:gd name="T0" fmla="*/ 3 w 39"/>
                <a:gd name="T1" fmla="*/ 62 h 62"/>
                <a:gd name="T2" fmla="*/ 34 w 39"/>
                <a:gd name="T3" fmla="*/ 0 h 62"/>
                <a:gd name="T4" fmla="*/ 3 w 39"/>
                <a:gd name="T5" fmla="*/ 62 h 62"/>
              </a:gdLst>
              <a:ahLst/>
              <a:cxnLst>
                <a:cxn ang="0">
                  <a:pos x="T0" y="T1"/>
                </a:cxn>
                <a:cxn ang="0">
                  <a:pos x="T2" y="T3"/>
                </a:cxn>
                <a:cxn ang="0">
                  <a:pos x="T4" y="T5"/>
                </a:cxn>
              </a:cxnLst>
              <a:rect l="0" t="0" r="r" b="b"/>
              <a:pathLst>
                <a:path w="39" h="62">
                  <a:moveTo>
                    <a:pt x="3" y="62"/>
                  </a:moveTo>
                  <a:cubicBezTo>
                    <a:pt x="3" y="62"/>
                    <a:pt x="39" y="52"/>
                    <a:pt x="34" y="0"/>
                  </a:cubicBezTo>
                  <a:cubicBezTo>
                    <a:pt x="34" y="0"/>
                    <a:pt x="0" y="17"/>
                    <a:pt x="3" y="62"/>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64" name="Freeform 42"/>
            <p:cNvSpPr/>
            <p:nvPr>
              <p:custDataLst>
                <p:tags r:id="rId12"/>
              </p:custDataLst>
            </p:nvPr>
          </p:nvSpPr>
          <p:spPr bwMode="auto">
            <a:xfrm>
              <a:off x="4376420" y="5784850"/>
              <a:ext cx="81280" cy="112395"/>
            </a:xfrm>
            <a:custGeom>
              <a:avLst/>
              <a:gdLst>
                <a:gd name="T0" fmla="*/ 23 w 50"/>
                <a:gd name="T1" fmla="*/ 69 h 69"/>
                <a:gd name="T2" fmla="*/ 22 w 50"/>
                <a:gd name="T3" fmla="*/ 0 h 69"/>
                <a:gd name="T4" fmla="*/ 23 w 50"/>
                <a:gd name="T5" fmla="*/ 69 h 69"/>
              </a:gdLst>
              <a:ahLst/>
              <a:cxnLst>
                <a:cxn ang="0">
                  <a:pos x="T0" y="T1"/>
                </a:cxn>
                <a:cxn ang="0">
                  <a:pos x="T2" y="T3"/>
                </a:cxn>
                <a:cxn ang="0">
                  <a:pos x="T4" y="T5"/>
                </a:cxn>
              </a:cxnLst>
              <a:rect l="0" t="0" r="r" b="b"/>
              <a:pathLst>
                <a:path w="50" h="69">
                  <a:moveTo>
                    <a:pt x="23" y="69"/>
                  </a:moveTo>
                  <a:cubicBezTo>
                    <a:pt x="23" y="69"/>
                    <a:pt x="50" y="43"/>
                    <a:pt x="22" y="0"/>
                  </a:cubicBezTo>
                  <a:cubicBezTo>
                    <a:pt x="22" y="0"/>
                    <a:pt x="0" y="32"/>
                    <a:pt x="23" y="69"/>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65" name="Freeform 49"/>
            <p:cNvSpPr/>
            <p:nvPr>
              <p:custDataLst>
                <p:tags r:id="rId13"/>
              </p:custDataLst>
            </p:nvPr>
          </p:nvSpPr>
          <p:spPr bwMode="auto">
            <a:xfrm>
              <a:off x="1217930" y="1370330"/>
              <a:ext cx="4204335" cy="2418080"/>
            </a:xfrm>
            <a:custGeom>
              <a:avLst/>
              <a:gdLst>
                <a:gd name="T0" fmla="*/ 2551 w 2593"/>
                <a:gd name="T1" fmla="*/ 1493 h 1493"/>
                <a:gd name="T2" fmla="*/ 41 w 2593"/>
                <a:gd name="T3" fmla="*/ 1493 h 1493"/>
                <a:gd name="T4" fmla="*/ 0 w 2593"/>
                <a:gd name="T5" fmla="*/ 1451 h 1493"/>
                <a:gd name="T6" fmla="*/ 0 w 2593"/>
                <a:gd name="T7" fmla="*/ 41 h 1493"/>
                <a:gd name="T8" fmla="*/ 41 w 2593"/>
                <a:gd name="T9" fmla="*/ 0 h 1493"/>
                <a:gd name="T10" fmla="*/ 2551 w 2593"/>
                <a:gd name="T11" fmla="*/ 0 h 1493"/>
                <a:gd name="T12" fmla="*/ 2593 w 2593"/>
                <a:gd name="T13" fmla="*/ 41 h 1493"/>
                <a:gd name="T14" fmla="*/ 2593 w 2593"/>
                <a:gd name="T15" fmla="*/ 1451 h 1493"/>
                <a:gd name="T16" fmla="*/ 2551 w 2593"/>
                <a:gd name="T17" fmla="*/ 1493 h 14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593" h="1493">
                  <a:moveTo>
                    <a:pt x="2551" y="1493"/>
                  </a:moveTo>
                  <a:cubicBezTo>
                    <a:pt x="41" y="1493"/>
                    <a:pt x="41" y="1493"/>
                    <a:pt x="41" y="1493"/>
                  </a:cubicBezTo>
                  <a:cubicBezTo>
                    <a:pt x="19" y="1493"/>
                    <a:pt x="0" y="1474"/>
                    <a:pt x="0" y="1451"/>
                  </a:cubicBezTo>
                  <a:cubicBezTo>
                    <a:pt x="0" y="41"/>
                    <a:pt x="0" y="41"/>
                    <a:pt x="0" y="41"/>
                  </a:cubicBezTo>
                  <a:cubicBezTo>
                    <a:pt x="0" y="18"/>
                    <a:pt x="19" y="0"/>
                    <a:pt x="41" y="0"/>
                  </a:cubicBezTo>
                  <a:cubicBezTo>
                    <a:pt x="2551" y="0"/>
                    <a:pt x="2551" y="0"/>
                    <a:pt x="2551" y="0"/>
                  </a:cubicBezTo>
                  <a:cubicBezTo>
                    <a:pt x="2574" y="0"/>
                    <a:pt x="2593" y="18"/>
                    <a:pt x="2593" y="41"/>
                  </a:cubicBezTo>
                  <a:cubicBezTo>
                    <a:pt x="2593" y="1451"/>
                    <a:pt x="2593" y="1451"/>
                    <a:pt x="2593" y="1451"/>
                  </a:cubicBezTo>
                  <a:cubicBezTo>
                    <a:pt x="2593" y="1474"/>
                    <a:pt x="2574" y="1493"/>
                    <a:pt x="2551" y="1493"/>
                  </a:cubicBezTo>
                  <a:close/>
                </a:path>
              </a:pathLst>
            </a:custGeom>
            <a:solidFill>
              <a:srgbClr val="FADD74"/>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66" name="Freeform 50"/>
            <p:cNvSpPr/>
            <p:nvPr>
              <p:custDataLst>
                <p:tags r:id="rId14"/>
              </p:custDataLst>
            </p:nvPr>
          </p:nvSpPr>
          <p:spPr bwMode="auto">
            <a:xfrm>
              <a:off x="1217930" y="1597025"/>
              <a:ext cx="1400810" cy="2191385"/>
            </a:xfrm>
            <a:custGeom>
              <a:avLst/>
              <a:gdLst>
                <a:gd name="T0" fmla="*/ 864 w 864"/>
                <a:gd name="T1" fmla="*/ 1353 h 1353"/>
                <a:gd name="T2" fmla="*/ 24 w 864"/>
                <a:gd name="T3" fmla="*/ 1353 h 1353"/>
                <a:gd name="T4" fmla="*/ 0 w 864"/>
                <a:gd name="T5" fmla="*/ 1329 h 1353"/>
                <a:gd name="T6" fmla="*/ 0 w 864"/>
                <a:gd name="T7" fmla="*/ 0 h 1353"/>
                <a:gd name="T8" fmla="*/ 864 w 864"/>
                <a:gd name="T9" fmla="*/ 0 h 1353"/>
                <a:gd name="T10" fmla="*/ 864 w 864"/>
                <a:gd name="T11" fmla="*/ 1353 h 1353"/>
              </a:gdLst>
              <a:ahLst/>
              <a:cxnLst>
                <a:cxn ang="0">
                  <a:pos x="T0" y="T1"/>
                </a:cxn>
                <a:cxn ang="0">
                  <a:pos x="T2" y="T3"/>
                </a:cxn>
                <a:cxn ang="0">
                  <a:pos x="T4" y="T5"/>
                </a:cxn>
                <a:cxn ang="0">
                  <a:pos x="T6" y="T7"/>
                </a:cxn>
                <a:cxn ang="0">
                  <a:pos x="T8" y="T9"/>
                </a:cxn>
                <a:cxn ang="0">
                  <a:pos x="T10" y="T11"/>
                </a:cxn>
              </a:cxnLst>
              <a:rect l="0" t="0" r="r" b="b"/>
              <a:pathLst>
                <a:path w="864" h="1353">
                  <a:moveTo>
                    <a:pt x="864" y="1353"/>
                  </a:moveTo>
                  <a:cubicBezTo>
                    <a:pt x="24" y="1353"/>
                    <a:pt x="24" y="1353"/>
                    <a:pt x="24" y="1353"/>
                  </a:cubicBezTo>
                  <a:cubicBezTo>
                    <a:pt x="11" y="1353"/>
                    <a:pt x="0" y="1342"/>
                    <a:pt x="0" y="1329"/>
                  </a:cubicBezTo>
                  <a:cubicBezTo>
                    <a:pt x="0" y="0"/>
                    <a:pt x="0" y="0"/>
                    <a:pt x="0" y="0"/>
                  </a:cubicBezTo>
                  <a:cubicBezTo>
                    <a:pt x="864" y="0"/>
                    <a:pt x="864" y="0"/>
                    <a:pt x="864" y="0"/>
                  </a:cubicBezTo>
                  <a:lnTo>
                    <a:pt x="864" y="1353"/>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67" name="Freeform 52"/>
            <p:cNvSpPr/>
            <p:nvPr>
              <p:custDataLst>
                <p:tags r:id="rId15"/>
              </p:custDataLst>
            </p:nvPr>
          </p:nvSpPr>
          <p:spPr bwMode="auto">
            <a:xfrm>
              <a:off x="1209675" y="1364615"/>
              <a:ext cx="4216400" cy="232410"/>
            </a:xfrm>
            <a:custGeom>
              <a:avLst/>
              <a:gdLst>
                <a:gd name="T0" fmla="*/ 5 w 2600"/>
                <a:gd name="T1" fmla="*/ 143 h 143"/>
                <a:gd name="T2" fmla="*/ 2598 w 2600"/>
                <a:gd name="T3" fmla="*/ 143 h 143"/>
                <a:gd name="T4" fmla="*/ 2598 w 2600"/>
                <a:gd name="T5" fmla="*/ 93 h 143"/>
                <a:gd name="T6" fmla="*/ 2569 w 2600"/>
                <a:gd name="T7" fmla="*/ 27 h 143"/>
                <a:gd name="T8" fmla="*/ 2504 w 2600"/>
                <a:gd name="T9" fmla="*/ 3 h 143"/>
                <a:gd name="T10" fmla="*/ 103 w 2600"/>
                <a:gd name="T11" fmla="*/ 3 h 143"/>
                <a:gd name="T12" fmla="*/ 34 w 2600"/>
                <a:gd name="T13" fmla="*/ 29 h 143"/>
                <a:gd name="T14" fmla="*/ 5 w 2600"/>
                <a:gd name="T15" fmla="*/ 104 h 143"/>
                <a:gd name="T16" fmla="*/ 5 w 2600"/>
                <a:gd name="T17" fmla="*/ 143 h 1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600" h="143">
                  <a:moveTo>
                    <a:pt x="5" y="143"/>
                  </a:moveTo>
                  <a:cubicBezTo>
                    <a:pt x="2598" y="143"/>
                    <a:pt x="2598" y="143"/>
                    <a:pt x="2598" y="143"/>
                  </a:cubicBezTo>
                  <a:cubicBezTo>
                    <a:pt x="2598" y="93"/>
                    <a:pt x="2598" y="93"/>
                    <a:pt x="2598" y="93"/>
                  </a:cubicBezTo>
                  <a:cubicBezTo>
                    <a:pt x="2598" y="93"/>
                    <a:pt x="2600" y="52"/>
                    <a:pt x="2569" y="27"/>
                  </a:cubicBezTo>
                  <a:cubicBezTo>
                    <a:pt x="2538" y="3"/>
                    <a:pt x="2511" y="3"/>
                    <a:pt x="2504" y="3"/>
                  </a:cubicBezTo>
                  <a:cubicBezTo>
                    <a:pt x="2498" y="3"/>
                    <a:pt x="103" y="3"/>
                    <a:pt x="103" y="3"/>
                  </a:cubicBezTo>
                  <a:cubicBezTo>
                    <a:pt x="103" y="3"/>
                    <a:pt x="68" y="0"/>
                    <a:pt x="34" y="29"/>
                  </a:cubicBezTo>
                  <a:cubicBezTo>
                    <a:pt x="0" y="58"/>
                    <a:pt x="5" y="104"/>
                    <a:pt x="5" y="104"/>
                  </a:cubicBezTo>
                  <a:lnTo>
                    <a:pt x="5" y="143"/>
                  </a:lnTo>
                  <a:close/>
                </a:path>
              </a:pathLst>
            </a:custGeom>
            <a:solidFill>
              <a:srgbClr val="34525C"/>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68" name="Freeform 131"/>
            <p:cNvSpPr/>
            <p:nvPr>
              <p:custDataLst>
                <p:tags r:id="rId16"/>
              </p:custDataLst>
            </p:nvPr>
          </p:nvSpPr>
          <p:spPr bwMode="auto">
            <a:xfrm>
              <a:off x="1292225" y="1665605"/>
              <a:ext cx="1253490" cy="1014730"/>
            </a:xfrm>
            <a:custGeom>
              <a:avLst/>
              <a:gdLst>
                <a:gd name="T0" fmla="*/ 646 w 773"/>
                <a:gd name="T1" fmla="*/ 624 h 626"/>
                <a:gd name="T2" fmla="*/ 12 w 773"/>
                <a:gd name="T3" fmla="*/ 502 h 626"/>
                <a:gd name="T4" fmla="*/ 2 w 773"/>
                <a:gd name="T5" fmla="*/ 487 h 626"/>
                <a:gd name="T6" fmla="*/ 112 w 773"/>
                <a:gd name="T7" fmla="*/ 11 h 626"/>
                <a:gd name="T8" fmla="*/ 128 w 773"/>
                <a:gd name="T9" fmla="*/ 1 h 626"/>
                <a:gd name="T10" fmla="*/ 761 w 773"/>
                <a:gd name="T11" fmla="*/ 124 h 626"/>
                <a:gd name="T12" fmla="*/ 772 w 773"/>
                <a:gd name="T13" fmla="*/ 138 h 626"/>
                <a:gd name="T14" fmla="*/ 662 w 773"/>
                <a:gd name="T15" fmla="*/ 615 h 626"/>
                <a:gd name="T16" fmla="*/ 646 w 773"/>
                <a:gd name="T17" fmla="*/ 624 h 6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73" h="626">
                  <a:moveTo>
                    <a:pt x="646" y="624"/>
                  </a:moveTo>
                  <a:cubicBezTo>
                    <a:pt x="12" y="502"/>
                    <a:pt x="12" y="502"/>
                    <a:pt x="12" y="502"/>
                  </a:cubicBezTo>
                  <a:cubicBezTo>
                    <a:pt x="5" y="500"/>
                    <a:pt x="0" y="494"/>
                    <a:pt x="2" y="487"/>
                  </a:cubicBezTo>
                  <a:cubicBezTo>
                    <a:pt x="112" y="11"/>
                    <a:pt x="112" y="11"/>
                    <a:pt x="112" y="11"/>
                  </a:cubicBezTo>
                  <a:cubicBezTo>
                    <a:pt x="113" y="4"/>
                    <a:pt x="120" y="0"/>
                    <a:pt x="128" y="1"/>
                  </a:cubicBezTo>
                  <a:cubicBezTo>
                    <a:pt x="761" y="124"/>
                    <a:pt x="761" y="124"/>
                    <a:pt x="761" y="124"/>
                  </a:cubicBezTo>
                  <a:cubicBezTo>
                    <a:pt x="768" y="125"/>
                    <a:pt x="773" y="132"/>
                    <a:pt x="772" y="138"/>
                  </a:cubicBezTo>
                  <a:cubicBezTo>
                    <a:pt x="662" y="615"/>
                    <a:pt x="662" y="615"/>
                    <a:pt x="662" y="615"/>
                  </a:cubicBezTo>
                  <a:cubicBezTo>
                    <a:pt x="660" y="622"/>
                    <a:pt x="653" y="626"/>
                    <a:pt x="646" y="624"/>
                  </a:cubicBezTo>
                  <a:close/>
                </a:path>
              </a:pathLst>
            </a:custGeom>
            <a:solidFill>
              <a:srgbClr val="FADD74"/>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69" name="Freeform 43"/>
            <p:cNvSpPr/>
            <p:nvPr>
              <p:custDataLst>
                <p:tags r:id="rId17"/>
              </p:custDataLst>
            </p:nvPr>
          </p:nvSpPr>
          <p:spPr bwMode="auto">
            <a:xfrm>
              <a:off x="3152775" y="5510530"/>
              <a:ext cx="74295" cy="117475"/>
            </a:xfrm>
            <a:custGeom>
              <a:avLst/>
              <a:gdLst>
                <a:gd name="T0" fmla="*/ 41 w 46"/>
                <a:gd name="T1" fmla="*/ 72 h 72"/>
                <a:gd name="T2" fmla="*/ 6 w 46"/>
                <a:gd name="T3" fmla="*/ 0 h 72"/>
                <a:gd name="T4" fmla="*/ 41 w 46"/>
                <a:gd name="T5" fmla="*/ 72 h 72"/>
              </a:gdLst>
              <a:ahLst/>
              <a:cxnLst>
                <a:cxn ang="0">
                  <a:pos x="T0" y="T1"/>
                </a:cxn>
                <a:cxn ang="0">
                  <a:pos x="T2" y="T3"/>
                </a:cxn>
                <a:cxn ang="0">
                  <a:pos x="T4" y="T5"/>
                </a:cxn>
              </a:cxnLst>
              <a:rect l="0" t="0" r="r" b="b"/>
              <a:pathLst>
                <a:path w="46" h="72">
                  <a:moveTo>
                    <a:pt x="41" y="72"/>
                  </a:moveTo>
                  <a:cubicBezTo>
                    <a:pt x="41" y="72"/>
                    <a:pt x="0" y="61"/>
                    <a:pt x="6" y="0"/>
                  </a:cubicBezTo>
                  <a:cubicBezTo>
                    <a:pt x="6" y="0"/>
                    <a:pt x="46" y="20"/>
                    <a:pt x="41" y="72"/>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70" name="Freeform 44"/>
            <p:cNvSpPr/>
            <p:nvPr>
              <p:custDataLst>
                <p:tags r:id="rId18"/>
              </p:custDataLst>
            </p:nvPr>
          </p:nvSpPr>
          <p:spPr bwMode="auto">
            <a:xfrm>
              <a:off x="3211830" y="5513070"/>
              <a:ext cx="75565" cy="114935"/>
            </a:xfrm>
            <a:custGeom>
              <a:avLst/>
              <a:gdLst>
                <a:gd name="T0" fmla="*/ 4 w 46"/>
                <a:gd name="T1" fmla="*/ 71 h 71"/>
                <a:gd name="T2" fmla="*/ 40 w 46"/>
                <a:gd name="T3" fmla="*/ 0 h 71"/>
                <a:gd name="T4" fmla="*/ 4 w 46"/>
                <a:gd name="T5" fmla="*/ 71 h 71"/>
              </a:gdLst>
              <a:ahLst/>
              <a:cxnLst>
                <a:cxn ang="0">
                  <a:pos x="T0" y="T1"/>
                </a:cxn>
                <a:cxn ang="0">
                  <a:pos x="T2" y="T3"/>
                </a:cxn>
                <a:cxn ang="0">
                  <a:pos x="T4" y="T5"/>
                </a:cxn>
              </a:cxnLst>
              <a:rect l="0" t="0" r="r" b="b"/>
              <a:pathLst>
                <a:path w="46" h="71">
                  <a:moveTo>
                    <a:pt x="4" y="71"/>
                  </a:moveTo>
                  <a:cubicBezTo>
                    <a:pt x="4" y="71"/>
                    <a:pt x="46" y="60"/>
                    <a:pt x="40" y="0"/>
                  </a:cubicBezTo>
                  <a:cubicBezTo>
                    <a:pt x="40" y="0"/>
                    <a:pt x="0" y="19"/>
                    <a:pt x="4" y="71"/>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71" name="Freeform 45"/>
            <p:cNvSpPr/>
            <p:nvPr>
              <p:custDataLst>
                <p:tags r:id="rId19"/>
              </p:custDataLst>
            </p:nvPr>
          </p:nvSpPr>
          <p:spPr bwMode="auto">
            <a:xfrm>
              <a:off x="3175635" y="5452110"/>
              <a:ext cx="93345" cy="130810"/>
            </a:xfrm>
            <a:custGeom>
              <a:avLst/>
              <a:gdLst>
                <a:gd name="T0" fmla="*/ 27 w 58"/>
                <a:gd name="T1" fmla="*/ 81 h 81"/>
                <a:gd name="T2" fmla="*/ 26 w 58"/>
                <a:gd name="T3" fmla="*/ 0 h 81"/>
                <a:gd name="T4" fmla="*/ 27 w 58"/>
                <a:gd name="T5" fmla="*/ 81 h 81"/>
              </a:gdLst>
              <a:ahLst/>
              <a:cxnLst>
                <a:cxn ang="0">
                  <a:pos x="T0" y="T1"/>
                </a:cxn>
                <a:cxn ang="0">
                  <a:pos x="T2" y="T3"/>
                </a:cxn>
                <a:cxn ang="0">
                  <a:pos x="T4" y="T5"/>
                </a:cxn>
              </a:cxnLst>
              <a:rect l="0" t="0" r="r" b="b"/>
              <a:pathLst>
                <a:path w="58" h="81">
                  <a:moveTo>
                    <a:pt x="27" y="81"/>
                  </a:moveTo>
                  <a:cubicBezTo>
                    <a:pt x="27" y="81"/>
                    <a:pt x="58" y="50"/>
                    <a:pt x="26" y="0"/>
                  </a:cubicBezTo>
                  <a:cubicBezTo>
                    <a:pt x="26" y="0"/>
                    <a:pt x="0" y="37"/>
                    <a:pt x="27" y="81"/>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72" name="Freeform 46"/>
            <p:cNvSpPr/>
            <p:nvPr>
              <p:custDataLst>
                <p:tags r:id="rId20"/>
              </p:custDataLst>
            </p:nvPr>
          </p:nvSpPr>
          <p:spPr bwMode="auto">
            <a:xfrm>
              <a:off x="5090795" y="5541645"/>
              <a:ext cx="75565" cy="118745"/>
            </a:xfrm>
            <a:custGeom>
              <a:avLst/>
              <a:gdLst>
                <a:gd name="T0" fmla="*/ 41 w 46"/>
                <a:gd name="T1" fmla="*/ 73 h 73"/>
                <a:gd name="T2" fmla="*/ 6 w 46"/>
                <a:gd name="T3" fmla="*/ 0 h 73"/>
                <a:gd name="T4" fmla="*/ 41 w 46"/>
                <a:gd name="T5" fmla="*/ 73 h 73"/>
              </a:gdLst>
              <a:ahLst/>
              <a:cxnLst>
                <a:cxn ang="0">
                  <a:pos x="T0" y="T1"/>
                </a:cxn>
                <a:cxn ang="0">
                  <a:pos x="T2" y="T3"/>
                </a:cxn>
                <a:cxn ang="0">
                  <a:pos x="T4" y="T5"/>
                </a:cxn>
              </a:cxnLst>
              <a:rect l="0" t="0" r="r" b="b"/>
              <a:pathLst>
                <a:path w="46" h="73">
                  <a:moveTo>
                    <a:pt x="41" y="73"/>
                  </a:moveTo>
                  <a:cubicBezTo>
                    <a:pt x="41" y="73"/>
                    <a:pt x="0" y="61"/>
                    <a:pt x="6" y="0"/>
                  </a:cubicBezTo>
                  <a:cubicBezTo>
                    <a:pt x="6" y="0"/>
                    <a:pt x="46" y="20"/>
                    <a:pt x="41" y="73"/>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73" name="Freeform 47"/>
            <p:cNvSpPr/>
            <p:nvPr>
              <p:custDataLst>
                <p:tags r:id="rId21"/>
              </p:custDataLst>
            </p:nvPr>
          </p:nvSpPr>
          <p:spPr bwMode="auto">
            <a:xfrm>
              <a:off x="5151755" y="5541645"/>
              <a:ext cx="74295" cy="118745"/>
            </a:xfrm>
            <a:custGeom>
              <a:avLst/>
              <a:gdLst>
                <a:gd name="T0" fmla="*/ 4 w 46"/>
                <a:gd name="T1" fmla="*/ 73 h 73"/>
                <a:gd name="T2" fmla="*/ 41 w 46"/>
                <a:gd name="T3" fmla="*/ 0 h 73"/>
                <a:gd name="T4" fmla="*/ 4 w 46"/>
                <a:gd name="T5" fmla="*/ 73 h 73"/>
              </a:gdLst>
              <a:ahLst/>
              <a:cxnLst>
                <a:cxn ang="0">
                  <a:pos x="T0" y="T1"/>
                </a:cxn>
                <a:cxn ang="0">
                  <a:pos x="T2" y="T3"/>
                </a:cxn>
                <a:cxn ang="0">
                  <a:pos x="T4" y="T5"/>
                </a:cxn>
              </a:cxnLst>
              <a:rect l="0" t="0" r="r" b="b"/>
              <a:pathLst>
                <a:path w="46" h="73">
                  <a:moveTo>
                    <a:pt x="4" y="73"/>
                  </a:moveTo>
                  <a:cubicBezTo>
                    <a:pt x="4" y="73"/>
                    <a:pt x="46" y="61"/>
                    <a:pt x="41" y="0"/>
                  </a:cubicBezTo>
                  <a:cubicBezTo>
                    <a:pt x="41" y="0"/>
                    <a:pt x="0" y="20"/>
                    <a:pt x="4" y="73"/>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74" name="Freeform 48"/>
            <p:cNvSpPr/>
            <p:nvPr>
              <p:custDataLst>
                <p:tags r:id="rId22"/>
              </p:custDataLst>
            </p:nvPr>
          </p:nvSpPr>
          <p:spPr bwMode="auto">
            <a:xfrm>
              <a:off x="5112385" y="5481955"/>
              <a:ext cx="95885" cy="132080"/>
            </a:xfrm>
            <a:custGeom>
              <a:avLst/>
              <a:gdLst>
                <a:gd name="T0" fmla="*/ 28 w 59"/>
                <a:gd name="T1" fmla="*/ 82 h 82"/>
                <a:gd name="T2" fmla="*/ 27 w 59"/>
                <a:gd name="T3" fmla="*/ 0 h 82"/>
                <a:gd name="T4" fmla="*/ 28 w 59"/>
                <a:gd name="T5" fmla="*/ 82 h 82"/>
              </a:gdLst>
              <a:ahLst/>
              <a:cxnLst>
                <a:cxn ang="0">
                  <a:pos x="T0" y="T1"/>
                </a:cxn>
                <a:cxn ang="0">
                  <a:pos x="T2" y="T3"/>
                </a:cxn>
                <a:cxn ang="0">
                  <a:pos x="T4" y="T5"/>
                </a:cxn>
              </a:cxnLst>
              <a:rect l="0" t="0" r="r" b="b"/>
              <a:pathLst>
                <a:path w="59" h="82">
                  <a:moveTo>
                    <a:pt x="28" y="82"/>
                  </a:moveTo>
                  <a:cubicBezTo>
                    <a:pt x="28" y="82"/>
                    <a:pt x="59" y="51"/>
                    <a:pt x="27" y="0"/>
                  </a:cubicBezTo>
                  <a:cubicBezTo>
                    <a:pt x="27" y="0"/>
                    <a:pt x="0" y="37"/>
                    <a:pt x="28" y="82"/>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75" name="Oval 32"/>
            <p:cNvSpPr>
              <a:spLocks noChangeArrowheads="1"/>
            </p:cNvSpPr>
            <p:nvPr>
              <p:custDataLst>
                <p:tags r:id="rId23"/>
              </p:custDataLst>
            </p:nvPr>
          </p:nvSpPr>
          <p:spPr bwMode="auto">
            <a:xfrm>
              <a:off x="1571625" y="5694045"/>
              <a:ext cx="1558925" cy="93345"/>
            </a:xfrm>
            <a:prstGeom prst="ellipse">
              <a:avLst/>
            </a:prstGeom>
            <a:solidFill>
              <a:schemeClr val="tx2"/>
            </a:solidFill>
            <a:ln>
              <a:noFill/>
            </a:ln>
          </p:spPr>
          <p:txBody>
            <a:bodyPr vert="horz" wrap="square" lIns="91440" tIns="45720" rIns="91440" bIns="45720" numCol="1" anchor="t" anchorCtr="0" compatLnSpc="1"/>
            <a:lstStyle/>
            <a:p>
              <a:endParaRPr lang="zh-CN" altLang="en-US"/>
            </a:p>
          </p:txBody>
        </p:sp>
        <p:sp>
          <p:nvSpPr>
            <p:cNvPr id="176" name="Oval 33"/>
            <p:cNvSpPr>
              <a:spLocks noChangeArrowheads="1"/>
            </p:cNvSpPr>
            <p:nvPr>
              <p:custDataLst>
                <p:tags r:id="rId24"/>
              </p:custDataLst>
            </p:nvPr>
          </p:nvSpPr>
          <p:spPr bwMode="auto">
            <a:xfrm>
              <a:off x="3864610" y="5681980"/>
              <a:ext cx="1558925" cy="94615"/>
            </a:xfrm>
            <a:prstGeom prst="ellipse">
              <a:avLst/>
            </a:prstGeom>
            <a:solidFill>
              <a:schemeClr val="tx2"/>
            </a:solidFill>
            <a:ln>
              <a:noFill/>
            </a:ln>
          </p:spPr>
          <p:txBody>
            <a:bodyPr vert="horz" wrap="square" lIns="91440" tIns="45720" rIns="91440" bIns="45720" numCol="1" anchor="t" anchorCtr="0" compatLnSpc="1"/>
            <a:lstStyle/>
            <a:p>
              <a:endParaRPr lang="zh-CN" altLang="en-US"/>
            </a:p>
          </p:txBody>
        </p:sp>
        <p:sp>
          <p:nvSpPr>
            <p:cNvPr id="177" name="Freeform 51"/>
            <p:cNvSpPr/>
            <p:nvPr>
              <p:custDataLst>
                <p:tags r:id="rId25"/>
              </p:custDataLst>
            </p:nvPr>
          </p:nvSpPr>
          <p:spPr bwMode="auto">
            <a:xfrm>
              <a:off x="4019550" y="1597025"/>
              <a:ext cx="1402080" cy="2191385"/>
            </a:xfrm>
            <a:custGeom>
              <a:avLst/>
              <a:gdLst>
                <a:gd name="T0" fmla="*/ 825 w 865"/>
                <a:gd name="T1" fmla="*/ 1353 h 1353"/>
                <a:gd name="T2" fmla="*/ 0 w 865"/>
                <a:gd name="T3" fmla="*/ 1353 h 1353"/>
                <a:gd name="T4" fmla="*/ 0 w 865"/>
                <a:gd name="T5" fmla="*/ 0 h 1353"/>
                <a:gd name="T6" fmla="*/ 865 w 865"/>
                <a:gd name="T7" fmla="*/ 0 h 1353"/>
                <a:gd name="T8" fmla="*/ 865 w 865"/>
                <a:gd name="T9" fmla="*/ 1313 h 1353"/>
                <a:gd name="T10" fmla="*/ 825 w 865"/>
                <a:gd name="T11" fmla="*/ 1353 h 1353"/>
              </a:gdLst>
              <a:ahLst/>
              <a:cxnLst>
                <a:cxn ang="0">
                  <a:pos x="T0" y="T1"/>
                </a:cxn>
                <a:cxn ang="0">
                  <a:pos x="T2" y="T3"/>
                </a:cxn>
                <a:cxn ang="0">
                  <a:pos x="T4" y="T5"/>
                </a:cxn>
                <a:cxn ang="0">
                  <a:pos x="T6" y="T7"/>
                </a:cxn>
                <a:cxn ang="0">
                  <a:pos x="T8" y="T9"/>
                </a:cxn>
                <a:cxn ang="0">
                  <a:pos x="T10" y="T11"/>
                </a:cxn>
              </a:cxnLst>
              <a:rect l="0" t="0" r="r" b="b"/>
              <a:pathLst>
                <a:path w="865" h="1353">
                  <a:moveTo>
                    <a:pt x="825" y="1353"/>
                  </a:moveTo>
                  <a:cubicBezTo>
                    <a:pt x="0" y="1353"/>
                    <a:pt x="0" y="1353"/>
                    <a:pt x="0" y="1353"/>
                  </a:cubicBezTo>
                  <a:cubicBezTo>
                    <a:pt x="0" y="0"/>
                    <a:pt x="0" y="0"/>
                    <a:pt x="0" y="0"/>
                  </a:cubicBezTo>
                  <a:cubicBezTo>
                    <a:pt x="865" y="0"/>
                    <a:pt x="865" y="0"/>
                    <a:pt x="865" y="0"/>
                  </a:cubicBezTo>
                  <a:cubicBezTo>
                    <a:pt x="865" y="1313"/>
                    <a:pt x="865" y="1313"/>
                    <a:pt x="865" y="1313"/>
                  </a:cubicBezTo>
                  <a:cubicBezTo>
                    <a:pt x="865" y="1335"/>
                    <a:pt x="847" y="1353"/>
                    <a:pt x="825" y="1353"/>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78" name="Oval 53"/>
            <p:cNvSpPr>
              <a:spLocks noChangeArrowheads="1"/>
            </p:cNvSpPr>
            <p:nvPr>
              <p:custDataLst>
                <p:tags r:id="rId26"/>
              </p:custDataLst>
            </p:nvPr>
          </p:nvSpPr>
          <p:spPr bwMode="auto">
            <a:xfrm>
              <a:off x="1416685" y="1444625"/>
              <a:ext cx="83820" cy="78105"/>
            </a:xfrm>
            <a:prstGeom prst="ellipse">
              <a:avLst/>
            </a:prstGeom>
            <a:solidFill>
              <a:srgbClr val="E6332A"/>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79" name="Oval 54"/>
            <p:cNvSpPr>
              <a:spLocks noChangeArrowheads="1"/>
            </p:cNvSpPr>
            <p:nvPr>
              <p:custDataLst>
                <p:tags r:id="rId27"/>
              </p:custDataLst>
            </p:nvPr>
          </p:nvSpPr>
          <p:spPr bwMode="auto">
            <a:xfrm>
              <a:off x="1656715" y="1444625"/>
              <a:ext cx="86360" cy="78105"/>
            </a:xfrm>
            <a:prstGeom prst="ellipse">
              <a:avLst/>
            </a:prstGeom>
            <a:solidFill>
              <a:srgbClr val="74C8D6"/>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80" name="Oval 55"/>
            <p:cNvSpPr>
              <a:spLocks noChangeArrowheads="1"/>
            </p:cNvSpPr>
            <p:nvPr>
              <p:custDataLst>
                <p:tags r:id="rId28"/>
              </p:custDataLst>
            </p:nvPr>
          </p:nvSpPr>
          <p:spPr bwMode="auto">
            <a:xfrm>
              <a:off x="1899920" y="1444625"/>
              <a:ext cx="85090" cy="78105"/>
            </a:xfrm>
            <a:prstGeom prst="ellipse">
              <a:avLst/>
            </a:prstGeom>
            <a:solidFill>
              <a:srgbClr val="FADD74"/>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81" name="Freeform 56"/>
            <p:cNvSpPr/>
            <p:nvPr>
              <p:custDataLst>
                <p:tags r:id="rId29"/>
              </p:custDataLst>
            </p:nvPr>
          </p:nvSpPr>
          <p:spPr bwMode="auto">
            <a:xfrm>
              <a:off x="2140585" y="1424305"/>
              <a:ext cx="2831465" cy="123190"/>
            </a:xfrm>
            <a:custGeom>
              <a:avLst/>
              <a:gdLst>
                <a:gd name="T0" fmla="*/ 1738 w 1746"/>
                <a:gd name="T1" fmla="*/ 76 h 76"/>
                <a:gd name="T2" fmla="*/ 8 w 1746"/>
                <a:gd name="T3" fmla="*/ 76 h 76"/>
                <a:gd name="T4" fmla="*/ 0 w 1746"/>
                <a:gd name="T5" fmla="*/ 67 h 76"/>
                <a:gd name="T6" fmla="*/ 0 w 1746"/>
                <a:gd name="T7" fmla="*/ 8 h 76"/>
                <a:gd name="T8" fmla="*/ 8 w 1746"/>
                <a:gd name="T9" fmla="*/ 0 h 76"/>
                <a:gd name="T10" fmla="*/ 1738 w 1746"/>
                <a:gd name="T11" fmla="*/ 0 h 76"/>
                <a:gd name="T12" fmla="*/ 1746 w 1746"/>
                <a:gd name="T13" fmla="*/ 8 h 76"/>
                <a:gd name="T14" fmla="*/ 1746 w 1746"/>
                <a:gd name="T15" fmla="*/ 67 h 76"/>
                <a:gd name="T16" fmla="*/ 1738 w 1746"/>
                <a:gd name="T17" fmla="*/ 76 h 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46" h="76">
                  <a:moveTo>
                    <a:pt x="1738" y="76"/>
                  </a:moveTo>
                  <a:cubicBezTo>
                    <a:pt x="8" y="76"/>
                    <a:pt x="8" y="76"/>
                    <a:pt x="8" y="76"/>
                  </a:cubicBezTo>
                  <a:cubicBezTo>
                    <a:pt x="3" y="76"/>
                    <a:pt x="0" y="72"/>
                    <a:pt x="0" y="67"/>
                  </a:cubicBezTo>
                  <a:cubicBezTo>
                    <a:pt x="0" y="8"/>
                    <a:pt x="0" y="8"/>
                    <a:pt x="0" y="8"/>
                  </a:cubicBezTo>
                  <a:cubicBezTo>
                    <a:pt x="0" y="4"/>
                    <a:pt x="3" y="0"/>
                    <a:pt x="8" y="0"/>
                  </a:cubicBezTo>
                  <a:cubicBezTo>
                    <a:pt x="1738" y="0"/>
                    <a:pt x="1738" y="0"/>
                    <a:pt x="1738" y="0"/>
                  </a:cubicBezTo>
                  <a:cubicBezTo>
                    <a:pt x="1742" y="0"/>
                    <a:pt x="1746" y="4"/>
                    <a:pt x="1746" y="8"/>
                  </a:cubicBezTo>
                  <a:cubicBezTo>
                    <a:pt x="1746" y="67"/>
                    <a:pt x="1746" y="67"/>
                    <a:pt x="1746" y="67"/>
                  </a:cubicBezTo>
                  <a:cubicBezTo>
                    <a:pt x="1746" y="72"/>
                    <a:pt x="1742" y="76"/>
                    <a:pt x="1738" y="76"/>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82" name="Freeform 57"/>
            <p:cNvSpPr/>
            <p:nvPr>
              <p:custDataLst>
                <p:tags r:id="rId30"/>
              </p:custDataLst>
            </p:nvPr>
          </p:nvSpPr>
          <p:spPr bwMode="auto">
            <a:xfrm>
              <a:off x="1386840" y="2843530"/>
              <a:ext cx="1092835" cy="650875"/>
            </a:xfrm>
            <a:custGeom>
              <a:avLst/>
              <a:gdLst>
                <a:gd name="T0" fmla="*/ 660 w 674"/>
                <a:gd name="T1" fmla="*/ 402 h 402"/>
                <a:gd name="T2" fmla="*/ 14 w 674"/>
                <a:gd name="T3" fmla="*/ 402 h 402"/>
                <a:gd name="T4" fmla="*/ 0 w 674"/>
                <a:gd name="T5" fmla="*/ 388 h 402"/>
                <a:gd name="T6" fmla="*/ 0 w 674"/>
                <a:gd name="T7" fmla="*/ 15 h 402"/>
                <a:gd name="T8" fmla="*/ 14 w 674"/>
                <a:gd name="T9" fmla="*/ 0 h 402"/>
                <a:gd name="T10" fmla="*/ 660 w 674"/>
                <a:gd name="T11" fmla="*/ 0 h 402"/>
                <a:gd name="T12" fmla="*/ 674 w 674"/>
                <a:gd name="T13" fmla="*/ 15 h 402"/>
                <a:gd name="T14" fmla="*/ 674 w 674"/>
                <a:gd name="T15" fmla="*/ 388 h 402"/>
                <a:gd name="T16" fmla="*/ 660 w 674"/>
                <a:gd name="T17" fmla="*/ 402 h 4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74" h="402">
                  <a:moveTo>
                    <a:pt x="660" y="402"/>
                  </a:moveTo>
                  <a:cubicBezTo>
                    <a:pt x="14" y="402"/>
                    <a:pt x="14" y="402"/>
                    <a:pt x="14" y="402"/>
                  </a:cubicBezTo>
                  <a:cubicBezTo>
                    <a:pt x="6" y="402"/>
                    <a:pt x="0" y="396"/>
                    <a:pt x="0" y="388"/>
                  </a:cubicBezTo>
                  <a:cubicBezTo>
                    <a:pt x="0" y="15"/>
                    <a:pt x="0" y="15"/>
                    <a:pt x="0" y="15"/>
                  </a:cubicBezTo>
                  <a:cubicBezTo>
                    <a:pt x="0" y="7"/>
                    <a:pt x="6" y="0"/>
                    <a:pt x="14" y="0"/>
                  </a:cubicBezTo>
                  <a:cubicBezTo>
                    <a:pt x="660" y="0"/>
                    <a:pt x="660" y="0"/>
                    <a:pt x="660" y="0"/>
                  </a:cubicBezTo>
                  <a:cubicBezTo>
                    <a:pt x="668" y="0"/>
                    <a:pt x="674" y="7"/>
                    <a:pt x="674" y="15"/>
                  </a:cubicBezTo>
                  <a:cubicBezTo>
                    <a:pt x="674" y="388"/>
                    <a:pt x="674" y="388"/>
                    <a:pt x="674" y="388"/>
                  </a:cubicBezTo>
                  <a:cubicBezTo>
                    <a:pt x="674" y="396"/>
                    <a:pt x="668" y="402"/>
                    <a:pt x="660" y="402"/>
                  </a:cubicBezTo>
                  <a:close/>
                </a:path>
              </a:pathLst>
            </a:custGeom>
            <a:solidFill>
              <a:srgbClr val="DADADA"/>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83" name="Rectangle 58"/>
            <p:cNvSpPr>
              <a:spLocks noChangeArrowheads="1"/>
            </p:cNvSpPr>
            <p:nvPr>
              <p:custDataLst>
                <p:tags r:id="rId31"/>
              </p:custDataLst>
            </p:nvPr>
          </p:nvSpPr>
          <p:spPr bwMode="auto">
            <a:xfrm>
              <a:off x="1459865" y="3169285"/>
              <a:ext cx="581025" cy="71755"/>
            </a:xfrm>
            <a:prstGeom prst="rect">
              <a:avLst/>
            </a:prstGeom>
            <a:solidFill>
              <a:srgbClr val="E6332A"/>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184" name="Rectangle 59"/>
            <p:cNvSpPr>
              <a:spLocks noChangeArrowheads="1"/>
            </p:cNvSpPr>
            <p:nvPr>
              <p:custDataLst>
                <p:tags r:id="rId32"/>
              </p:custDataLst>
            </p:nvPr>
          </p:nvSpPr>
          <p:spPr bwMode="auto">
            <a:xfrm>
              <a:off x="1459865" y="3382645"/>
              <a:ext cx="898525" cy="71755"/>
            </a:xfrm>
            <a:prstGeom prst="rect">
              <a:avLst/>
            </a:prstGeom>
            <a:solidFill>
              <a:srgbClr val="FADD7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185" name="Rectangle 60"/>
            <p:cNvSpPr>
              <a:spLocks noChangeArrowheads="1"/>
            </p:cNvSpPr>
            <p:nvPr>
              <p:custDataLst>
                <p:tags r:id="rId33"/>
              </p:custDataLst>
            </p:nvPr>
          </p:nvSpPr>
          <p:spPr bwMode="auto">
            <a:xfrm>
              <a:off x="1459865" y="3278505"/>
              <a:ext cx="502285" cy="7175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186" name="Rectangle 61"/>
            <p:cNvSpPr>
              <a:spLocks noChangeArrowheads="1"/>
            </p:cNvSpPr>
            <p:nvPr>
              <p:custDataLst>
                <p:tags r:id="rId34"/>
              </p:custDataLst>
            </p:nvPr>
          </p:nvSpPr>
          <p:spPr bwMode="auto">
            <a:xfrm>
              <a:off x="1454150" y="2903220"/>
              <a:ext cx="278130" cy="228600"/>
            </a:xfrm>
            <a:prstGeom prst="rect">
              <a:avLst/>
            </a:prstGeom>
            <a:solidFill>
              <a:srgbClr val="00DDFE"/>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187" name="Rectangle 62"/>
            <p:cNvSpPr>
              <a:spLocks noChangeArrowheads="1"/>
            </p:cNvSpPr>
            <p:nvPr>
              <p:custDataLst>
                <p:tags r:id="rId35"/>
              </p:custDataLst>
            </p:nvPr>
          </p:nvSpPr>
          <p:spPr bwMode="auto">
            <a:xfrm>
              <a:off x="1783715" y="2903220"/>
              <a:ext cx="276860" cy="228600"/>
            </a:xfrm>
            <a:prstGeom prst="rect">
              <a:avLst/>
            </a:prstGeom>
            <a:solidFill>
              <a:srgbClr val="FADD7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188" name="Rectangle 63"/>
            <p:cNvSpPr>
              <a:spLocks noChangeArrowheads="1"/>
            </p:cNvSpPr>
            <p:nvPr>
              <p:custDataLst>
                <p:tags r:id="rId36"/>
              </p:custDataLst>
            </p:nvPr>
          </p:nvSpPr>
          <p:spPr bwMode="auto">
            <a:xfrm>
              <a:off x="2113915" y="2903220"/>
              <a:ext cx="276860" cy="228600"/>
            </a:xfrm>
            <a:prstGeom prst="rect">
              <a:avLst/>
            </a:prstGeom>
            <a:solidFill>
              <a:srgbClr val="34525C"/>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189" name="Freeform 64"/>
            <p:cNvSpPr/>
            <p:nvPr>
              <p:custDataLst>
                <p:tags r:id="rId37"/>
              </p:custDataLst>
            </p:nvPr>
          </p:nvSpPr>
          <p:spPr bwMode="auto">
            <a:xfrm>
              <a:off x="4175125" y="1726565"/>
              <a:ext cx="1094105" cy="648335"/>
            </a:xfrm>
            <a:custGeom>
              <a:avLst/>
              <a:gdLst>
                <a:gd name="T0" fmla="*/ 660 w 675"/>
                <a:gd name="T1" fmla="*/ 401 h 401"/>
                <a:gd name="T2" fmla="*/ 15 w 675"/>
                <a:gd name="T3" fmla="*/ 401 h 401"/>
                <a:gd name="T4" fmla="*/ 0 w 675"/>
                <a:gd name="T5" fmla="*/ 387 h 401"/>
                <a:gd name="T6" fmla="*/ 0 w 675"/>
                <a:gd name="T7" fmla="*/ 14 h 401"/>
                <a:gd name="T8" fmla="*/ 15 w 675"/>
                <a:gd name="T9" fmla="*/ 0 h 401"/>
                <a:gd name="T10" fmla="*/ 660 w 675"/>
                <a:gd name="T11" fmla="*/ 0 h 401"/>
                <a:gd name="T12" fmla="*/ 675 w 675"/>
                <a:gd name="T13" fmla="*/ 14 h 401"/>
                <a:gd name="T14" fmla="*/ 675 w 675"/>
                <a:gd name="T15" fmla="*/ 387 h 401"/>
                <a:gd name="T16" fmla="*/ 660 w 675"/>
                <a:gd name="T17" fmla="*/ 401 h 4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75" h="401">
                  <a:moveTo>
                    <a:pt x="660" y="401"/>
                  </a:moveTo>
                  <a:cubicBezTo>
                    <a:pt x="15" y="401"/>
                    <a:pt x="15" y="401"/>
                    <a:pt x="15" y="401"/>
                  </a:cubicBezTo>
                  <a:cubicBezTo>
                    <a:pt x="7" y="401"/>
                    <a:pt x="0" y="395"/>
                    <a:pt x="0" y="387"/>
                  </a:cubicBezTo>
                  <a:cubicBezTo>
                    <a:pt x="0" y="14"/>
                    <a:pt x="0" y="14"/>
                    <a:pt x="0" y="14"/>
                  </a:cubicBezTo>
                  <a:cubicBezTo>
                    <a:pt x="0" y="6"/>
                    <a:pt x="7" y="0"/>
                    <a:pt x="15" y="0"/>
                  </a:cubicBezTo>
                  <a:cubicBezTo>
                    <a:pt x="660" y="0"/>
                    <a:pt x="660" y="0"/>
                    <a:pt x="660" y="0"/>
                  </a:cubicBezTo>
                  <a:cubicBezTo>
                    <a:pt x="668" y="0"/>
                    <a:pt x="675" y="6"/>
                    <a:pt x="675" y="14"/>
                  </a:cubicBezTo>
                  <a:cubicBezTo>
                    <a:pt x="675" y="387"/>
                    <a:pt x="675" y="387"/>
                    <a:pt x="675" y="387"/>
                  </a:cubicBezTo>
                  <a:cubicBezTo>
                    <a:pt x="675" y="395"/>
                    <a:pt x="668" y="401"/>
                    <a:pt x="660" y="401"/>
                  </a:cubicBezTo>
                  <a:close/>
                </a:path>
              </a:pathLst>
            </a:custGeom>
            <a:solidFill>
              <a:srgbClr val="DADADA"/>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90" name="Rectangle 65"/>
            <p:cNvSpPr>
              <a:spLocks noChangeArrowheads="1"/>
            </p:cNvSpPr>
            <p:nvPr>
              <p:custDataLst>
                <p:tags r:id="rId38"/>
              </p:custDataLst>
            </p:nvPr>
          </p:nvSpPr>
          <p:spPr bwMode="auto">
            <a:xfrm>
              <a:off x="4249420" y="2049780"/>
              <a:ext cx="581025" cy="71755"/>
            </a:xfrm>
            <a:prstGeom prst="rect">
              <a:avLst/>
            </a:prstGeom>
            <a:solidFill>
              <a:srgbClr val="E6332A"/>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191" name="Rectangle 66"/>
            <p:cNvSpPr>
              <a:spLocks noChangeArrowheads="1"/>
            </p:cNvSpPr>
            <p:nvPr>
              <p:custDataLst>
                <p:tags r:id="rId39"/>
              </p:custDataLst>
            </p:nvPr>
          </p:nvSpPr>
          <p:spPr bwMode="auto">
            <a:xfrm>
              <a:off x="4249420" y="2264410"/>
              <a:ext cx="897255" cy="70485"/>
            </a:xfrm>
            <a:prstGeom prst="rect">
              <a:avLst/>
            </a:prstGeom>
            <a:solidFill>
              <a:srgbClr val="FADD7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192" name="Rectangle 67"/>
            <p:cNvSpPr>
              <a:spLocks noChangeArrowheads="1"/>
            </p:cNvSpPr>
            <p:nvPr>
              <p:custDataLst>
                <p:tags r:id="rId40"/>
              </p:custDataLst>
            </p:nvPr>
          </p:nvSpPr>
          <p:spPr bwMode="auto">
            <a:xfrm>
              <a:off x="4249420" y="2160270"/>
              <a:ext cx="504190" cy="7175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193" name="Rectangle 68"/>
            <p:cNvSpPr>
              <a:spLocks noChangeArrowheads="1"/>
            </p:cNvSpPr>
            <p:nvPr>
              <p:custDataLst>
                <p:tags r:id="rId41"/>
              </p:custDataLst>
            </p:nvPr>
          </p:nvSpPr>
          <p:spPr bwMode="auto">
            <a:xfrm>
              <a:off x="4245610" y="1786255"/>
              <a:ext cx="275590" cy="226695"/>
            </a:xfrm>
            <a:prstGeom prst="rect">
              <a:avLst/>
            </a:prstGeom>
            <a:solidFill>
              <a:srgbClr val="00DDFE"/>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194" name="Rectangle 69"/>
            <p:cNvSpPr>
              <a:spLocks noChangeArrowheads="1"/>
            </p:cNvSpPr>
            <p:nvPr>
              <p:custDataLst>
                <p:tags r:id="rId42"/>
              </p:custDataLst>
            </p:nvPr>
          </p:nvSpPr>
          <p:spPr bwMode="auto">
            <a:xfrm>
              <a:off x="4573905" y="1786255"/>
              <a:ext cx="276860" cy="226695"/>
            </a:xfrm>
            <a:prstGeom prst="rect">
              <a:avLst/>
            </a:prstGeom>
            <a:solidFill>
              <a:srgbClr val="FADD7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195" name="Rectangle 70"/>
            <p:cNvSpPr>
              <a:spLocks noChangeArrowheads="1"/>
            </p:cNvSpPr>
            <p:nvPr>
              <p:custDataLst>
                <p:tags r:id="rId43"/>
              </p:custDataLst>
            </p:nvPr>
          </p:nvSpPr>
          <p:spPr bwMode="auto">
            <a:xfrm>
              <a:off x="4903470" y="1786255"/>
              <a:ext cx="275590" cy="226695"/>
            </a:xfrm>
            <a:prstGeom prst="rect">
              <a:avLst/>
            </a:prstGeom>
            <a:solidFill>
              <a:srgbClr val="34525C"/>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196" name="Freeform 71"/>
            <p:cNvSpPr/>
            <p:nvPr>
              <p:custDataLst>
                <p:tags r:id="rId44"/>
              </p:custDataLst>
            </p:nvPr>
          </p:nvSpPr>
          <p:spPr bwMode="auto">
            <a:xfrm>
              <a:off x="2856865" y="3112770"/>
              <a:ext cx="371475" cy="554990"/>
            </a:xfrm>
            <a:custGeom>
              <a:avLst/>
              <a:gdLst>
                <a:gd name="T0" fmla="*/ 0 w 275"/>
                <a:gd name="T1" fmla="*/ 319 h 411"/>
                <a:gd name="T2" fmla="*/ 113 w 275"/>
                <a:gd name="T3" fmla="*/ 253 h 411"/>
                <a:gd name="T4" fmla="*/ 230 w 275"/>
                <a:gd name="T5" fmla="*/ 0 h 411"/>
                <a:gd name="T6" fmla="*/ 275 w 275"/>
                <a:gd name="T7" fmla="*/ 11 h 411"/>
                <a:gd name="T8" fmla="*/ 177 w 275"/>
                <a:gd name="T9" fmla="*/ 283 h 411"/>
                <a:gd name="T10" fmla="*/ 50 w 275"/>
                <a:gd name="T11" fmla="*/ 411 h 411"/>
                <a:gd name="T12" fmla="*/ 0 w 275"/>
                <a:gd name="T13" fmla="*/ 319 h 411"/>
              </a:gdLst>
              <a:ahLst/>
              <a:cxnLst>
                <a:cxn ang="0">
                  <a:pos x="T0" y="T1"/>
                </a:cxn>
                <a:cxn ang="0">
                  <a:pos x="T2" y="T3"/>
                </a:cxn>
                <a:cxn ang="0">
                  <a:pos x="T4" y="T5"/>
                </a:cxn>
                <a:cxn ang="0">
                  <a:pos x="T6" y="T7"/>
                </a:cxn>
                <a:cxn ang="0">
                  <a:pos x="T8" y="T9"/>
                </a:cxn>
                <a:cxn ang="0">
                  <a:pos x="T10" y="T11"/>
                </a:cxn>
                <a:cxn ang="0">
                  <a:pos x="T12" y="T13"/>
                </a:cxn>
              </a:cxnLst>
              <a:rect l="0" t="0" r="r" b="b"/>
              <a:pathLst>
                <a:path w="275" h="411">
                  <a:moveTo>
                    <a:pt x="0" y="319"/>
                  </a:moveTo>
                  <a:lnTo>
                    <a:pt x="113" y="253"/>
                  </a:lnTo>
                  <a:lnTo>
                    <a:pt x="230" y="0"/>
                  </a:lnTo>
                  <a:lnTo>
                    <a:pt x="275" y="11"/>
                  </a:lnTo>
                  <a:lnTo>
                    <a:pt x="177" y="283"/>
                  </a:lnTo>
                  <a:lnTo>
                    <a:pt x="50" y="411"/>
                  </a:lnTo>
                  <a:lnTo>
                    <a:pt x="0" y="319"/>
                  </a:lnTo>
                  <a:close/>
                </a:path>
              </a:pathLst>
            </a:custGeom>
            <a:solidFill>
              <a:srgbClr val="FFE7C5"/>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97" name="Freeform 72"/>
            <p:cNvSpPr/>
            <p:nvPr>
              <p:custDataLst>
                <p:tags r:id="rId45"/>
              </p:custDataLst>
            </p:nvPr>
          </p:nvSpPr>
          <p:spPr bwMode="auto">
            <a:xfrm>
              <a:off x="2560955" y="1791335"/>
              <a:ext cx="1238885" cy="1332230"/>
            </a:xfrm>
            <a:custGeom>
              <a:avLst/>
              <a:gdLst>
                <a:gd name="T0" fmla="*/ 650 w 764"/>
                <a:gd name="T1" fmla="*/ 822 h 823"/>
                <a:gd name="T2" fmla="*/ 12 w 764"/>
                <a:gd name="T3" fmla="*/ 749 h 823"/>
                <a:gd name="T4" fmla="*/ 1 w 764"/>
                <a:gd name="T5" fmla="*/ 735 h 823"/>
                <a:gd name="T6" fmla="*/ 99 w 764"/>
                <a:gd name="T7" fmla="*/ 12 h 823"/>
                <a:gd name="T8" fmla="*/ 115 w 764"/>
                <a:gd name="T9" fmla="*/ 1 h 823"/>
                <a:gd name="T10" fmla="*/ 752 w 764"/>
                <a:gd name="T11" fmla="*/ 74 h 823"/>
                <a:gd name="T12" fmla="*/ 763 w 764"/>
                <a:gd name="T13" fmla="*/ 88 h 823"/>
                <a:gd name="T14" fmla="*/ 665 w 764"/>
                <a:gd name="T15" fmla="*/ 811 h 823"/>
                <a:gd name="T16" fmla="*/ 650 w 764"/>
                <a:gd name="T17" fmla="*/ 822 h 8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64" h="823">
                  <a:moveTo>
                    <a:pt x="650" y="822"/>
                  </a:moveTo>
                  <a:cubicBezTo>
                    <a:pt x="12" y="749"/>
                    <a:pt x="12" y="749"/>
                    <a:pt x="12" y="749"/>
                  </a:cubicBezTo>
                  <a:cubicBezTo>
                    <a:pt x="5" y="748"/>
                    <a:pt x="0" y="742"/>
                    <a:pt x="1" y="735"/>
                  </a:cubicBezTo>
                  <a:cubicBezTo>
                    <a:pt x="99" y="12"/>
                    <a:pt x="99" y="12"/>
                    <a:pt x="99" y="12"/>
                  </a:cubicBezTo>
                  <a:cubicBezTo>
                    <a:pt x="100" y="5"/>
                    <a:pt x="107" y="0"/>
                    <a:pt x="115" y="1"/>
                  </a:cubicBezTo>
                  <a:cubicBezTo>
                    <a:pt x="752" y="74"/>
                    <a:pt x="752" y="74"/>
                    <a:pt x="752" y="74"/>
                  </a:cubicBezTo>
                  <a:cubicBezTo>
                    <a:pt x="759" y="75"/>
                    <a:pt x="764" y="82"/>
                    <a:pt x="763" y="88"/>
                  </a:cubicBezTo>
                  <a:cubicBezTo>
                    <a:pt x="665" y="811"/>
                    <a:pt x="665" y="811"/>
                    <a:pt x="665" y="811"/>
                  </a:cubicBezTo>
                  <a:cubicBezTo>
                    <a:pt x="664" y="818"/>
                    <a:pt x="657" y="823"/>
                    <a:pt x="650" y="822"/>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98" name="Freeform 73"/>
            <p:cNvSpPr/>
            <p:nvPr>
              <p:custDataLst>
                <p:tags r:id="rId46"/>
              </p:custDataLst>
            </p:nvPr>
          </p:nvSpPr>
          <p:spPr bwMode="auto">
            <a:xfrm>
              <a:off x="2739390" y="2301875"/>
              <a:ext cx="899795" cy="177165"/>
            </a:xfrm>
            <a:custGeom>
              <a:avLst/>
              <a:gdLst>
                <a:gd name="T0" fmla="*/ 659 w 666"/>
                <a:gd name="T1" fmla="*/ 131 h 131"/>
                <a:gd name="T2" fmla="*/ 0 w 666"/>
                <a:gd name="T3" fmla="*/ 52 h 131"/>
                <a:gd name="T4" fmla="*/ 8 w 666"/>
                <a:gd name="T5" fmla="*/ 0 h 131"/>
                <a:gd name="T6" fmla="*/ 666 w 666"/>
                <a:gd name="T7" fmla="*/ 80 h 131"/>
                <a:gd name="T8" fmla="*/ 659 w 666"/>
                <a:gd name="T9" fmla="*/ 131 h 131"/>
              </a:gdLst>
              <a:ahLst/>
              <a:cxnLst>
                <a:cxn ang="0">
                  <a:pos x="T0" y="T1"/>
                </a:cxn>
                <a:cxn ang="0">
                  <a:pos x="T2" y="T3"/>
                </a:cxn>
                <a:cxn ang="0">
                  <a:pos x="T4" y="T5"/>
                </a:cxn>
                <a:cxn ang="0">
                  <a:pos x="T6" y="T7"/>
                </a:cxn>
                <a:cxn ang="0">
                  <a:pos x="T8" y="T9"/>
                </a:cxn>
              </a:cxnLst>
              <a:rect l="0" t="0" r="r" b="b"/>
              <a:pathLst>
                <a:path w="666" h="131">
                  <a:moveTo>
                    <a:pt x="659" y="131"/>
                  </a:moveTo>
                  <a:lnTo>
                    <a:pt x="0" y="52"/>
                  </a:lnTo>
                  <a:lnTo>
                    <a:pt x="8" y="0"/>
                  </a:lnTo>
                  <a:lnTo>
                    <a:pt x="666" y="80"/>
                  </a:lnTo>
                  <a:lnTo>
                    <a:pt x="659" y="131"/>
                  </a:lnTo>
                  <a:close/>
                </a:path>
              </a:pathLst>
            </a:custGeom>
            <a:solidFill>
              <a:srgbClr val="DADADA"/>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99" name="Freeform 74"/>
            <p:cNvSpPr/>
            <p:nvPr>
              <p:custDataLst>
                <p:tags r:id="rId47"/>
              </p:custDataLst>
            </p:nvPr>
          </p:nvSpPr>
          <p:spPr bwMode="auto">
            <a:xfrm>
              <a:off x="2721610" y="2432050"/>
              <a:ext cx="433705" cy="121285"/>
            </a:xfrm>
            <a:custGeom>
              <a:avLst/>
              <a:gdLst>
                <a:gd name="T0" fmla="*/ 314 w 321"/>
                <a:gd name="T1" fmla="*/ 90 h 90"/>
                <a:gd name="T2" fmla="*/ 0 w 321"/>
                <a:gd name="T3" fmla="*/ 52 h 90"/>
                <a:gd name="T4" fmla="*/ 7 w 321"/>
                <a:gd name="T5" fmla="*/ 0 h 90"/>
                <a:gd name="T6" fmla="*/ 321 w 321"/>
                <a:gd name="T7" fmla="*/ 39 h 90"/>
                <a:gd name="T8" fmla="*/ 314 w 321"/>
                <a:gd name="T9" fmla="*/ 90 h 90"/>
              </a:gdLst>
              <a:ahLst/>
              <a:cxnLst>
                <a:cxn ang="0">
                  <a:pos x="T0" y="T1"/>
                </a:cxn>
                <a:cxn ang="0">
                  <a:pos x="T2" y="T3"/>
                </a:cxn>
                <a:cxn ang="0">
                  <a:pos x="T4" y="T5"/>
                </a:cxn>
                <a:cxn ang="0">
                  <a:pos x="T6" y="T7"/>
                </a:cxn>
                <a:cxn ang="0">
                  <a:pos x="T8" y="T9"/>
                </a:cxn>
              </a:cxnLst>
              <a:rect l="0" t="0" r="r" b="b"/>
              <a:pathLst>
                <a:path w="321" h="90">
                  <a:moveTo>
                    <a:pt x="314" y="90"/>
                  </a:moveTo>
                  <a:lnTo>
                    <a:pt x="0" y="52"/>
                  </a:lnTo>
                  <a:lnTo>
                    <a:pt x="7" y="0"/>
                  </a:lnTo>
                  <a:lnTo>
                    <a:pt x="321" y="39"/>
                  </a:lnTo>
                  <a:lnTo>
                    <a:pt x="314" y="90"/>
                  </a:lnTo>
                  <a:close/>
                </a:path>
              </a:pathLst>
            </a:custGeom>
            <a:solidFill>
              <a:srgbClr val="DADADA"/>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00" name="Freeform 75"/>
            <p:cNvSpPr/>
            <p:nvPr>
              <p:custDataLst>
                <p:tags r:id="rId48"/>
              </p:custDataLst>
            </p:nvPr>
          </p:nvSpPr>
          <p:spPr bwMode="auto">
            <a:xfrm>
              <a:off x="2701290" y="2561590"/>
              <a:ext cx="902335" cy="178435"/>
            </a:xfrm>
            <a:custGeom>
              <a:avLst/>
              <a:gdLst>
                <a:gd name="T0" fmla="*/ 659 w 668"/>
                <a:gd name="T1" fmla="*/ 132 h 132"/>
                <a:gd name="T2" fmla="*/ 0 w 668"/>
                <a:gd name="T3" fmla="*/ 53 h 132"/>
                <a:gd name="T4" fmla="*/ 9 w 668"/>
                <a:gd name="T5" fmla="*/ 0 h 132"/>
                <a:gd name="T6" fmla="*/ 668 w 668"/>
                <a:gd name="T7" fmla="*/ 79 h 132"/>
                <a:gd name="T8" fmla="*/ 659 w 668"/>
                <a:gd name="T9" fmla="*/ 132 h 132"/>
              </a:gdLst>
              <a:ahLst/>
              <a:cxnLst>
                <a:cxn ang="0">
                  <a:pos x="T0" y="T1"/>
                </a:cxn>
                <a:cxn ang="0">
                  <a:pos x="T2" y="T3"/>
                </a:cxn>
                <a:cxn ang="0">
                  <a:pos x="T4" y="T5"/>
                </a:cxn>
                <a:cxn ang="0">
                  <a:pos x="T6" y="T7"/>
                </a:cxn>
                <a:cxn ang="0">
                  <a:pos x="T8" y="T9"/>
                </a:cxn>
              </a:cxnLst>
              <a:rect l="0" t="0" r="r" b="b"/>
              <a:pathLst>
                <a:path w="668" h="132">
                  <a:moveTo>
                    <a:pt x="659" y="132"/>
                  </a:moveTo>
                  <a:lnTo>
                    <a:pt x="0" y="53"/>
                  </a:lnTo>
                  <a:lnTo>
                    <a:pt x="9" y="0"/>
                  </a:lnTo>
                  <a:lnTo>
                    <a:pt x="668" y="79"/>
                  </a:lnTo>
                  <a:lnTo>
                    <a:pt x="659" y="132"/>
                  </a:lnTo>
                  <a:close/>
                </a:path>
              </a:pathLst>
            </a:custGeom>
            <a:solidFill>
              <a:srgbClr val="FADD74"/>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01" name="Freeform 76"/>
            <p:cNvSpPr/>
            <p:nvPr>
              <p:custDataLst>
                <p:tags r:id="rId49"/>
              </p:custDataLst>
            </p:nvPr>
          </p:nvSpPr>
          <p:spPr bwMode="auto">
            <a:xfrm>
              <a:off x="2683510" y="2692400"/>
              <a:ext cx="899795" cy="177165"/>
            </a:xfrm>
            <a:custGeom>
              <a:avLst/>
              <a:gdLst>
                <a:gd name="T0" fmla="*/ 659 w 666"/>
                <a:gd name="T1" fmla="*/ 131 h 131"/>
                <a:gd name="T2" fmla="*/ 0 w 666"/>
                <a:gd name="T3" fmla="*/ 52 h 131"/>
                <a:gd name="T4" fmla="*/ 7 w 666"/>
                <a:gd name="T5" fmla="*/ 0 h 131"/>
                <a:gd name="T6" fmla="*/ 666 w 666"/>
                <a:gd name="T7" fmla="*/ 80 h 131"/>
                <a:gd name="T8" fmla="*/ 659 w 666"/>
                <a:gd name="T9" fmla="*/ 131 h 131"/>
              </a:gdLst>
              <a:ahLst/>
              <a:cxnLst>
                <a:cxn ang="0">
                  <a:pos x="T0" y="T1"/>
                </a:cxn>
                <a:cxn ang="0">
                  <a:pos x="T2" y="T3"/>
                </a:cxn>
                <a:cxn ang="0">
                  <a:pos x="T4" y="T5"/>
                </a:cxn>
                <a:cxn ang="0">
                  <a:pos x="T6" y="T7"/>
                </a:cxn>
                <a:cxn ang="0">
                  <a:pos x="T8" y="T9"/>
                </a:cxn>
              </a:cxnLst>
              <a:rect l="0" t="0" r="r" b="b"/>
              <a:pathLst>
                <a:path w="666" h="131">
                  <a:moveTo>
                    <a:pt x="659" y="131"/>
                  </a:moveTo>
                  <a:lnTo>
                    <a:pt x="0" y="52"/>
                  </a:lnTo>
                  <a:lnTo>
                    <a:pt x="7" y="0"/>
                  </a:lnTo>
                  <a:lnTo>
                    <a:pt x="666" y="80"/>
                  </a:lnTo>
                  <a:lnTo>
                    <a:pt x="659" y="131"/>
                  </a:lnTo>
                  <a:close/>
                </a:path>
              </a:pathLst>
            </a:custGeom>
            <a:solidFill>
              <a:srgbClr val="DADADA"/>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02" name="Freeform 77"/>
            <p:cNvSpPr/>
            <p:nvPr>
              <p:custDataLst>
                <p:tags r:id="rId50"/>
              </p:custDataLst>
            </p:nvPr>
          </p:nvSpPr>
          <p:spPr bwMode="auto">
            <a:xfrm>
              <a:off x="2666365" y="2821940"/>
              <a:ext cx="570230" cy="137795"/>
            </a:xfrm>
            <a:custGeom>
              <a:avLst/>
              <a:gdLst>
                <a:gd name="T0" fmla="*/ 415 w 422"/>
                <a:gd name="T1" fmla="*/ 102 h 102"/>
                <a:gd name="T2" fmla="*/ 0 w 422"/>
                <a:gd name="T3" fmla="*/ 52 h 102"/>
                <a:gd name="T4" fmla="*/ 7 w 422"/>
                <a:gd name="T5" fmla="*/ 0 h 102"/>
                <a:gd name="T6" fmla="*/ 422 w 422"/>
                <a:gd name="T7" fmla="*/ 51 h 102"/>
                <a:gd name="T8" fmla="*/ 415 w 422"/>
                <a:gd name="T9" fmla="*/ 102 h 102"/>
              </a:gdLst>
              <a:ahLst/>
              <a:cxnLst>
                <a:cxn ang="0">
                  <a:pos x="T0" y="T1"/>
                </a:cxn>
                <a:cxn ang="0">
                  <a:pos x="T2" y="T3"/>
                </a:cxn>
                <a:cxn ang="0">
                  <a:pos x="T4" y="T5"/>
                </a:cxn>
                <a:cxn ang="0">
                  <a:pos x="T6" y="T7"/>
                </a:cxn>
                <a:cxn ang="0">
                  <a:pos x="T8" y="T9"/>
                </a:cxn>
              </a:cxnLst>
              <a:rect l="0" t="0" r="r" b="b"/>
              <a:pathLst>
                <a:path w="422" h="102">
                  <a:moveTo>
                    <a:pt x="415" y="102"/>
                  </a:moveTo>
                  <a:lnTo>
                    <a:pt x="0" y="52"/>
                  </a:lnTo>
                  <a:lnTo>
                    <a:pt x="7" y="0"/>
                  </a:lnTo>
                  <a:lnTo>
                    <a:pt x="422" y="51"/>
                  </a:lnTo>
                  <a:lnTo>
                    <a:pt x="415" y="102"/>
                  </a:lnTo>
                  <a:close/>
                </a:path>
              </a:pathLst>
            </a:custGeom>
            <a:solidFill>
              <a:srgbClr val="DADADA"/>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03" name="Freeform 78"/>
            <p:cNvSpPr/>
            <p:nvPr>
              <p:custDataLst>
                <p:tags r:id="rId51"/>
              </p:custDataLst>
            </p:nvPr>
          </p:nvSpPr>
          <p:spPr bwMode="auto">
            <a:xfrm>
              <a:off x="2821305" y="2141220"/>
              <a:ext cx="139065" cy="106680"/>
            </a:xfrm>
            <a:custGeom>
              <a:avLst/>
              <a:gdLst>
                <a:gd name="T0" fmla="*/ 94 w 103"/>
                <a:gd name="T1" fmla="*/ 79 h 79"/>
                <a:gd name="T2" fmla="*/ 0 w 103"/>
                <a:gd name="T3" fmla="*/ 67 h 79"/>
                <a:gd name="T4" fmla="*/ 10 w 103"/>
                <a:gd name="T5" fmla="*/ 0 h 79"/>
                <a:gd name="T6" fmla="*/ 103 w 103"/>
                <a:gd name="T7" fmla="*/ 12 h 79"/>
                <a:gd name="T8" fmla="*/ 94 w 103"/>
                <a:gd name="T9" fmla="*/ 79 h 79"/>
              </a:gdLst>
              <a:ahLst/>
              <a:cxnLst>
                <a:cxn ang="0">
                  <a:pos x="T0" y="T1"/>
                </a:cxn>
                <a:cxn ang="0">
                  <a:pos x="T2" y="T3"/>
                </a:cxn>
                <a:cxn ang="0">
                  <a:pos x="T4" y="T5"/>
                </a:cxn>
                <a:cxn ang="0">
                  <a:pos x="T6" y="T7"/>
                </a:cxn>
                <a:cxn ang="0">
                  <a:pos x="T8" y="T9"/>
                </a:cxn>
              </a:cxnLst>
              <a:rect l="0" t="0" r="r" b="b"/>
              <a:pathLst>
                <a:path w="103" h="79">
                  <a:moveTo>
                    <a:pt x="94" y="79"/>
                  </a:moveTo>
                  <a:lnTo>
                    <a:pt x="0" y="67"/>
                  </a:lnTo>
                  <a:lnTo>
                    <a:pt x="10" y="0"/>
                  </a:lnTo>
                  <a:lnTo>
                    <a:pt x="103" y="12"/>
                  </a:lnTo>
                  <a:lnTo>
                    <a:pt x="94" y="79"/>
                  </a:lnTo>
                  <a:close/>
                </a:path>
              </a:pathLst>
            </a:custGeom>
            <a:solidFill>
              <a:srgbClr val="E6332A"/>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04" name="Freeform 79"/>
            <p:cNvSpPr/>
            <p:nvPr>
              <p:custDataLst>
                <p:tags r:id="rId52"/>
              </p:custDataLst>
            </p:nvPr>
          </p:nvSpPr>
          <p:spPr bwMode="auto">
            <a:xfrm>
              <a:off x="3036570" y="2092960"/>
              <a:ext cx="148590" cy="180975"/>
            </a:xfrm>
            <a:custGeom>
              <a:avLst/>
              <a:gdLst>
                <a:gd name="T0" fmla="*/ 93 w 110"/>
                <a:gd name="T1" fmla="*/ 134 h 134"/>
                <a:gd name="T2" fmla="*/ 0 w 110"/>
                <a:gd name="T3" fmla="*/ 122 h 134"/>
                <a:gd name="T4" fmla="*/ 18 w 110"/>
                <a:gd name="T5" fmla="*/ 0 h 134"/>
                <a:gd name="T6" fmla="*/ 110 w 110"/>
                <a:gd name="T7" fmla="*/ 12 h 134"/>
                <a:gd name="T8" fmla="*/ 93 w 110"/>
                <a:gd name="T9" fmla="*/ 134 h 134"/>
              </a:gdLst>
              <a:ahLst/>
              <a:cxnLst>
                <a:cxn ang="0">
                  <a:pos x="T0" y="T1"/>
                </a:cxn>
                <a:cxn ang="0">
                  <a:pos x="T2" y="T3"/>
                </a:cxn>
                <a:cxn ang="0">
                  <a:pos x="T4" y="T5"/>
                </a:cxn>
                <a:cxn ang="0">
                  <a:pos x="T6" y="T7"/>
                </a:cxn>
                <a:cxn ang="0">
                  <a:pos x="T8" y="T9"/>
                </a:cxn>
              </a:cxnLst>
              <a:rect l="0" t="0" r="r" b="b"/>
              <a:pathLst>
                <a:path w="110" h="134">
                  <a:moveTo>
                    <a:pt x="93" y="134"/>
                  </a:moveTo>
                  <a:lnTo>
                    <a:pt x="0" y="122"/>
                  </a:lnTo>
                  <a:lnTo>
                    <a:pt x="18" y="0"/>
                  </a:lnTo>
                  <a:lnTo>
                    <a:pt x="110" y="12"/>
                  </a:lnTo>
                  <a:lnTo>
                    <a:pt x="93" y="134"/>
                  </a:lnTo>
                  <a:close/>
                </a:path>
              </a:pathLst>
            </a:custGeom>
            <a:solidFill>
              <a:srgbClr val="E6332A"/>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05" name="Freeform 80"/>
            <p:cNvSpPr/>
            <p:nvPr>
              <p:custDataLst>
                <p:tags r:id="rId53"/>
              </p:custDataLst>
            </p:nvPr>
          </p:nvSpPr>
          <p:spPr bwMode="auto">
            <a:xfrm>
              <a:off x="3249930" y="2006600"/>
              <a:ext cx="165100" cy="292100"/>
            </a:xfrm>
            <a:custGeom>
              <a:avLst/>
              <a:gdLst>
                <a:gd name="T0" fmla="*/ 94 w 122"/>
                <a:gd name="T1" fmla="*/ 216 h 216"/>
                <a:gd name="T2" fmla="*/ 0 w 122"/>
                <a:gd name="T3" fmla="*/ 205 h 216"/>
                <a:gd name="T4" fmla="*/ 29 w 122"/>
                <a:gd name="T5" fmla="*/ 0 h 216"/>
                <a:gd name="T6" fmla="*/ 122 w 122"/>
                <a:gd name="T7" fmla="*/ 11 h 216"/>
                <a:gd name="T8" fmla="*/ 94 w 122"/>
                <a:gd name="T9" fmla="*/ 216 h 216"/>
              </a:gdLst>
              <a:ahLst/>
              <a:cxnLst>
                <a:cxn ang="0">
                  <a:pos x="T0" y="T1"/>
                </a:cxn>
                <a:cxn ang="0">
                  <a:pos x="T2" y="T3"/>
                </a:cxn>
                <a:cxn ang="0">
                  <a:pos x="T4" y="T5"/>
                </a:cxn>
                <a:cxn ang="0">
                  <a:pos x="T6" y="T7"/>
                </a:cxn>
                <a:cxn ang="0">
                  <a:pos x="T8" y="T9"/>
                </a:cxn>
              </a:cxnLst>
              <a:rect l="0" t="0" r="r" b="b"/>
              <a:pathLst>
                <a:path w="122" h="216">
                  <a:moveTo>
                    <a:pt x="94" y="216"/>
                  </a:moveTo>
                  <a:lnTo>
                    <a:pt x="0" y="205"/>
                  </a:lnTo>
                  <a:lnTo>
                    <a:pt x="29" y="0"/>
                  </a:lnTo>
                  <a:lnTo>
                    <a:pt x="122" y="11"/>
                  </a:lnTo>
                  <a:lnTo>
                    <a:pt x="94" y="216"/>
                  </a:lnTo>
                  <a:close/>
                </a:path>
              </a:pathLst>
            </a:custGeom>
            <a:solidFill>
              <a:srgbClr val="E6332A"/>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06" name="Freeform 81"/>
            <p:cNvSpPr/>
            <p:nvPr>
              <p:custDataLst>
                <p:tags r:id="rId54"/>
              </p:custDataLst>
            </p:nvPr>
          </p:nvSpPr>
          <p:spPr bwMode="auto">
            <a:xfrm>
              <a:off x="3463290" y="1979295"/>
              <a:ext cx="172720" cy="344170"/>
            </a:xfrm>
            <a:custGeom>
              <a:avLst/>
              <a:gdLst>
                <a:gd name="T0" fmla="*/ 93 w 128"/>
                <a:gd name="T1" fmla="*/ 255 h 255"/>
                <a:gd name="T2" fmla="*/ 0 w 128"/>
                <a:gd name="T3" fmla="*/ 244 h 255"/>
                <a:gd name="T4" fmla="*/ 35 w 128"/>
                <a:gd name="T5" fmla="*/ 0 h 255"/>
                <a:gd name="T6" fmla="*/ 128 w 128"/>
                <a:gd name="T7" fmla="*/ 10 h 255"/>
                <a:gd name="T8" fmla="*/ 93 w 128"/>
                <a:gd name="T9" fmla="*/ 255 h 255"/>
              </a:gdLst>
              <a:ahLst/>
              <a:cxnLst>
                <a:cxn ang="0">
                  <a:pos x="T0" y="T1"/>
                </a:cxn>
                <a:cxn ang="0">
                  <a:pos x="T2" y="T3"/>
                </a:cxn>
                <a:cxn ang="0">
                  <a:pos x="T4" y="T5"/>
                </a:cxn>
                <a:cxn ang="0">
                  <a:pos x="T6" y="T7"/>
                </a:cxn>
                <a:cxn ang="0">
                  <a:pos x="T8" y="T9"/>
                </a:cxn>
              </a:cxnLst>
              <a:rect l="0" t="0" r="r" b="b"/>
              <a:pathLst>
                <a:path w="128" h="255">
                  <a:moveTo>
                    <a:pt x="93" y="255"/>
                  </a:moveTo>
                  <a:lnTo>
                    <a:pt x="0" y="244"/>
                  </a:lnTo>
                  <a:lnTo>
                    <a:pt x="35" y="0"/>
                  </a:lnTo>
                  <a:lnTo>
                    <a:pt x="128" y="10"/>
                  </a:lnTo>
                  <a:lnTo>
                    <a:pt x="93" y="255"/>
                  </a:lnTo>
                  <a:close/>
                </a:path>
              </a:pathLst>
            </a:custGeom>
            <a:solidFill>
              <a:srgbClr val="E6332A"/>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07" name="Freeform 82"/>
            <p:cNvSpPr/>
            <p:nvPr>
              <p:custDataLst>
                <p:tags r:id="rId55"/>
              </p:custDataLst>
            </p:nvPr>
          </p:nvSpPr>
          <p:spPr bwMode="auto">
            <a:xfrm>
              <a:off x="3117215" y="3009900"/>
              <a:ext cx="146050" cy="133985"/>
            </a:xfrm>
            <a:custGeom>
              <a:avLst/>
              <a:gdLst>
                <a:gd name="T0" fmla="*/ 31 w 90"/>
                <a:gd name="T1" fmla="*/ 63 h 82"/>
                <a:gd name="T2" fmla="*/ 10 w 90"/>
                <a:gd name="T3" fmla="*/ 5 h 82"/>
                <a:gd name="T4" fmla="*/ 28 w 90"/>
                <a:gd name="T5" fmla="*/ 21 h 82"/>
                <a:gd name="T6" fmla="*/ 56 w 90"/>
                <a:gd name="T7" fmla="*/ 40 h 82"/>
                <a:gd name="T8" fmla="*/ 90 w 90"/>
                <a:gd name="T9" fmla="*/ 44 h 82"/>
                <a:gd name="T10" fmla="*/ 69 w 90"/>
                <a:gd name="T11" fmla="*/ 72 h 82"/>
                <a:gd name="T12" fmla="*/ 31 w 90"/>
                <a:gd name="T13" fmla="*/ 63 h 82"/>
              </a:gdLst>
              <a:ahLst/>
              <a:cxnLst>
                <a:cxn ang="0">
                  <a:pos x="T0" y="T1"/>
                </a:cxn>
                <a:cxn ang="0">
                  <a:pos x="T2" y="T3"/>
                </a:cxn>
                <a:cxn ang="0">
                  <a:pos x="T4" y="T5"/>
                </a:cxn>
                <a:cxn ang="0">
                  <a:pos x="T6" y="T7"/>
                </a:cxn>
                <a:cxn ang="0">
                  <a:pos x="T8" y="T9"/>
                </a:cxn>
                <a:cxn ang="0">
                  <a:pos x="T10" y="T11"/>
                </a:cxn>
                <a:cxn ang="0">
                  <a:pos x="T12" y="T13"/>
                </a:cxn>
              </a:cxnLst>
              <a:rect l="0" t="0" r="r" b="b"/>
              <a:pathLst>
                <a:path w="90" h="82">
                  <a:moveTo>
                    <a:pt x="31" y="63"/>
                  </a:moveTo>
                  <a:cubicBezTo>
                    <a:pt x="31" y="63"/>
                    <a:pt x="0" y="14"/>
                    <a:pt x="10" y="5"/>
                  </a:cubicBezTo>
                  <a:cubicBezTo>
                    <a:pt x="15" y="0"/>
                    <a:pt x="22" y="9"/>
                    <a:pt x="28" y="21"/>
                  </a:cubicBezTo>
                  <a:cubicBezTo>
                    <a:pt x="33" y="31"/>
                    <a:pt x="44" y="39"/>
                    <a:pt x="56" y="40"/>
                  </a:cubicBezTo>
                  <a:cubicBezTo>
                    <a:pt x="90" y="44"/>
                    <a:pt x="90" y="44"/>
                    <a:pt x="90" y="44"/>
                  </a:cubicBezTo>
                  <a:cubicBezTo>
                    <a:pt x="90" y="44"/>
                    <a:pt x="81" y="62"/>
                    <a:pt x="69" y="72"/>
                  </a:cubicBezTo>
                  <a:cubicBezTo>
                    <a:pt x="57" y="82"/>
                    <a:pt x="31" y="63"/>
                    <a:pt x="31" y="63"/>
                  </a:cubicBezTo>
                  <a:close/>
                </a:path>
              </a:pathLst>
            </a:custGeom>
            <a:solidFill>
              <a:srgbClr val="FFE7C5"/>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08" name="Freeform 83"/>
            <p:cNvSpPr/>
            <p:nvPr>
              <p:custDataLst>
                <p:tags r:id="rId56"/>
              </p:custDataLst>
            </p:nvPr>
          </p:nvSpPr>
          <p:spPr bwMode="auto">
            <a:xfrm>
              <a:off x="1693545" y="3943350"/>
              <a:ext cx="393065" cy="541655"/>
            </a:xfrm>
            <a:custGeom>
              <a:avLst/>
              <a:gdLst>
                <a:gd name="T0" fmla="*/ 291 w 291"/>
                <a:gd name="T1" fmla="*/ 93 h 401"/>
                <a:gd name="T2" fmla="*/ 175 w 291"/>
                <a:gd name="T3" fmla="*/ 155 h 401"/>
                <a:gd name="T4" fmla="*/ 45 w 291"/>
                <a:gd name="T5" fmla="*/ 401 h 401"/>
                <a:gd name="T6" fmla="*/ 0 w 291"/>
                <a:gd name="T7" fmla="*/ 388 h 401"/>
                <a:gd name="T8" fmla="*/ 114 w 291"/>
                <a:gd name="T9" fmla="*/ 122 h 401"/>
                <a:gd name="T10" fmla="*/ 248 w 291"/>
                <a:gd name="T11" fmla="*/ 0 h 401"/>
                <a:gd name="T12" fmla="*/ 291 w 291"/>
                <a:gd name="T13" fmla="*/ 93 h 401"/>
              </a:gdLst>
              <a:ahLst/>
              <a:cxnLst>
                <a:cxn ang="0">
                  <a:pos x="T0" y="T1"/>
                </a:cxn>
                <a:cxn ang="0">
                  <a:pos x="T2" y="T3"/>
                </a:cxn>
                <a:cxn ang="0">
                  <a:pos x="T4" y="T5"/>
                </a:cxn>
                <a:cxn ang="0">
                  <a:pos x="T6" y="T7"/>
                </a:cxn>
                <a:cxn ang="0">
                  <a:pos x="T8" y="T9"/>
                </a:cxn>
                <a:cxn ang="0">
                  <a:pos x="T10" y="T11"/>
                </a:cxn>
                <a:cxn ang="0">
                  <a:pos x="T12" y="T13"/>
                </a:cxn>
              </a:cxnLst>
              <a:rect l="0" t="0" r="r" b="b"/>
              <a:pathLst>
                <a:path w="291" h="401">
                  <a:moveTo>
                    <a:pt x="291" y="93"/>
                  </a:moveTo>
                  <a:lnTo>
                    <a:pt x="175" y="155"/>
                  </a:lnTo>
                  <a:lnTo>
                    <a:pt x="45" y="401"/>
                  </a:lnTo>
                  <a:lnTo>
                    <a:pt x="0" y="388"/>
                  </a:lnTo>
                  <a:lnTo>
                    <a:pt x="114" y="122"/>
                  </a:lnTo>
                  <a:lnTo>
                    <a:pt x="248" y="0"/>
                  </a:lnTo>
                  <a:lnTo>
                    <a:pt x="291" y="93"/>
                  </a:lnTo>
                  <a:close/>
                </a:path>
              </a:pathLst>
            </a:custGeom>
            <a:solidFill>
              <a:srgbClr val="FFE7C5"/>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09" name="Freeform 84"/>
            <p:cNvSpPr/>
            <p:nvPr>
              <p:custDataLst>
                <p:tags r:id="rId57"/>
              </p:custDataLst>
            </p:nvPr>
          </p:nvSpPr>
          <p:spPr bwMode="auto">
            <a:xfrm>
              <a:off x="2214880" y="3835400"/>
              <a:ext cx="660400" cy="681990"/>
            </a:xfrm>
            <a:custGeom>
              <a:avLst/>
              <a:gdLst>
                <a:gd name="T0" fmla="*/ 0 w 489"/>
                <a:gd name="T1" fmla="*/ 446 h 505"/>
                <a:gd name="T2" fmla="*/ 13 w 489"/>
                <a:gd name="T3" fmla="*/ 81 h 505"/>
                <a:gd name="T4" fmla="*/ 411 w 489"/>
                <a:gd name="T5" fmla="*/ 0 h 505"/>
                <a:gd name="T6" fmla="*/ 489 w 489"/>
                <a:gd name="T7" fmla="*/ 505 h 505"/>
                <a:gd name="T8" fmla="*/ 309 w 489"/>
                <a:gd name="T9" fmla="*/ 477 h 505"/>
                <a:gd name="T10" fmla="*/ 0 w 489"/>
                <a:gd name="T11" fmla="*/ 446 h 505"/>
              </a:gdLst>
              <a:ahLst/>
              <a:cxnLst>
                <a:cxn ang="0">
                  <a:pos x="T0" y="T1"/>
                </a:cxn>
                <a:cxn ang="0">
                  <a:pos x="T2" y="T3"/>
                </a:cxn>
                <a:cxn ang="0">
                  <a:pos x="T4" y="T5"/>
                </a:cxn>
                <a:cxn ang="0">
                  <a:pos x="T6" y="T7"/>
                </a:cxn>
                <a:cxn ang="0">
                  <a:pos x="T8" y="T9"/>
                </a:cxn>
                <a:cxn ang="0">
                  <a:pos x="T10" y="T11"/>
                </a:cxn>
              </a:cxnLst>
              <a:rect l="0" t="0" r="r" b="b"/>
              <a:pathLst>
                <a:path w="489" h="505">
                  <a:moveTo>
                    <a:pt x="0" y="446"/>
                  </a:moveTo>
                  <a:lnTo>
                    <a:pt x="13" y="81"/>
                  </a:lnTo>
                  <a:lnTo>
                    <a:pt x="411" y="0"/>
                  </a:lnTo>
                  <a:lnTo>
                    <a:pt x="489" y="505"/>
                  </a:lnTo>
                  <a:lnTo>
                    <a:pt x="309" y="477"/>
                  </a:lnTo>
                  <a:lnTo>
                    <a:pt x="0" y="446"/>
                  </a:lnTo>
                  <a:close/>
                </a:path>
              </a:pathLst>
            </a:custGeom>
            <a:solidFill>
              <a:schemeClr val="tx2"/>
            </a:solidFill>
            <a:ln>
              <a:noFill/>
            </a:ln>
          </p:spPr>
          <p:txBody>
            <a:bodyPr vert="horz" wrap="square" lIns="91440" tIns="45720" rIns="91440" bIns="45720" numCol="1" anchor="t" anchorCtr="0" compatLnSpc="1"/>
            <a:lstStyle/>
            <a:p>
              <a:endParaRPr lang="zh-CN" altLang="en-US"/>
            </a:p>
          </p:txBody>
        </p:sp>
        <p:sp>
          <p:nvSpPr>
            <p:cNvPr id="210" name="Freeform 85"/>
            <p:cNvSpPr/>
            <p:nvPr>
              <p:custDataLst>
                <p:tags r:id="rId58"/>
              </p:custDataLst>
            </p:nvPr>
          </p:nvSpPr>
          <p:spPr bwMode="auto">
            <a:xfrm>
              <a:off x="1931035" y="3502025"/>
              <a:ext cx="1061720" cy="678180"/>
            </a:xfrm>
            <a:custGeom>
              <a:avLst/>
              <a:gdLst>
                <a:gd name="T0" fmla="*/ 517 w 655"/>
                <a:gd name="T1" fmla="*/ 206 h 419"/>
                <a:gd name="T2" fmla="*/ 192 w 655"/>
                <a:gd name="T3" fmla="*/ 294 h 419"/>
                <a:gd name="T4" fmla="*/ 54 w 655"/>
                <a:gd name="T5" fmla="*/ 419 h 419"/>
                <a:gd name="T6" fmla="*/ 0 w 655"/>
                <a:gd name="T7" fmla="*/ 306 h 419"/>
                <a:gd name="T8" fmla="*/ 148 w 655"/>
                <a:gd name="T9" fmla="*/ 144 h 419"/>
                <a:gd name="T10" fmla="*/ 255 w 655"/>
                <a:gd name="T11" fmla="*/ 120 h 419"/>
                <a:gd name="T12" fmla="*/ 409 w 655"/>
                <a:gd name="T13" fmla="*/ 99 h 419"/>
                <a:gd name="T14" fmla="*/ 457 w 655"/>
                <a:gd name="T15" fmla="*/ 103 h 419"/>
                <a:gd name="T16" fmla="*/ 564 w 655"/>
                <a:gd name="T17" fmla="*/ 11 h 419"/>
                <a:gd name="T18" fmla="*/ 576 w 655"/>
                <a:gd name="T19" fmla="*/ 0 h 419"/>
                <a:gd name="T20" fmla="*/ 655 w 655"/>
                <a:gd name="T21" fmla="*/ 82 h 419"/>
                <a:gd name="T22" fmla="*/ 517 w 655"/>
                <a:gd name="T23" fmla="*/ 206 h 4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655" h="419">
                  <a:moveTo>
                    <a:pt x="517" y="206"/>
                  </a:moveTo>
                  <a:cubicBezTo>
                    <a:pt x="192" y="294"/>
                    <a:pt x="192" y="294"/>
                    <a:pt x="192" y="294"/>
                  </a:cubicBezTo>
                  <a:cubicBezTo>
                    <a:pt x="54" y="419"/>
                    <a:pt x="54" y="419"/>
                    <a:pt x="54" y="419"/>
                  </a:cubicBezTo>
                  <a:cubicBezTo>
                    <a:pt x="0" y="306"/>
                    <a:pt x="0" y="306"/>
                    <a:pt x="0" y="306"/>
                  </a:cubicBezTo>
                  <a:cubicBezTo>
                    <a:pt x="148" y="144"/>
                    <a:pt x="148" y="144"/>
                    <a:pt x="148" y="144"/>
                  </a:cubicBezTo>
                  <a:cubicBezTo>
                    <a:pt x="155" y="138"/>
                    <a:pt x="255" y="120"/>
                    <a:pt x="255" y="120"/>
                  </a:cubicBezTo>
                  <a:cubicBezTo>
                    <a:pt x="308" y="133"/>
                    <a:pt x="363" y="125"/>
                    <a:pt x="409" y="99"/>
                  </a:cubicBezTo>
                  <a:cubicBezTo>
                    <a:pt x="457" y="103"/>
                    <a:pt x="457" y="103"/>
                    <a:pt x="457" y="103"/>
                  </a:cubicBezTo>
                  <a:cubicBezTo>
                    <a:pt x="564" y="11"/>
                    <a:pt x="564" y="11"/>
                    <a:pt x="564" y="11"/>
                  </a:cubicBezTo>
                  <a:cubicBezTo>
                    <a:pt x="576" y="0"/>
                    <a:pt x="576" y="0"/>
                    <a:pt x="576" y="0"/>
                  </a:cubicBezTo>
                  <a:cubicBezTo>
                    <a:pt x="655" y="82"/>
                    <a:pt x="655" y="82"/>
                    <a:pt x="655" y="82"/>
                  </a:cubicBezTo>
                  <a:lnTo>
                    <a:pt x="517" y="206"/>
                  </a:lnTo>
                  <a:close/>
                </a:path>
              </a:pathLst>
            </a:custGeom>
            <a:solidFill>
              <a:schemeClr val="tx2"/>
            </a:solidFill>
            <a:ln>
              <a:noFill/>
            </a:ln>
          </p:spPr>
          <p:txBody>
            <a:bodyPr vert="horz" wrap="square" lIns="91440" tIns="45720" rIns="91440" bIns="45720" numCol="1" anchor="t" anchorCtr="0" compatLnSpc="1"/>
            <a:lstStyle/>
            <a:p>
              <a:endParaRPr lang="zh-CN" altLang="en-US"/>
            </a:p>
          </p:txBody>
        </p:sp>
        <p:sp>
          <p:nvSpPr>
            <p:cNvPr id="211" name="Freeform 86"/>
            <p:cNvSpPr/>
            <p:nvPr>
              <p:custDataLst>
                <p:tags r:id="rId59"/>
              </p:custDataLst>
            </p:nvPr>
          </p:nvSpPr>
          <p:spPr bwMode="auto">
            <a:xfrm>
              <a:off x="2352675" y="3482975"/>
              <a:ext cx="173990" cy="304165"/>
            </a:xfrm>
            <a:custGeom>
              <a:avLst/>
              <a:gdLst>
                <a:gd name="T0" fmla="*/ 17 w 107"/>
                <a:gd name="T1" fmla="*/ 22 h 187"/>
                <a:gd name="T2" fmla="*/ 29 w 107"/>
                <a:gd name="T3" fmla="*/ 90 h 187"/>
                <a:gd name="T4" fmla="*/ 4 w 107"/>
                <a:gd name="T5" fmla="*/ 130 h 187"/>
                <a:gd name="T6" fmla="*/ 0 w 107"/>
                <a:gd name="T7" fmla="*/ 131 h 187"/>
                <a:gd name="T8" fmla="*/ 87 w 107"/>
                <a:gd name="T9" fmla="*/ 185 h 187"/>
                <a:gd name="T10" fmla="*/ 107 w 107"/>
                <a:gd name="T11" fmla="*/ 175 h 187"/>
                <a:gd name="T12" fmla="*/ 39 w 107"/>
                <a:gd name="T13" fmla="*/ 12 h 187"/>
                <a:gd name="T14" fmla="*/ 34 w 107"/>
                <a:gd name="T15" fmla="*/ 0 h 187"/>
                <a:gd name="T16" fmla="*/ 24 w 107"/>
                <a:gd name="T17" fmla="*/ 8 h 187"/>
                <a:gd name="T18" fmla="*/ 17 w 107"/>
                <a:gd name="T19" fmla="*/ 22 h 1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7" h="187">
                  <a:moveTo>
                    <a:pt x="17" y="22"/>
                  </a:moveTo>
                  <a:cubicBezTo>
                    <a:pt x="29" y="90"/>
                    <a:pt x="29" y="90"/>
                    <a:pt x="29" y="90"/>
                  </a:cubicBezTo>
                  <a:cubicBezTo>
                    <a:pt x="32" y="107"/>
                    <a:pt x="22" y="124"/>
                    <a:pt x="4" y="130"/>
                  </a:cubicBezTo>
                  <a:cubicBezTo>
                    <a:pt x="0" y="131"/>
                    <a:pt x="0" y="131"/>
                    <a:pt x="0" y="131"/>
                  </a:cubicBezTo>
                  <a:cubicBezTo>
                    <a:pt x="0" y="131"/>
                    <a:pt x="82" y="187"/>
                    <a:pt x="87" y="185"/>
                  </a:cubicBezTo>
                  <a:cubicBezTo>
                    <a:pt x="92" y="184"/>
                    <a:pt x="107" y="175"/>
                    <a:pt x="107" y="175"/>
                  </a:cubicBezTo>
                  <a:cubicBezTo>
                    <a:pt x="39" y="12"/>
                    <a:pt x="39" y="12"/>
                    <a:pt x="39" y="12"/>
                  </a:cubicBezTo>
                  <a:cubicBezTo>
                    <a:pt x="34" y="0"/>
                    <a:pt x="34" y="0"/>
                    <a:pt x="34" y="0"/>
                  </a:cubicBezTo>
                  <a:cubicBezTo>
                    <a:pt x="24" y="8"/>
                    <a:pt x="24" y="8"/>
                    <a:pt x="24" y="8"/>
                  </a:cubicBezTo>
                  <a:lnTo>
                    <a:pt x="17" y="22"/>
                  </a:lnTo>
                  <a:close/>
                </a:path>
              </a:pathLst>
            </a:custGeom>
            <a:solidFill>
              <a:srgbClr val="FFE7C5"/>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12" name="Freeform 87"/>
            <p:cNvSpPr/>
            <p:nvPr>
              <p:custDataLst>
                <p:tags r:id="rId60"/>
              </p:custDataLst>
            </p:nvPr>
          </p:nvSpPr>
          <p:spPr bwMode="auto">
            <a:xfrm>
              <a:off x="2245995" y="3322320"/>
              <a:ext cx="78105" cy="102870"/>
            </a:xfrm>
            <a:custGeom>
              <a:avLst/>
              <a:gdLst>
                <a:gd name="T0" fmla="*/ 0 w 58"/>
                <a:gd name="T1" fmla="*/ 19 h 76"/>
                <a:gd name="T2" fmla="*/ 26 w 58"/>
                <a:gd name="T3" fmla="*/ 67 h 76"/>
                <a:gd name="T4" fmla="*/ 58 w 58"/>
                <a:gd name="T5" fmla="*/ 76 h 76"/>
                <a:gd name="T6" fmla="*/ 58 w 58"/>
                <a:gd name="T7" fmla="*/ 0 h 76"/>
                <a:gd name="T8" fmla="*/ 0 w 58"/>
                <a:gd name="T9" fmla="*/ 19 h 76"/>
              </a:gdLst>
              <a:ahLst/>
              <a:cxnLst>
                <a:cxn ang="0">
                  <a:pos x="T0" y="T1"/>
                </a:cxn>
                <a:cxn ang="0">
                  <a:pos x="T2" y="T3"/>
                </a:cxn>
                <a:cxn ang="0">
                  <a:pos x="T4" y="T5"/>
                </a:cxn>
                <a:cxn ang="0">
                  <a:pos x="T6" y="T7"/>
                </a:cxn>
                <a:cxn ang="0">
                  <a:pos x="T8" y="T9"/>
                </a:cxn>
              </a:cxnLst>
              <a:rect l="0" t="0" r="r" b="b"/>
              <a:pathLst>
                <a:path w="58" h="76">
                  <a:moveTo>
                    <a:pt x="0" y="19"/>
                  </a:moveTo>
                  <a:lnTo>
                    <a:pt x="26" y="67"/>
                  </a:lnTo>
                  <a:lnTo>
                    <a:pt x="58" y="76"/>
                  </a:lnTo>
                  <a:lnTo>
                    <a:pt x="58" y="0"/>
                  </a:lnTo>
                  <a:lnTo>
                    <a:pt x="0" y="19"/>
                  </a:lnTo>
                  <a:close/>
                </a:path>
              </a:pathLst>
            </a:custGeom>
            <a:solidFill>
              <a:srgbClr val="FFE7C5"/>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13" name="Freeform 88"/>
            <p:cNvSpPr/>
            <p:nvPr>
              <p:custDataLst>
                <p:tags r:id="rId61"/>
              </p:custDataLst>
            </p:nvPr>
          </p:nvSpPr>
          <p:spPr bwMode="auto">
            <a:xfrm>
              <a:off x="2231390" y="3173730"/>
              <a:ext cx="523875" cy="491490"/>
            </a:xfrm>
            <a:custGeom>
              <a:avLst/>
              <a:gdLst>
                <a:gd name="T0" fmla="*/ 228 w 323"/>
                <a:gd name="T1" fmla="*/ 93 h 303"/>
                <a:gd name="T2" fmla="*/ 323 w 323"/>
                <a:gd name="T3" fmla="*/ 259 h 303"/>
                <a:gd name="T4" fmla="*/ 138 w 323"/>
                <a:gd name="T5" fmla="*/ 303 h 303"/>
                <a:gd name="T6" fmla="*/ 86 w 323"/>
                <a:gd name="T7" fmla="*/ 201 h 303"/>
                <a:gd name="T8" fmla="*/ 53 w 323"/>
                <a:gd name="T9" fmla="*/ 217 h 303"/>
                <a:gd name="T10" fmla="*/ 4 w 323"/>
                <a:gd name="T11" fmla="*/ 138 h 303"/>
                <a:gd name="T12" fmla="*/ 38 w 323"/>
                <a:gd name="T13" fmla="*/ 147 h 303"/>
                <a:gd name="T14" fmla="*/ 52 w 323"/>
                <a:gd name="T15" fmla="*/ 46 h 303"/>
                <a:gd name="T16" fmla="*/ 182 w 323"/>
                <a:gd name="T17" fmla="*/ 0 h 303"/>
                <a:gd name="T18" fmla="*/ 228 w 323"/>
                <a:gd name="T19" fmla="*/ 93 h 3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23" h="303">
                  <a:moveTo>
                    <a:pt x="228" y="93"/>
                  </a:moveTo>
                  <a:cubicBezTo>
                    <a:pt x="323" y="259"/>
                    <a:pt x="323" y="259"/>
                    <a:pt x="323" y="259"/>
                  </a:cubicBezTo>
                  <a:cubicBezTo>
                    <a:pt x="138" y="303"/>
                    <a:pt x="138" y="303"/>
                    <a:pt x="138" y="303"/>
                  </a:cubicBezTo>
                  <a:cubicBezTo>
                    <a:pt x="86" y="201"/>
                    <a:pt x="86" y="201"/>
                    <a:pt x="86" y="201"/>
                  </a:cubicBezTo>
                  <a:cubicBezTo>
                    <a:pt x="86" y="201"/>
                    <a:pt x="77" y="218"/>
                    <a:pt x="53" y="217"/>
                  </a:cubicBezTo>
                  <a:cubicBezTo>
                    <a:pt x="27" y="216"/>
                    <a:pt x="0" y="152"/>
                    <a:pt x="4" y="138"/>
                  </a:cubicBezTo>
                  <a:cubicBezTo>
                    <a:pt x="7" y="124"/>
                    <a:pt x="38" y="147"/>
                    <a:pt x="38" y="147"/>
                  </a:cubicBezTo>
                  <a:cubicBezTo>
                    <a:pt x="38" y="147"/>
                    <a:pt x="29" y="61"/>
                    <a:pt x="52" y="46"/>
                  </a:cubicBezTo>
                  <a:cubicBezTo>
                    <a:pt x="74" y="32"/>
                    <a:pt x="182" y="0"/>
                    <a:pt x="182" y="0"/>
                  </a:cubicBezTo>
                  <a:lnTo>
                    <a:pt x="228" y="93"/>
                  </a:lnTo>
                  <a:close/>
                </a:path>
              </a:pathLst>
            </a:custGeom>
            <a:solidFill>
              <a:srgbClr val="FFE7C5"/>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14" name="Freeform 89"/>
            <p:cNvSpPr/>
            <p:nvPr>
              <p:custDataLst>
                <p:tags r:id="rId62"/>
              </p:custDataLst>
            </p:nvPr>
          </p:nvSpPr>
          <p:spPr bwMode="auto">
            <a:xfrm>
              <a:off x="2303780" y="3376295"/>
              <a:ext cx="475615" cy="518795"/>
            </a:xfrm>
            <a:custGeom>
              <a:avLst/>
              <a:gdLst>
                <a:gd name="T0" fmla="*/ 220 w 293"/>
                <a:gd name="T1" fmla="*/ 14 h 320"/>
                <a:gd name="T2" fmla="*/ 283 w 293"/>
                <a:gd name="T3" fmla="*/ 86 h 320"/>
                <a:gd name="T4" fmla="*/ 290 w 293"/>
                <a:gd name="T5" fmla="*/ 98 h 320"/>
                <a:gd name="T6" fmla="*/ 293 w 293"/>
                <a:gd name="T7" fmla="*/ 267 h 320"/>
                <a:gd name="T8" fmla="*/ 288 w 293"/>
                <a:gd name="T9" fmla="*/ 277 h 320"/>
                <a:gd name="T10" fmla="*/ 263 w 293"/>
                <a:gd name="T11" fmla="*/ 297 h 320"/>
                <a:gd name="T12" fmla="*/ 178 w 293"/>
                <a:gd name="T13" fmla="*/ 307 h 320"/>
                <a:gd name="T14" fmla="*/ 114 w 293"/>
                <a:gd name="T15" fmla="*/ 266 h 320"/>
                <a:gd name="T16" fmla="*/ 74 w 293"/>
                <a:gd name="T17" fmla="*/ 172 h 320"/>
                <a:gd name="T18" fmla="*/ 41 w 293"/>
                <a:gd name="T19" fmla="*/ 77 h 320"/>
                <a:gd name="T20" fmla="*/ 41 w 293"/>
                <a:gd name="T21" fmla="*/ 75 h 320"/>
                <a:gd name="T22" fmla="*/ 4 w 293"/>
                <a:gd name="T23" fmla="*/ 7 h 320"/>
                <a:gd name="T24" fmla="*/ 22 w 293"/>
                <a:gd name="T25" fmla="*/ 7 h 320"/>
                <a:gd name="T26" fmla="*/ 30 w 293"/>
                <a:gd name="T27" fmla="*/ 6 h 320"/>
                <a:gd name="T28" fmla="*/ 35 w 293"/>
                <a:gd name="T29" fmla="*/ 6 h 320"/>
                <a:gd name="T30" fmla="*/ 69 w 293"/>
                <a:gd name="T31" fmla="*/ 72 h 320"/>
                <a:gd name="T32" fmla="*/ 80 w 293"/>
                <a:gd name="T33" fmla="*/ 79 h 320"/>
                <a:gd name="T34" fmla="*/ 131 w 293"/>
                <a:gd name="T35" fmla="*/ 83 h 320"/>
                <a:gd name="T36" fmla="*/ 138 w 293"/>
                <a:gd name="T37" fmla="*/ 81 h 320"/>
                <a:gd name="T38" fmla="*/ 188 w 293"/>
                <a:gd name="T39" fmla="*/ 59 h 320"/>
                <a:gd name="T40" fmla="*/ 196 w 293"/>
                <a:gd name="T41" fmla="*/ 22 h 320"/>
                <a:gd name="T42" fmla="*/ 220 w 293"/>
                <a:gd name="T43" fmla="*/ 14 h 3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93" h="320">
                  <a:moveTo>
                    <a:pt x="220" y="14"/>
                  </a:moveTo>
                  <a:cubicBezTo>
                    <a:pt x="283" y="86"/>
                    <a:pt x="283" y="86"/>
                    <a:pt x="283" y="86"/>
                  </a:cubicBezTo>
                  <a:cubicBezTo>
                    <a:pt x="289" y="93"/>
                    <a:pt x="290" y="96"/>
                    <a:pt x="290" y="98"/>
                  </a:cubicBezTo>
                  <a:cubicBezTo>
                    <a:pt x="293" y="267"/>
                    <a:pt x="293" y="267"/>
                    <a:pt x="293" y="267"/>
                  </a:cubicBezTo>
                  <a:cubicBezTo>
                    <a:pt x="293" y="271"/>
                    <a:pt x="291" y="274"/>
                    <a:pt x="288" y="277"/>
                  </a:cubicBezTo>
                  <a:cubicBezTo>
                    <a:pt x="263" y="297"/>
                    <a:pt x="263" y="297"/>
                    <a:pt x="263" y="297"/>
                  </a:cubicBezTo>
                  <a:cubicBezTo>
                    <a:pt x="240" y="316"/>
                    <a:pt x="206" y="320"/>
                    <a:pt x="178" y="307"/>
                  </a:cubicBezTo>
                  <a:cubicBezTo>
                    <a:pt x="153" y="296"/>
                    <a:pt x="125" y="282"/>
                    <a:pt x="114" y="266"/>
                  </a:cubicBezTo>
                  <a:cubicBezTo>
                    <a:pt x="80" y="219"/>
                    <a:pt x="74" y="172"/>
                    <a:pt x="74" y="172"/>
                  </a:cubicBezTo>
                  <a:cubicBezTo>
                    <a:pt x="41" y="77"/>
                    <a:pt x="41" y="77"/>
                    <a:pt x="41" y="77"/>
                  </a:cubicBezTo>
                  <a:cubicBezTo>
                    <a:pt x="41" y="76"/>
                    <a:pt x="41" y="76"/>
                    <a:pt x="41" y="75"/>
                  </a:cubicBezTo>
                  <a:cubicBezTo>
                    <a:pt x="4" y="7"/>
                    <a:pt x="4" y="7"/>
                    <a:pt x="4" y="7"/>
                  </a:cubicBezTo>
                  <a:cubicBezTo>
                    <a:pt x="0" y="0"/>
                    <a:pt x="15" y="9"/>
                    <a:pt x="22" y="7"/>
                  </a:cubicBezTo>
                  <a:cubicBezTo>
                    <a:pt x="30" y="6"/>
                    <a:pt x="30" y="6"/>
                    <a:pt x="30" y="6"/>
                  </a:cubicBezTo>
                  <a:cubicBezTo>
                    <a:pt x="36" y="4"/>
                    <a:pt x="32" y="0"/>
                    <a:pt x="35" y="6"/>
                  </a:cubicBezTo>
                  <a:cubicBezTo>
                    <a:pt x="69" y="72"/>
                    <a:pt x="69" y="72"/>
                    <a:pt x="69" y="72"/>
                  </a:cubicBezTo>
                  <a:cubicBezTo>
                    <a:pt x="71" y="76"/>
                    <a:pt x="75" y="79"/>
                    <a:pt x="80" y="79"/>
                  </a:cubicBezTo>
                  <a:cubicBezTo>
                    <a:pt x="131" y="83"/>
                    <a:pt x="131" y="83"/>
                    <a:pt x="131" y="83"/>
                  </a:cubicBezTo>
                  <a:cubicBezTo>
                    <a:pt x="134" y="83"/>
                    <a:pt x="136" y="82"/>
                    <a:pt x="138" y="81"/>
                  </a:cubicBezTo>
                  <a:cubicBezTo>
                    <a:pt x="188" y="59"/>
                    <a:pt x="188" y="59"/>
                    <a:pt x="188" y="59"/>
                  </a:cubicBezTo>
                  <a:cubicBezTo>
                    <a:pt x="188" y="59"/>
                    <a:pt x="199" y="55"/>
                    <a:pt x="196" y="22"/>
                  </a:cubicBezTo>
                  <a:cubicBezTo>
                    <a:pt x="195" y="10"/>
                    <a:pt x="212" y="4"/>
                    <a:pt x="220" y="14"/>
                  </a:cubicBezTo>
                  <a:close/>
                </a:path>
              </a:pathLst>
            </a:custGeom>
            <a:solidFill>
              <a:srgbClr val="350C0C"/>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15" name="Freeform 90"/>
            <p:cNvSpPr/>
            <p:nvPr>
              <p:custDataLst>
                <p:tags r:id="rId63"/>
              </p:custDataLst>
            </p:nvPr>
          </p:nvSpPr>
          <p:spPr bwMode="auto">
            <a:xfrm>
              <a:off x="2474595" y="3515360"/>
              <a:ext cx="200025" cy="109220"/>
            </a:xfrm>
            <a:custGeom>
              <a:avLst/>
              <a:gdLst>
                <a:gd name="T0" fmla="*/ 69 w 123"/>
                <a:gd name="T1" fmla="*/ 15 h 67"/>
                <a:gd name="T2" fmla="*/ 90 w 123"/>
                <a:gd name="T3" fmla="*/ 3 h 67"/>
                <a:gd name="T4" fmla="*/ 117 w 123"/>
                <a:gd name="T5" fmla="*/ 13 h 67"/>
                <a:gd name="T6" fmla="*/ 99 w 123"/>
                <a:gd name="T7" fmla="*/ 47 h 67"/>
                <a:gd name="T8" fmla="*/ 43 w 123"/>
                <a:gd name="T9" fmla="*/ 64 h 67"/>
                <a:gd name="T10" fmla="*/ 7 w 123"/>
                <a:gd name="T11" fmla="*/ 48 h 67"/>
                <a:gd name="T12" fmla="*/ 13 w 123"/>
                <a:gd name="T13" fmla="*/ 20 h 67"/>
                <a:gd name="T14" fmla="*/ 37 w 123"/>
                <a:gd name="T15" fmla="*/ 18 h 67"/>
                <a:gd name="T16" fmla="*/ 69 w 123"/>
                <a:gd name="T17" fmla="*/ 15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3" h="67">
                  <a:moveTo>
                    <a:pt x="69" y="15"/>
                  </a:moveTo>
                  <a:cubicBezTo>
                    <a:pt x="69" y="15"/>
                    <a:pt x="79" y="6"/>
                    <a:pt x="90" y="3"/>
                  </a:cubicBezTo>
                  <a:cubicBezTo>
                    <a:pt x="100" y="0"/>
                    <a:pt x="111" y="1"/>
                    <a:pt x="117" y="13"/>
                  </a:cubicBezTo>
                  <a:cubicBezTo>
                    <a:pt x="123" y="24"/>
                    <a:pt x="113" y="36"/>
                    <a:pt x="99" y="47"/>
                  </a:cubicBezTo>
                  <a:cubicBezTo>
                    <a:pt x="91" y="54"/>
                    <a:pt x="62" y="67"/>
                    <a:pt x="43" y="64"/>
                  </a:cubicBezTo>
                  <a:cubicBezTo>
                    <a:pt x="24" y="61"/>
                    <a:pt x="13" y="57"/>
                    <a:pt x="7" y="48"/>
                  </a:cubicBezTo>
                  <a:cubicBezTo>
                    <a:pt x="0" y="38"/>
                    <a:pt x="5" y="25"/>
                    <a:pt x="13" y="20"/>
                  </a:cubicBezTo>
                  <a:cubicBezTo>
                    <a:pt x="21" y="15"/>
                    <a:pt x="32" y="16"/>
                    <a:pt x="37" y="18"/>
                  </a:cubicBezTo>
                  <a:cubicBezTo>
                    <a:pt x="42" y="20"/>
                    <a:pt x="55" y="25"/>
                    <a:pt x="69" y="15"/>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16" name="Freeform 91"/>
            <p:cNvSpPr/>
            <p:nvPr>
              <p:custDataLst>
                <p:tags r:id="rId64"/>
              </p:custDataLst>
            </p:nvPr>
          </p:nvSpPr>
          <p:spPr bwMode="auto">
            <a:xfrm>
              <a:off x="2449830" y="3338195"/>
              <a:ext cx="32385" cy="50165"/>
            </a:xfrm>
            <a:custGeom>
              <a:avLst/>
              <a:gdLst>
                <a:gd name="T0" fmla="*/ 4 w 20"/>
                <a:gd name="T1" fmla="*/ 18 h 31"/>
                <a:gd name="T2" fmla="*/ 16 w 20"/>
                <a:gd name="T3" fmla="*/ 30 h 31"/>
                <a:gd name="T4" fmla="*/ 17 w 20"/>
                <a:gd name="T5" fmla="*/ 13 h 31"/>
                <a:gd name="T6" fmla="*/ 5 w 20"/>
                <a:gd name="T7" fmla="*/ 1 h 31"/>
                <a:gd name="T8" fmla="*/ 4 w 20"/>
                <a:gd name="T9" fmla="*/ 18 h 31"/>
              </a:gdLst>
              <a:ahLst/>
              <a:cxnLst>
                <a:cxn ang="0">
                  <a:pos x="T0" y="T1"/>
                </a:cxn>
                <a:cxn ang="0">
                  <a:pos x="T2" y="T3"/>
                </a:cxn>
                <a:cxn ang="0">
                  <a:pos x="T4" y="T5"/>
                </a:cxn>
                <a:cxn ang="0">
                  <a:pos x="T6" y="T7"/>
                </a:cxn>
                <a:cxn ang="0">
                  <a:pos x="T8" y="T9"/>
                </a:cxn>
              </a:cxnLst>
              <a:rect l="0" t="0" r="r" b="b"/>
              <a:pathLst>
                <a:path w="20" h="31">
                  <a:moveTo>
                    <a:pt x="4" y="18"/>
                  </a:moveTo>
                  <a:cubicBezTo>
                    <a:pt x="7" y="26"/>
                    <a:pt x="12" y="31"/>
                    <a:pt x="16" y="30"/>
                  </a:cubicBezTo>
                  <a:cubicBezTo>
                    <a:pt x="20" y="29"/>
                    <a:pt x="20" y="21"/>
                    <a:pt x="17" y="13"/>
                  </a:cubicBezTo>
                  <a:cubicBezTo>
                    <a:pt x="14" y="5"/>
                    <a:pt x="8" y="0"/>
                    <a:pt x="5" y="1"/>
                  </a:cubicBezTo>
                  <a:cubicBezTo>
                    <a:pt x="1" y="2"/>
                    <a:pt x="0" y="10"/>
                    <a:pt x="4" y="18"/>
                  </a:cubicBezTo>
                  <a:close/>
                </a:path>
              </a:pathLst>
            </a:custGeom>
            <a:solidFill>
              <a:srgbClr val="1D1D1B"/>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17" name="Freeform 92"/>
            <p:cNvSpPr/>
            <p:nvPr>
              <p:custDataLst>
                <p:tags r:id="rId65"/>
              </p:custDataLst>
            </p:nvPr>
          </p:nvSpPr>
          <p:spPr bwMode="auto">
            <a:xfrm>
              <a:off x="2536190" y="3300730"/>
              <a:ext cx="31115" cy="50165"/>
            </a:xfrm>
            <a:custGeom>
              <a:avLst/>
              <a:gdLst>
                <a:gd name="T0" fmla="*/ 3 w 19"/>
                <a:gd name="T1" fmla="*/ 18 h 31"/>
                <a:gd name="T2" fmla="*/ 15 w 19"/>
                <a:gd name="T3" fmla="*/ 30 h 31"/>
                <a:gd name="T4" fmla="*/ 16 w 19"/>
                <a:gd name="T5" fmla="*/ 14 h 31"/>
                <a:gd name="T6" fmla="*/ 4 w 19"/>
                <a:gd name="T7" fmla="*/ 1 h 31"/>
                <a:gd name="T8" fmla="*/ 3 w 19"/>
                <a:gd name="T9" fmla="*/ 18 h 31"/>
              </a:gdLst>
              <a:ahLst/>
              <a:cxnLst>
                <a:cxn ang="0">
                  <a:pos x="T0" y="T1"/>
                </a:cxn>
                <a:cxn ang="0">
                  <a:pos x="T2" y="T3"/>
                </a:cxn>
                <a:cxn ang="0">
                  <a:pos x="T4" y="T5"/>
                </a:cxn>
                <a:cxn ang="0">
                  <a:pos x="T6" y="T7"/>
                </a:cxn>
                <a:cxn ang="0">
                  <a:pos x="T8" y="T9"/>
                </a:cxn>
              </a:cxnLst>
              <a:rect l="0" t="0" r="r" b="b"/>
              <a:pathLst>
                <a:path w="19" h="31">
                  <a:moveTo>
                    <a:pt x="3" y="18"/>
                  </a:moveTo>
                  <a:cubicBezTo>
                    <a:pt x="6" y="26"/>
                    <a:pt x="12" y="31"/>
                    <a:pt x="15" y="30"/>
                  </a:cubicBezTo>
                  <a:cubicBezTo>
                    <a:pt x="19" y="29"/>
                    <a:pt x="19" y="22"/>
                    <a:pt x="16" y="14"/>
                  </a:cubicBezTo>
                  <a:cubicBezTo>
                    <a:pt x="13" y="6"/>
                    <a:pt x="7" y="0"/>
                    <a:pt x="4" y="1"/>
                  </a:cubicBezTo>
                  <a:cubicBezTo>
                    <a:pt x="0" y="3"/>
                    <a:pt x="0" y="10"/>
                    <a:pt x="3" y="18"/>
                  </a:cubicBezTo>
                  <a:close/>
                </a:path>
              </a:pathLst>
            </a:custGeom>
            <a:solidFill>
              <a:srgbClr val="1D1D1B"/>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18" name="Freeform 93"/>
            <p:cNvSpPr>
              <a:spLocks noEditPoints="1"/>
            </p:cNvSpPr>
            <p:nvPr>
              <p:custDataLst>
                <p:tags r:id="rId66"/>
              </p:custDataLst>
            </p:nvPr>
          </p:nvSpPr>
          <p:spPr bwMode="auto">
            <a:xfrm>
              <a:off x="2374265" y="3289935"/>
              <a:ext cx="156845" cy="179705"/>
            </a:xfrm>
            <a:custGeom>
              <a:avLst/>
              <a:gdLst>
                <a:gd name="T0" fmla="*/ 69 w 97"/>
                <a:gd name="T1" fmla="*/ 104 h 111"/>
                <a:gd name="T2" fmla="*/ 12 w 97"/>
                <a:gd name="T3" fmla="*/ 68 h 111"/>
                <a:gd name="T4" fmla="*/ 28 w 97"/>
                <a:gd name="T5" fmla="*/ 7 h 111"/>
                <a:gd name="T6" fmla="*/ 86 w 97"/>
                <a:gd name="T7" fmla="*/ 42 h 111"/>
                <a:gd name="T8" fmla="*/ 69 w 97"/>
                <a:gd name="T9" fmla="*/ 104 h 111"/>
                <a:gd name="T10" fmla="*/ 33 w 97"/>
                <a:gd name="T11" fmla="*/ 17 h 111"/>
                <a:gd name="T12" fmla="*/ 23 w 97"/>
                <a:gd name="T13" fmla="*/ 64 h 111"/>
                <a:gd name="T14" fmla="*/ 65 w 97"/>
                <a:gd name="T15" fmla="*/ 93 h 111"/>
                <a:gd name="T16" fmla="*/ 74 w 97"/>
                <a:gd name="T17" fmla="*/ 46 h 111"/>
                <a:gd name="T18" fmla="*/ 33 w 97"/>
                <a:gd name="T19" fmla="*/ 17 h 1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7" h="111">
                  <a:moveTo>
                    <a:pt x="69" y="104"/>
                  </a:moveTo>
                  <a:cubicBezTo>
                    <a:pt x="48" y="111"/>
                    <a:pt x="23" y="95"/>
                    <a:pt x="12" y="68"/>
                  </a:cubicBezTo>
                  <a:cubicBezTo>
                    <a:pt x="0" y="41"/>
                    <a:pt x="8" y="14"/>
                    <a:pt x="28" y="7"/>
                  </a:cubicBezTo>
                  <a:cubicBezTo>
                    <a:pt x="49" y="0"/>
                    <a:pt x="74" y="15"/>
                    <a:pt x="86" y="42"/>
                  </a:cubicBezTo>
                  <a:cubicBezTo>
                    <a:pt x="97" y="69"/>
                    <a:pt x="89" y="96"/>
                    <a:pt x="69" y="104"/>
                  </a:cubicBezTo>
                  <a:close/>
                  <a:moveTo>
                    <a:pt x="33" y="17"/>
                  </a:moveTo>
                  <a:cubicBezTo>
                    <a:pt x="19" y="22"/>
                    <a:pt x="14" y="44"/>
                    <a:pt x="23" y="64"/>
                  </a:cubicBezTo>
                  <a:cubicBezTo>
                    <a:pt x="32" y="85"/>
                    <a:pt x="51" y="98"/>
                    <a:pt x="65" y="93"/>
                  </a:cubicBezTo>
                  <a:cubicBezTo>
                    <a:pt x="78" y="88"/>
                    <a:pt x="83" y="67"/>
                    <a:pt x="74" y="46"/>
                  </a:cubicBezTo>
                  <a:cubicBezTo>
                    <a:pt x="66" y="26"/>
                    <a:pt x="47" y="12"/>
                    <a:pt x="33" y="17"/>
                  </a:cubicBezTo>
                  <a:close/>
                </a:path>
              </a:pathLst>
            </a:custGeom>
            <a:solidFill>
              <a:srgbClr val="1D1D1B"/>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19" name="Freeform 94"/>
            <p:cNvSpPr>
              <a:spLocks noEditPoints="1"/>
            </p:cNvSpPr>
            <p:nvPr>
              <p:custDataLst>
                <p:tags r:id="rId67"/>
              </p:custDataLst>
            </p:nvPr>
          </p:nvSpPr>
          <p:spPr bwMode="auto">
            <a:xfrm>
              <a:off x="2490470" y="3246120"/>
              <a:ext cx="155575" cy="182245"/>
            </a:xfrm>
            <a:custGeom>
              <a:avLst/>
              <a:gdLst>
                <a:gd name="T0" fmla="*/ 68 w 96"/>
                <a:gd name="T1" fmla="*/ 104 h 112"/>
                <a:gd name="T2" fmla="*/ 11 w 96"/>
                <a:gd name="T3" fmla="*/ 69 h 112"/>
                <a:gd name="T4" fmla="*/ 28 w 96"/>
                <a:gd name="T5" fmla="*/ 8 h 112"/>
                <a:gd name="T6" fmla="*/ 85 w 96"/>
                <a:gd name="T7" fmla="*/ 43 h 112"/>
                <a:gd name="T8" fmla="*/ 68 w 96"/>
                <a:gd name="T9" fmla="*/ 104 h 112"/>
                <a:gd name="T10" fmla="*/ 32 w 96"/>
                <a:gd name="T11" fmla="*/ 18 h 112"/>
                <a:gd name="T12" fmla="*/ 23 w 96"/>
                <a:gd name="T13" fmla="*/ 65 h 112"/>
                <a:gd name="T14" fmla="*/ 64 w 96"/>
                <a:gd name="T15" fmla="*/ 94 h 112"/>
                <a:gd name="T16" fmla="*/ 74 w 96"/>
                <a:gd name="T17" fmla="*/ 47 h 112"/>
                <a:gd name="T18" fmla="*/ 32 w 96"/>
                <a:gd name="T19" fmla="*/ 18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6" h="112">
                  <a:moveTo>
                    <a:pt x="68" y="104"/>
                  </a:moveTo>
                  <a:cubicBezTo>
                    <a:pt x="48" y="112"/>
                    <a:pt x="23" y="96"/>
                    <a:pt x="11" y="69"/>
                  </a:cubicBezTo>
                  <a:cubicBezTo>
                    <a:pt x="0" y="42"/>
                    <a:pt x="7" y="15"/>
                    <a:pt x="28" y="8"/>
                  </a:cubicBezTo>
                  <a:cubicBezTo>
                    <a:pt x="49" y="0"/>
                    <a:pt x="74" y="16"/>
                    <a:pt x="85" y="43"/>
                  </a:cubicBezTo>
                  <a:cubicBezTo>
                    <a:pt x="96" y="70"/>
                    <a:pt x="89" y="97"/>
                    <a:pt x="68" y="104"/>
                  </a:cubicBezTo>
                  <a:close/>
                  <a:moveTo>
                    <a:pt x="32" y="18"/>
                  </a:moveTo>
                  <a:cubicBezTo>
                    <a:pt x="18" y="23"/>
                    <a:pt x="14" y="44"/>
                    <a:pt x="23" y="65"/>
                  </a:cubicBezTo>
                  <a:cubicBezTo>
                    <a:pt x="31" y="86"/>
                    <a:pt x="50" y="99"/>
                    <a:pt x="64" y="94"/>
                  </a:cubicBezTo>
                  <a:cubicBezTo>
                    <a:pt x="78" y="89"/>
                    <a:pt x="82" y="68"/>
                    <a:pt x="74" y="47"/>
                  </a:cubicBezTo>
                  <a:cubicBezTo>
                    <a:pt x="65" y="26"/>
                    <a:pt x="46" y="13"/>
                    <a:pt x="32" y="18"/>
                  </a:cubicBezTo>
                  <a:close/>
                </a:path>
              </a:pathLst>
            </a:custGeom>
            <a:solidFill>
              <a:srgbClr val="1D1D1B"/>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20" name="Freeform 95"/>
            <p:cNvSpPr/>
            <p:nvPr>
              <p:custDataLst>
                <p:tags r:id="rId68"/>
              </p:custDataLst>
            </p:nvPr>
          </p:nvSpPr>
          <p:spPr bwMode="auto">
            <a:xfrm>
              <a:off x="2491740" y="3319145"/>
              <a:ext cx="151130" cy="130810"/>
            </a:xfrm>
            <a:custGeom>
              <a:avLst/>
              <a:gdLst>
                <a:gd name="T0" fmla="*/ 0 w 112"/>
                <a:gd name="T1" fmla="*/ 0 h 97"/>
                <a:gd name="T2" fmla="*/ 112 w 112"/>
                <a:gd name="T3" fmla="*/ 79 h 97"/>
                <a:gd name="T4" fmla="*/ 42 w 112"/>
                <a:gd name="T5" fmla="*/ 97 h 97"/>
                <a:gd name="T6" fmla="*/ 0 w 112"/>
                <a:gd name="T7" fmla="*/ 0 h 97"/>
              </a:gdLst>
              <a:ahLst/>
              <a:cxnLst>
                <a:cxn ang="0">
                  <a:pos x="T0" y="T1"/>
                </a:cxn>
                <a:cxn ang="0">
                  <a:pos x="T2" y="T3"/>
                </a:cxn>
                <a:cxn ang="0">
                  <a:pos x="T4" y="T5"/>
                </a:cxn>
                <a:cxn ang="0">
                  <a:pos x="T6" y="T7"/>
                </a:cxn>
              </a:cxnLst>
              <a:rect l="0" t="0" r="r" b="b"/>
              <a:pathLst>
                <a:path w="112" h="97">
                  <a:moveTo>
                    <a:pt x="0" y="0"/>
                  </a:moveTo>
                  <a:lnTo>
                    <a:pt x="112" y="79"/>
                  </a:lnTo>
                  <a:lnTo>
                    <a:pt x="42" y="97"/>
                  </a:lnTo>
                  <a:lnTo>
                    <a:pt x="0" y="0"/>
                  </a:lnTo>
                  <a:close/>
                </a:path>
              </a:pathLst>
            </a:custGeom>
            <a:solidFill>
              <a:srgbClr val="F95353"/>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21" name="Freeform 96"/>
            <p:cNvSpPr/>
            <p:nvPr>
              <p:custDataLst>
                <p:tags r:id="rId69"/>
              </p:custDataLst>
            </p:nvPr>
          </p:nvSpPr>
          <p:spPr bwMode="auto">
            <a:xfrm>
              <a:off x="2270125" y="3371850"/>
              <a:ext cx="127000" cy="29845"/>
            </a:xfrm>
            <a:custGeom>
              <a:avLst/>
              <a:gdLst>
                <a:gd name="T0" fmla="*/ 94 w 94"/>
                <a:gd name="T1" fmla="*/ 13 h 22"/>
                <a:gd name="T2" fmla="*/ 2 w 94"/>
                <a:gd name="T3" fmla="*/ 22 h 22"/>
                <a:gd name="T4" fmla="*/ 0 w 94"/>
                <a:gd name="T5" fmla="*/ 9 h 22"/>
                <a:gd name="T6" fmla="*/ 91 w 94"/>
                <a:gd name="T7" fmla="*/ 0 h 22"/>
                <a:gd name="T8" fmla="*/ 94 w 94"/>
                <a:gd name="T9" fmla="*/ 13 h 22"/>
              </a:gdLst>
              <a:ahLst/>
              <a:cxnLst>
                <a:cxn ang="0">
                  <a:pos x="T0" y="T1"/>
                </a:cxn>
                <a:cxn ang="0">
                  <a:pos x="T2" y="T3"/>
                </a:cxn>
                <a:cxn ang="0">
                  <a:pos x="T4" y="T5"/>
                </a:cxn>
                <a:cxn ang="0">
                  <a:pos x="T6" y="T7"/>
                </a:cxn>
                <a:cxn ang="0">
                  <a:pos x="T8" y="T9"/>
                </a:cxn>
              </a:cxnLst>
              <a:rect l="0" t="0" r="r" b="b"/>
              <a:pathLst>
                <a:path w="94" h="22">
                  <a:moveTo>
                    <a:pt x="94" y="13"/>
                  </a:moveTo>
                  <a:lnTo>
                    <a:pt x="2" y="22"/>
                  </a:lnTo>
                  <a:lnTo>
                    <a:pt x="0" y="9"/>
                  </a:lnTo>
                  <a:lnTo>
                    <a:pt x="91" y="0"/>
                  </a:lnTo>
                  <a:lnTo>
                    <a:pt x="94" y="13"/>
                  </a:lnTo>
                  <a:close/>
                </a:path>
              </a:pathLst>
            </a:custGeom>
            <a:solidFill>
              <a:srgbClr val="1D1D1B"/>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22" name="Freeform 97"/>
            <p:cNvSpPr/>
            <p:nvPr>
              <p:custDataLst>
                <p:tags r:id="rId70"/>
              </p:custDataLst>
            </p:nvPr>
          </p:nvSpPr>
          <p:spPr bwMode="auto">
            <a:xfrm>
              <a:off x="2171700" y="3015615"/>
              <a:ext cx="511810" cy="332105"/>
            </a:xfrm>
            <a:custGeom>
              <a:avLst/>
              <a:gdLst>
                <a:gd name="T0" fmla="*/ 108 w 316"/>
                <a:gd name="T1" fmla="*/ 185 h 205"/>
                <a:gd name="T2" fmla="*/ 206 w 316"/>
                <a:gd name="T3" fmla="*/ 131 h 205"/>
                <a:gd name="T4" fmla="*/ 268 w 316"/>
                <a:gd name="T5" fmla="*/ 29 h 205"/>
                <a:gd name="T6" fmla="*/ 188 w 316"/>
                <a:gd name="T7" fmla="*/ 50 h 205"/>
                <a:gd name="T8" fmla="*/ 46 w 316"/>
                <a:gd name="T9" fmla="*/ 205 h 205"/>
                <a:gd name="T10" fmla="*/ 108 w 316"/>
                <a:gd name="T11" fmla="*/ 185 h 205"/>
              </a:gdLst>
              <a:ahLst/>
              <a:cxnLst>
                <a:cxn ang="0">
                  <a:pos x="T0" y="T1"/>
                </a:cxn>
                <a:cxn ang="0">
                  <a:pos x="T2" y="T3"/>
                </a:cxn>
                <a:cxn ang="0">
                  <a:pos x="T4" y="T5"/>
                </a:cxn>
                <a:cxn ang="0">
                  <a:pos x="T6" y="T7"/>
                </a:cxn>
                <a:cxn ang="0">
                  <a:pos x="T8" y="T9"/>
                </a:cxn>
                <a:cxn ang="0">
                  <a:pos x="T10" y="T11"/>
                </a:cxn>
              </a:cxnLst>
              <a:rect l="0" t="0" r="r" b="b"/>
              <a:pathLst>
                <a:path w="316" h="205">
                  <a:moveTo>
                    <a:pt x="108" y="185"/>
                  </a:moveTo>
                  <a:cubicBezTo>
                    <a:pt x="108" y="185"/>
                    <a:pt x="114" y="122"/>
                    <a:pt x="206" y="131"/>
                  </a:cubicBezTo>
                  <a:cubicBezTo>
                    <a:pt x="298" y="140"/>
                    <a:pt x="316" y="58"/>
                    <a:pt x="268" y="29"/>
                  </a:cubicBezTo>
                  <a:cubicBezTo>
                    <a:pt x="220" y="0"/>
                    <a:pt x="188" y="50"/>
                    <a:pt x="188" y="50"/>
                  </a:cubicBezTo>
                  <a:cubicBezTo>
                    <a:pt x="188" y="50"/>
                    <a:pt x="0" y="98"/>
                    <a:pt x="46" y="205"/>
                  </a:cubicBezTo>
                  <a:lnTo>
                    <a:pt x="108" y="185"/>
                  </a:lnTo>
                  <a:close/>
                </a:path>
              </a:pathLst>
            </a:custGeom>
            <a:solidFill>
              <a:srgbClr val="350C0C"/>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23" name="Freeform 98"/>
            <p:cNvSpPr/>
            <p:nvPr>
              <p:custDataLst>
                <p:tags r:id="rId71"/>
              </p:custDataLst>
            </p:nvPr>
          </p:nvSpPr>
          <p:spPr bwMode="auto">
            <a:xfrm>
              <a:off x="2190750" y="4335145"/>
              <a:ext cx="687705" cy="221615"/>
            </a:xfrm>
            <a:custGeom>
              <a:avLst/>
              <a:gdLst>
                <a:gd name="T0" fmla="*/ 386 w 424"/>
                <a:gd name="T1" fmla="*/ 137 h 137"/>
                <a:gd name="T2" fmla="*/ 422 w 424"/>
                <a:gd name="T3" fmla="*/ 111 h 137"/>
                <a:gd name="T4" fmla="*/ 392 w 424"/>
                <a:gd name="T5" fmla="*/ 62 h 137"/>
                <a:gd name="T6" fmla="*/ 190 w 424"/>
                <a:gd name="T7" fmla="*/ 45 h 137"/>
                <a:gd name="T8" fmla="*/ 50 w 424"/>
                <a:gd name="T9" fmla="*/ 9 h 137"/>
                <a:gd name="T10" fmla="*/ 26 w 424"/>
                <a:gd name="T11" fmla="*/ 85 h 137"/>
                <a:gd name="T12" fmla="*/ 89 w 424"/>
                <a:gd name="T13" fmla="*/ 126 h 137"/>
                <a:gd name="T14" fmla="*/ 386 w 424"/>
                <a:gd name="T15" fmla="*/ 137 h 13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24" h="137">
                  <a:moveTo>
                    <a:pt x="386" y="137"/>
                  </a:moveTo>
                  <a:cubicBezTo>
                    <a:pt x="403" y="137"/>
                    <a:pt x="419" y="127"/>
                    <a:pt x="422" y="111"/>
                  </a:cubicBezTo>
                  <a:cubicBezTo>
                    <a:pt x="424" y="96"/>
                    <a:pt x="420" y="77"/>
                    <a:pt x="392" y="62"/>
                  </a:cubicBezTo>
                  <a:cubicBezTo>
                    <a:pt x="335" y="31"/>
                    <a:pt x="246" y="35"/>
                    <a:pt x="190" y="45"/>
                  </a:cubicBezTo>
                  <a:cubicBezTo>
                    <a:pt x="137" y="54"/>
                    <a:pt x="98" y="0"/>
                    <a:pt x="50" y="9"/>
                  </a:cubicBezTo>
                  <a:cubicBezTo>
                    <a:pt x="21" y="14"/>
                    <a:pt x="0" y="55"/>
                    <a:pt x="26" y="85"/>
                  </a:cubicBezTo>
                  <a:cubicBezTo>
                    <a:pt x="53" y="114"/>
                    <a:pt x="89" y="126"/>
                    <a:pt x="89" y="126"/>
                  </a:cubicBezTo>
                  <a:lnTo>
                    <a:pt x="386" y="137"/>
                  </a:lnTo>
                  <a:close/>
                </a:path>
              </a:pathLst>
            </a:custGeom>
            <a:solidFill>
              <a:schemeClr val="tx2"/>
            </a:solidFill>
            <a:ln>
              <a:noFill/>
            </a:ln>
          </p:spPr>
          <p:txBody>
            <a:bodyPr vert="horz" wrap="square" lIns="91440" tIns="45720" rIns="91440" bIns="45720" numCol="1" anchor="t" anchorCtr="0" compatLnSpc="1"/>
            <a:lstStyle/>
            <a:p>
              <a:endParaRPr lang="zh-CN" altLang="en-US"/>
            </a:p>
          </p:txBody>
        </p:sp>
        <p:sp>
          <p:nvSpPr>
            <p:cNvPr id="224" name="Freeform 99"/>
            <p:cNvSpPr/>
            <p:nvPr>
              <p:custDataLst>
                <p:tags r:id="rId72"/>
              </p:custDataLst>
            </p:nvPr>
          </p:nvSpPr>
          <p:spPr bwMode="auto">
            <a:xfrm>
              <a:off x="2620010" y="5468620"/>
              <a:ext cx="106680" cy="98425"/>
            </a:xfrm>
            <a:custGeom>
              <a:avLst/>
              <a:gdLst>
                <a:gd name="T0" fmla="*/ 79 w 79"/>
                <a:gd name="T1" fmla="*/ 15 h 73"/>
                <a:gd name="T2" fmla="*/ 70 w 79"/>
                <a:gd name="T3" fmla="*/ 73 h 73"/>
                <a:gd name="T4" fmla="*/ 0 w 79"/>
                <a:gd name="T5" fmla="*/ 72 h 73"/>
                <a:gd name="T6" fmla="*/ 13 w 79"/>
                <a:gd name="T7" fmla="*/ 0 h 73"/>
                <a:gd name="T8" fmla="*/ 79 w 79"/>
                <a:gd name="T9" fmla="*/ 15 h 73"/>
              </a:gdLst>
              <a:ahLst/>
              <a:cxnLst>
                <a:cxn ang="0">
                  <a:pos x="T0" y="T1"/>
                </a:cxn>
                <a:cxn ang="0">
                  <a:pos x="T2" y="T3"/>
                </a:cxn>
                <a:cxn ang="0">
                  <a:pos x="T4" y="T5"/>
                </a:cxn>
                <a:cxn ang="0">
                  <a:pos x="T6" y="T7"/>
                </a:cxn>
                <a:cxn ang="0">
                  <a:pos x="T8" y="T9"/>
                </a:cxn>
              </a:cxnLst>
              <a:rect l="0" t="0" r="r" b="b"/>
              <a:pathLst>
                <a:path w="79" h="73">
                  <a:moveTo>
                    <a:pt x="79" y="15"/>
                  </a:moveTo>
                  <a:lnTo>
                    <a:pt x="70" y="73"/>
                  </a:lnTo>
                  <a:lnTo>
                    <a:pt x="0" y="72"/>
                  </a:lnTo>
                  <a:lnTo>
                    <a:pt x="13" y="0"/>
                  </a:lnTo>
                  <a:lnTo>
                    <a:pt x="79" y="15"/>
                  </a:lnTo>
                  <a:close/>
                </a:path>
              </a:pathLst>
            </a:custGeom>
            <a:solidFill>
              <a:srgbClr val="FFE7C5"/>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25" name="Freeform 100"/>
            <p:cNvSpPr/>
            <p:nvPr>
              <p:custDataLst>
                <p:tags r:id="rId73"/>
              </p:custDataLst>
            </p:nvPr>
          </p:nvSpPr>
          <p:spPr bwMode="auto">
            <a:xfrm>
              <a:off x="2612390" y="5518785"/>
              <a:ext cx="123190" cy="50165"/>
            </a:xfrm>
            <a:custGeom>
              <a:avLst/>
              <a:gdLst>
                <a:gd name="T0" fmla="*/ 79 w 91"/>
                <a:gd name="T1" fmla="*/ 37 h 37"/>
                <a:gd name="T2" fmla="*/ 91 w 91"/>
                <a:gd name="T3" fmla="*/ 0 h 37"/>
                <a:gd name="T4" fmla="*/ 6 w 91"/>
                <a:gd name="T5" fmla="*/ 0 h 37"/>
                <a:gd name="T6" fmla="*/ 0 w 91"/>
                <a:gd name="T7" fmla="*/ 35 h 37"/>
                <a:gd name="T8" fmla="*/ 79 w 91"/>
                <a:gd name="T9" fmla="*/ 37 h 37"/>
              </a:gdLst>
              <a:ahLst/>
              <a:cxnLst>
                <a:cxn ang="0">
                  <a:pos x="T0" y="T1"/>
                </a:cxn>
                <a:cxn ang="0">
                  <a:pos x="T2" y="T3"/>
                </a:cxn>
                <a:cxn ang="0">
                  <a:pos x="T4" y="T5"/>
                </a:cxn>
                <a:cxn ang="0">
                  <a:pos x="T6" y="T7"/>
                </a:cxn>
                <a:cxn ang="0">
                  <a:pos x="T8" y="T9"/>
                </a:cxn>
              </a:cxnLst>
              <a:rect l="0" t="0" r="r" b="b"/>
              <a:pathLst>
                <a:path w="91" h="37">
                  <a:moveTo>
                    <a:pt x="79" y="37"/>
                  </a:moveTo>
                  <a:lnTo>
                    <a:pt x="91" y="0"/>
                  </a:lnTo>
                  <a:lnTo>
                    <a:pt x="6" y="0"/>
                  </a:lnTo>
                  <a:lnTo>
                    <a:pt x="0" y="35"/>
                  </a:lnTo>
                  <a:lnTo>
                    <a:pt x="79" y="37"/>
                  </a:lnTo>
                  <a:close/>
                </a:path>
              </a:pathLst>
            </a:custGeom>
            <a:solidFill>
              <a:srgbClr val="F9B233"/>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26" name="Freeform 101"/>
            <p:cNvSpPr/>
            <p:nvPr>
              <p:custDataLst>
                <p:tags r:id="rId74"/>
              </p:custDataLst>
            </p:nvPr>
          </p:nvSpPr>
          <p:spPr bwMode="auto">
            <a:xfrm>
              <a:off x="2540635" y="5561965"/>
              <a:ext cx="529590" cy="198755"/>
            </a:xfrm>
            <a:custGeom>
              <a:avLst/>
              <a:gdLst>
                <a:gd name="T0" fmla="*/ 118 w 326"/>
                <a:gd name="T1" fmla="*/ 5 h 123"/>
                <a:gd name="T2" fmla="*/ 161 w 326"/>
                <a:gd name="T3" fmla="*/ 65 h 123"/>
                <a:gd name="T4" fmla="*/ 312 w 326"/>
                <a:gd name="T5" fmla="*/ 100 h 123"/>
                <a:gd name="T6" fmla="*/ 309 w 326"/>
                <a:gd name="T7" fmla="*/ 121 h 123"/>
                <a:gd name="T8" fmla="*/ 115 w 326"/>
                <a:gd name="T9" fmla="*/ 123 h 123"/>
                <a:gd name="T10" fmla="*/ 59 w 326"/>
                <a:gd name="T11" fmla="*/ 96 h 123"/>
                <a:gd name="T12" fmla="*/ 44 w 326"/>
                <a:gd name="T13" fmla="*/ 107 h 123"/>
                <a:gd name="T14" fmla="*/ 0 w 326"/>
                <a:gd name="T15" fmla="*/ 91 h 123"/>
                <a:gd name="T16" fmla="*/ 39 w 326"/>
                <a:gd name="T17" fmla="*/ 0 h 123"/>
                <a:gd name="T18" fmla="*/ 118 w 326"/>
                <a:gd name="T19" fmla="*/ 5 h 1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26" h="123">
                  <a:moveTo>
                    <a:pt x="118" y="5"/>
                  </a:moveTo>
                  <a:cubicBezTo>
                    <a:pt x="161" y="65"/>
                    <a:pt x="161" y="65"/>
                    <a:pt x="161" y="65"/>
                  </a:cubicBezTo>
                  <a:cubicBezTo>
                    <a:pt x="312" y="100"/>
                    <a:pt x="312" y="100"/>
                    <a:pt x="312" y="100"/>
                  </a:cubicBezTo>
                  <a:cubicBezTo>
                    <a:pt x="326" y="103"/>
                    <a:pt x="324" y="121"/>
                    <a:pt x="309" y="121"/>
                  </a:cubicBezTo>
                  <a:cubicBezTo>
                    <a:pt x="115" y="123"/>
                    <a:pt x="115" y="123"/>
                    <a:pt x="115" y="123"/>
                  </a:cubicBezTo>
                  <a:cubicBezTo>
                    <a:pt x="59" y="96"/>
                    <a:pt x="59" y="96"/>
                    <a:pt x="59" y="96"/>
                  </a:cubicBezTo>
                  <a:cubicBezTo>
                    <a:pt x="44" y="107"/>
                    <a:pt x="44" y="107"/>
                    <a:pt x="44" y="107"/>
                  </a:cubicBezTo>
                  <a:cubicBezTo>
                    <a:pt x="0" y="91"/>
                    <a:pt x="0" y="91"/>
                    <a:pt x="0" y="91"/>
                  </a:cubicBezTo>
                  <a:cubicBezTo>
                    <a:pt x="39" y="0"/>
                    <a:pt x="39" y="0"/>
                    <a:pt x="39" y="0"/>
                  </a:cubicBezTo>
                  <a:lnTo>
                    <a:pt x="118" y="5"/>
                  </a:lnTo>
                  <a:close/>
                </a:path>
              </a:pathLst>
            </a:custGeom>
            <a:solidFill>
              <a:srgbClr val="1D1D1B"/>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27" name="Freeform 102"/>
            <p:cNvSpPr/>
            <p:nvPr>
              <p:custDataLst>
                <p:tags r:id="rId75"/>
              </p:custDataLst>
            </p:nvPr>
          </p:nvSpPr>
          <p:spPr bwMode="auto">
            <a:xfrm>
              <a:off x="1835150" y="5117465"/>
              <a:ext cx="132080" cy="114935"/>
            </a:xfrm>
            <a:custGeom>
              <a:avLst/>
              <a:gdLst>
                <a:gd name="T0" fmla="*/ 98 w 98"/>
                <a:gd name="T1" fmla="*/ 58 h 85"/>
                <a:gd name="T2" fmla="*/ 39 w 98"/>
                <a:gd name="T3" fmla="*/ 85 h 85"/>
                <a:gd name="T4" fmla="*/ 0 w 98"/>
                <a:gd name="T5" fmla="*/ 34 h 85"/>
                <a:gd name="T6" fmla="*/ 71 w 98"/>
                <a:gd name="T7" fmla="*/ 0 h 85"/>
                <a:gd name="T8" fmla="*/ 98 w 98"/>
                <a:gd name="T9" fmla="*/ 58 h 85"/>
              </a:gdLst>
              <a:ahLst/>
              <a:cxnLst>
                <a:cxn ang="0">
                  <a:pos x="T0" y="T1"/>
                </a:cxn>
                <a:cxn ang="0">
                  <a:pos x="T2" y="T3"/>
                </a:cxn>
                <a:cxn ang="0">
                  <a:pos x="T4" y="T5"/>
                </a:cxn>
                <a:cxn ang="0">
                  <a:pos x="T6" y="T7"/>
                </a:cxn>
                <a:cxn ang="0">
                  <a:pos x="T8" y="T9"/>
                </a:cxn>
              </a:cxnLst>
              <a:rect l="0" t="0" r="r" b="b"/>
              <a:pathLst>
                <a:path w="98" h="85">
                  <a:moveTo>
                    <a:pt x="98" y="58"/>
                  </a:moveTo>
                  <a:lnTo>
                    <a:pt x="39" y="85"/>
                  </a:lnTo>
                  <a:lnTo>
                    <a:pt x="0" y="34"/>
                  </a:lnTo>
                  <a:lnTo>
                    <a:pt x="71" y="0"/>
                  </a:lnTo>
                  <a:lnTo>
                    <a:pt x="98" y="58"/>
                  </a:lnTo>
                  <a:close/>
                </a:path>
              </a:pathLst>
            </a:custGeom>
            <a:solidFill>
              <a:srgbClr val="FFE7C5"/>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28" name="Freeform 103"/>
            <p:cNvSpPr/>
            <p:nvPr>
              <p:custDataLst>
                <p:tags r:id="rId76"/>
              </p:custDataLst>
            </p:nvPr>
          </p:nvSpPr>
          <p:spPr bwMode="auto">
            <a:xfrm>
              <a:off x="1831340" y="5134610"/>
              <a:ext cx="113665" cy="102870"/>
            </a:xfrm>
            <a:custGeom>
              <a:avLst/>
              <a:gdLst>
                <a:gd name="T0" fmla="*/ 45 w 84"/>
                <a:gd name="T1" fmla="*/ 76 h 76"/>
                <a:gd name="T2" fmla="*/ 84 w 84"/>
                <a:gd name="T3" fmla="*/ 63 h 76"/>
                <a:gd name="T4" fmla="*/ 33 w 84"/>
                <a:gd name="T5" fmla="*/ 0 h 76"/>
                <a:gd name="T6" fmla="*/ 0 w 84"/>
                <a:gd name="T7" fmla="*/ 16 h 76"/>
                <a:gd name="T8" fmla="*/ 45 w 84"/>
                <a:gd name="T9" fmla="*/ 76 h 76"/>
              </a:gdLst>
              <a:ahLst/>
              <a:cxnLst>
                <a:cxn ang="0">
                  <a:pos x="T0" y="T1"/>
                </a:cxn>
                <a:cxn ang="0">
                  <a:pos x="T2" y="T3"/>
                </a:cxn>
                <a:cxn ang="0">
                  <a:pos x="T4" y="T5"/>
                </a:cxn>
                <a:cxn ang="0">
                  <a:pos x="T6" y="T7"/>
                </a:cxn>
                <a:cxn ang="0">
                  <a:pos x="T8" y="T9"/>
                </a:cxn>
              </a:cxnLst>
              <a:rect l="0" t="0" r="r" b="b"/>
              <a:pathLst>
                <a:path w="84" h="76">
                  <a:moveTo>
                    <a:pt x="45" y="76"/>
                  </a:moveTo>
                  <a:lnTo>
                    <a:pt x="84" y="63"/>
                  </a:lnTo>
                  <a:lnTo>
                    <a:pt x="33" y="0"/>
                  </a:lnTo>
                  <a:lnTo>
                    <a:pt x="0" y="16"/>
                  </a:lnTo>
                  <a:lnTo>
                    <a:pt x="45" y="76"/>
                  </a:lnTo>
                  <a:close/>
                </a:path>
              </a:pathLst>
            </a:custGeom>
            <a:solidFill>
              <a:srgbClr val="F9B233"/>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29" name="Freeform 104"/>
            <p:cNvSpPr/>
            <p:nvPr>
              <p:custDataLst>
                <p:tags r:id="rId77"/>
              </p:custDataLst>
            </p:nvPr>
          </p:nvSpPr>
          <p:spPr bwMode="auto">
            <a:xfrm>
              <a:off x="1662430" y="5148580"/>
              <a:ext cx="298450" cy="456565"/>
            </a:xfrm>
            <a:custGeom>
              <a:avLst/>
              <a:gdLst>
                <a:gd name="T0" fmla="*/ 146 w 184"/>
                <a:gd name="T1" fmla="*/ 61 h 282"/>
                <a:gd name="T2" fmla="*/ 118 w 184"/>
                <a:gd name="T3" fmla="*/ 128 h 282"/>
                <a:gd name="T4" fmla="*/ 178 w 184"/>
                <a:gd name="T5" fmla="*/ 261 h 282"/>
                <a:gd name="T6" fmla="*/ 158 w 184"/>
                <a:gd name="T7" fmla="*/ 272 h 282"/>
                <a:gd name="T8" fmla="*/ 40 w 184"/>
                <a:gd name="T9" fmla="*/ 129 h 282"/>
                <a:gd name="T10" fmla="*/ 31 w 184"/>
                <a:gd name="T11" fmla="*/ 72 h 282"/>
                <a:gd name="T12" fmla="*/ 13 w 184"/>
                <a:gd name="T13" fmla="*/ 67 h 282"/>
                <a:gd name="T14" fmla="*/ 0 w 184"/>
                <a:gd name="T15" fmla="*/ 25 h 282"/>
                <a:gd name="T16" fmla="*/ 104 w 184"/>
                <a:gd name="T17" fmla="*/ 0 h 282"/>
                <a:gd name="T18" fmla="*/ 146 w 184"/>
                <a:gd name="T19" fmla="*/ 61 h 2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4" h="282">
                  <a:moveTo>
                    <a:pt x="146" y="61"/>
                  </a:moveTo>
                  <a:cubicBezTo>
                    <a:pt x="118" y="128"/>
                    <a:pt x="118" y="128"/>
                    <a:pt x="118" y="128"/>
                  </a:cubicBezTo>
                  <a:cubicBezTo>
                    <a:pt x="178" y="261"/>
                    <a:pt x="178" y="261"/>
                    <a:pt x="178" y="261"/>
                  </a:cubicBezTo>
                  <a:cubicBezTo>
                    <a:pt x="184" y="273"/>
                    <a:pt x="166" y="282"/>
                    <a:pt x="158" y="272"/>
                  </a:cubicBezTo>
                  <a:cubicBezTo>
                    <a:pt x="40" y="129"/>
                    <a:pt x="40" y="129"/>
                    <a:pt x="40" y="129"/>
                  </a:cubicBezTo>
                  <a:cubicBezTo>
                    <a:pt x="31" y="72"/>
                    <a:pt x="31" y="72"/>
                    <a:pt x="31" y="72"/>
                  </a:cubicBezTo>
                  <a:cubicBezTo>
                    <a:pt x="13" y="67"/>
                    <a:pt x="13" y="67"/>
                    <a:pt x="13" y="67"/>
                  </a:cubicBezTo>
                  <a:cubicBezTo>
                    <a:pt x="0" y="25"/>
                    <a:pt x="0" y="25"/>
                    <a:pt x="0" y="25"/>
                  </a:cubicBezTo>
                  <a:cubicBezTo>
                    <a:pt x="104" y="0"/>
                    <a:pt x="104" y="0"/>
                    <a:pt x="104" y="0"/>
                  </a:cubicBezTo>
                  <a:lnTo>
                    <a:pt x="146" y="61"/>
                  </a:lnTo>
                  <a:close/>
                </a:path>
              </a:pathLst>
            </a:custGeom>
            <a:solidFill>
              <a:srgbClr val="1D1D1B"/>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30" name="Freeform 105"/>
            <p:cNvSpPr/>
            <p:nvPr>
              <p:custDataLst>
                <p:tags r:id="rId78"/>
              </p:custDataLst>
            </p:nvPr>
          </p:nvSpPr>
          <p:spPr bwMode="auto">
            <a:xfrm>
              <a:off x="2366010" y="4377055"/>
              <a:ext cx="469900" cy="104140"/>
            </a:xfrm>
            <a:custGeom>
              <a:avLst/>
              <a:gdLst>
                <a:gd name="T0" fmla="*/ 290 w 290"/>
                <a:gd name="T1" fmla="*/ 64 h 64"/>
                <a:gd name="T2" fmla="*/ 283 w 290"/>
                <a:gd name="T3" fmla="*/ 36 h 64"/>
                <a:gd name="T4" fmla="*/ 137 w 290"/>
                <a:gd name="T5" fmla="*/ 12 h 64"/>
                <a:gd name="T6" fmla="*/ 88 w 290"/>
                <a:gd name="T7" fmla="*/ 18 h 64"/>
                <a:gd name="T8" fmla="*/ 60 w 290"/>
                <a:gd name="T9" fmla="*/ 19 h 64"/>
                <a:gd name="T10" fmla="*/ 34 w 290"/>
                <a:gd name="T11" fmla="*/ 12 h 64"/>
                <a:gd name="T12" fmla="*/ 8 w 290"/>
                <a:gd name="T13" fmla="*/ 0 h 64"/>
                <a:gd name="T14" fmla="*/ 0 w 290"/>
                <a:gd name="T15" fmla="*/ 44 h 64"/>
                <a:gd name="T16" fmla="*/ 290 w 290"/>
                <a:gd name="T17" fmla="*/ 64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0" h="64">
                  <a:moveTo>
                    <a:pt x="290" y="64"/>
                  </a:moveTo>
                  <a:cubicBezTo>
                    <a:pt x="283" y="36"/>
                    <a:pt x="283" y="36"/>
                    <a:pt x="283" y="36"/>
                  </a:cubicBezTo>
                  <a:cubicBezTo>
                    <a:pt x="283" y="36"/>
                    <a:pt x="236" y="6"/>
                    <a:pt x="137" y="12"/>
                  </a:cubicBezTo>
                  <a:cubicBezTo>
                    <a:pt x="137" y="12"/>
                    <a:pt x="93" y="17"/>
                    <a:pt x="88" y="18"/>
                  </a:cubicBezTo>
                  <a:cubicBezTo>
                    <a:pt x="82" y="19"/>
                    <a:pt x="69" y="21"/>
                    <a:pt x="60" y="19"/>
                  </a:cubicBezTo>
                  <a:cubicBezTo>
                    <a:pt x="52" y="18"/>
                    <a:pt x="39" y="14"/>
                    <a:pt x="34" y="12"/>
                  </a:cubicBezTo>
                  <a:cubicBezTo>
                    <a:pt x="8" y="0"/>
                    <a:pt x="8" y="0"/>
                    <a:pt x="8" y="0"/>
                  </a:cubicBezTo>
                  <a:cubicBezTo>
                    <a:pt x="0" y="44"/>
                    <a:pt x="0" y="44"/>
                    <a:pt x="0" y="44"/>
                  </a:cubicBezTo>
                  <a:lnTo>
                    <a:pt x="290" y="64"/>
                  </a:lnTo>
                  <a:close/>
                </a:path>
              </a:pathLst>
            </a:custGeom>
            <a:solidFill>
              <a:srgbClr val="FFE7C5"/>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31" name="Freeform 106"/>
            <p:cNvSpPr/>
            <p:nvPr>
              <p:custDataLst>
                <p:tags r:id="rId79"/>
              </p:custDataLst>
            </p:nvPr>
          </p:nvSpPr>
          <p:spPr bwMode="auto">
            <a:xfrm>
              <a:off x="1896110" y="4448810"/>
              <a:ext cx="940435" cy="1049655"/>
            </a:xfrm>
            <a:custGeom>
              <a:avLst/>
              <a:gdLst>
                <a:gd name="T0" fmla="*/ 696 w 696"/>
                <a:gd name="T1" fmla="*/ 24 h 777"/>
                <a:gd name="T2" fmla="*/ 636 w 696"/>
                <a:gd name="T3" fmla="*/ 777 h 777"/>
                <a:gd name="T4" fmla="*/ 541 w 696"/>
                <a:gd name="T5" fmla="*/ 777 h 777"/>
                <a:gd name="T6" fmla="*/ 522 w 696"/>
                <a:gd name="T7" fmla="*/ 164 h 777"/>
                <a:gd name="T8" fmla="*/ 374 w 696"/>
                <a:gd name="T9" fmla="*/ 397 h 777"/>
                <a:gd name="T10" fmla="*/ 43 w 696"/>
                <a:gd name="T11" fmla="*/ 571 h 777"/>
                <a:gd name="T12" fmla="*/ 0 w 696"/>
                <a:gd name="T13" fmla="*/ 499 h 777"/>
                <a:gd name="T14" fmla="*/ 306 w 696"/>
                <a:gd name="T15" fmla="*/ 310 h 777"/>
                <a:gd name="T16" fmla="*/ 348 w 696"/>
                <a:gd name="T17" fmla="*/ 0 h 777"/>
                <a:gd name="T18" fmla="*/ 696 w 696"/>
                <a:gd name="T19" fmla="*/ 24 h 7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96" h="777">
                  <a:moveTo>
                    <a:pt x="696" y="24"/>
                  </a:moveTo>
                  <a:lnTo>
                    <a:pt x="636" y="777"/>
                  </a:lnTo>
                  <a:lnTo>
                    <a:pt x="541" y="777"/>
                  </a:lnTo>
                  <a:lnTo>
                    <a:pt x="522" y="164"/>
                  </a:lnTo>
                  <a:lnTo>
                    <a:pt x="374" y="397"/>
                  </a:lnTo>
                  <a:lnTo>
                    <a:pt x="43" y="571"/>
                  </a:lnTo>
                  <a:lnTo>
                    <a:pt x="0" y="499"/>
                  </a:lnTo>
                  <a:lnTo>
                    <a:pt x="306" y="310"/>
                  </a:lnTo>
                  <a:lnTo>
                    <a:pt x="348" y="0"/>
                  </a:lnTo>
                  <a:lnTo>
                    <a:pt x="696" y="24"/>
                  </a:lnTo>
                  <a:close/>
                </a:path>
              </a:pathLst>
            </a:custGeom>
            <a:solidFill>
              <a:srgbClr val="1D1D1B"/>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32" name="Freeform 107"/>
            <p:cNvSpPr/>
            <p:nvPr>
              <p:custDataLst>
                <p:tags r:id="rId80"/>
              </p:custDataLst>
            </p:nvPr>
          </p:nvSpPr>
          <p:spPr bwMode="auto">
            <a:xfrm>
              <a:off x="1790700" y="5302250"/>
              <a:ext cx="64770" cy="60960"/>
            </a:xfrm>
            <a:custGeom>
              <a:avLst/>
              <a:gdLst>
                <a:gd name="T0" fmla="*/ 38 w 48"/>
                <a:gd name="T1" fmla="*/ 45 h 45"/>
                <a:gd name="T2" fmla="*/ 0 w 48"/>
                <a:gd name="T3" fmla="*/ 33 h 45"/>
                <a:gd name="T4" fmla="*/ 5 w 48"/>
                <a:gd name="T5" fmla="*/ 0 h 45"/>
                <a:gd name="T6" fmla="*/ 48 w 48"/>
                <a:gd name="T7" fmla="*/ 12 h 45"/>
                <a:gd name="T8" fmla="*/ 47 w 48"/>
                <a:gd name="T9" fmla="*/ 15 h 45"/>
                <a:gd name="T10" fmla="*/ 9 w 48"/>
                <a:gd name="T11" fmla="*/ 6 h 45"/>
                <a:gd name="T12" fmla="*/ 5 w 48"/>
                <a:gd name="T13" fmla="*/ 31 h 45"/>
                <a:gd name="T14" fmla="*/ 39 w 48"/>
                <a:gd name="T15" fmla="*/ 42 h 45"/>
                <a:gd name="T16" fmla="*/ 38 w 48"/>
                <a:gd name="T17"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8" h="45">
                  <a:moveTo>
                    <a:pt x="38" y="45"/>
                  </a:moveTo>
                  <a:lnTo>
                    <a:pt x="0" y="33"/>
                  </a:lnTo>
                  <a:lnTo>
                    <a:pt x="5" y="0"/>
                  </a:lnTo>
                  <a:lnTo>
                    <a:pt x="48" y="12"/>
                  </a:lnTo>
                  <a:lnTo>
                    <a:pt x="47" y="15"/>
                  </a:lnTo>
                  <a:lnTo>
                    <a:pt x="9" y="6"/>
                  </a:lnTo>
                  <a:lnTo>
                    <a:pt x="5" y="31"/>
                  </a:lnTo>
                  <a:lnTo>
                    <a:pt x="39" y="42"/>
                  </a:lnTo>
                  <a:lnTo>
                    <a:pt x="38" y="45"/>
                  </a:lnTo>
                  <a:close/>
                </a:path>
              </a:pathLst>
            </a:custGeom>
            <a:solidFill>
              <a:srgbClr val="B2B2B2"/>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33" name="Freeform 108"/>
            <p:cNvSpPr/>
            <p:nvPr>
              <p:custDataLst>
                <p:tags r:id="rId81"/>
              </p:custDataLst>
            </p:nvPr>
          </p:nvSpPr>
          <p:spPr bwMode="auto">
            <a:xfrm>
              <a:off x="1562735" y="4427220"/>
              <a:ext cx="198755" cy="285115"/>
            </a:xfrm>
            <a:custGeom>
              <a:avLst/>
              <a:gdLst>
                <a:gd name="T0" fmla="*/ 101 w 123"/>
                <a:gd name="T1" fmla="*/ 75 h 176"/>
                <a:gd name="T2" fmla="*/ 53 w 123"/>
                <a:gd name="T3" fmla="*/ 170 h 176"/>
                <a:gd name="T4" fmla="*/ 46 w 123"/>
                <a:gd name="T5" fmla="*/ 153 h 176"/>
                <a:gd name="T6" fmla="*/ 73 w 123"/>
                <a:gd name="T7" fmla="*/ 91 h 176"/>
                <a:gd name="T8" fmla="*/ 25 w 123"/>
                <a:gd name="T9" fmla="*/ 165 h 176"/>
                <a:gd name="T10" fmla="*/ 20 w 123"/>
                <a:gd name="T11" fmla="*/ 151 h 176"/>
                <a:gd name="T12" fmla="*/ 52 w 123"/>
                <a:gd name="T13" fmla="*/ 91 h 176"/>
                <a:gd name="T14" fmla="*/ 13 w 123"/>
                <a:gd name="T15" fmla="*/ 137 h 176"/>
                <a:gd name="T16" fmla="*/ 13 w 123"/>
                <a:gd name="T17" fmla="*/ 121 h 176"/>
                <a:gd name="T18" fmla="*/ 45 w 123"/>
                <a:gd name="T19" fmla="*/ 79 h 176"/>
                <a:gd name="T20" fmla="*/ 6 w 123"/>
                <a:gd name="T21" fmla="*/ 102 h 176"/>
                <a:gd name="T22" fmla="*/ 4 w 123"/>
                <a:gd name="T23" fmla="*/ 94 h 176"/>
                <a:gd name="T24" fmla="*/ 44 w 123"/>
                <a:gd name="T25" fmla="*/ 65 h 176"/>
                <a:gd name="T26" fmla="*/ 86 w 123"/>
                <a:gd name="T27" fmla="*/ 20 h 176"/>
                <a:gd name="T28" fmla="*/ 122 w 123"/>
                <a:gd name="T29" fmla="*/ 31 h 176"/>
                <a:gd name="T30" fmla="*/ 115 w 123"/>
                <a:gd name="T31" fmla="*/ 119 h 176"/>
                <a:gd name="T32" fmla="*/ 99 w 123"/>
                <a:gd name="T33" fmla="*/ 102 h 176"/>
                <a:gd name="T34" fmla="*/ 101 w 123"/>
                <a:gd name="T35" fmla="*/ 75 h 1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23" h="176">
                  <a:moveTo>
                    <a:pt x="101" y="75"/>
                  </a:moveTo>
                  <a:cubicBezTo>
                    <a:pt x="101" y="75"/>
                    <a:pt x="60" y="164"/>
                    <a:pt x="53" y="170"/>
                  </a:cubicBezTo>
                  <a:cubicBezTo>
                    <a:pt x="46" y="176"/>
                    <a:pt x="38" y="168"/>
                    <a:pt x="46" y="153"/>
                  </a:cubicBezTo>
                  <a:cubicBezTo>
                    <a:pt x="54" y="138"/>
                    <a:pt x="73" y="91"/>
                    <a:pt x="73" y="91"/>
                  </a:cubicBezTo>
                  <a:cubicBezTo>
                    <a:pt x="73" y="91"/>
                    <a:pt x="31" y="164"/>
                    <a:pt x="25" y="165"/>
                  </a:cubicBezTo>
                  <a:cubicBezTo>
                    <a:pt x="19" y="166"/>
                    <a:pt x="13" y="160"/>
                    <a:pt x="20" y="151"/>
                  </a:cubicBezTo>
                  <a:cubicBezTo>
                    <a:pt x="27" y="141"/>
                    <a:pt x="52" y="91"/>
                    <a:pt x="52" y="91"/>
                  </a:cubicBezTo>
                  <a:cubicBezTo>
                    <a:pt x="52" y="91"/>
                    <a:pt x="22" y="130"/>
                    <a:pt x="13" y="137"/>
                  </a:cubicBezTo>
                  <a:cubicBezTo>
                    <a:pt x="4" y="144"/>
                    <a:pt x="6" y="129"/>
                    <a:pt x="13" y="121"/>
                  </a:cubicBezTo>
                  <a:cubicBezTo>
                    <a:pt x="20" y="112"/>
                    <a:pt x="45" y="79"/>
                    <a:pt x="45" y="79"/>
                  </a:cubicBezTo>
                  <a:cubicBezTo>
                    <a:pt x="45" y="79"/>
                    <a:pt x="13" y="102"/>
                    <a:pt x="6" y="102"/>
                  </a:cubicBezTo>
                  <a:cubicBezTo>
                    <a:pt x="0" y="103"/>
                    <a:pt x="1" y="98"/>
                    <a:pt x="4" y="94"/>
                  </a:cubicBezTo>
                  <a:cubicBezTo>
                    <a:pt x="7" y="91"/>
                    <a:pt x="44" y="65"/>
                    <a:pt x="44" y="65"/>
                  </a:cubicBezTo>
                  <a:cubicBezTo>
                    <a:pt x="44" y="65"/>
                    <a:pt x="53" y="56"/>
                    <a:pt x="86" y="20"/>
                  </a:cubicBezTo>
                  <a:cubicBezTo>
                    <a:pt x="105" y="0"/>
                    <a:pt x="123" y="26"/>
                    <a:pt x="122" y="31"/>
                  </a:cubicBezTo>
                  <a:cubicBezTo>
                    <a:pt x="122" y="35"/>
                    <a:pt x="119" y="109"/>
                    <a:pt x="115" y="119"/>
                  </a:cubicBezTo>
                  <a:cubicBezTo>
                    <a:pt x="110" y="130"/>
                    <a:pt x="96" y="121"/>
                    <a:pt x="99" y="102"/>
                  </a:cubicBezTo>
                  <a:cubicBezTo>
                    <a:pt x="102" y="84"/>
                    <a:pt x="107" y="72"/>
                    <a:pt x="101" y="75"/>
                  </a:cubicBezTo>
                  <a:close/>
                </a:path>
              </a:pathLst>
            </a:custGeom>
            <a:solidFill>
              <a:srgbClr val="FFE7C5"/>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34" name="Freeform 109"/>
            <p:cNvSpPr/>
            <p:nvPr>
              <p:custDataLst>
                <p:tags r:id="rId82"/>
              </p:custDataLst>
            </p:nvPr>
          </p:nvSpPr>
          <p:spPr bwMode="auto">
            <a:xfrm>
              <a:off x="4731385" y="5468620"/>
              <a:ext cx="106680" cy="98425"/>
            </a:xfrm>
            <a:custGeom>
              <a:avLst/>
              <a:gdLst>
                <a:gd name="T0" fmla="*/ 79 w 79"/>
                <a:gd name="T1" fmla="*/ 15 h 73"/>
                <a:gd name="T2" fmla="*/ 68 w 79"/>
                <a:gd name="T3" fmla="*/ 73 h 73"/>
                <a:gd name="T4" fmla="*/ 0 w 79"/>
                <a:gd name="T5" fmla="*/ 72 h 73"/>
                <a:gd name="T6" fmla="*/ 13 w 79"/>
                <a:gd name="T7" fmla="*/ 0 h 73"/>
                <a:gd name="T8" fmla="*/ 79 w 79"/>
                <a:gd name="T9" fmla="*/ 15 h 73"/>
              </a:gdLst>
              <a:ahLst/>
              <a:cxnLst>
                <a:cxn ang="0">
                  <a:pos x="T0" y="T1"/>
                </a:cxn>
                <a:cxn ang="0">
                  <a:pos x="T2" y="T3"/>
                </a:cxn>
                <a:cxn ang="0">
                  <a:pos x="T4" y="T5"/>
                </a:cxn>
                <a:cxn ang="0">
                  <a:pos x="T6" y="T7"/>
                </a:cxn>
                <a:cxn ang="0">
                  <a:pos x="T8" y="T9"/>
                </a:cxn>
              </a:cxnLst>
              <a:rect l="0" t="0" r="r" b="b"/>
              <a:pathLst>
                <a:path w="79" h="73">
                  <a:moveTo>
                    <a:pt x="79" y="15"/>
                  </a:moveTo>
                  <a:lnTo>
                    <a:pt x="68" y="73"/>
                  </a:lnTo>
                  <a:lnTo>
                    <a:pt x="0" y="72"/>
                  </a:lnTo>
                  <a:lnTo>
                    <a:pt x="13" y="0"/>
                  </a:lnTo>
                  <a:lnTo>
                    <a:pt x="79" y="15"/>
                  </a:lnTo>
                  <a:close/>
                </a:path>
              </a:pathLst>
            </a:custGeom>
            <a:solidFill>
              <a:srgbClr val="FFE7C5"/>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35" name="Freeform 110"/>
            <p:cNvSpPr/>
            <p:nvPr>
              <p:custDataLst>
                <p:tags r:id="rId83"/>
              </p:custDataLst>
            </p:nvPr>
          </p:nvSpPr>
          <p:spPr bwMode="auto">
            <a:xfrm>
              <a:off x="4723765" y="5518785"/>
              <a:ext cx="123190" cy="50165"/>
            </a:xfrm>
            <a:custGeom>
              <a:avLst/>
              <a:gdLst>
                <a:gd name="T0" fmla="*/ 79 w 91"/>
                <a:gd name="T1" fmla="*/ 37 h 37"/>
                <a:gd name="T2" fmla="*/ 91 w 91"/>
                <a:gd name="T3" fmla="*/ 0 h 37"/>
                <a:gd name="T4" fmla="*/ 6 w 91"/>
                <a:gd name="T5" fmla="*/ 0 h 37"/>
                <a:gd name="T6" fmla="*/ 0 w 91"/>
                <a:gd name="T7" fmla="*/ 35 h 37"/>
                <a:gd name="T8" fmla="*/ 79 w 91"/>
                <a:gd name="T9" fmla="*/ 37 h 37"/>
              </a:gdLst>
              <a:ahLst/>
              <a:cxnLst>
                <a:cxn ang="0">
                  <a:pos x="T0" y="T1"/>
                </a:cxn>
                <a:cxn ang="0">
                  <a:pos x="T2" y="T3"/>
                </a:cxn>
                <a:cxn ang="0">
                  <a:pos x="T4" y="T5"/>
                </a:cxn>
                <a:cxn ang="0">
                  <a:pos x="T6" y="T7"/>
                </a:cxn>
                <a:cxn ang="0">
                  <a:pos x="T8" y="T9"/>
                </a:cxn>
              </a:cxnLst>
              <a:rect l="0" t="0" r="r" b="b"/>
              <a:pathLst>
                <a:path w="91" h="37">
                  <a:moveTo>
                    <a:pt x="79" y="37"/>
                  </a:moveTo>
                  <a:lnTo>
                    <a:pt x="91" y="0"/>
                  </a:lnTo>
                  <a:lnTo>
                    <a:pt x="6" y="0"/>
                  </a:lnTo>
                  <a:lnTo>
                    <a:pt x="0" y="35"/>
                  </a:lnTo>
                  <a:lnTo>
                    <a:pt x="79" y="37"/>
                  </a:lnTo>
                  <a:close/>
                </a:path>
              </a:pathLst>
            </a:custGeom>
            <a:solidFill>
              <a:srgbClr val="F9B233"/>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36" name="Freeform 111"/>
            <p:cNvSpPr/>
            <p:nvPr>
              <p:custDataLst>
                <p:tags r:id="rId84"/>
              </p:custDataLst>
            </p:nvPr>
          </p:nvSpPr>
          <p:spPr bwMode="auto">
            <a:xfrm>
              <a:off x="4650740" y="5561965"/>
              <a:ext cx="364490" cy="198755"/>
            </a:xfrm>
            <a:custGeom>
              <a:avLst/>
              <a:gdLst>
                <a:gd name="T0" fmla="*/ 119 w 225"/>
                <a:gd name="T1" fmla="*/ 5 h 123"/>
                <a:gd name="T2" fmla="*/ 137 w 225"/>
                <a:gd name="T3" fmla="*/ 75 h 123"/>
                <a:gd name="T4" fmla="*/ 212 w 225"/>
                <a:gd name="T5" fmla="*/ 100 h 123"/>
                <a:gd name="T6" fmla="*/ 209 w 225"/>
                <a:gd name="T7" fmla="*/ 121 h 123"/>
                <a:gd name="T8" fmla="*/ 115 w 225"/>
                <a:gd name="T9" fmla="*/ 123 h 123"/>
                <a:gd name="T10" fmla="*/ 60 w 225"/>
                <a:gd name="T11" fmla="*/ 96 h 123"/>
                <a:gd name="T12" fmla="*/ 45 w 225"/>
                <a:gd name="T13" fmla="*/ 107 h 123"/>
                <a:gd name="T14" fmla="*/ 0 w 225"/>
                <a:gd name="T15" fmla="*/ 91 h 123"/>
                <a:gd name="T16" fmla="*/ 40 w 225"/>
                <a:gd name="T17" fmla="*/ 0 h 123"/>
                <a:gd name="T18" fmla="*/ 119 w 225"/>
                <a:gd name="T19" fmla="*/ 5 h 1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25" h="123">
                  <a:moveTo>
                    <a:pt x="119" y="5"/>
                  </a:moveTo>
                  <a:cubicBezTo>
                    <a:pt x="137" y="75"/>
                    <a:pt x="137" y="75"/>
                    <a:pt x="137" y="75"/>
                  </a:cubicBezTo>
                  <a:cubicBezTo>
                    <a:pt x="212" y="100"/>
                    <a:pt x="212" y="100"/>
                    <a:pt x="212" y="100"/>
                  </a:cubicBezTo>
                  <a:cubicBezTo>
                    <a:pt x="225" y="103"/>
                    <a:pt x="223" y="121"/>
                    <a:pt x="209" y="121"/>
                  </a:cubicBezTo>
                  <a:cubicBezTo>
                    <a:pt x="115" y="123"/>
                    <a:pt x="115" y="123"/>
                    <a:pt x="115" y="123"/>
                  </a:cubicBezTo>
                  <a:cubicBezTo>
                    <a:pt x="60" y="96"/>
                    <a:pt x="60" y="96"/>
                    <a:pt x="60" y="96"/>
                  </a:cubicBezTo>
                  <a:cubicBezTo>
                    <a:pt x="45" y="107"/>
                    <a:pt x="45" y="107"/>
                    <a:pt x="45" y="107"/>
                  </a:cubicBezTo>
                  <a:cubicBezTo>
                    <a:pt x="0" y="91"/>
                    <a:pt x="0" y="91"/>
                    <a:pt x="0" y="91"/>
                  </a:cubicBezTo>
                  <a:cubicBezTo>
                    <a:pt x="40" y="0"/>
                    <a:pt x="40" y="0"/>
                    <a:pt x="40" y="0"/>
                  </a:cubicBezTo>
                  <a:lnTo>
                    <a:pt x="119" y="5"/>
                  </a:lnTo>
                  <a:close/>
                </a:path>
              </a:pathLst>
            </a:custGeom>
            <a:solidFill>
              <a:srgbClr val="1D1D1B"/>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37" name="Freeform 112"/>
            <p:cNvSpPr/>
            <p:nvPr>
              <p:custDataLst>
                <p:tags r:id="rId85"/>
              </p:custDataLst>
            </p:nvPr>
          </p:nvSpPr>
          <p:spPr bwMode="auto">
            <a:xfrm>
              <a:off x="4399280" y="5475605"/>
              <a:ext cx="99695" cy="98425"/>
            </a:xfrm>
            <a:custGeom>
              <a:avLst/>
              <a:gdLst>
                <a:gd name="T0" fmla="*/ 6 w 74"/>
                <a:gd name="T1" fmla="*/ 0 h 73"/>
                <a:gd name="T2" fmla="*/ 0 w 74"/>
                <a:gd name="T3" fmla="*/ 60 h 73"/>
                <a:gd name="T4" fmla="*/ 67 w 74"/>
                <a:gd name="T5" fmla="*/ 73 h 73"/>
                <a:gd name="T6" fmla="*/ 74 w 74"/>
                <a:gd name="T7" fmla="*/ 1 h 73"/>
                <a:gd name="T8" fmla="*/ 6 w 74"/>
                <a:gd name="T9" fmla="*/ 0 h 73"/>
              </a:gdLst>
              <a:ahLst/>
              <a:cxnLst>
                <a:cxn ang="0">
                  <a:pos x="T0" y="T1"/>
                </a:cxn>
                <a:cxn ang="0">
                  <a:pos x="T2" y="T3"/>
                </a:cxn>
                <a:cxn ang="0">
                  <a:pos x="T4" y="T5"/>
                </a:cxn>
                <a:cxn ang="0">
                  <a:pos x="T6" y="T7"/>
                </a:cxn>
                <a:cxn ang="0">
                  <a:pos x="T8" y="T9"/>
                </a:cxn>
              </a:cxnLst>
              <a:rect l="0" t="0" r="r" b="b"/>
              <a:pathLst>
                <a:path w="74" h="73">
                  <a:moveTo>
                    <a:pt x="6" y="0"/>
                  </a:moveTo>
                  <a:lnTo>
                    <a:pt x="0" y="60"/>
                  </a:lnTo>
                  <a:lnTo>
                    <a:pt x="67" y="73"/>
                  </a:lnTo>
                  <a:lnTo>
                    <a:pt x="74" y="1"/>
                  </a:lnTo>
                  <a:lnTo>
                    <a:pt x="6" y="0"/>
                  </a:lnTo>
                  <a:close/>
                </a:path>
              </a:pathLst>
            </a:custGeom>
            <a:solidFill>
              <a:srgbClr val="FFE7C5"/>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38" name="Freeform 113"/>
            <p:cNvSpPr/>
            <p:nvPr>
              <p:custDataLst>
                <p:tags r:id="rId86"/>
              </p:custDataLst>
            </p:nvPr>
          </p:nvSpPr>
          <p:spPr bwMode="auto">
            <a:xfrm>
              <a:off x="4391025" y="5504815"/>
              <a:ext cx="112395" cy="70485"/>
            </a:xfrm>
            <a:custGeom>
              <a:avLst/>
              <a:gdLst>
                <a:gd name="T0" fmla="*/ 2 w 83"/>
                <a:gd name="T1" fmla="*/ 38 h 52"/>
                <a:gd name="T2" fmla="*/ 0 w 83"/>
                <a:gd name="T3" fmla="*/ 0 h 52"/>
                <a:gd name="T4" fmla="*/ 83 w 83"/>
                <a:gd name="T5" fmla="*/ 19 h 52"/>
                <a:gd name="T6" fmla="*/ 79 w 83"/>
                <a:gd name="T7" fmla="*/ 52 h 52"/>
                <a:gd name="T8" fmla="*/ 2 w 83"/>
                <a:gd name="T9" fmla="*/ 38 h 52"/>
              </a:gdLst>
              <a:ahLst/>
              <a:cxnLst>
                <a:cxn ang="0">
                  <a:pos x="T0" y="T1"/>
                </a:cxn>
                <a:cxn ang="0">
                  <a:pos x="T2" y="T3"/>
                </a:cxn>
                <a:cxn ang="0">
                  <a:pos x="T4" y="T5"/>
                </a:cxn>
                <a:cxn ang="0">
                  <a:pos x="T6" y="T7"/>
                </a:cxn>
                <a:cxn ang="0">
                  <a:pos x="T8" y="T9"/>
                </a:cxn>
              </a:cxnLst>
              <a:rect l="0" t="0" r="r" b="b"/>
              <a:pathLst>
                <a:path w="83" h="52">
                  <a:moveTo>
                    <a:pt x="2" y="38"/>
                  </a:moveTo>
                  <a:lnTo>
                    <a:pt x="0" y="0"/>
                  </a:lnTo>
                  <a:lnTo>
                    <a:pt x="83" y="19"/>
                  </a:lnTo>
                  <a:lnTo>
                    <a:pt x="79" y="52"/>
                  </a:lnTo>
                  <a:lnTo>
                    <a:pt x="2" y="38"/>
                  </a:lnTo>
                  <a:close/>
                </a:path>
              </a:pathLst>
            </a:custGeom>
            <a:solidFill>
              <a:srgbClr val="F9B233"/>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39" name="Freeform 114"/>
            <p:cNvSpPr/>
            <p:nvPr>
              <p:custDataLst>
                <p:tags r:id="rId87"/>
              </p:custDataLst>
            </p:nvPr>
          </p:nvSpPr>
          <p:spPr bwMode="auto">
            <a:xfrm>
              <a:off x="4157345" y="5553710"/>
              <a:ext cx="372745" cy="187960"/>
            </a:xfrm>
            <a:custGeom>
              <a:avLst/>
              <a:gdLst>
                <a:gd name="T0" fmla="*/ 138 w 230"/>
                <a:gd name="T1" fmla="*/ 0 h 116"/>
                <a:gd name="T2" fmla="*/ 117 w 230"/>
                <a:gd name="T3" fmla="*/ 58 h 116"/>
                <a:gd name="T4" fmla="*/ 17 w 230"/>
                <a:gd name="T5" fmla="*/ 94 h 116"/>
                <a:gd name="T6" fmla="*/ 14 w 230"/>
                <a:gd name="T7" fmla="*/ 116 h 116"/>
                <a:gd name="T8" fmla="*/ 110 w 230"/>
                <a:gd name="T9" fmla="*/ 116 h 116"/>
                <a:gd name="T10" fmla="*/ 171 w 230"/>
                <a:gd name="T11" fmla="*/ 102 h 116"/>
                <a:gd name="T12" fmla="*/ 182 w 230"/>
                <a:gd name="T13" fmla="*/ 116 h 116"/>
                <a:gd name="T14" fmla="*/ 230 w 230"/>
                <a:gd name="T15" fmla="*/ 110 h 116"/>
                <a:gd name="T16" fmla="*/ 215 w 230"/>
                <a:gd name="T17" fmla="*/ 13 h 116"/>
                <a:gd name="T18" fmla="*/ 138 w 230"/>
                <a:gd name="T19" fmla="*/ 0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30" h="116">
                  <a:moveTo>
                    <a:pt x="138" y="0"/>
                  </a:moveTo>
                  <a:cubicBezTo>
                    <a:pt x="117" y="58"/>
                    <a:pt x="117" y="58"/>
                    <a:pt x="117" y="58"/>
                  </a:cubicBezTo>
                  <a:cubicBezTo>
                    <a:pt x="17" y="94"/>
                    <a:pt x="17" y="94"/>
                    <a:pt x="17" y="94"/>
                  </a:cubicBezTo>
                  <a:cubicBezTo>
                    <a:pt x="2" y="94"/>
                    <a:pt x="0" y="113"/>
                    <a:pt x="14" y="116"/>
                  </a:cubicBezTo>
                  <a:cubicBezTo>
                    <a:pt x="110" y="116"/>
                    <a:pt x="110" y="116"/>
                    <a:pt x="110" y="116"/>
                  </a:cubicBezTo>
                  <a:cubicBezTo>
                    <a:pt x="171" y="102"/>
                    <a:pt x="171" y="102"/>
                    <a:pt x="171" y="102"/>
                  </a:cubicBezTo>
                  <a:cubicBezTo>
                    <a:pt x="182" y="116"/>
                    <a:pt x="182" y="116"/>
                    <a:pt x="182" y="116"/>
                  </a:cubicBezTo>
                  <a:cubicBezTo>
                    <a:pt x="230" y="110"/>
                    <a:pt x="230" y="110"/>
                    <a:pt x="230" y="110"/>
                  </a:cubicBezTo>
                  <a:cubicBezTo>
                    <a:pt x="215" y="13"/>
                    <a:pt x="215" y="13"/>
                    <a:pt x="215" y="13"/>
                  </a:cubicBezTo>
                  <a:lnTo>
                    <a:pt x="138" y="0"/>
                  </a:lnTo>
                  <a:close/>
                </a:path>
              </a:pathLst>
            </a:custGeom>
            <a:solidFill>
              <a:srgbClr val="1D1D1B"/>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40" name="Freeform 115"/>
            <p:cNvSpPr/>
            <p:nvPr>
              <p:custDataLst>
                <p:tags r:id="rId88"/>
              </p:custDataLst>
            </p:nvPr>
          </p:nvSpPr>
          <p:spPr bwMode="auto">
            <a:xfrm>
              <a:off x="4619625" y="3385820"/>
              <a:ext cx="321310" cy="144780"/>
            </a:xfrm>
            <a:custGeom>
              <a:avLst/>
              <a:gdLst>
                <a:gd name="T0" fmla="*/ 58 w 198"/>
                <a:gd name="T1" fmla="*/ 11 h 89"/>
                <a:gd name="T2" fmla="*/ 56 w 198"/>
                <a:gd name="T3" fmla="*/ 35 h 89"/>
                <a:gd name="T4" fmla="*/ 11 w 198"/>
                <a:gd name="T5" fmla="*/ 86 h 89"/>
                <a:gd name="T6" fmla="*/ 0 w 198"/>
                <a:gd name="T7" fmla="*/ 89 h 89"/>
                <a:gd name="T8" fmla="*/ 198 w 198"/>
                <a:gd name="T9" fmla="*/ 89 h 89"/>
                <a:gd name="T10" fmla="*/ 172 w 198"/>
                <a:gd name="T11" fmla="*/ 88 h 89"/>
                <a:gd name="T12" fmla="*/ 132 w 198"/>
                <a:gd name="T13" fmla="*/ 29 h 89"/>
                <a:gd name="T14" fmla="*/ 135 w 198"/>
                <a:gd name="T15" fmla="*/ 0 h 89"/>
                <a:gd name="T16" fmla="*/ 58 w 198"/>
                <a:gd name="T17" fmla="*/ 11 h 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98" h="89">
                  <a:moveTo>
                    <a:pt x="58" y="11"/>
                  </a:moveTo>
                  <a:cubicBezTo>
                    <a:pt x="56" y="35"/>
                    <a:pt x="56" y="35"/>
                    <a:pt x="56" y="35"/>
                  </a:cubicBezTo>
                  <a:cubicBezTo>
                    <a:pt x="53" y="59"/>
                    <a:pt x="36" y="79"/>
                    <a:pt x="11" y="86"/>
                  </a:cubicBezTo>
                  <a:cubicBezTo>
                    <a:pt x="0" y="89"/>
                    <a:pt x="0" y="89"/>
                    <a:pt x="0" y="89"/>
                  </a:cubicBezTo>
                  <a:cubicBezTo>
                    <a:pt x="198" y="89"/>
                    <a:pt x="198" y="89"/>
                    <a:pt x="198" y="89"/>
                  </a:cubicBezTo>
                  <a:cubicBezTo>
                    <a:pt x="172" y="88"/>
                    <a:pt x="172" y="88"/>
                    <a:pt x="172" y="88"/>
                  </a:cubicBezTo>
                  <a:cubicBezTo>
                    <a:pt x="146" y="79"/>
                    <a:pt x="130" y="55"/>
                    <a:pt x="132" y="29"/>
                  </a:cubicBezTo>
                  <a:cubicBezTo>
                    <a:pt x="135" y="0"/>
                    <a:pt x="135" y="0"/>
                    <a:pt x="135" y="0"/>
                  </a:cubicBezTo>
                  <a:lnTo>
                    <a:pt x="58" y="11"/>
                  </a:lnTo>
                  <a:close/>
                </a:path>
              </a:pathLst>
            </a:custGeom>
            <a:solidFill>
              <a:srgbClr val="FFE7C5"/>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41" name="Freeform 116"/>
            <p:cNvSpPr/>
            <p:nvPr>
              <p:custDataLst>
                <p:tags r:id="rId89"/>
              </p:custDataLst>
            </p:nvPr>
          </p:nvSpPr>
          <p:spPr bwMode="auto">
            <a:xfrm>
              <a:off x="4361815" y="4399915"/>
              <a:ext cx="590550" cy="1085850"/>
            </a:xfrm>
            <a:custGeom>
              <a:avLst/>
              <a:gdLst>
                <a:gd name="T0" fmla="*/ 364 w 364"/>
                <a:gd name="T1" fmla="*/ 42 h 671"/>
                <a:gd name="T2" fmla="*/ 314 w 364"/>
                <a:gd name="T3" fmla="*/ 671 h 671"/>
                <a:gd name="T4" fmla="*/ 235 w 364"/>
                <a:gd name="T5" fmla="*/ 671 h 671"/>
                <a:gd name="T6" fmla="*/ 219 w 364"/>
                <a:gd name="T7" fmla="*/ 159 h 671"/>
                <a:gd name="T8" fmla="*/ 145 w 364"/>
                <a:gd name="T9" fmla="*/ 372 h 671"/>
                <a:gd name="T10" fmla="*/ 88 w 364"/>
                <a:gd name="T11" fmla="*/ 671 h 671"/>
                <a:gd name="T12" fmla="*/ 0 w 364"/>
                <a:gd name="T13" fmla="*/ 671 h 671"/>
                <a:gd name="T14" fmla="*/ 48 w 364"/>
                <a:gd name="T15" fmla="*/ 329 h 671"/>
                <a:gd name="T16" fmla="*/ 75 w 364"/>
                <a:gd name="T17" fmla="*/ 25 h 671"/>
                <a:gd name="T18" fmla="*/ 344 w 364"/>
                <a:gd name="T19" fmla="*/ 34 h 671"/>
                <a:gd name="T20" fmla="*/ 364 w 364"/>
                <a:gd name="T21" fmla="*/ 42 h 6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64" h="671">
                  <a:moveTo>
                    <a:pt x="364" y="42"/>
                  </a:moveTo>
                  <a:cubicBezTo>
                    <a:pt x="314" y="671"/>
                    <a:pt x="314" y="671"/>
                    <a:pt x="314" y="671"/>
                  </a:cubicBezTo>
                  <a:cubicBezTo>
                    <a:pt x="235" y="671"/>
                    <a:pt x="235" y="671"/>
                    <a:pt x="235" y="671"/>
                  </a:cubicBezTo>
                  <a:cubicBezTo>
                    <a:pt x="219" y="159"/>
                    <a:pt x="219" y="159"/>
                    <a:pt x="219" y="159"/>
                  </a:cubicBezTo>
                  <a:cubicBezTo>
                    <a:pt x="145" y="372"/>
                    <a:pt x="145" y="372"/>
                    <a:pt x="145" y="372"/>
                  </a:cubicBezTo>
                  <a:cubicBezTo>
                    <a:pt x="88" y="671"/>
                    <a:pt x="88" y="671"/>
                    <a:pt x="88" y="671"/>
                  </a:cubicBezTo>
                  <a:cubicBezTo>
                    <a:pt x="0" y="671"/>
                    <a:pt x="0" y="671"/>
                    <a:pt x="0" y="671"/>
                  </a:cubicBezTo>
                  <a:cubicBezTo>
                    <a:pt x="48" y="329"/>
                    <a:pt x="48" y="329"/>
                    <a:pt x="48" y="329"/>
                  </a:cubicBezTo>
                  <a:cubicBezTo>
                    <a:pt x="75" y="25"/>
                    <a:pt x="75" y="25"/>
                    <a:pt x="75" y="25"/>
                  </a:cubicBezTo>
                  <a:cubicBezTo>
                    <a:pt x="163" y="0"/>
                    <a:pt x="258" y="3"/>
                    <a:pt x="344" y="34"/>
                  </a:cubicBezTo>
                  <a:lnTo>
                    <a:pt x="364" y="42"/>
                  </a:lnTo>
                  <a:close/>
                </a:path>
              </a:pathLst>
            </a:custGeom>
            <a:solidFill>
              <a:srgbClr val="1D1D1B"/>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42" name="Freeform 117"/>
            <p:cNvSpPr/>
            <p:nvPr>
              <p:custDataLst>
                <p:tags r:id="rId90"/>
              </p:custDataLst>
            </p:nvPr>
          </p:nvSpPr>
          <p:spPr bwMode="auto">
            <a:xfrm>
              <a:off x="4508500" y="2994025"/>
              <a:ext cx="433705" cy="467360"/>
            </a:xfrm>
            <a:custGeom>
              <a:avLst/>
              <a:gdLst>
                <a:gd name="T0" fmla="*/ 0 w 267"/>
                <a:gd name="T1" fmla="*/ 21 h 288"/>
                <a:gd name="T2" fmla="*/ 86 w 267"/>
                <a:gd name="T3" fmla="*/ 239 h 288"/>
                <a:gd name="T4" fmla="*/ 257 w 267"/>
                <a:gd name="T5" fmla="*/ 204 h 288"/>
                <a:gd name="T6" fmla="*/ 236 w 267"/>
                <a:gd name="T7" fmla="*/ 0 h 288"/>
                <a:gd name="T8" fmla="*/ 0 w 267"/>
                <a:gd name="T9" fmla="*/ 21 h 288"/>
              </a:gdLst>
              <a:ahLst/>
              <a:cxnLst>
                <a:cxn ang="0">
                  <a:pos x="T0" y="T1"/>
                </a:cxn>
                <a:cxn ang="0">
                  <a:pos x="T2" y="T3"/>
                </a:cxn>
                <a:cxn ang="0">
                  <a:pos x="T4" y="T5"/>
                </a:cxn>
                <a:cxn ang="0">
                  <a:pos x="T6" y="T7"/>
                </a:cxn>
                <a:cxn ang="0">
                  <a:pos x="T8" y="T9"/>
                </a:cxn>
              </a:cxnLst>
              <a:rect l="0" t="0" r="r" b="b"/>
              <a:pathLst>
                <a:path w="267" h="288">
                  <a:moveTo>
                    <a:pt x="0" y="21"/>
                  </a:moveTo>
                  <a:cubicBezTo>
                    <a:pt x="0" y="21"/>
                    <a:pt x="26" y="190"/>
                    <a:pt x="86" y="239"/>
                  </a:cubicBezTo>
                  <a:cubicBezTo>
                    <a:pt x="147" y="288"/>
                    <a:pt x="248" y="240"/>
                    <a:pt x="257" y="204"/>
                  </a:cubicBezTo>
                  <a:cubicBezTo>
                    <a:pt x="267" y="168"/>
                    <a:pt x="236" y="0"/>
                    <a:pt x="236" y="0"/>
                  </a:cubicBezTo>
                  <a:lnTo>
                    <a:pt x="0" y="21"/>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43" name="Freeform 118"/>
            <p:cNvSpPr/>
            <p:nvPr>
              <p:custDataLst>
                <p:tags r:id="rId91"/>
              </p:custDataLst>
            </p:nvPr>
          </p:nvSpPr>
          <p:spPr bwMode="auto">
            <a:xfrm>
              <a:off x="4911090" y="3116580"/>
              <a:ext cx="68580" cy="144780"/>
            </a:xfrm>
            <a:custGeom>
              <a:avLst/>
              <a:gdLst>
                <a:gd name="T0" fmla="*/ 11 w 42"/>
                <a:gd name="T1" fmla="*/ 89 h 89"/>
                <a:gd name="T2" fmla="*/ 18 w 42"/>
                <a:gd name="T3" fmla="*/ 87 h 89"/>
                <a:gd name="T4" fmla="*/ 25 w 42"/>
                <a:gd name="T5" fmla="*/ 32 h 89"/>
                <a:gd name="T6" fmla="*/ 0 w 42"/>
                <a:gd name="T7" fmla="*/ 0 h 89"/>
                <a:gd name="T8" fmla="*/ 11 w 42"/>
                <a:gd name="T9" fmla="*/ 89 h 89"/>
              </a:gdLst>
              <a:ahLst/>
              <a:cxnLst>
                <a:cxn ang="0">
                  <a:pos x="T0" y="T1"/>
                </a:cxn>
                <a:cxn ang="0">
                  <a:pos x="T2" y="T3"/>
                </a:cxn>
                <a:cxn ang="0">
                  <a:pos x="T4" y="T5"/>
                </a:cxn>
                <a:cxn ang="0">
                  <a:pos x="T6" y="T7"/>
                </a:cxn>
                <a:cxn ang="0">
                  <a:pos x="T8" y="T9"/>
                </a:cxn>
              </a:cxnLst>
              <a:rect l="0" t="0" r="r" b="b"/>
              <a:pathLst>
                <a:path w="42" h="89">
                  <a:moveTo>
                    <a:pt x="11" y="89"/>
                  </a:moveTo>
                  <a:cubicBezTo>
                    <a:pt x="13" y="89"/>
                    <a:pt x="15" y="88"/>
                    <a:pt x="18" y="87"/>
                  </a:cubicBezTo>
                  <a:cubicBezTo>
                    <a:pt x="42" y="76"/>
                    <a:pt x="37" y="54"/>
                    <a:pt x="25" y="32"/>
                  </a:cubicBezTo>
                  <a:cubicBezTo>
                    <a:pt x="17" y="17"/>
                    <a:pt x="17" y="2"/>
                    <a:pt x="0" y="0"/>
                  </a:cubicBezTo>
                  <a:lnTo>
                    <a:pt x="11" y="89"/>
                  </a:lnTo>
                  <a:close/>
                </a:path>
              </a:pathLst>
            </a:custGeom>
            <a:solidFill>
              <a:srgbClr val="FFE7C5"/>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44" name="Freeform 119"/>
            <p:cNvSpPr/>
            <p:nvPr>
              <p:custDataLst>
                <p:tags r:id="rId92"/>
              </p:custDataLst>
            </p:nvPr>
          </p:nvSpPr>
          <p:spPr bwMode="auto">
            <a:xfrm>
              <a:off x="4499610" y="2804795"/>
              <a:ext cx="537845" cy="342900"/>
            </a:xfrm>
            <a:custGeom>
              <a:avLst/>
              <a:gdLst>
                <a:gd name="T0" fmla="*/ 47 w 331"/>
                <a:gd name="T1" fmla="*/ 191 h 212"/>
                <a:gd name="T2" fmla="*/ 6 w 331"/>
                <a:gd name="T3" fmla="*/ 128 h 212"/>
                <a:gd name="T4" fmla="*/ 60 w 331"/>
                <a:gd name="T5" fmla="*/ 50 h 212"/>
                <a:gd name="T6" fmla="*/ 189 w 331"/>
                <a:gd name="T7" fmla="*/ 36 h 212"/>
                <a:gd name="T8" fmla="*/ 241 w 331"/>
                <a:gd name="T9" fmla="*/ 16 h 212"/>
                <a:gd name="T10" fmla="*/ 314 w 331"/>
                <a:gd name="T11" fmla="*/ 41 h 212"/>
                <a:gd name="T12" fmla="*/ 290 w 331"/>
                <a:gd name="T13" fmla="*/ 151 h 212"/>
                <a:gd name="T14" fmla="*/ 98 w 331"/>
                <a:gd name="T15" fmla="*/ 201 h 212"/>
                <a:gd name="T16" fmla="*/ 47 w 331"/>
                <a:gd name="T17" fmla="*/ 191 h 2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31" h="212">
                  <a:moveTo>
                    <a:pt x="47" y="191"/>
                  </a:moveTo>
                  <a:cubicBezTo>
                    <a:pt x="18" y="183"/>
                    <a:pt x="0" y="155"/>
                    <a:pt x="6" y="128"/>
                  </a:cubicBezTo>
                  <a:cubicBezTo>
                    <a:pt x="12" y="105"/>
                    <a:pt x="20" y="67"/>
                    <a:pt x="60" y="50"/>
                  </a:cubicBezTo>
                  <a:cubicBezTo>
                    <a:pt x="136" y="18"/>
                    <a:pt x="164" y="36"/>
                    <a:pt x="189" y="36"/>
                  </a:cubicBezTo>
                  <a:cubicBezTo>
                    <a:pt x="214" y="36"/>
                    <a:pt x="227" y="22"/>
                    <a:pt x="241" y="16"/>
                  </a:cubicBezTo>
                  <a:cubicBezTo>
                    <a:pt x="274" y="0"/>
                    <a:pt x="304" y="27"/>
                    <a:pt x="314" y="41"/>
                  </a:cubicBezTo>
                  <a:cubicBezTo>
                    <a:pt x="324" y="55"/>
                    <a:pt x="331" y="123"/>
                    <a:pt x="290" y="151"/>
                  </a:cubicBezTo>
                  <a:cubicBezTo>
                    <a:pt x="249" y="179"/>
                    <a:pt x="171" y="212"/>
                    <a:pt x="98" y="201"/>
                  </a:cubicBezTo>
                  <a:cubicBezTo>
                    <a:pt x="76" y="198"/>
                    <a:pt x="59" y="195"/>
                    <a:pt x="47" y="191"/>
                  </a:cubicBezTo>
                  <a:close/>
                </a:path>
              </a:pathLst>
            </a:custGeom>
            <a:solidFill>
              <a:srgbClr val="1D1D1B"/>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45" name="Freeform 120"/>
            <p:cNvSpPr/>
            <p:nvPr>
              <p:custDataLst>
                <p:tags r:id="rId93"/>
              </p:custDataLst>
            </p:nvPr>
          </p:nvSpPr>
          <p:spPr bwMode="auto">
            <a:xfrm>
              <a:off x="4516755" y="3176270"/>
              <a:ext cx="83820" cy="147320"/>
            </a:xfrm>
            <a:custGeom>
              <a:avLst/>
              <a:gdLst>
                <a:gd name="T0" fmla="*/ 51 w 51"/>
                <a:gd name="T1" fmla="*/ 91 h 91"/>
                <a:gd name="T2" fmla="*/ 43 w 51"/>
                <a:gd name="T3" fmla="*/ 91 h 91"/>
                <a:gd name="T4" fmla="*/ 11 w 51"/>
                <a:gd name="T5" fmla="*/ 46 h 91"/>
                <a:gd name="T6" fmla="*/ 15 w 51"/>
                <a:gd name="T7" fmla="*/ 0 h 91"/>
                <a:gd name="T8" fmla="*/ 51 w 51"/>
                <a:gd name="T9" fmla="*/ 91 h 91"/>
              </a:gdLst>
              <a:ahLst/>
              <a:cxnLst>
                <a:cxn ang="0">
                  <a:pos x="T0" y="T1"/>
                </a:cxn>
                <a:cxn ang="0">
                  <a:pos x="T2" y="T3"/>
                </a:cxn>
                <a:cxn ang="0">
                  <a:pos x="T4" y="T5"/>
                </a:cxn>
                <a:cxn ang="0">
                  <a:pos x="T6" y="T7"/>
                </a:cxn>
                <a:cxn ang="0">
                  <a:pos x="T8" y="T9"/>
                </a:cxn>
              </a:cxnLst>
              <a:rect l="0" t="0" r="r" b="b"/>
              <a:pathLst>
                <a:path w="51" h="91">
                  <a:moveTo>
                    <a:pt x="51" y="91"/>
                  </a:moveTo>
                  <a:cubicBezTo>
                    <a:pt x="48" y="91"/>
                    <a:pt x="46" y="91"/>
                    <a:pt x="43" y="91"/>
                  </a:cubicBezTo>
                  <a:cubicBezTo>
                    <a:pt x="14" y="91"/>
                    <a:pt x="11" y="73"/>
                    <a:pt x="11" y="46"/>
                  </a:cubicBezTo>
                  <a:cubicBezTo>
                    <a:pt x="11" y="28"/>
                    <a:pt x="0" y="9"/>
                    <a:pt x="15" y="0"/>
                  </a:cubicBezTo>
                  <a:lnTo>
                    <a:pt x="51" y="91"/>
                  </a:lnTo>
                  <a:close/>
                </a:path>
              </a:pathLst>
            </a:custGeom>
            <a:solidFill>
              <a:srgbClr val="FFE7C5"/>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46" name="Freeform 121"/>
            <p:cNvSpPr/>
            <p:nvPr>
              <p:custDataLst>
                <p:tags r:id="rId94"/>
              </p:custDataLst>
            </p:nvPr>
          </p:nvSpPr>
          <p:spPr bwMode="auto">
            <a:xfrm>
              <a:off x="5030470" y="2858770"/>
              <a:ext cx="194310" cy="606425"/>
            </a:xfrm>
            <a:custGeom>
              <a:avLst/>
              <a:gdLst>
                <a:gd name="T0" fmla="*/ 0 w 144"/>
                <a:gd name="T1" fmla="*/ 384 h 449"/>
                <a:gd name="T2" fmla="*/ 72 w 144"/>
                <a:gd name="T3" fmla="*/ 281 h 449"/>
                <a:gd name="T4" fmla="*/ 63 w 144"/>
                <a:gd name="T5" fmla="*/ 7 h 449"/>
                <a:gd name="T6" fmla="*/ 110 w 144"/>
                <a:gd name="T7" fmla="*/ 0 h 449"/>
                <a:gd name="T8" fmla="*/ 144 w 144"/>
                <a:gd name="T9" fmla="*/ 284 h 449"/>
                <a:gd name="T10" fmla="*/ 86 w 144"/>
                <a:gd name="T11" fmla="*/ 449 h 449"/>
                <a:gd name="T12" fmla="*/ 0 w 144"/>
                <a:gd name="T13" fmla="*/ 384 h 449"/>
              </a:gdLst>
              <a:ahLst/>
              <a:cxnLst>
                <a:cxn ang="0">
                  <a:pos x="T0" y="T1"/>
                </a:cxn>
                <a:cxn ang="0">
                  <a:pos x="T2" y="T3"/>
                </a:cxn>
                <a:cxn ang="0">
                  <a:pos x="T4" y="T5"/>
                </a:cxn>
                <a:cxn ang="0">
                  <a:pos x="T6" y="T7"/>
                </a:cxn>
                <a:cxn ang="0">
                  <a:pos x="T8" y="T9"/>
                </a:cxn>
                <a:cxn ang="0">
                  <a:pos x="T10" y="T11"/>
                </a:cxn>
                <a:cxn ang="0">
                  <a:pos x="T12" y="T13"/>
                </a:cxn>
              </a:cxnLst>
              <a:rect l="0" t="0" r="r" b="b"/>
              <a:pathLst>
                <a:path w="144" h="449">
                  <a:moveTo>
                    <a:pt x="0" y="384"/>
                  </a:moveTo>
                  <a:lnTo>
                    <a:pt x="72" y="281"/>
                  </a:lnTo>
                  <a:lnTo>
                    <a:pt x="63" y="7"/>
                  </a:lnTo>
                  <a:lnTo>
                    <a:pt x="110" y="0"/>
                  </a:lnTo>
                  <a:lnTo>
                    <a:pt x="144" y="284"/>
                  </a:lnTo>
                  <a:lnTo>
                    <a:pt x="86" y="449"/>
                  </a:lnTo>
                  <a:lnTo>
                    <a:pt x="0" y="384"/>
                  </a:lnTo>
                  <a:close/>
                </a:path>
              </a:pathLst>
            </a:custGeom>
            <a:solidFill>
              <a:srgbClr val="FFE7C5"/>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47" name="Freeform 122"/>
            <p:cNvSpPr/>
            <p:nvPr>
              <p:custDataLst>
                <p:tags r:id="rId95"/>
              </p:custDataLst>
            </p:nvPr>
          </p:nvSpPr>
          <p:spPr bwMode="auto">
            <a:xfrm>
              <a:off x="4255135" y="2872105"/>
              <a:ext cx="194310" cy="607695"/>
            </a:xfrm>
            <a:custGeom>
              <a:avLst/>
              <a:gdLst>
                <a:gd name="T0" fmla="*/ 144 w 144"/>
                <a:gd name="T1" fmla="*/ 385 h 450"/>
                <a:gd name="T2" fmla="*/ 72 w 144"/>
                <a:gd name="T3" fmla="*/ 282 h 450"/>
                <a:gd name="T4" fmla="*/ 80 w 144"/>
                <a:gd name="T5" fmla="*/ 8 h 450"/>
                <a:gd name="T6" fmla="*/ 34 w 144"/>
                <a:gd name="T7" fmla="*/ 0 h 450"/>
                <a:gd name="T8" fmla="*/ 0 w 144"/>
                <a:gd name="T9" fmla="*/ 285 h 450"/>
                <a:gd name="T10" fmla="*/ 58 w 144"/>
                <a:gd name="T11" fmla="*/ 450 h 450"/>
                <a:gd name="T12" fmla="*/ 144 w 144"/>
                <a:gd name="T13" fmla="*/ 385 h 450"/>
              </a:gdLst>
              <a:ahLst/>
              <a:cxnLst>
                <a:cxn ang="0">
                  <a:pos x="T0" y="T1"/>
                </a:cxn>
                <a:cxn ang="0">
                  <a:pos x="T2" y="T3"/>
                </a:cxn>
                <a:cxn ang="0">
                  <a:pos x="T4" y="T5"/>
                </a:cxn>
                <a:cxn ang="0">
                  <a:pos x="T6" y="T7"/>
                </a:cxn>
                <a:cxn ang="0">
                  <a:pos x="T8" y="T9"/>
                </a:cxn>
                <a:cxn ang="0">
                  <a:pos x="T10" y="T11"/>
                </a:cxn>
                <a:cxn ang="0">
                  <a:pos x="T12" y="T13"/>
                </a:cxn>
              </a:cxnLst>
              <a:rect l="0" t="0" r="r" b="b"/>
              <a:pathLst>
                <a:path w="144" h="450">
                  <a:moveTo>
                    <a:pt x="144" y="385"/>
                  </a:moveTo>
                  <a:lnTo>
                    <a:pt x="72" y="282"/>
                  </a:lnTo>
                  <a:lnTo>
                    <a:pt x="80" y="8"/>
                  </a:lnTo>
                  <a:lnTo>
                    <a:pt x="34" y="0"/>
                  </a:lnTo>
                  <a:lnTo>
                    <a:pt x="0" y="285"/>
                  </a:lnTo>
                  <a:lnTo>
                    <a:pt x="58" y="450"/>
                  </a:lnTo>
                  <a:lnTo>
                    <a:pt x="144" y="385"/>
                  </a:lnTo>
                  <a:close/>
                </a:path>
              </a:pathLst>
            </a:custGeom>
            <a:solidFill>
              <a:srgbClr val="FFE7C5"/>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48" name="Freeform 123"/>
            <p:cNvSpPr/>
            <p:nvPr>
              <p:custDataLst>
                <p:tags r:id="rId96"/>
              </p:custDataLst>
            </p:nvPr>
          </p:nvSpPr>
          <p:spPr bwMode="auto">
            <a:xfrm>
              <a:off x="4454525" y="3759835"/>
              <a:ext cx="618490" cy="757555"/>
            </a:xfrm>
            <a:custGeom>
              <a:avLst/>
              <a:gdLst>
                <a:gd name="T0" fmla="*/ 350 w 382"/>
                <a:gd name="T1" fmla="*/ 34 h 468"/>
                <a:gd name="T2" fmla="*/ 55 w 382"/>
                <a:gd name="T3" fmla="*/ 0 h 468"/>
                <a:gd name="T4" fmla="*/ 0 w 382"/>
                <a:gd name="T5" fmla="*/ 445 h 468"/>
                <a:gd name="T6" fmla="*/ 10 w 382"/>
                <a:gd name="T7" fmla="*/ 446 h 468"/>
                <a:gd name="T8" fmla="*/ 48 w 382"/>
                <a:gd name="T9" fmla="*/ 421 h 468"/>
                <a:gd name="T10" fmla="*/ 76 w 382"/>
                <a:gd name="T11" fmla="*/ 414 h 468"/>
                <a:gd name="T12" fmla="*/ 119 w 382"/>
                <a:gd name="T13" fmla="*/ 404 h 468"/>
                <a:gd name="T14" fmla="*/ 163 w 382"/>
                <a:gd name="T15" fmla="*/ 405 h 468"/>
                <a:gd name="T16" fmla="*/ 259 w 382"/>
                <a:gd name="T17" fmla="*/ 422 h 468"/>
                <a:gd name="T18" fmla="*/ 271 w 382"/>
                <a:gd name="T19" fmla="*/ 427 h 468"/>
                <a:gd name="T20" fmla="*/ 274 w 382"/>
                <a:gd name="T21" fmla="*/ 427 h 468"/>
                <a:gd name="T22" fmla="*/ 320 w 382"/>
                <a:gd name="T23" fmla="*/ 464 h 468"/>
                <a:gd name="T24" fmla="*/ 382 w 382"/>
                <a:gd name="T25" fmla="*/ 468 h 468"/>
                <a:gd name="T26" fmla="*/ 350 w 382"/>
                <a:gd name="T27" fmla="*/ 34 h 4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82" h="468">
                  <a:moveTo>
                    <a:pt x="350" y="34"/>
                  </a:moveTo>
                  <a:cubicBezTo>
                    <a:pt x="55" y="0"/>
                    <a:pt x="55" y="0"/>
                    <a:pt x="55" y="0"/>
                  </a:cubicBezTo>
                  <a:cubicBezTo>
                    <a:pt x="0" y="445"/>
                    <a:pt x="0" y="445"/>
                    <a:pt x="0" y="445"/>
                  </a:cubicBezTo>
                  <a:cubicBezTo>
                    <a:pt x="10" y="446"/>
                    <a:pt x="10" y="446"/>
                    <a:pt x="10" y="446"/>
                  </a:cubicBezTo>
                  <a:cubicBezTo>
                    <a:pt x="16" y="433"/>
                    <a:pt x="29" y="422"/>
                    <a:pt x="48" y="421"/>
                  </a:cubicBezTo>
                  <a:cubicBezTo>
                    <a:pt x="55" y="416"/>
                    <a:pt x="64" y="413"/>
                    <a:pt x="76" y="414"/>
                  </a:cubicBezTo>
                  <a:cubicBezTo>
                    <a:pt x="91" y="414"/>
                    <a:pt x="103" y="404"/>
                    <a:pt x="119" y="404"/>
                  </a:cubicBezTo>
                  <a:cubicBezTo>
                    <a:pt x="134" y="404"/>
                    <a:pt x="149" y="405"/>
                    <a:pt x="163" y="405"/>
                  </a:cubicBezTo>
                  <a:cubicBezTo>
                    <a:pt x="195" y="406"/>
                    <a:pt x="228" y="413"/>
                    <a:pt x="259" y="422"/>
                  </a:cubicBezTo>
                  <a:cubicBezTo>
                    <a:pt x="263" y="423"/>
                    <a:pt x="268" y="425"/>
                    <a:pt x="271" y="427"/>
                  </a:cubicBezTo>
                  <a:cubicBezTo>
                    <a:pt x="272" y="427"/>
                    <a:pt x="273" y="427"/>
                    <a:pt x="274" y="427"/>
                  </a:cubicBezTo>
                  <a:cubicBezTo>
                    <a:pt x="304" y="425"/>
                    <a:pt x="319" y="443"/>
                    <a:pt x="320" y="464"/>
                  </a:cubicBezTo>
                  <a:cubicBezTo>
                    <a:pt x="382" y="468"/>
                    <a:pt x="382" y="468"/>
                    <a:pt x="382" y="468"/>
                  </a:cubicBezTo>
                  <a:lnTo>
                    <a:pt x="350" y="34"/>
                  </a:lnTo>
                  <a:close/>
                </a:path>
              </a:pathLst>
            </a:custGeom>
            <a:solidFill>
              <a:schemeClr val="tx2"/>
            </a:solidFill>
            <a:ln>
              <a:noFill/>
            </a:ln>
          </p:spPr>
          <p:txBody>
            <a:bodyPr vert="horz" wrap="square" lIns="91440" tIns="45720" rIns="91440" bIns="45720" numCol="1" anchor="t" anchorCtr="0" compatLnSpc="1"/>
            <a:lstStyle/>
            <a:p>
              <a:endParaRPr lang="zh-CN" altLang="en-US"/>
            </a:p>
          </p:txBody>
        </p:sp>
        <p:sp>
          <p:nvSpPr>
            <p:cNvPr id="249" name="Freeform 124"/>
            <p:cNvSpPr/>
            <p:nvPr>
              <p:custDataLst>
                <p:tags r:id="rId97"/>
              </p:custDataLst>
            </p:nvPr>
          </p:nvSpPr>
          <p:spPr bwMode="auto">
            <a:xfrm>
              <a:off x="4322445" y="3342005"/>
              <a:ext cx="847090" cy="570230"/>
            </a:xfrm>
            <a:custGeom>
              <a:avLst/>
              <a:gdLst>
                <a:gd name="T0" fmla="*/ 0 w 522"/>
                <a:gd name="T1" fmla="*/ 85 h 352"/>
                <a:gd name="T2" fmla="*/ 127 w 522"/>
                <a:gd name="T3" fmla="*/ 331 h 352"/>
                <a:gd name="T4" fmla="*/ 435 w 522"/>
                <a:gd name="T5" fmla="*/ 352 h 352"/>
                <a:gd name="T6" fmla="*/ 522 w 522"/>
                <a:gd name="T7" fmla="*/ 67 h 352"/>
                <a:gd name="T8" fmla="*/ 431 w 522"/>
                <a:gd name="T9" fmla="*/ 0 h 352"/>
                <a:gd name="T10" fmla="*/ 380 w 522"/>
                <a:gd name="T11" fmla="*/ 75 h 352"/>
                <a:gd name="T12" fmla="*/ 309 w 522"/>
                <a:gd name="T13" fmla="*/ 112 h 352"/>
                <a:gd name="T14" fmla="*/ 221 w 522"/>
                <a:gd name="T15" fmla="*/ 112 h 352"/>
                <a:gd name="T16" fmla="*/ 168 w 522"/>
                <a:gd name="T17" fmla="*/ 95 h 352"/>
                <a:gd name="T18" fmla="*/ 81 w 522"/>
                <a:gd name="T19" fmla="*/ 19 h 352"/>
                <a:gd name="T20" fmla="*/ 0 w 522"/>
                <a:gd name="T21" fmla="*/ 85 h 3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22" h="352">
                  <a:moveTo>
                    <a:pt x="0" y="85"/>
                  </a:moveTo>
                  <a:cubicBezTo>
                    <a:pt x="127" y="331"/>
                    <a:pt x="127" y="331"/>
                    <a:pt x="127" y="331"/>
                  </a:cubicBezTo>
                  <a:cubicBezTo>
                    <a:pt x="435" y="352"/>
                    <a:pt x="435" y="352"/>
                    <a:pt x="435" y="352"/>
                  </a:cubicBezTo>
                  <a:cubicBezTo>
                    <a:pt x="522" y="67"/>
                    <a:pt x="522" y="67"/>
                    <a:pt x="522" y="67"/>
                  </a:cubicBezTo>
                  <a:cubicBezTo>
                    <a:pt x="431" y="0"/>
                    <a:pt x="431" y="0"/>
                    <a:pt x="431" y="0"/>
                  </a:cubicBezTo>
                  <a:cubicBezTo>
                    <a:pt x="380" y="75"/>
                    <a:pt x="380" y="75"/>
                    <a:pt x="380" y="75"/>
                  </a:cubicBezTo>
                  <a:cubicBezTo>
                    <a:pt x="365" y="98"/>
                    <a:pt x="338" y="112"/>
                    <a:pt x="309" y="112"/>
                  </a:cubicBezTo>
                  <a:cubicBezTo>
                    <a:pt x="221" y="112"/>
                    <a:pt x="221" y="112"/>
                    <a:pt x="221" y="112"/>
                  </a:cubicBezTo>
                  <a:cubicBezTo>
                    <a:pt x="202" y="112"/>
                    <a:pt x="183" y="106"/>
                    <a:pt x="168" y="95"/>
                  </a:cubicBezTo>
                  <a:cubicBezTo>
                    <a:pt x="81" y="19"/>
                    <a:pt x="81" y="19"/>
                    <a:pt x="81" y="19"/>
                  </a:cubicBezTo>
                  <a:lnTo>
                    <a:pt x="0" y="85"/>
                  </a:lnTo>
                  <a:close/>
                </a:path>
              </a:pathLst>
            </a:custGeom>
            <a:solidFill>
              <a:schemeClr val="tx2"/>
            </a:solidFill>
            <a:ln>
              <a:noFill/>
            </a:ln>
          </p:spPr>
          <p:txBody>
            <a:bodyPr vert="horz" wrap="square" lIns="91440" tIns="45720" rIns="91440" bIns="45720" numCol="1" anchor="t" anchorCtr="0" compatLnSpc="1"/>
            <a:lstStyle/>
            <a:p>
              <a:endParaRPr lang="zh-CN" altLang="en-US"/>
            </a:p>
          </p:txBody>
        </p:sp>
        <p:sp>
          <p:nvSpPr>
            <p:cNvPr id="250" name="Freeform 125"/>
            <p:cNvSpPr/>
            <p:nvPr>
              <p:custDataLst>
                <p:tags r:id="rId98"/>
              </p:custDataLst>
            </p:nvPr>
          </p:nvSpPr>
          <p:spPr bwMode="auto">
            <a:xfrm>
              <a:off x="4454525" y="4380865"/>
              <a:ext cx="626745" cy="172720"/>
            </a:xfrm>
            <a:custGeom>
              <a:avLst/>
              <a:gdLst>
                <a:gd name="T0" fmla="*/ 0 w 387"/>
                <a:gd name="T1" fmla="*/ 62 h 107"/>
                <a:gd name="T2" fmla="*/ 200 w 387"/>
                <a:gd name="T3" fmla="*/ 27 h 107"/>
                <a:gd name="T4" fmla="*/ 382 w 387"/>
                <a:gd name="T5" fmla="*/ 85 h 107"/>
                <a:gd name="T6" fmla="*/ 303 w 387"/>
                <a:gd name="T7" fmla="*/ 107 h 107"/>
                <a:gd name="T8" fmla="*/ 307 w 387"/>
                <a:gd name="T9" fmla="*/ 61 h 107"/>
                <a:gd name="T10" fmla="*/ 27 w 387"/>
                <a:gd name="T11" fmla="*/ 47 h 107"/>
                <a:gd name="T12" fmla="*/ 18 w 387"/>
                <a:gd name="T13" fmla="*/ 51 h 107"/>
                <a:gd name="T14" fmla="*/ 14 w 387"/>
                <a:gd name="T15" fmla="*/ 78 h 107"/>
                <a:gd name="T16" fmla="*/ 0 w 387"/>
                <a:gd name="T17" fmla="*/ 62 h 1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87" h="107">
                  <a:moveTo>
                    <a:pt x="0" y="62"/>
                  </a:moveTo>
                  <a:cubicBezTo>
                    <a:pt x="0" y="62"/>
                    <a:pt x="38" y="0"/>
                    <a:pt x="200" y="27"/>
                  </a:cubicBezTo>
                  <a:cubicBezTo>
                    <a:pt x="363" y="55"/>
                    <a:pt x="387" y="67"/>
                    <a:pt x="382" y="85"/>
                  </a:cubicBezTo>
                  <a:cubicBezTo>
                    <a:pt x="378" y="103"/>
                    <a:pt x="303" y="107"/>
                    <a:pt x="303" y="107"/>
                  </a:cubicBezTo>
                  <a:cubicBezTo>
                    <a:pt x="307" y="61"/>
                    <a:pt x="307" y="61"/>
                    <a:pt x="307" y="61"/>
                  </a:cubicBezTo>
                  <a:cubicBezTo>
                    <a:pt x="221" y="14"/>
                    <a:pt x="117" y="9"/>
                    <a:pt x="27" y="47"/>
                  </a:cubicBezTo>
                  <a:cubicBezTo>
                    <a:pt x="18" y="51"/>
                    <a:pt x="18" y="51"/>
                    <a:pt x="18" y="51"/>
                  </a:cubicBezTo>
                  <a:cubicBezTo>
                    <a:pt x="14" y="78"/>
                    <a:pt x="14" y="78"/>
                    <a:pt x="14" y="78"/>
                  </a:cubicBezTo>
                  <a:cubicBezTo>
                    <a:pt x="14" y="78"/>
                    <a:pt x="2" y="74"/>
                    <a:pt x="0" y="62"/>
                  </a:cubicBezTo>
                  <a:close/>
                </a:path>
              </a:pathLst>
            </a:custGeom>
            <a:solidFill>
              <a:schemeClr val="tx2"/>
            </a:solidFill>
            <a:ln>
              <a:noFill/>
            </a:ln>
          </p:spPr>
          <p:txBody>
            <a:bodyPr vert="horz" wrap="square" lIns="91440" tIns="45720" rIns="91440" bIns="45720" numCol="1" anchor="t" anchorCtr="0" compatLnSpc="1"/>
            <a:lstStyle/>
            <a:p>
              <a:endParaRPr lang="zh-CN" altLang="en-US"/>
            </a:p>
          </p:txBody>
        </p:sp>
        <p:sp>
          <p:nvSpPr>
            <p:cNvPr id="251" name="Freeform 126"/>
            <p:cNvSpPr/>
            <p:nvPr>
              <p:custDataLst>
                <p:tags r:id="rId99"/>
              </p:custDataLst>
            </p:nvPr>
          </p:nvSpPr>
          <p:spPr bwMode="auto">
            <a:xfrm>
              <a:off x="4144010" y="2373630"/>
              <a:ext cx="1153795" cy="447040"/>
            </a:xfrm>
            <a:custGeom>
              <a:avLst/>
              <a:gdLst>
                <a:gd name="T0" fmla="*/ 698 w 711"/>
                <a:gd name="T1" fmla="*/ 236 h 276"/>
                <a:gd name="T2" fmla="*/ 29 w 711"/>
                <a:gd name="T3" fmla="*/ 276 h 276"/>
                <a:gd name="T4" fmla="*/ 15 w 711"/>
                <a:gd name="T5" fmla="*/ 264 h 276"/>
                <a:gd name="T6" fmla="*/ 0 w 711"/>
                <a:gd name="T7" fmla="*/ 54 h 276"/>
                <a:gd name="T8" fmla="*/ 13 w 711"/>
                <a:gd name="T9" fmla="*/ 41 h 276"/>
                <a:gd name="T10" fmla="*/ 681 w 711"/>
                <a:gd name="T11" fmla="*/ 1 h 276"/>
                <a:gd name="T12" fmla="*/ 696 w 711"/>
                <a:gd name="T13" fmla="*/ 12 h 276"/>
                <a:gd name="T14" fmla="*/ 711 w 711"/>
                <a:gd name="T15" fmla="*/ 222 h 276"/>
                <a:gd name="T16" fmla="*/ 698 w 711"/>
                <a:gd name="T17" fmla="*/ 236 h 2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11" h="276">
                  <a:moveTo>
                    <a:pt x="698" y="236"/>
                  </a:moveTo>
                  <a:cubicBezTo>
                    <a:pt x="29" y="276"/>
                    <a:pt x="29" y="276"/>
                    <a:pt x="29" y="276"/>
                  </a:cubicBezTo>
                  <a:cubicBezTo>
                    <a:pt x="22" y="276"/>
                    <a:pt x="16" y="271"/>
                    <a:pt x="15" y="264"/>
                  </a:cubicBezTo>
                  <a:cubicBezTo>
                    <a:pt x="0" y="54"/>
                    <a:pt x="0" y="54"/>
                    <a:pt x="0" y="54"/>
                  </a:cubicBezTo>
                  <a:cubicBezTo>
                    <a:pt x="0" y="48"/>
                    <a:pt x="5" y="42"/>
                    <a:pt x="13" y="41"/>
                  </a:cubicBezTo>
                  <a:cubicBezTo>
                    <a:pt x="681" y="1"/>
                    <a:pt x="681" y="1"/>
                    <a:pt x="681" y="1"/>
                  </a:cubicBezTo>
                  <a:cubicBezTo>
                    <a:pt x="689" y="0"/>
                    <a:pt x="695" y="6"/>
                    <a:pt x="696" y="12"/>
                  </a:cubicBezTo>
                  <a:cubicBezTo>
                    <a:pt x="711" y="222"/>
                    <a:pt x="711" y="222"/>
                    <a:pt x="711" y="222"/>
                  </a:cubicBezTo>
                  <a:cubicBezTo>
                    <a:pt x="711" y="229"/>
                    <a:pt x="706" y="235"/>
                    <a:pt x="698" y="236"/>
                  </a:cubicBezTo>
                  <a:close/>
                </a:path>
              </a:pathLst>
            </a:custGeom>
            <a:solidFill>
              <a:srgbClr val="00DDFE"/>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52" name="Freeform 127"/>
            <p:cNvSpPr/>
            <p:nvPr>
              <p:custDataLst>
                <p:tags r:id="rId100"/>
              </p:custDataLst>
            </p:nvPr>
          </p:nvSpPr>
          <p:spPr bwMode="auto">
            <a:xfrm>
              <a:off x="4264025" y="2458720"/>
              <a:ext cx="902335" cy="124460"/>
            </a:xfrm>
            <a:custGeom>
              <a:avLst/>
              <a:gdLst>
                <a:gd name="T0" fmla="*/ 668 w 668"/>
                <a:gd name="T1" fmla="*/ 52 h 92"/>
                <a:gd name="T2" fmla="*/ 4 w 668"/>
                <a:gd name="T3" fmla="*/ 92 h 92"/>
                <a:gd name="T4" fmla="*/ 0 w 668"/>
                <a:gd name="T5" fmla="*/ 39 h 92"/>
                <a:gd name="T6" fmla="*/ 664 w 668"/>
                <a:gd name="T7" fmla="*/ 0 h 92"/>
                <a:gd name="T8" fmla="*/ 668 w 668"/>
                <a:gd name="T9" fmla="*/ 52 h 92"/>
              </a:gdLst>
              <a:ahLst/>
              <a:cxnLst>
                <a:cxn ang="0">
                  <a:pos x="T0" y="T1"/>
                </a:cxn>
                <a:cxn ang="0">
                  <a:pos x="T2" y="T3"/>
                </a:cxn>
                <a:cxn ang="0">
                  <a:pos x="T4" y="T5"/>
                </a:cxn>
                <a:cxn ang="0">
                  <a:pos x="T6" y="T7"/>
                </a:cxn>
                <a:cxn ang="0">
                  <a:pos x="T8" y="T9"/>
                </a:cxn>
              </a:cxnLst>
              <a:rect l="0" t="0" r="r" b="b"/>
              <a:pathLst>
                <a:path w="668" h="92">
                  <a:moveTo>
                    <a:pt x="668" y="52"/>
                  </a:moveTo>
                  <a:lnTo>
                    <a:pt x="4" y="92"/>
                  </a:lnTo>
                  <a:lnTo>
                    <a:pt x="0" y="39"/>
                  </a:lnTo>
                  <a:lnTo>
                    <a:pt x="664" y="0"/>
                  </a:lnTo>
                  <a:lnTo>
                    <a:pt x="668" y="52"/>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53" name="Freeform 128"/>
            <p:cNvSpPr/>
            <p:nvPr>
              <p:custDataLst>
                <p:tags r:id="rId101"/>
              </p:custDataLst>
            </p:nvPr>
          </p:nvSpPr>
          <p:spPr bwMode="auto">
            <a:xfrm>
              <a:off x="4273550" y="2608580"/>
              <a:ext cx="571500" cy="105410"/>
            </a:xfrm>
            <a:custGeom>
              <a:avLst/>
              <a:gdLst>
                <a:gd name="T0" fmla="*/ 423 w 423"/>
                <a:gd name="T1" fmla="*/ 53 h 78"/>
                <a:gd name="T2" fmla="*/ 4 w 423"/>
                <a:gd name="T3" fmla="*/ 78 h 78"/>
                <a:gd name="T4" fmla="*/ 0 w 423"/>
                <a:gd name="T5" fmla="*/ 25 h 78"/>
                <a:gd name="T6" fmla="*/ 419 w 423"/>
                <a:gd name="T7" fmla="*/ 0 h 78"/>
                <a:gd name="T8" fmla="*/ 423 w 423"/>
                <a:gd name="T9" fmla="*/ 53 h 78"/>
              </a:gdLst>
              <a:ahLst/>
              <a:cxnLst>
                <a:cxn ang="0">
                  <a:pos x="T0" y="T1"/>
                </a:cxn>
                <a:cxn ang="0">
                  <a:pos x="T2" y="T3"/>
                </a:cxn>
                <a:cxn ang="0">
                  <a:pos x="T4" y="T5"/>
                </a:cxn>
                <a:cxn ang="0">
                  <a:pos x="T6" y="T7"/>
                </a:cxn>
                <a:cxn ang="0">
                  <a:pos x="T8" y="T9"/>
                </a:cxn>
              </a:cxnLst>
              <a:rect l="0" t="0" r="r" b="b"/>
              <a:pathLst>
                <a:path w="423" h="78">
                  <a:moveTo>
                    <a:pt x="423" y="53"/>
                  </a:moveTo>
                  <a:lnTo>
                    <a:pt x="4" y="78"/>
                  </a:lnTo>
                  <a:lnTo>
                    <a:pt x="0" y="25"/>
                  </a:lnTo>
                  <a:lnTo>
                    <a:pt x="419" y="0"/>
                  </a:lnTo>
                  <a:lnTo>
                    <a:pt x="423" y="53"/>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54" name="Freeform 129"/>
            <p:cNvSpPr/>
            <p:nvPr>
              <p:custDataLst>
                <p:tags r:id="rId102"/>
              </p:custDataLst>
            </p:nvPr>
          </p:nvSpPr>
          <p:spPr bwMode="auto">
            <a:xfrm>
              <a:off x="5033010" y="2616835"/>
              <a:ext cx="166370" cy="287655"/>
            </a:xfrm>
            <a:custGeom>
              <a:avLst/>
              <a:gdLst>
                <a:gd name="T0" fmla="*/ 33 w 102"/>
                <a:gd name="T1" fmla="*/ 101 h 178"/>
                <a:gd name="T2" fmla="*/ 12 w 102"/>
                <a:gd name="T3" fmla="*/ 16 h 178"/>
                <a:gd name="T4" fmla="*/ 29 w 102"/>
                <a:gd name="T5" fmla="*/ 25 h 178"/>
                <a:gd name="T6" fmla="*/ 50 w 102"/>
                <a:gd name="T7" fmla="*/ 90 h 178"/>
                <a:gd name="T8" fmla="*/ 37 w 102"/>
                <a:gd name="T9" fmla="*/ 4 h 178"/>
                <a:gd name="T10" fmla="*/ 51 w 102"/>
                <a:gd name="T11" fmla="*/ 12 h 178"/>
                <a:gd name="T12" fmla="*/ 67 w 102"/>
                <a:gd name="T13" fmla="*/ 77 h 178"/>
                <a:gd name="T14" fmla="*/ 65 w 102"/>
                <a:gd name="T15" fmla="*/ 19 h 178"/>
                <a:gd name="T16" fmla="*/ 77 w 102"/>
                <a:gd name="T17" fmla="*/ 31 h 178"/>
                <a:gd name="T18" fmla="*/ 81 w 102"/>
                <a:gd name="T19" fmla="*/ 82 h 178"/>
                <a:gd name="T20" fmla="*/ 94 w 102"/>
                <a:gd name="T21" fmla="*/ 42 h 178"/>
                <a:gd name="T22" fmla="*/ 102 w 102"/>
                <a:gd name="T23" fmla="*/ 47 h 178"/>
                <a:gd name="T24" fmla="*/ 91 w 102"/>
                <a:gd name="T25" fmla="*/ 93 h 178"/>
                <a:gd name="T26" fmla="*/ 89 w 102"/>
                <a:gd name="T27" fmla="*/ 152 h 178"/>
                <a:gd name="T28" fmla="*/ 54 w 102"/>
                <a:gd name="T29" fmla="*/ 165 h 178"/>
                <a:gd name="T30" fmla="*/ 0 w 102"/>
                <a:gd name="T31" fmla="*/ 95 h 178"/>
                <a:gd name="T32" fmla="*/ 23 w 102"/>
                <a:gd name="T33" fmla="*/ 93 h 178"/>
                <a:gd name="T34" fmla="*/ 33 w 102"/>
                <a:gd name="T35" fmla="*/ 101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02" h="178">
                  <a:moveTo>
                    <a:pt x="33" y="101"/>
                  </a:moveTo>
                  <a:cubicBezTo>
                    <a:pt x="33" y="101"/>
                    <a:pt x="10" y="25"/>
                    <a:pt x="12" y="16"/>
                  </a:cubicBezTo>
                  <a:cubicBezTo>
                    <a:pt x="13" y="7"/>
                    <a:pt x="24" y="9"/>
                    <a:pt x="29" y="25"/>
                  </a:cubicBezTo>
                  <a:cubicBezTo>
                    <a:pt x="33" y="41"/>
                    <a:pt x="50" y="90"/>
                    <a:pt x="50" y="90"/>
                  </a:cubicBezTo>
                  <a:cubicBezTo>
                    <a:pt x="50" y="90"/>
                    <a:pt x="33" y="9"/>
                    <a:pt x="37" y="4"/>
                  </a:cubicBezTo>
                  <a:cubicBezTo>
                    <a:pt x="41" y="0"/>
                    <a:pt x="50" y="1"/>
                    <a:pt x="51" y="12"/>
                  </a:cubicBezTo>
                  <a:cubicBezTo>
                    <a:pt x="52" y="24"/>
                    <a:pt x="67" y="77"/>
                    <a:pt x="67" y="77"/>
                  </a:cubicBezTo>
                  <a:cubicBezTo>
                    <a:pt x="67" y="77"/>
                    <a:pt x="63" y="29"/>
                    <a:pt x="65" y="19"/>
                  </a:cubicBezTo>
                  <a:cubicBezTo>
                    <a:pt x="67" y="8"/>
                    <a:pt x="77" y="21"/>
                    <a:pt x="77" y="31"/>
                  </a:cubicBezTo>
                  <a:cubicBezTo>
                    <a:pt x="77" y="42"/>
                    <a:pt x="81" y="82"/>
                    <a:pt x="81" y="82"/>
                  </a:cubicBezTo>
                  <a:cubicBezTo>
                    <a:pt x="81" y="82"/>
                    <a:pt x="90" y="46"/>
                    <a:pt x="94" y="42"/>
                  </a:cubicBezTo>
                  <a:cubicBezTo>
                    <a:pt x="99" y="38"/>
                    <a:pt x="102" y="42"/>
                    <a:pt x="102" y="47"/>
                  </a:cubicBezTo>
                  <a:cubicBezTo>
                    <a:pt x="102" y="51"/>
                    <a:pt x="91" y="93"/>
                    <a:pt x="91" y="93"/>
                  </a:cubicBezTo>
                  <a:cubicBezTo>
                    <a:pt x="91" y="93"/>
                    <a:pt x="90" y="105"/>
                    <a:pt x="89" y="152"/>
                  </a:cubicBezTo>
                  <a:cubicBezTo>
                    <a:pt x="89" y="178"/>
                    <a:pt x="57" y="168"/>
                    <a:pt x="54" y="165"/>
                  </a:cubicBezTo>
                  <a:cubicBezTo>
                    <a:pt x="51" y="161"/>
                    <a:pt x="4" y="105"/>
                    <a:pt x="0" y="95"/>
                  </a:cubicBezTo>
                  <a:cubicBezTo>
                    <a:pt x="23" y="93"/>
                    <a:pt x="23" y="93"/>
                    <a:pt x="23" y="93"/>
                  </a:cubicBezTo>
                  <a:cubicBezTo>
                    <a:pt x="33" y="109"/>
                    <a:pt x="34" y="105"/>
                    <a:pt x="33" y="101"/>
                  </a:cubicBezTo>
                  <a:close/>
                </a:path>
              </a:pathLst>
            </a:custGeom>
            <a:solidFill>
              <a:srgbClr val="FFE7C5"/>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55" name="Freeform 130"/>
            <p:cNvSpPr/>
            <p:nvPr>
              <p:custDataLst>
                <p:tags r:id="rId103"/>
              </p:custDataLst>
            </p:nvPr>
          </p:nvSpPr>
          <p:spPr bwMode="auto">
            <a:xfrm>
              <a:off x="4279265" y="2640965"/>
              <a:ext cx="159385" cy="290195"/>
            </a:xfrm>
            <a:custGeom>
              <a:avLst/>
              <a:gdLst>
                <a:gd name="T0" fmla="*/ 69 w 98"/>
                <a:gd name="T1" fmla="*/ 101 h 179"/>
                <a:gd name="T2" fmla="*/ 91 w 98"/>
                <a:gd name="T3" fmla="*/ 17 h 179"/>
                <a:gd name="T4" fmla="*/ 74 w 98"/>
                <a:gd name="T5" fmla="*/ 26 h 179"/>
                <a:gd name="T6" fmla="*/ 52 w 98"/>
                <a:gd name="T7" fmla="*/ 90 h 179"/>
                <a:gd name="T8" fmla="*/ 66 w 98"/>
                <a:gd name="T9" fmla="*/ 5 h 179"/>
                <a:gd name="T10" fmla="*/ 52 w 98"/>
                <a:gd name="T11" fmla="*/ 13 h 179"/>
                <a:gd name="T12" fmla="*/ 35 w 98"/>
                <a:gd name="T13" fmla="*/ 77 h 179"/>
                <a:gd name="T14" fmla="*/ 37 w 98"/>
                <a:gd name="T15" fmla="*/ 19 h 179"/>
                <a:gd name="T16" fmla="*/ 26 w 98"/>
                <a:gd name="T17" fmla="*/ 32 h 179"/>
                <a:gd name="T18" fmla="*/ 21 w 98"/>
                <a:gd name="T19" fmla="*/ 83 h 179"/>
                <a:gd name="T20" fmla="*/ 8 w 98"/>
                <a:gd name="T21" fmla="*/ 43 h 179"/>
                <a:gd name="T22" fmla="*/ 0 w 98"/>
                <a:gd name="T23" fmla="*/ 47 h 179"/>
                <a:gd name="T24" fmla="*/ 11 w 98"/>
                <a:gd name="T25" fmla="*/ 93 h 179"/>
                <a:gd name="T26" fmla="*/ 13 w 98"/>
                <a:gd name="T27" fmla="*/ 152 h 179"/>
                <a:gd name="T28" fmla="*/ 48 w 98"/>
                <a:gd name="T29" fmla="*/ 165 h 179"/>
                <a:gd name="T30" fmla="*/ 98 w 98"/>
                <a:gd name="T31" fmla="*/ 102 h 179"/>
                <a:gd name="T32" fmla="*/ 72 w 98"/>
                <a:gd name="T33" fmla="*/ 103 h 179"/>
                <a:gd name="T34" fmla="*/ 69 w 98"/>
                <a:gd name="T35" fmla="*/ 101 h 1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98" h="179">
                  <a:moveTo>
                    <a:pt x="69" y="101"/>
                  </a:moveTo>
                  <a:cubicBezTo>
                    <a:pt x="69" y="101"/>
                    <a:pt x="92" y="26"/>
                    <a:pt x="91" y="17"/>
                  </a:cubicBezTo>
                  <a:cubicBezTo>
                    <a:pt x="90" y="8"/>
                    <a:pt x="78" y="9"/>
                    <a:pt x="74" y="26"/>
                  </a:cubicBezTo>
                  <a:cubicBezTo>
                    <a:pt x="69" y="42"/>
                    <a:pt x="52" y="90"/>
                    <a:pt x="52" y="90"/>
                  </a:cubicBezTo>
                  <a:cubicBezTo>
                    <a:pt x="52" y="90"/>
                    <a:pt x="70" y="10"/>
                    <a:pt x="66" y="5"/>
                  </a:cubicBezTo>
                  <a:cubicBezTo>
                    <a:pt x="62" y="0"/>
                    <a:pt x="53" y="2"/>
                    <a:pt x="52" y="13"/>
                  </a:cubicBezTo>
                  <a:cubicBezTo>
                    <a:pt x="50" y="24"/>
                    <a:pt x="35" y="77"/>
                    <a:pt x="35" y="77"/>
                  </a:cubicBezTo>
                  <a:cubicBezTo>
                    <a:pt x="35" y="77"/>
                    <a:pt x="39" y="30"/>
                    <a:pt x="37" y="19"/>
                  </a:cubicBezTo>
                  <a:cubicBezTo>
                    <a:pt x="35" y="9"/>
                    <a:pt x="26" y="22"/>
                    <a:pt x="26" y="32"/>
                  </a:cubicBezTo>
                  <a:cubicBezTo>
                    <a:pt x="25" y="43"/>
                    <a:pt x="21" y="83"/>
                    <a:pt x="21" y="83"/>
                  </a:cubicBezTo>
                  <a:cubicBezTo>
                    <a:pt x="21" y="83"/>
                    <a:pt x="13" y="47"/>
                    <a:pt x="8" y="43"/>
                  </a:cubicBezTo>
                  <a:cubicBezTo>
                    <a:pt x="3" y="39"/>
                    <a:pt x="0" y="43"/>
                    <a:pt x="0" y="47"/>
                  </a:cubicBezTo>
                  <a:cubicBezTo>
                    <a:pt x="1" y="52"/>
                    <a:pt x="11" y="93"/>
                    <a:pt x="11" y="93"/>
                  </a:cubicBezTo>
                  <a:cubicBezTo>
                    <a:pt x="11" y="93"/>
                    <a:pt x="12" y="106"/>
                    <a:pt x="13" y="152"/>
                  </a:cubicBezTo>
                  <a:cubicBezTo>
                    <a:pt x="14" y="179"/>
                    <a:pt x="46" y="169"/>
                    <a:pt x="48" y="165"/>
                  </a:cubicBezTo>
                  <a:cubicBezTo>
                    <a:pt x="51" y="162"/>
                    <a:pt x="94" y="113"/>
                    <a:pt x="98" y="102"/>
                  </a:cubicBezTo>
                  <a:cubicBezTo>
                    <a:pt x="72" y="103"/>
                    <a:pt x="72" y="103"/>
                    <a:pt x="72" y="103"/>
                  </a:cubicBezTo>
                  <a:cubicBezTo>
                    <a:pt x="71" y="106"/>
                    <a:pt x="69" y="105"/>
                    <a:pt x="69" y="101"/>
                  </a:cubicBezTo>
                  <a:close/>
                </a:path>
              </a:pathLst>
            </a:custGeom>
            <a:solidFill>
              <a:srgbClr val="FFE7C5"/>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56" name="Freeform 132"/>
            <p:cNvSpPr/>
            <p:nvPr>
              <p:custDataLst>
                <p:tags r:id="rId104"/>
              </p:custDataLst>
            </p:nvPr>
          </p:nvSpPr>
          <p:spPr bwMode="auto">
            <a:xfrm>
              <a:off x="1516380" y="1792605"/>
              <a:ext cx="894080" cy="239395"/>
            </a:xfrm>
            <a:custGeom>
              <a:avLst/>
              <a:gdLst>
                <a:gd name="T0" fmla="*/ 650 w 662"/>
                <a:gd name="T1" fmla="*/ 177 h 177"/>
                <a:gd name="T2" fmla="*/ 0 w 662"/>
                <a:gd name="T3" fmla="*/ 51 h 177"/>
                <a:gd name="T4" fmla="*/ 12 w 662"/>
                <a:gd name="T5" fmla="*/ 0 h 177"/>
                <a:gd name="T6" fmla="*/ 662 w 662"/>
                <a:gd name="T7" fmla="*/ 126 h 177"/>
                <a:gd name="T8" fmla="*/ 650 w 662"/>
                <a:gd name="T9" fmla="*/ 177 h 177"/>
              </a:gdLst>
              <a:ahLst/>
              <a:cxnLst>
                <a:cxn ang="0">
                  <a:pos x="T0" y="T1"/>
                </a:cxn>
                <a:cxn ang="0">
                  <a:pos x="T2" y="T3"/>
                </a:cxn>
                <a:cxn ang="0">
                  <a:pos x="T4" y="T5"/>
                </a:cxn>
                <a:cxn ang="0">
                  <a:pos x="T6" y="T7"/>
                </a:cxn>
                <a:cxn ang="0">
                  <a:pos x="T8" y="T9"/>
                </a:cxn>
              </a:cxnLst>
              <a:rect l="0" t="0" r="r" b="b"/>
              <a:pathLst>
                <a:path w="662" h="177">
                  <a:moveTo>
                    <a:pt x="650" y="177"/>
                  </a:moveTo>
                  <a:lnTo>
                    <a:pt x="0" y="51"/>
                  </a:lnTo>
                  <a:lnTo>
                    <a:pt x="12" y="0"/>
                  </a:lnTo>
                  <a:lnTo>
                    <a:pt x="662" y="126"/>
                  </a:lnTo>
                  <a:lnTo>
                    <a:pt x="650" y="177"/>
                  </a:lnTo>
                  <a:close/>
                </a:path>
              </a:pathLst>
            </a:custGeom>
            <a:solidFill>
              <a:srgbClr val="F9B233"/>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57" name="Freeform 133"/>
            <p:cNvSpPr/>
            <p:nvPr>
              <p:custDataLst>
                <p:tags r:id="rId105"/>
              </p:custDataLst>
            </p:nvPr>
          </p:nvSpPr>
          <p:spPr bwMode="auto">
            <a:xfrm>
              <a:off x="1486535" y="1922780"/>
              <a:ext cx="894080" cy="239395"/>
            </a:xfrm>
            <a:custGeom>
              <a:avLst/>
              <a:gdLst>
                <a:gd name="T0" fmla="*/ 650 w 662"/>
                <a:gd name="T1" fmla="*/ 177 h 177"/>
                <a:gd name="T2" fmla="*/ 0 w 662"/>
                <a:gd name="T3" fmla="*/ 51 h 177"/>
                <a:gd name="T4" fmla="*/ 12 w 662"/>
                <a:gd name="T5" fmla="*/ 0 h 177"/>
                <a:gd name="T6" fmla="*/ 662 w 662"/>
                <a:gd name="T7" fmla="*/ 126 h 177"/>
                <a:gd name="T8" fmla="*/ 650 w 662"/>
                <a:gd name="T9" fmla="*/ 177 h 177"/>
              </a:gdLst>
              <a:ahLst/>
              <a:cxnLst>
                <a:cxn ang="0">
                  <a:pos x="T0" y="T1"/>
                </a:cxn>
                <a:cxn ang="0">
                  <a:pos x="T2" y="T3"/>
                </a:cxn>
                <a:cxn ang="0">
                  <a:pos x="T4" y="T5"/>
                </a:cxn>
                <a:cxn ang="0">
                  <a:pos x="T6" y="T7"/>
                </a:cxn>
                <a:cxn ang="0">
                  <a:pos x="T8" y="T9"/>
                </a:cxn>
              </a:cxnLst>
              <a:rect l="0" t="0" r="r" b="b"/>
              <a:pathLst>
                <a:path w="662" h="177">
                  <a:moveTo>
                    <a:pt x="650" y="177"/>
                  </a:moveTo>
                  <a:lnTo>
                    <a:pt x="0" y="51"/>
                  </a:lnTo>
                  <a:lnTo>
                    <a:pt x="12" y="0"/>
                  </a:lnTo>
                  <a:lnTo>
                    <a:pt x="662" y="126"/>
                  </a:lnTo>
                  <a:lnTo>
                    <a:pt x="650" y="177"/>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58" name="Freeform 134"/>
            <p:cNvSpPr/>
            <p:nvPr>
              <p:custDataLst>
                <p:tags r:id="rId106"/>
              </p:custDataLst>
            </p:nvPr>
          </p:nvSpPr>
          <p:spPr bwMode="auto">
            <a:xfrm>
              <a:off x="1457325" y="2049780"/>
              <a:ext cx="389255" cy="143510"/>
            </a:xfrm>
            <a:custGeom>
              <a:avLst/>
              <a:gdLst>
                <a:gd name="T0" fmla="*/ 276 w 288"/>
                <a:gd name="T1" fmla="*/ 106 h 106"/>
                <a:gd name="T2" fmla="*/ 0 w 288"/>
                <a:gd name="T3" fmla="*/ 52 h 106"/>
                <a:gd name="T4" fmla="*/ 12 w 288"/>
                <a:gd name="T5" fmla="*/ 0 h 106"/>
                <a:gd name="T6" fmla="*/ 288 w 288"/>
                <a:gd name="T7" fmla="*/ 54 h 106"/>
                <a:gd name="T8" fmla="*/ 276 w 288"/>
                <a:gd name="T9" fmla="*/ 106 h 106"/>
              </a:gdLst>
              <a:ahLst/>
              <a:cxnLst>
                <a:cxn ang="0">
                  <a:pos x="T0" y="T1"/>
                </a:cxn>
                <a:cxn ang="0">
                  <a:pos x="T2" y="T3"/>
                </a:cxn>
                <a:cxn ang="0">
                  <a:pos x="T4" y="T5"/>
                </a:cxn>
                <a:cxn ang="0">
                  <a:pos x="T6" y="T7"/>
                </a:cxn>
                <a:cxn ang="0">
                  <a:pos x="T8" y="T9"/>
                </a:cxn>
              </a:cxnLst>
              <a:rect l="0" t="0" r="r" b="b"/>
              <a:pathLst>
                <a:path w="288" h="106">
                  <a:moveTo>
                    <a:pt x="276" y="106"/>
                  </a:moveTo>
                  <a:lnTo>
                    <a:pt x="0" y="52"/>
                  </a:lnTo>
                  <a:lnTo>
                    <a:pt x="12" y="0"/>
                  </a:lnTo>
                  <a:lnTo>
                    <a:pt x="288" y="54"/>
                  </a:lnTo>
                  <a:lnTo>
                    <a:pt x="276" y="106"/>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59" name="Freeform 135"/>
            <p:cNvSpPr/>
            <p:nvPr>
              <p:custDataLst>
                <p:tags r:id="rId107"/>
              </p:custDataLst>
            </p:nvPr>
          </p:nvSpPr>
          <p:spPr bwMode="auto">
            <a:xfrm>
              <a:off x="1427480" y="2179320"/>
              <a:ext cx="894080" cy="240665"/>
            </a:xfrm>
            <a:custGeom>
              <a:avLst/>
              <a:gdLst>
                <a:gd name="T0" fmla="*/ 650 w 662"/>
                <a:gd name="T1" fmla="*/ 178 h 178"/>
                <a:gd name="T2" fmla="*/ 0 w 662"/>
                <a:gd name="T3" fmla="*/ 52 h 178"/>
                <a:gd name="T4" fmla="*/ 12 w 662"/>
                <a:gd name="T5" fmla="*/ 0 h 178"/>
                <a:gd name="T6" fmla="*/ 662 w 662"/>
                <a:gd name="T7" fmla="*/ 126 h 178"/>
                <a:gd name="T8" fmla="*/ 650 w 662"/>
                <a:gd name="T9" fmla="*/ 178 h 178"/>
              </a:gdLst>
              <a:ahLst/>
              <a:cxnLst>
                <a:cxn ang="0">
                  <a:pos x="T0" y="T1"/>
                </a:cxn>
                <a:cxn ang="0">
                  <a:pos x="T2" y="T3"/>
                </a:cxn>
                <a:cxn ang="0">
                  <a:pos x="T4" y="T5"/>
                </a:cxn>
                <a:cxn ang="0">
                  <a:pos x="T6" y="T7"/>
                </a:cxn>
                <a:cxn ang="0">
                  <a:pos x="T8" y="T9"/>
                </a:cxn>
              </a:cxnLst>
              <a:rect l="0" t="0" r="r" b="b"/>
              <a:pathLst>
                <a:path w="662" h="178">
                  <a:moveTo>
                    <a:pt x="650" y="178"/>
                  </a:moveTo>
                  <a:lnTo>
                    <a:pt x="0" y="52"/>
                  </a:lnTo>
                  <a:lnTo>
                    <a:pt x="12" y="0"/>
                  </a:lnTo>
                  <a:lnTo>
                    <a:pt x="662" y="126"/>
                  </a:lnTo>
                  <a:lnTo>
                    <a:pt x="650" y="178"/>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60" name="Freeform 136"/>
            <p:cNvSpPr/>
            <p:nvPr>
              <p:custDataLst>
                <p:tags r:id="rId108"/>
              </p:custDataLst>
            </p:nvPr>
          </p:nvSpPr>
          <p:spPr bwMode="auto">
            <a:xfrm>
              <a:off x="1397635" y="2308860"/>
              <a:ext cx="894080" cy="237490"/>
            </a:xfrm>
            <a:custGeom>
              <a:avLst/>
              <a:gdLst>
                <a:gd name="T0" fmla="*/ 650 w 662"/>
                <a:gd name="T1" fmla="*/ 176 h 176"/>
                <a:gd name="T2" fmla="*/ 0 w 662"/>
                <a:gd name="T3" fmla="*/ 51 h 176"/>
                <a:gd name="T4" fmla="*/ 12 w 662"/>
                <a:gd name="T5" fmla="*/ 0 h 176"/>
                <a:gd name="T6" fmla="*/ 662 w 662"/>
                <a:gd name="T7" fmla="*/ 126 h 176"/>
                <a:gd name="T8" fmla="*/ 650 w 662"/>
                <a:gd name="T9" fmla="*/ 176 h 176"/>
              </a:gdLst>
              <a:ahLst/>
              <a:cxnLst>
                <a:cxn ang="0">
                  <a:pos x="T0" y="T1"/>
                </a:cxn>
                <a:cxn ang="0">
                  <a:pos x="T2" y="T3"/>
                </a:cxn>
                <a:cxn ang="0">
                  <a:pos x="T4" y="T5"/>
                </a:cxn>
                <a:cxn ang="0">
                  <a:pos x="T6" y="T7"/>
                </a:cxn>
                <a:cxn ang="0">
                  <a:pos x="T8" y="T9"/>
                </a:cxn>
              </a:cxnLst>
              <a:rect l="0" t="0" r="r" b="b"/>
              <a:pathLst>
                <a:path w="662" h="176">
                  <a:moveTo>
                    <a:pt x="650" y="176"/>
                  </a:moveTo>
                  <a:lnTo>
                    <a:pt x="0" y="51"/>
                  </a:lnTo>
                  <a:lnTo>
                    <a:pt x="12" y="0"/>
                  </a:lnTo>
                  <a:lnTo>
                    <a:pt x="662" y="126"/>
                  </a:lnTo>
                  <a:lnTo>
                    <a:pt x="650" y="176"/>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cxnSp>
        <p:nvCxnSpPr>
          <p:cNvPr id="114" name="直接连接符 113"/>
          <p:cNvCxnSpPr/>
          <p:nvPr userDrawn="1">
            <p:custDataLst>
              <p:tags r:id="rId109"/>
            </p:custDataLst>
          </p:nvPr>
        </p:nvCxnSpPr>
        <p:spPr>
          <a:xfrm>
            <a:off x="4683340" y="2957348"/>
            <a:ext cx="2971189"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20" name="标题 1"/>
          <p:cNvSpPr>
            <a:spLocks noGrp="1"/>
          </p:cNvSpPr>
          <p:nvPr>
            <p:ph type="title" hasCustomPrompt="1"/>
            <p:custDataLst>
              <p:tags r:id="rId110"/>
            </p:custDataLst>
          </p:nvPr>
        </p:nvSpPr>
        <p:spPr>
          <a:xfrm>
            <a:off x="4615473" y="2322577"/>
            <a:ext cx="3751841" cy="671513"/>
          </a:xfrm>
        </p:spPr>
        <p:txBody>
          <a:bodyPr bIns="46800" anchor="b">
            <a:normAutofit/>
          </a:bodyPr>
          <a:lstStyle>
            <a:lvl1pPr algn="l">
              <a:defRPr sz="3300" b="1" baseline="0">
                <a:solidFill>
                  <a:schemeClr val="tx1">
                    <a:lumMod val="85000"/>
                    <a:lumOff val="15000"/>
                  </a:schemeClr>
                </a:solidFill>
                <a:latin typeface="Arial" panose="020B0604020202020204" pitchFamily="34" charset="0"/>
                <a:ea typeface="汉仪旗黑-85S" panose="00020600040101010101" pitchFamily="18" charset="-122"/>
                <a:cs typeface="Arial" panose="020B0604020202020204" pitchFamily="34" charset="0"/>
              </a:defRPr>
            </a:lvl1pPr>
          </a:lstStyle>
          <a:p>
            <a:r>
              <a:rPr lang="zh-CN" altLang="en-US" dirty="0"/>
              <a:t>单击此处编辑标题</a:t>
            </a:r>
            <a:endParaRPr lang="zh-CN" altLang="en-US" dirty="0"/>
          </a:p>
        </p:txBody>
      </p:sp>
      <p:sp>
        <p:nvSpPr>
          <p:cNvPr id="21" name="文本占位符 2"/>
          <p:cNvSpPr>
            <a:spLocks noGrp="1"/>
          </p:cNvSpPr>
          <p:nvPr>
            <p:ph type="body" idx="1" hasCustomPrompt="1"/>
            <p:custDataLst>
              <p:tags r:id="rId111"/>
            </p:custDataLst>
          </p:nvPr>
        </p:nvSpPr>
        <p:spPr>
          <a:xfrm>
            <a:off x="4616310" y="3032885"/>
            <a:ext cx="3751841" cy="761717"/>
          </a:xfrm>
        </p:spPr>
        <p:txBody>
          <a:bodyPr bIns="46800" anchor="t">
            <a:normAutofit/>
          </a:bodyPr>
          <a:lstStyle>
            <a:lvl1pPr marL="0" indent="0" algn="l">
              <a:lnSpc>
                <a:spcPct val="100000"/>
              </a:lnSpc>
              <a:buNone/>
              <a:defRPr sz="1500" baseline="0">
                <a:solidFill>
                  <a:schemeClr val="tx1">
                    <a:lumMod val="85000"/>
                    <a:lumOff val="15000"/>
                  </a:schemeClr>
                </a:solidFill>
                <a:latin typeface="Arial" panose="020B0604020202020204" pitchFamily="34" charset="0"/>
                <a:ea typeface="微软雅黑" panose="020B0503020204020204" pitchFamily="34" charset="-122"/>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dirty="0"/>
              <a:t>单击此处编辑文本</a:t>
            </a:r>
            <a:endParaRPr lang="en-US" dirty="0"/>
          </a:p>
        </p:txBody>
      </p:sp>
      <p:sp>
        <p:nvSpPr>
          <p:cNvPr id="2" name="日期占位符 1"/>
          <p:cNvSpPr>
            <a:spLocks noGrp="1"/>
          </p:cNvSpPr>
          <p:nvPr>
            <p:ph type="dt" sz="half" idx="10"/>
            <p:custDataLst>
              <p:tags r:id="rId112"/>
            </p:custDataLst>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113"/>
            </p:custDataLst>
          </p:nvPr>
        </p:nvSpPr>
        <p:spPr/>
        <p:txBody>
          <a:bodyPr/>
          <a:lstStyle/>
          <a:p>
            <a:endParaRPr lang="zh-CN" altLang="en-US" dirty="0"/>
          </a:p>
        </p:txBody>
      </p:sp>
      <p:sp>
        <p:nvSpPr>
          <p:cNvPr id="4" name="灯片编号占位符 3"/>
          <p:cNvSpPr>
            <a:spLocks noGrp="1"/>
          </p:cNvSpPr>
          <p:nvPr>
            <p:ph type="sldNum" sz="quarter" idx="12"/>
            <p:custDataLst>
              <p:tags r:id="rId114"/>
            </p:custDataLst>
          </p:nvPr>
        </p:nvSpPr>
        <p:spPr/>
        <p:txBody>
          <a:bodyPr/>
          <a:lstStyle/>
          <a:p>
            <a:fld id="{49AE70B2-8BF9-45C0-BB95-33D1B9D3A854}" type="slidenum">
              <a:rPr lang="zh-CN" altLang="en-US" smtClean="0"/>
            </a:fld>
            <a:endParaRPr lang="zh-CN" alt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bg>
      <p:bgPr>
        <a:solidFill>
          <a:schemeClr val="bg2"/>
        </a:solidFill>
        <a:effectLst/>
      </p:bgPr>
    </p:bg>
    <p:spTree>
      <p:nvGrpSpPr>
        <p:cNvPr id="1" name=""/>
        <p:cNvGrpSpPr/>
        <p:nvPr/>
      </p:nvGrpSpPr>
      <p:grpSpPr>
        <a:xfrm>
          <a:off x="0" y="0"/>
          <a:ext cx="0" cy="0"/>
          <a:chOff x="0" y="0"/>
          <a:chExt cx="0" cy="0"/>
        </a:xfrm>
      </p:grpSpPr>
      <p:pic>
        <p:nvPicPr>
          <p:cNvPr id="41" name="图片 40"/>
          <p:cNvPicPr>
            <a:picLocks noChangeAspect="1"/>
          </p:cNvPicPr>
          <p:nvPr userDrawn="1">
            <p:custDataLst>
              <p:tags r:id="rId2"/>
            </p:custDataLst>
          </p:nvPr>
        </p:nvPicPr>
        <p:blipFill>
          <a:blip r:embed="rId3">
            <a:extLst>
              <a:ext uri="{28A0092B-C50C-407E-A947-70E740481C1C}">
                <a14:useLocalDpi xmlns:a14="http://schemas.microsoft.com/office/drawing/2010/main" val="0"/>
              </a:ext>
            </a:extLst>
          </a:blip>
          <a:stretch>
            <a:fillRect/>
          </a:stretch>
        </p:blipFill>
        <p:spPr>
          <a:xfrm>
            <a:off x="7931976" y="3954677"/>
            <a:ext cx="1101947" cy="1188823"/>
          </a:xfrm>
          <a:prstGeom prst="rect">
            <a:avLst/>
          </a:prstGeom>
        </p:spPr>
      </p:pic>
      <p:sp>
        <p:nvSpPr>
          <p:cNvPr id="2" name="标题 1"/>
          <p:cNvSpPr>
            <a:spLocks noGrp="1"/>
          </p:cNvSpPr>
          <p:nvPr>
            <p:ph type="title"/>
            <p:custDataLst>
              <p:tags r:id="rId4"/>
            </p:custDataLst>
          </p:nvPr>
        </p:nvSpPr>
        <p:spPr>
          <a:xfrm>
            <a:off x="502411" y="332426"/>
            <a:ext cx="8139178" cy="331473"/>
          </a:xfrm>
        </p:spPr>
        <p:txBody>
          <a:bodyPr vert="horz" lIns="101600" tIns="38100" rIns="76200" bIns="38100" rtlCol="0" anchor="t" anchorCtr="0">
            <a:noAutofit/>
          </a:bodyPr>
          <a:lstStyle>
            <a:lvl1pPr marL="0" marR="0" lvl="0" algn="l" defTabSz="914400" rtl="0" eaLnBrk="1" fontAlgn="auto" latinLnBrk="0" hangingPunct="1">
              <a:lnSpc>
                <a:spcPct val="120000"/>
              </a:lnSpc>
              <a:buNone/>
              <a:defRPr kumimoji="0" lang="zh-CN" altLang="en-US" sz="1800" b="1" i="0" u="none" strike="noStrike" kern="1200" cap="none" spc="200" normalizeH="0" baseline="0" noProof="1" dirty="0">
                <a:solidFill>
                  <a:schemeClr val="accent1"/>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单击此处编辑母版标题样式</a:t>
            </a:r>
            <a:endParaRPr dirty="0">
              <a:sym typeface="+mn-ea"/>
            </a:endParaRPr>
          </a:p>
        </p:txBody>
      </p:sp>
      <p:sp>
        <p:nvSpPr>
          <p:cNvPr id="3" name="内容占位符 2"/>
          <p:cNvSpPr>
            <a:spLocks noGrp="1"/>
          </p:cNvSpPr>
          <p:nvPr>
            <p:ph sz="half" idx="1"/>
            <p:custDataLst>
              <p:tags r:id="rId5"/>
            </p:custDataLst>
          </p:nvPr>
        </p:nvSpPr>
        <p:spPr>
          <a:xfrm>
            <a:off x="502448" y="714381"/>
            <a:ext cx="3962432" cy="4041680"/>
          </a:xfrm>
        </p:spPr>
        <p:txBody>
          <a:bodyPr vert="horz" lIns="101600" tIns="0" rIns="82550" bIns="0" rtlCol="0">
            <a:noAutofit/>
          </a:bodyPr>
          <a:lstStyle>
            <a:lvl1pPr marL="171450" marR="0" lvl="0" indent="-171450" algn="l" defTabSz="914400" rtl="0" eaLnBrk="1" fontAlgn="auto" latinLnBrk="0" hangingPunct="1">
              <a:lnSpc>
                <a:spcPct val="12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n-cs"/>
                <a:sym typeface="+mn-ea"/>
              </a:defRPr>
            </a:lvl1pPr>
            <a:lvl2pPr marL="514350" marR="0" lvl="1" indent="-171450" algn="l" defTabSz="914400" rtl="0" eaLnBrk="1" fontAlgn="auto" latinLnBrk="0" hangingPunct="1">
              <a:lnSpc>
                <a:spcPct val="120000"/>
              </a:lnSpc>
              <a:spcBef>
                <a:spcPts val="0"/>
              </a:spcBef>
              <a:spcAft>
                <a:spcPts val="1000"/>
              </a:spcAft>
              <a:buFont typeface="Arial" panose="020B0604020202020204" pitchFamily="34" charset="0"/>
              <a:buChar char="•"/>
              <a:tabLst>
                <a:tab pos="1609725" algn="l"/>
              </a:tabLst>
              <a:defRPr kumimoji="0" lang="zh-CN" altLang="en-US" sz="12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n-cs"/>
                <a:sym typeface="+mn-ea"/>
              </a:defRPr>
            </a:lvl2pPr>
            <a:lvl3pPr marL="857250" marR="0" lvl="2" indent="-171450" algn="l" defTabSz="914400" rtl="0" eaLnBrk="1" fontAlgn="auto" latinLnBrk="0" hangingPunct="1">
              <a:lnSpc>
                <a:spcPct val="12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n-cs"/>
                <a:sym typeface="+mn-ea"/>
              </a:defRPr>
            </a:lvl3pPr>
            <a:lvl4pPr marL="1200150" marR="0" lvl="3" indent="-171450" algn="l" defTabSz="914400" rtl="0" eaLnBrk="1" fontAlgn="auto" latinLnBrk="0" hangingPunct="1">
              <a:lnSpc>
                <a:spcPct val="12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n-cs"/>
                <a:sym typeface="+mn-ea"/>
              </a:defRPr>
            </a:lvl4pPr>
            <a:lvl5pPr marL="1543050" marR="0" lvl="4" indent="-171450" algn="l" defTabSz="914400" rtl="0" eaLnBrk="1" fontAlgn="auto" latinLnBrk="0" hangingPunct="1">
              <a:lnSpc>
                <a:spcPct val="12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4" name="内容占位符 3"/>
          <p:cNvSpPr>
            <a:spLocks noGrp="1"/>
          </p:cNvSpPr>
          <p:nvPr>
            <p:ph sz="half" idx="2"/>
            <p:custDataLst>
              <p:tags r:id="rId6"/>
            </p:custDataLst>
          </p:nvPr>
        </p:nvSpPr>
        <p:spPr>
          <a:xfrm>
            <a:off x="4679158" y="714381"/>
            <a:ext cx="3962432" cy="4041680"/>
          </a:xfrm>
        </p:spPr>
        <p:txBody>
          <a:bodyPr>
            <a:noAutofit/>
          </a:bodyPr>
          <a:lstStyle>
            <a:lvl1pPr>
              <a:lnSpc>
                <a:spcPct val="120000"/>
              </a:lnSpc>
              <a:defRPr sz="1200" baseline="0">
                <a:solidFill>
                  <a:schemeClr val="tx1">
                    <a:lumMod val="85000"/>
                    <a:lumOff val="15000"/>
                  </a:schemeClr>
                </a:solidFill>
                <a:latin typeface="Arial" panose="020B0604020202020204" pitchFamily="34" charset="0"/>
                <a:ea typeface="微软雅黑" panose="020B0503020204020204" pitchFamily="34" charset="-122"/>
              </a:defRPr>
            </a:lvl1pPr>
            <a:lvl2pPr>
              <a:lnSpc>
                <a:spcPct val="120000"/>
              </a:lnSpc>
              <a:defRPr sz="1200" baseline="0">
                <a:solidFill>
                  <a:schemeClr val="tx1">
                    <a:lumMod val="85000"/>
                    <a:lumOff val="15000"/>
                  </a:schemeClr>
                </a:solidFill>
                <a:latin typeface="Arial" panose="020B0604020202020204" pitchFamily="34" charset="0"/>
                <a:ea typeface="微软雅黑" panose="020B0503020204020204" pitchFamily="34" charset="-122"/>
              </a:defRPr>
            </a:lvl2pPr>
            <a:lvl3pPr>
              <a:lnSpc>
                <a:spcPct val="120000"/>
              </a:lnSpc>
              <a:defRPr sz="1200" baseline="0">
                <a:solidFill>
                  <a:schemeClr val="tx1">
                    <a:lumMod val="85000"/>
                    <a:lumOff val="15000"/>
                  </a:schemeClr>
                </a:solidFill>
                <a:latin typeface="Arial" panose="020B0604020202020204" pitchFamily="34" charset="0"/>
                <a:ea typeface="微软雅黑" panose="020B0503020204020204" pitchFamily="34" charset="-122"/>
              </a:defRPr>
            </a:lvl3pPr>
            <a:lvl4pPr>
              <a:lnSpc>
                <a:spcPct val="120000"/>
              </a:lnSpc>
              <a:defRPr sz="1200" baseline="0">
                <a:solidFill>
                  <a:schemeClr val="tx1">
                    <a:lumMod val="85000"/>
                    <a:lumOff val="15000"/>
                  </a:schemeClr>
                </a:solidFill>
                <a:latin typeface="Arial" panose="020B0604020202020204" pitchFamily="34" charset="0"/>
                <a:ea typeface="微软雅黑" panose="020B0503020204020204" pitchFamily="34" charset="-122"/>
              </a:defRPr>
            </a:lvl4pPr>
            <a:lvl5pPr>
              <a:lnSpc>
                <a:spcPct val="120000"/>
              </a:lnSpc>
              <a:defRPr sz="1200" baseline="0">
                <a:solidFill>
                  <a:schemeClr val="tx1">
                    <a:lumMod val="85000"/>
                    <a:lumOff val="15000"/>
                  </a:schemeClr>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7"/>
            </p:custDataLst>
          </p:nvPr>
        </p:nvSpPr>
        <p:spPr/>
        <p:txBody>
          <a:bodyPr/>
          <a:lstStyle>
            <a:lvl1pPr>
              <a:lnSpc>
                <a:spcPct val="120000"/>
              </a:lnSpc>
              <a:defRPr>
                <a:latin typeface="微软雅黑" panose="020B0503020204020204" pitchFamily="34" charset="-122"/>
                <a:ea typeface="微软雅黑" panose="020B0503020204020204" pitchFamily="34" charset="-122"/>
              </a:defRPr>
            </a:lvl1p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8"/>
            </p:custDataLst>
          </p:nvPr>
        </p:nvSpPr>
        <p:spPr/>
        <p:txBody>
          <a:bodyPr/>
          <a:lstStyle>
            <a:lvl1pPr>
              <a:lnSpc>
                <a:spcPct val="120000"/>
              </a:lnSpc>
              <a:defRPr>
                <a:latin typeface="微软雅黑" panose="020B0503020204020204" pitchFamily="34" charset="-122"/>
                <a:ea typeface="微软雅黑" panose="020B0503020204020204" pitchFamily="34" charset="-122"/>
              </a:defRPr>
            </a:lvl1pPr>
          </a:lstStyle>
          <a:p>
            <a:endParaRPr lang="zh-CN" altLang="en-US"/>
          </a:p>
        </p:txBody>
      </p:sp>
      <p:sp>
        <p:nvSpPr>
          <p:cNvPr id="7" name="灯片编号占位符 6"/>
          <p:cNvSpPr>
            <a:spLocks noGrp="1"/>
          </p:cNvSpPr>
          <p:nvPr>
            <p:ph type="sldNum" sz="quarter" idx="12"/>
            <p:custDataLst>
              <p:tags r:id="rId9"/>
            </p:custDataLst>
          </p:nvPr>
        </p:nvSpPr>
        <p:spPr/>
        <p:txBody>
          <a:bodyPr/>
          <a:lstStyle>
            <a:lvl1pPr>
              <a:lnSpc>
                <a:spcPct val="120000"/>
              </a:lnSpc>
              <a:defRPr>
                <a:latin typeface="微软雅黑" panose="020B0503020204020204" pitchFamily="34" charset="-122"/>
                <a:ea typeface="微软雅黑" panose="020B0503020204020204" pitchFamily="34" charset="-122"/>
              </a:defRPr>
            </a:lvl1pPr>
          </a:lstStyle>
          <a:p>
            <a:fld id="{49AE70B2-8BF9-45C0-BB95-33D1B9D3A854}" type="slidenum">
              <a:rPr lang="zh-CN" altLang="en-US" smtClean="0"/>
            </a:fld>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bg>
      <p:bgPr>
        <a:solidFill>
          <a:schemeClr val="bg2"/>
        </a:solidFill>
        <a:effectLst/>
      </p:bgPr>
    </p:bg>
    <p:spTree>
      <p:nvGrpSpPr>
        <p:cNvPr id="1" name=""/>
        <p:cNvGrpSpPr/>
        <p:nvPr/>
      </p:nvGrpSpPr>
      <p:grpSpPr>
        <a:xfrm>
          <a:off x="0" y="0"/>
          <a:ext cx="0" cy="0"/>
          <a:chOff x="0" y="0"/>
          <a:chExt cx="0" cy="0"/>
        </a:xfrm>
      </p:grpSpPr>
      <p:pic>
        <p:nvPicPr>
          <p:cNvPr id="70" name="图片 69"/>
          <p:cNvPicPr>
            <a:picLocks noChangeAspect="1"/>
          </p:cNvPicPr>
          <p:nvPr userDrawn="1">
            <p:custDataLst>
              <p:tags r:id="rId2"/>
            </p:custDataLst>
          </p:nvPr>
        </p:nvPicPr>
        <p:blipFill>
          <a:blip r:embed="rId3">
            <a:extLst>
              <a:ext uri="{28A0092B-C50C-407E-A947-70E740481C1C}">
                <a14:useLocalDpi xmlns:a14="http://schemas.microsoft.com/office/drawing/2010/main" val="0"/>
              </a:ext>
            </a:extLst>
          </a:blip>
          <a:stretch>
            <a:fillRect/>
          </a:stretch>
        </p:blipFill>
        <p:spPr>
          <a:xfrm flipH="1">
            <a:off x="79566" y="3936897"/>
            <a:ext cx="1101947" cy="1188823"/>
          </a:xfrm>
          <a:prstGeom prst="rect">
            <a:avLst/>
          </a:prstGeom>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bg>
      <p:bgPr>
        <a:solidFill>
          <a:schemeClr val="bg2"/>
        </a:solidFill>
        <a:effectLst/>
      </p:bgPr>
    </p:bg>
    <p:spTree>
      <p:nvGrpSpPr>
        <p:cNvPr id="1" name=""/>
        <p:cNvGrpSpPr/>
        <p:nvPr/>
      </p:nvGrpSpPr>
      <p:grpSpPr>
        <a:xfrm>
          <a:off x="0" y="0"/>
          <a:ext cx="0" cy="0"/>
          <a:chOff x="0" y="0"/>
          <a:chExt cx="0" cy="0"/>
        </a:xfrm>
      </p:grpSpPr>
      <p:grpSp>
        <p:nvGrpSpPr>
          <p:cNvPr id="83" name="组合 82"/>
          <p:cNvGrpSpPr/>
          <p:nvPr userDrawn="1">
            <p:custDataLst>
              <p:tags r:id="rId2"/>
            </p:custDataLst>
          </p:nvPr>
        </p:nvGrpSpPr>
        <p:grpSpPr>
          <a:xfrm>
            <a:off x="8435108" y="3376748"/>
            <a:ext cx="551168" cy="1700826"/>
            <a:chOff x="4144010" y="2373630"/>
            <a:chExt cx="1153795" cy="3560445"/>
          </a:xfrm>
        </p:grpSpPr>
        <p:sp>
          <p:nvSpPr>
            <p:cNvPr id="84" name="Freeform 40"/>
            <p:cNvSpPr/>
            <p:nvPr userDrawn="1">
              <p:custDataLst>
                <p:tags r:id="rId3"/>
              </p:custDataLst>
            </p:nvPr>
          </p:nvSpPr>
          <p:spPr bwMode="auto">
            <a:xfrm>
              <a:off x="4357370" y="5834380"/>
              <a:ext cx="62230" cy="99695"/>
            </a:xfrm>
            <a:custGeom>
              <a:avLst/>
              <a:gdLst>
                <a:gd name="T0" fmla="*/ 35 w 39"/>
                <a:gd name="T1" fmla="*/ 62 h 62"/>
                <a:gd name="T2" fmla="*/ 5 w 39"/>
                <a:gd name="T3" fmla="*/ 0 h 62"/>
                <a:gd name="T4" fmla="*/ 35 w 39"/>
                <a:gd name="T5" fmla="*/ 62 h 62"/>
              </a:gdLst>
              <a:ahLst/>
              <a:cxnLst>
                <a:cxn ang="0">
                  <a:pos x="T0" y="T1"/>
                </a:cxn>
                <a:cxn ang="0">
                  <a:pos x="T2" y="T3"/>
                </a:cxn>
                <a:cxn ang="0">
                  <a:pos x="T4" y="T5"/>
                </a:cxn>
              </a:cxnLst>
              <a:rect l="0" t="0" r="r" b="b"/>
              <a:pathLst>
                <a:path w="39" h="62">
                  <a:moveTo>
                    <a:pt x="35" y="62"/>
                  </a:moveTo>
                  <a:cubicBezTo>
                    <a:pt x="35" y="62"/>
                    <a:pt x="0" y="52"/>
                    <a:pt x="5" y="0"/>
                  </a:cubicBezTo>
                  <a:cubicBezTo>
                    <a:pt x="5" y="0"/>
                    <a:pt x="39" y="17"/>
                    <a:pt x="35" y="62"/>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微软雅黑" panose="020B0503020204020204" pitchFamily="34" charset="-122"/>
                <a:ea typeface="微软雅黑" panose="020B0503020204020204" pitchFamily="34" charset="-122"/>
              </a:endParaRPr>
            </a:p>
          </p:txBody>
        </p:sp>
        <p:sp>
          <p:nvSpPr>
            <p:cNvPr id="85" name="Freeform 41"/>
            <p:cNvSpPr/>
            <p:nvPr userDrawn="1">
              <p:custDataLst>
                <p:tags r:id="rId4"/>
              </p:custDataLst>
            </p:nvPr>
          </p:nvSpPr>
          <p:spPr bwMode="auto">
            <a:xfrm>
              <a:off x="4408805" y="5834380"/>
              <a:ext cx="63500" cy="99695"/>
            </a:xfrm>
            <a:custGeom>
              <a:avLst/>
              <a:gdLst>
                <a:gd name="T0" fmla="*/ 3 w 39"/>
                <a:gd name="T1" fmla="*/ 62 h 62"/>
                <a:gd name="T2" fmla="*/ 34 w 39"/>
                <a:gd name="T3" fmla="*/ 0 h 62"/>
                <a:gd name="T4" fmla="*/ 3 w 39"/>
                <a:gd name="T5" fmla="*/ 62 h 62"/>
              </a:gdLst>
              <a:ahLst/>
              <a:cxnLst>
                <a:cxn ang="0">
                  <a:pos x="T0" y="T1"/>
                </a:cxn>
                <a:cxn ang="0">
                  <a:pos x="T2" y="T3"/>
                </a:cxn>
                <a:cxn ang="0">
                  <a:pos x="T4" y="T5"/>
                </a:cxn>
              </a:cxnLst>
              <a:rect l="0" t="0" r="r" b="b"/>
              <a:pathLst>
                <a:path w="39" h="62">
                  <a:moveTo>
                    <a:pt x="3" y="62"/>
                  </a:moveTo>
                  <a:cubicBezTo>
                    <a:pt x="3" y="62"/>
                    <a:pt x="39" y="52"/>
                    <a:pt x="34" y="0"/>
                  </a:cubicBezTo>
                  <a:cubicBezTo>
                    <a:pt x="34" y="0"/>
                    <a:pt x="0" y="17"/>
                    <a:pt x="3" y="62"/>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微软雅黑" panose="020B0503020204020204" pitchFamily="34" charset="-122"/>
                <a:ea typeface="微软雅黑" panose="020B0503020204020204" pitchFamily="34" charset="-122"/>
              </a:endParaRPr>
            </a:p>
          </p:txBody>
        </p:sp>
        <p:sp>
          <p:nvSpPr>
            <p:cNvPr id="86" name="Freeform 42"/>
            <p:cNvSpPr/>
            <p:nvPr userDrawn="1">
              <p:custDataLst>
                <p:tags r:id="rId5"/>
              </p:custDataLst>
            </p:nvPr>
          </p:nvSpPr>
          <p:spPr bwMode="auto">
            <a:xfrm>
              <a:off x="4376420" y="5784850"/>
              <a:ext cx="81280" cy="112395"/>
            </a:xfrm>
            <a:custGeom>
              <a:avLst/>
              <a:gdLst>
                <a:gd name="T0" fmla="*/ 23 w 50"/>
                <a:gd name="T1" fmla="*/ 69 h 69"/>
                <a:gd name="T2" fmla="*/ 22 w 50"/>
                <a:gd name="T3" fmla="*/ 0 h 69"/>
                <a:gd name="T4" fmla="*/ 23 w 50"/>
                <a:gd name="T5" fmla="*/ 69 h 69"/>
              </a:gdLst>
              <a:ahLst/>
              <a:cxnLst>
                <a:cxn ang="0">
                  <a:pos x="T0" y="T1"/>
                </a:cxn>
                <a:cxn ang="0">
                  <a:pos x="T2" y="T3"/>
                </a:cxn>
                <a:cxn ang="0">
                  <a:pos x="T4" y="T5"/>
                </a:cxn>
              </a:cxnLst>
              <a:rect l="0" t="0" r="r" b="b"/>
              <a:pathLst>
                <a:path w="50" h="69">
                  <a:moveTo>
                    <a:pt x="23" y="69"/>
                  </a:moveTo>
                  <a:cubicBezTo>
                    <a:pt x="23" y="69"/>
                    <a:pt x="50" y="43"/>
                    <a:pt x="22" y="0"/>
                  </a:cubicBezTo>
                  <a:cubicBezTo>
                    <a:pt x="22" y="0"/>
                    <a:pt x="0" y="32"/>
                    <a:pt x="23" y="69"/>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微软雅黑" panose="020B0503020204020204" pitchFamily="34" charset="-122"/>
                <a:ea typeface="微软雅黑" panose="020B0503020204020204" pitchFamily="34" charset="-122"/>
              </a:endParaRPr>
            </a:p>
          </p:txBody>
        </p:sp>
        <p:sp>
          <p:nvSpPr>
            <p:cNvPr id="87" name="Freeform 46"/>
            <p:cNvSpPr/>
            <p:nvPr userDrawn="1">
              <p:custDataLst>
                <p:tags r:id="rId6"/>
              </p:custDataLst>
            </p:nvPr>
          </p:nvSpPr>
          <p:spPr bwMode="auto">
            <a:xfrm>
              <a:off x="5090795" y="5541645"/>
              <a:ext cx="75565" cy="118745"/>
            </a:xfrm>
            <a:custGeom>
              <a:avLst/>
              <a:gdLst>
                <a:gd name="T0" fmla="*/ 41 w 46"/>
                <a:gd name="T1" fmla="*/ 73 h 73"/>
                <a:gd name="T2" fmla="*/ 6 w 46"/>
                <a:gd name="T3" fmla="*/ 0 h 73"/>
                <a:gd name="T4" fmla="*/ 41 w 46"/>
                <a:gd name="T5" fmla="*/ 73 h 73"/>
              </a:gdLst>
              <a:ahLst/>
              <a:cxnLst>
                <a:cxn ang="0">
                  <a:pos x="T0" y="T1"/>
                </a:cxn>
                <a:cxn ang="0">
                  <a:pos x="T2" y="T3"/>
                </a:cxn>
                <a:cxn ang="0">
                  <a:pos x="T4" y="T5"/>
                </a:cxn>
              </a:cxnLst>
              <a:rect l="0" t="0" r="r" b="b"/>
              <a:pathLst>
                <a:path w="46" h="73">
                  <a:moveTo>
                    <a:pt x="41" y="73"/>
                  </a:moveTo>
                  <a:cubicBezTo>
                    <a:pt x="41" y="73"/>
                    <a:pt x="0" y="61"/>
                    <a:pt x="6" y="0"/>
                  </a:cubicBezTo>
                  <a:cubicBezTo>
                    <a:pt x="6" y="0"/>
                    <a:pt x="46" y="20"/>
                    <a:pt x="41" y="73"/>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微软雅黑" panose="020B0503020204020204" pitchFamily="34" charset="-122"/>
                <a:ea typeface="微软雅黑" panose="020B0503020204020204" pitchFamily="34" charset="-122"/>
              </a:endParaRPr>
            </a:p>
          </p:txBody>
        </p:sp>
        <p:sp>
          <p:nvSpPr>
            <p:cNvPr id="88" name="Freeform 47"/>
            <p:cNvSpPr/>
            <p:nvPr userDrawn="1">
              <p:custDataLst>
                <p:tags r:id="rId7"/>
              </p:custDataLst>
            </p:nvPr>
          </p:nvSpPr>
          <p:spPr bwMode="auto">
            <a:xfrm>
              <a:off x="5151755" y="5541645"/>
              <a:ext cx="74295" cy="118745"/>
            </a:xfrm>
            <a:custGeom>
              <a:avLst/>
              <a:gdLst>
                <a:gd name="T0" fmla="*/ 4 w 46"/>
                <a:gd name="T1" fmla="*/ 73 h 73"/>
                <a:gd name="T2" fmla="*/ 41 w 46"/>
                <a:gd name="T3" fmla="*/ 0 h 73"/>
                <a:gd name="T4" fmla="*/ 4 w 46"/>
                <a:gd name="T5" fmla="*/ 73 h 73"/>
              </a:gdLst>
              <a:ahLst/>
              <a:cxnLst>
                <a:cxn ang="0">
                  <a:pos x="T0" y="T1"/>
                </a:cxn>
                <a:cxn ang="0">
                  <a:pos x="T2" y="T3"/>
                </a:cxn>
                <a:cxn ang="0">
                  <a:pos x="T4" y="T5"/>
                </a:cxn>
              </a:cxnLst>
              <a:rect l="0" t="0" r="r" b="b"/>
              <a:pathLst>
                <a:path w="46" h="73">
                  <a:moveTo>
                    <a:pt x="4" y="73"/>
                  </a:moveTo>
                  <a:cubicBezTo>
                    <a:pt x="4" y="73"/>
                    <a:pt x="46" y="61"/>
                    <a:pt x="41" y="0"/>
                  </a:cubicBezTo>
                  <a:cubicBezTo>
                    <a:pt x="41" y="0"/>
                    <a:pt x="0" y="20"/>
                    <a:pt x="4" y="73"/>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微软雅黑" panose="020B0503020204020204" pitchFamily="34" charset="-122"/>
                <a:ea typeface="微软雅黑" panose="020B0503020204020204" pitchFamily="34" charset="-122"/>
              </a:endParaRPr>
            </a:p>
          </p:txBody>
        </p:sp>
        <p:sp>
          <p:nvSpPr>
            <p:cNvPr id="89" name="Freeform 48"/>
            <p:cNvSpPr/>
            <p:nvPr userDrawn="1">
              <p:custDataLst>
                <p:tags r:id="rId8"/>
              </p:custDataLst>
            </p:nvPr>
          </p:nvSpPr>
          <p:spPr bwMode="auto">
            <a:xfrm>
              <a:off x="5112385" y="5481955"/>
              <a:ext cx="95885" cy="132080"/>
            </a:xfrm>
            <a:custGeom>
              <a:avLst/>
              <a:gdLst>
                <a:gd name="T0" fmla="*/ 28 w 59"/>
                <a:gd name="T1" fmla="*/ 82 h 82"/>
                <a:gd name="T2" fmla="*/ 27 w 59"/>
                <a:gd name="T3" fmla="*/ 0 h 82"/>
                <a:gd name="T4" fmla="*/ 28 w 59"/>
                <a:gd name="T5" fmla="*/ 82 h 82"/>
              </a:gdLst>
              <a:ahLst/>
              <a:cxnLst>
                <a:cxn ang="0">
                  <a:pos x="T0" y="T1"/>
                </a:cxn>
                <a:cxn ang="0">
                  <a:pos x="T2" y="T3"/>
                </a:cxn>
                <a:cxn ang="0">
                  <a:pos x="T4" y="T5"/>
                </a:cxn>
              </a:cxnLst>
              <a:rect l="0" t="0" r="r" b="b"/>
              <a:pathLst>
                <a:path w="59" h="82">
                  <a:moveTo>
                    <a:pt x="28" y="82"/>
                  </a:moveTo>
                  <a:cubicBezTo>
                    <a:pt x="28" y="82"/>
                    <a:pt x="59" y="51"/>
                    <a:pt x="27" y="0"/>
                  </a:cubicBezTo>
                  <a:cubicBezTo>
                    <a:pt x="27" y="0"/>
                    <a:pt x="0" y="37"/>
                    <a:pt x="28" y="82"/>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微软雅黑" panose="020B0503020204020204" pitchFamily="34" charset="-122"/>
                <a:ea typeface="微软雅黑" panose="020B0503020204020204" pitchFamily="34" charset="-122"/>
              </a:endParaRPr>
            </a:p>
          </p:txBody>
        </p:sp>
        <p:sp>
          <p:nvSpPr>
            <p:cNvPr id="90" name="Freeform 109"/>
            <p:cNvSpPr/>
            <p:nvPr userDrawn="1">
              <p:custDataLst>
                <p:tags r:id="rId9"/>
              </p:custDataLst>
            </p:nvPr>
          </p:nvSpPr>
          <p:spPr bwMode="auto">
            <a:xfrm>
              <a:off x="4731385" y="5468620"/>
              <a:ext cx="106680" cy="98425"/>
            </a:xfrm>
            <a:custGeom>
              <a:avLst/>
              <a:gdLst>
                <a:gd name="T0" fmla="*/ 79 w 79"/>
                <a:gd name="T1" fmla="*/ 15 h 73"/>
                <a:gd name="T2" fmla="*/ 68 w 79"/>
                <a:gd name="T3" fmla="*/ 73 h 73"/>
                <a:gd name="T4" fmla="*/ 0 w 79"/>
                <a:gd name="T5" fmla="*/ 72 h 73"/>
                <a:gd name="T6" fmla="*/ 13 w 79"/>
                <a:gd name="T7" fmla="*/ 0 h 73"/>
                <a:gd name="T8" fmla="*/ 79 w 79"/>
                <a:gd name="T9" fmla="*/ 15 h 73"/>
              </a:gdLst>
              <a:ahLst/>
              <a:cxnLst>
                <a:cxn ang="0">
                  <a:pos x="T0" y="T1"/>
                </a:cxn>
                <a:cxn ang="0">
                  <a:pos x="T2" y="T3"/>
                </a:cxn>
                <a:cxn ang="0">
                  <a:pos x="T4" y="T5"/>
                </a:cxn>
                <a:cxn ang="0">
                  <a:pos x="T6" y="T7"/>
                </a:cxn>
                <a:cxn ang="0">
                  <a:pos x="T8" y="T9"/>
                </a:cxn>
              </a:cxnLst>
              <a:rect l="0" t="0" r="r" b="b"/>
              <a:pathLst>
                <a:path w="79" h="73">
                  <a:moveTo>
                    <a:pt x="79" y="15"/>
                  </a:moveTo>
                  <a:lnTo>
                    <a:pt x="68" y="73"/>
                  </a:lnTo>
                  <a:lnTo>
                    <a:pt x="0" y="72"/>
                  </a:lnTo>
                  <a:lnTo>
                    <a:pt x="13" y="0"/>
                  </a:lnTo>
                  <a:lnTo>
                    <a:pt x="79" y="15"/>
                  </a:lnTo>
                  <a:close/>
                </a:path>
              </a:pathLst>
            </a:custGeom>
            <a:solidFill>
              <a:srgbClr val="FFE7C5"/>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微软雅黑" panose="020B0503020204020204" pitchFamily="34" charset="-122"/>
                <a:ea typeface="微软雅黑" panose="020B0503020204020204" pitchFamily="34" charset="-122"/>
              </a:endParaRPr>
            </a:p>
          </p:txBody>
        </p:sp>
        <p:sp>
          <p:nvSpPr>
            <p:cNvPr id="91" name="Freeform 110"/>
            <p:cNvSpPr/>
            <p:nvPr userDrawn="1">
              <p:custDataLst>
                <p:tags r:id="rId10"/>
              </p:custDataLst>
            </p:nvPr>
          </p:nvSpPr>
          <p:spPr bwMode="auto">
            <a:xfrm>
              <a:off x="4723765" y="5518785"/>
              <a:ext cx="123190" cy="50165"/>
            </a:xfrm>
            <a:custGeom>
              <a:avLst/>
              <a:gdLst>
                <a:gd name="T0" fmla="*/ 79 w 91"/>
                <a:gd name="T1" fmla="*/ 37 h 37"/>
                <a:gd name="T2" fmla="*/ 91 w 91"/>
                <a:gd name="T3" fmla="*/ 0 h 37"/>
                <a:gd name="T4" fmla="*/ 6 w 91"/>
                <a:gd name="T5" fmla="*/ 0 h 37"/>
                <a:gd name="T6" fmla="*/ 0 w 91"/>
                <a:gd name="T7" fmla="*/ 35 h 37"/>
                <a:gd name="T8" fmla="*/ 79 w 91"/>
                <a:gd name="T9" fmla="*/ 37 h 37"/>
              </a:gdLst>
              <a:ahLst/>
              <a:cxnLst>
                <a:cxn ang="0">
                  <a:pos x="T0" y="T1"/>
                </a:cxn>
                <a:cxn ang="0">
                  <a:pos x="T2" y="T3"/>
                </a:cxn>
                <a:cxn ang="0">
                  <a:pos x="T4" y="T5"/>
                </a:cxn>
                <a:cxn ang="0">
                  <a:pos x="T6" y="T7"/>
                </a:cxn>
                <a:cxn ang="0">
                  <a:pos x="T8" y="T9"/>
                </a:cxn>
              </a:cxnLst>
              <a:rect l="0" t="0" r="r" b="b"/>
              <a:pathLst>
                <a:path w="91" h="37">
                  <a:moveTo>
                    <a:pt x="79" y="37"/>
                  </a:moveTo>
                  <a:lnTo>
                    <a:pt x="91" y="0"/>
                  </a:lnTo>
                  <a:lnTo>
                    <a:pt x="6" y="0"/>
                  </a:lnTo>
                  <a:lnTo>
                    <a:pt x="0" y="35"/>
                  </a:lnTo>
                  <a:lnTo>
                    <a:pt x="79" y="37"/>
                  </a:lnTo>
                  <a:close/>
                </a:path>
              </a:pathLst>
            </a:custGeom>
            <a:solidFill>
              <a:srgbClr val="F9B233"/>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微软雅黑" panose="020B0503020204020204" pitchFamily="34" charset="-122"/>
                <a:ea typeface="微软雅黑" panose="020B0503020204020204" pitchFamily="34" charset="-122"/>
              </a:endParaRPr>
            </a:p>
          </p:txBody>
        </p:sp>
        <p:sp>
          <p:nvSpPr>
            <p:cNvPr id="92" name="Freeform 111"/>
            <p:cNvSpPr/>
            <p:nvPr userDrawn="1">
              <p:custDataLst>
                <p:tags r:id="rId11"/>
              </p:custDataLst>
            </p:nvPr>
          </p:nvSpPr>
          <p:spPr bwMode="auto">
            <a:xfrm>
              <a:off x="4650740" y="5561965"/>
              <a:ext cx="364490" cy="198755"/>
            </a:xfrm>
            <a:custGeom>
              <a:avLst/>
              <a:gdLst>
                <a:gd name="T0" fmla="*/ 119 w 225"/>
                <a:gd name="T1" fmla="*/ 5 h 123"/>
                <a:gd name="T2" fmla="*/ 137 w 225"/>
                <a:gd name="T3" fmla="*/ 75 h 123"/>
                <a:gd name="T4" fmla="*/ 212 w 225"/>
                <a:gd name="T5" fmla="*/ 100 h 123"/>
                <a:gd name="T6" fmla="*/ 209 w 225"/>
                <a:gd name="T7" fmla="*/ 121 h 123"/>
                <a:gd name="T8" fmla="*/ 115 w 225"/>
                <a:gd name="T9" fmla="*/ 123 h 123"/>
                <a:gd name="T10" fmla="*/ 60 w 225"/>
                <a:gd name="T11" fmla="*/ 96 h 123"/>
                <a:gd name="T12" fmla="*/ 45 w 225"/>
                <a:gd name="T13" fmla="*/ 107 h 123"/>
                <a:gd name="T14" fmla="*/ 0 w 225"/>
                <a:gd name="T15" fmla="*/ 91 h 123"/>
                <a:gd name="T16" fmla="*/ 40 w 225"/>
                <a:gd name="T17" fmla="*/ 0 h 123"/>
                <a:gd name="T18" fmla="*/ 119 w 225"/>
                <a:gd name="T19" fmla="*/ 5 h 1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25" h="123">
                  <a:moveTo>
                    <a:pt x="119" y="5"/>
                  </a:moveTo>
                  <a:cubicBezTo>
                    <a:pt x="137" y="75"/>
                    <a:pt x="137" y="75"/>
                    <a:pt x="137" y="75"/>
                  </a:cubicBezTo>
                  <a:cubicBezTo>
                    <a:pt x="212" y="100"/>
                    <a:pt x="212" y="100"/>
                    <a:pt x="212" y="100"/>
                  </a:cubicBezTo>
                  <a:cubicBezTo>
                    <a:pt x="225" y="103"/>
                    <a:pt x="223" y="121"/>
                    <a:pt x="209" y="121"/>
                  </a:cubicBezTo>
                  <a:cubicBezTo>
                    <a:pt x="115" y="123"/>
                    <a:pt x="115" y="123"/>
                    <a:pt x="115" y="123"/>
                  </a:cubicBezTo>
                  <a:cubicBezTo>
                    <a:pt x="60" y="96"/>
                    <a:pt x="60" y="96"/>
                    <a:pt x="60" y="96"/>
                  </a:cubicBezTo>
                  <a:cubicBezTo>
                    <a:pt x="45" y="107"/>
                    <a:pt x="45" y="107"/>
                    <a:pt x="45" y="107"/>
                  </a:cubicBezTo>
                  <a:cubicBezTo>
                    <a:pt x="0" y="91"/>
                    <a:pt x="0" y="91"/>
                    <a:pt x="0" y="91"/>
                  </a:cubicBezTo>
                  <a:cubicBezTo>
                    <a:pt x="40" y="0"/>
                    <a:pt x="40" y="0"/>
                    <a:pt x="40" y="0"/>
                  </a:cubicBezTo>
                  <a:lnTo>
                    <a:pt x="119" y="5"/>
                  </a:lnTo>
                  <a:close/>
                </a:path>
              </a:pathLst>
            </a:custGeom>
            <a:solidFill>
              <a:srgbClr val="1D1D1B"/>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微软雅黑" panose="020B0503020204020204" pitchFamily="34" charset="-122"/>
                <a:ea typeface="微软雅黑" panose="020B0503020204020204" pitchFamily="34" charset="-122"/>
              </a:endParaRPr>
            </a:p>
          </p:txBody>
        </p:sp>
        <p:sp>
          <p:nvSpPr>
            <p:cNvPr id="93" name="Freeform 112"/>
            <p:cNvSpPr/>
            <p:nvPr userDrawn="1">
              <p:custDataLst>
                <p:tags r:id="rId12"/>
              </p:custDataLst>
            </p:nvPr>
          </p:nvSpPr>
          <p:spPr bwMode="auto">
            <a:xfrm>
              <a:off x="4399280" y="5475605"/>
              <a:ext cx="99695" cy="98425"/>
            </a:xfrm>
            <a:custGeom>
              <a:avLst/>
              <a:gdLst>
                <a:gd name="T0" fmla="*/ 6 w 74"/>
                <a:gd name="T1" fmla="*/ 0 h 73"/>
                <a:gd name="T2" fmla="*/ 0 w 74"/>
                <a:gd name="T3" fmla="*/ 60 h 73"/>
                <a:gd name="T4" fmla="*/ 67 w 74"/>
                <a:gd name="T5" fmla="*/ 73 h 73"/>
                <a:gd name="T6" fmla="*/ 74 w 74"/>
                <a:gd name="T7" fmla="*/ 1 h 73"/>
                <a:gd name="T8" fmla="*/ 6 w 74"/>
                <a:gd name="T9" fmla="*/ 0 h 73"/>
              </a:gdLst>
              <a:ahLst/>
              <a:cxnLst>
                <a:cxn ang="0">
                  <a:pos x="T0" y="T1"/>
                </a:cxn>
                <a:cxn ang="0">
                  <a:pos x="T2" y="T3"/>
                </a:cxn>
                <a:cxn ang="0">
                  <a:pos x="T4" y="T5"/>
                </a:cxn>
                <a:cxn ang="0">
                  <a:pos x="T6" y="T7"/>
                </a:cxn>
                <a:cxn ang="0">
                  <a:pos x="T8" y="T9"/>
                </a:cxn>
              </a:cxnLst>
              <a:rect l="0" t="0" r="r" b="b"/>
              <a:pathLst>
                <a:path w="74" h="73">
                  <a:moveTo>
                    <a:pt x="6" y="0"/>
                  </a:moveTo>
                  <a:lnTo>
                    <a:pt x="0" y="60"/>
                  </a:lnTo>
                  <a:lnTo>
                    <a:pt x="67" y="73"/>
                  </a:lnTo>
                  <a:lnTo>
                    <a:pt x="74" y="1"/>
                  </a:lnTo>
                  <a:lnTo>
                    <a:pt x="6" y="0"/>
                  </a:lnTo>
                  <a:close/>
                </a:path>
              </a:pathLst>
            </a:custGeom>
            <a:solidFill>
              <a:srgbClr val="FFE7C5"/>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微软雅黑" panose="020B0503020204020204" pitchFamily="34" charset="-122"/>
                <a:ea typeface="微软雅黑" panose="020B0503020204020204" pitchFamily="34" charset="-122"/>
              </a:endParaRPr>
            </a:p>
          </p:txBody>
        </p:sp>
        <p:sp>
          <p:nvSpPr>
            <p:cNvPr id="94" name="Freeform 113"/>
            <p:cNvSpPr/>
            <p:nvPr userDrawn="1">
              <p:custDataLst>
                <p:tags r:id="rId13"/>
              </p:custDataLst>
            </p:nvPr>
          </p:nvSpPr>
          <p:spPr bwMode="auto">
            <a:xfrm>
              <a:off x="4391025" y="5504815"/>
              <a:ext cx="112395" cy="70485"/>
            </a:xfrm>
            <a:custGeom>
              <a:avLst/>
              <a:gdLst>
                <a:gd name="T0" fmla="*/ 2 w 83"/>
                <a:gd name="T1" fmla="*/ 38 h 52"/>
                <a:gd name="T2" fmla="*/ 0 w 83"/>
                <a:gd name="T3" fmla="*/ 0 h 52"/>
                <a:gd name="T4" fmla="*/ 83 w 83"/>
                <a:gd name="T5" fmla="*/ 19 h 52"/>
                <a:gd name="T6" fmla="*/ 79 w 83"/>
                <a:gd name="T7" fmla="*/ 52 h 52"/>
                <a:gd name="T8" fmla="*/ 2 w 83"/>
                <a:gd name="T9" fmla="*/ 38 h 52"/>
              </a:gdLst>
              <a:ahLst/>
              <a:cxnLst>
                <a:cxn ang="0">
                  <a:pos x="T0" y="T1"/>
                </a:cxn>
                <a:cxn ang="0">
                  <a:pos x="T2" y="T3"/>
                </a:cxn>
                <a:cxn ang="0">
                  <a:pos x="T4" y="T5"/>
                </a:cxn>
                <a:cxn ang="0">
                  <a:pos x="T6" y="T7"/>
                </a:cxn>
                <a:cxn ang="0">
                  <a:pos x="T8" y="T9"/>
                </a:cxn>
              </a:cxnLst>
              <a:rect l="0" t="0" r="r" b="b"/>
              <a:pathLst>
                <a:path w="83" h="52">
                  <a:moveTo>
                    <a:pt x="2" y="38"/>
                  </a:moveTo>
                  <a:lnTo>
                    <a:pt x="0" y="0"/>
                  </a:lnTo>
                  <a:lnTo>
                    <a:pt x="83" y="19"/>
                  </a:lnTo>
                  <a:lnTo>
                    <a:pt x="79" y="52"/>
                  </a:lnTo>
                  <a:lnTo>
                    <a:pt x="2" y="38"/>
                  </a:lnTo>
                  <a:close/>
                </a:path>
              </a:pathLst>
            </a:custGeom>
            <a:solidFill>
              <a:srgbClr val="F9B233"/>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微软雅黑" panose="020B0503020204020204" pitchFamily="34" charset="-122"/>
                <a:ea typeface="微软雅黑" panose="020B0503020204020204" pitchFamily="34" charset="-122"/>
              </a:endParaRPr>
            </a:p>
          </p:txBody>
        </p:sp>
        <p:sp>
          <p:nvSpPr>
            <p:cNvPr id="95" name="Freeform 114"/>
            <p:cNvSpPr/>
            <p:nvPr userDrawn="1">
              <p:custDataLst>
                <p:tags r:id="rId14"/>
              </p:custDataLst>
            </p:nvPr>
          </p:nvSpPr>
          <p:spPr bwMode="auto">
            <a:xfrm>
              <a:off x="4157345" y="5553710"/>
              <a:ext cx="372745" cy="187960"/>
            </a:xfrm>
            <a:custGeom>
              <a:avLst/>
              <a:gdLst>
                <a:gd name="T0" fmla="*/ 138 w 230"/>
                <a:gd name="T1" fmla="*/ 0 h 116"/>
                <a:gd name="T2" fmla="*/ 117 w 230"/>
                <a:gd name="T3" fmla="*/ 58 h 116"/>
                <a:gd name="T4" fmla="*/ 17 w 230"/>
                <a:gd name="T5" fmla="*/ 94 h 116"/>
                <a:gd name="T6" fmla="*/ 14 w 230"/>
                <a:gd name="T7" fmla="*/ 116 h 116"/>
                <a:gd name="T8" fmla="*/ 110 w 230"/>
                <a:gd name="T9" fmla="*/ 116 h 116"/>
                <a:gd name="T10" fmla="*/ 171 w 230"/>
                <a:gd name="T11" fmla="*/ 102 h 116"/>
                <a:gd name="T12" fmla="*/ 182 w 230"/>
                <a:gd name="T13" fmla="*/ 116 h 116"/>
                <a:gd name="T14" fmla="*/ 230 w 230"/>
                <a:gd name="T15" fmla="*/ 110 h 116"/>
                <a:gd name="T16" fmla="*/ 215 w 230"/>
                <a:gd name="T17" fmla="*/ 13 h 116"/>
                <a:gd name="T18" fmla="*/ 138 w 230"/>
                <a:gd name="T19" fmla="*/ 0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30" h="116">
                  <a:moveTo>
                    <a:pt x="138" y="0"/>
                  </a:moveTo>
                  <a:cubicBezTo>
                    <a:pt x="117" y="58"/>
                    <a:pt x="117" y="58"/>
                    <a:pt x="117" y="58"/>
                  </a:cubicBezTo>
                  <a:cubicBezTo>
                    <a:pt x="17" y="94"/>
                    <a:pt x="17" y="94"/>
                    <a:pt x="17" y="94"/>
                  </a:cubicBezTo>
                  <a:cubicBezTo>
                    <a:pt x="2" y="94"/>
                    <a:pt x="0" y="113"/>
                    <a:pt x="14" y="116"/>
                  </a:cubicBezTo>
                  <a:cubicBezTo>
                    <a:pt x="110" y="116"/>
                    <a:pt x="110" y="116"/>
                    <a:pt x="110" y="116"/>
                  </a:cubicBezTo>
                  <a:cubicBezTo>
                    <a:pt x="171" y="102"/>
                    <a:pt x="171" y="102"/>
                    <a:pt x="171" y="102"/>
                  </a:cubicBezTo>
                  <a:cubicBezTo>
                    <a:pt x="182" y="116"/>
                    <a:pt x="182" y="116"/>
                    <a:pt x="182" y="116"/>
                  </a:cubicBezTo>
                  <a:cubicBezTo>
                    <a:pt x="230" y="110"/>
                    <a:pt x="230" y="110"/>
                    <a:pt x="230" y="110"/>
                  </a:cubicBezTo>
                  <a:cubicBezTo>
                    <a:pt x="215" y="13"/>
                    <a:pt x="215" y="13"/>
                    <a:pt x="215" y="13"/>
                  </a:cubicBezTo>
                  <a:lnTo>
                    <a:pt x="138" y="0"/>
                  </a:lnTo>
                  <a:close/>
                </a:path>
              </a:pathLst>
            </a:custGeom>
            <a:solidFill>
              <a:srgbClr val="1D1D1B"/>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微软雅黑" panose="020B0503020204020204" pitchFamily="34" charset="-122"/>
                <a:ea typeface="微软雅黑" panose="020B0503020204020204" pitchFamily="34" charset="-122"/>
              </a:endParaRPr>
            </a:p>
          </p:txBody>
        </p:sp>
        <p:sp>
          <p:nvSpPr>
            <p:cNvPr id="96" name="Freeform 115"/>
            <p:cNvSpPr/>
            <p:nvPr userDrawn="1">
              <p:custDataLst>
                <p:tags r:id="rId15"/>
              </p:custDataLst>
            </p:nvPr>
          </p:nvSpPr>
          <p:spPr bwMode="auto">
            <a:xfrm>
              <a:off x="4619625" y="3385820"/>
              <a:ext cx="321310" cy="144780"/>
            </a:xfrm>
            <a:custGeom>
              <a:avLst/>
              <a:gdLst>
                <a:gd name="T0" fmla="*/ 58 w 198"/>
                <a:gd name="T1" fmla="*/ 11 h 89"/>
                <a:gd name="T2" fmla="*/ 56 w 198"/>
                <a:gd name="T3" fmla="*/ 35 h 89"/>
                <a:gd name="T4" fmla="*/ 11 w 198"/>
                <a:gd name="T5" fmla="*/ 86 h 89"/>
                <a:gd name="T6" fmla="*/ 0 w 198"/>
                <a:gd name="T7" fmla="*/ 89 h 89"/>
                <a:gd name="T8" fmla="*/ 198 w 198"/>
                <a:gd name="T9" fmla="*/ 89 h 89"/>
                <a:gd name="T10" fmla="*/ 172 w 198"/>
                <a:gd name="T11" fmla="*/ 88 h 89"/>
                <a:gd name="T12" fmla="*/ 132 w 198"/>
                <a:gd name="T13" fmla="*/ 29 h 89"/>
                <a:gd name="T14" fmla="*/ 135 w 198"/>
                <a:gd name="T15" fmla="*/ 0 h 89"/>
                <a:gd name="T16" fmla="*/ 58 w 198"/>
                <a:gd name="T17" fmla="*/ 11 h 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98" h="89">
                  <a:moveTo>
                    <a:pt x="58" y="11"/>
                  </a:moveTo>
                  <a:cubicBezTo>
                    <a:pt x="56" y="35"/>
                    <a:pt x="56" y="35"/>
                    <a:pt x="56" y="35"/>
                  </a:cubicBezTo>
                  <a:cubicBezTo>
                    <a:pt x="53" y="59"/>
                    <a:pt x="36" y="79"/>
                    <a:pt x="11" y="86"/>
                  </a:cubicBezTo>
                  <a:cubicBezTo>
                    <a:pt x="0" y="89"/>
                    <a:pt x="0" y="89"/>
                    <a:pt x="0" y="89"/>
                  </a:cubicBezTo>
                  <a:cubicBezTo>
                    <a:pt x="198" y="89"/>
                    <a:pt x="198" y="89"/>
                    <a:pt x="198" y="89"/>
                  </a:cubicBezTo>
                  <a:cubicBezTo>
                    <a:pt x="172" y="88"/>
                    <a:pt x="172" y="88"/>
                    <a:pt x="172" y="88"/>
                  </a:cubicBezTo>
                  <a:cubicBezTo>
                    <a:pt x="146" y="79"/>
                    <a:pt x="130" y="55"/>
                    <a:pt x="132" y="29"/>
                  </a:cubicBezTo>
                  <a:cubicBezTo>
                    <a:pt x="135" y="0"/>
                    <a:pt x="135" y="0"/>
                    <a:pt x="135" y="0"/>
                  </a:cubicBezTo>
                  <a:lnTo>
                    <a:pt x="58" y="11"/>
                  </a:lnTo>
                  <a:close/>
                </a:path>
              </a:pathLst>
            </a:custGeom>
            <a:solidFill>
              <a:srgbClr val="FFE7C5"/>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微软雅黑" panose="020B0503020204020204" pitchFamily="34" charset="-122"/>
                <a:ea typeface="微软雅黑" panose="020B0503020204020204" pitchFamily="34" charset="-122"/>
              </a:endParaRPr>
            </a:p>
          </p:txBody>
        </p:sp>
        <p:sp>
          <p:nvSpPr>
            <p:cNvPr id="97" name="Freeform 116"/>
            <p:cNvSpPr/>
            <p:nvPr userDrawn="1">
              <p:custDataLst>
                <p:tags r:id="rId16"/>
              </p:custDataLst>
            </p:nvPr>
          </p:nvSpPr>
          <p:spPr bwMode="auto">
            <a:xfrm>
              <a:off x="4361815" y="4399915"/>
              <a:ext cx="590550" cy="1085850"/>
            </a:xfrm>
            <a:custGeom>
              <a:avLst/>
              <a:gdLst>
                <a:gd name="T0" fmla="*/ 364 w 364"/>
                <a:gd name="T1" fmla="*/ 42 h 671"/>
                <a:gd name="T2" fmla="*/ 314 w 364"/>
                <a:gd name="T3" fmla="*/ 671 h 671"/>
                <a:gd name="T4" fmla="*/ 235 w 364"/>
                <a:gd name="T5" fmla="*/ 671 h 671"/>
                <a:gd name="T6" fmla="*/ 219 w 364"/>
                <a:gd name="T7" fmla="*/ 159 h 671"/>
                <a:gd name="T8" fmla="*/ 145 w 364"/>
                <a:gd name="T9" fmla="*/ 372 h 671"/>
                <a:gd name="T10" fmla="*/ 88 w 364"/>
                <a:gd name="T11" fmla="*/ 671 h 671"/>
                <a:gd name="T12" fmla="*/ 0 w 364"/>
                <a:gd name="T13" fmla="*/ 671 h 671"/>
                <a:gd name="T14" fmla="*/ 48 w 364"/>
                <a:gd name="T15" fmla="*/ 329 h 671"/>
                <a:gd name="T16" fmla="*/ 75 w 364"/>
                <a:gd name="T17" fmla="*/ 25 h 671"/>
                <a:gd name="T18" fmla="*/ 344 w 364"/>
                <a:gd name="T19" fmla="*/ 34 h 671"/>
                <a:gd name="T20" fmla="*/ 364 w 364"/>
                <a:gd name="T21" fmla="*/ 42 h 6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64" h="671">
                  <a:moveTo>
                    <a:pt x="364" y="42"/>
                  </a:moveTo>
                  <a:cubicBezTo>
                    <a:pt x="314" y="671"/>
                    <a:pt x="314" y="671"/>
                    <a:pt x="314" y="671"/>
                  </a:cubicBezTo>
                  <a:cubicBezTo>
                    <a:pt x="235" y="671"/>
                    <a:pt x="235" y="671"/>
                    <a:pt x="235" y="671"/>
                  </a:cubicBezTo>
                  <a:cubicBezTo>
                    <a:pt x="219" y="159"/>
                    <a:pt x="219" y="159"/>
                    <a:pt x="219" y="159"/>
                  </a:cubicBezTo>
                  <a:cubicBezTo>
                    <a:pt x="145" y="372"/>
                    <a:pt x="145" y="372"/>
                    <a:pt x="145" y="372"/>
                  </a:cubicBezTo>
                  <a:cubicBezTo>
                    <a:pt x="88" y="671"/>
                    <a:pt x="88" y="671"/>
                    <a:pt x="88" y="671"/>
                  </a:cubicBezTo>
                  <a:cubicBezTo>
                    <a:pt x="0" y="671"/>
                    <a:pt x="0" y="671"/>
                    <a:pt x="0" y="671"/>
                  </a:cubicBezTo>
                  <a:cubicBezTo>
                    <a:pt x="48" y="329"/>
                    <a:pt x="48" y="329"/>
                    <a:pt x="48" y="329"/>
                  </a:cubicBezTo>
                  <a:cubicBezTo>
                    <a:pt x="75" y="25"/>
                    <a:pt x="75" y="25"/>
                    <a:pt x="75" y="25"/>
                  </a:cubicBezTo>
                  <a:cubicBezTo>
                    <a:pt x="163" y="0"/>
                    <a:pt x="258" y="3"/>
                    <a:pt x="344" y="34"/>
                  </a:cubicBezTo>
                  <a:lnTo>
                    <a:pt x="364" y="42"/>
                  </a:lnTo>
                  <a:close/>
                </a:path>
              </a:pathLst>
            </a:custGeom>
            <a:solidFill>
              <a:srgbClr val="1D1D1B"/>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微软雅黑" panose="020B0503020204020204" pitchFamily="34" charset="-122"/>
                <a:ea typeface="微软雅黑" panose="020B0503020204020204" pitchFamily="34" charset="-122"/>
              </a:endParaRPr>
            </a:p>
          </p:txBody>
        </p:sp>
        <p:sp>
          <p:nvSpPr>
            <p:cNvPr id="98" name="Freeform 117"/>
            <p:cNvSpPr/>
            <p:nvPr userDrawn="1">
              <p:custDataLst>
                <p:tags r:id="rId17"/>
              </p:custDataLst>
            </p:nvPr>
          </p:nvSpPr>
          <p:spPr bwMode="auto">
            <a:xfrm>
              <a:off x="4508500" y="2994025"/>
              <a:ext cx="433705" cy="467360"/>
            </a:xfrm>
            <a:custGeom>
              <a:avLst/>
              <a:gdLst>
                <a:gd name="T0" fmla="*/ 0 w 267"/>
                <a:gd name="T1" fmla="*/ 21 h 288"/>
                <a:gd name="T2" fmla="*/ 86 w 267"/>
                <a:gd name="T3" fmla="*/ 239 h 288"/>
                <a:gd name="T4" fmla="*/ 257 w 267"/>
                <a:gd name="T5" fmla="*/ 204 h 288"/>
                <a:gd name="T6" fmla="*/ 236 w 267"/>
                <a:gd name="T7" fmla="*/ 0 h 288"/>
                <a:gd name="T8" fmla="*/ 0 w 267"/>
                <a:gd name="T9" fmla="*/ 21 h 288"/>
              </a:gdLst>
              <a:ahLst/>
              <a:cxnLst>
                <a:cxn ang="0">
                  <a:pos x="T0" y="T1"/>
                </a:cxn>
                <a:cxn ang="0">
                  <a:pos x="T2" y="T3"/>
                </a:cxn>
                <a:cxn ang="0">
                  <a:pos x="T4" y="T5"/>
                </a:cxn>
                <a:cxn ang="0">
                  <a:pos x="T6" y="T7"/>
                </a:cxn>
                <a:cxn ang="0">
                  <a:pos x="T8" y="T9"/>
                </a:cxn>
              </a:cxnLst>
              <a:rect l="0" t="0" r="r" b="b"/>
              <a:pathLst>
                <a:path w="267" h="288">
                  <a:moveTo>
                    <a:pt x="0" y="21"/>
                  </a:moveTo>
                  <a:cubicBezTo>
                    <a:pt x="0" y="21"/>
                    <a:pt x="26" y="190"/>
                    <a:pt x="86" y="239"/>
                  </a:cubicBezTo>
                  <a:cubicBezTo>
                    <a:pt x="147" y="288"/>
                    <a:pt x="248" y="240"/>
                    <a:pt x="257" y="204"/>
                  </a:cubicBezTo>
                  <a:cubicBezTo>
                    <a:pt x="267" y="168"/>
                    <a:pt x="236" y="0"/>
                    <a:pt x="236" y="0"/>
                  </a:cubicBezTo>
                  <a:lnTo>
                    <a:pt x="0" y="21"/>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微软雅黑" panose="020B0503020204020204" pitchFamily="34" charset="-122"/>
                <a:ea typeface="微软雅黑" panose="020B0503020204020204" pitchFamily="34" charset="-122"/>
              </a:endParaRPr>
            </a:p>
          </p:txBody>
        </p:sp>
        <p:sp>
          <p:nvSpPr>
            <p:cNvPr id="99" name="Freeform 118"/>
            <p:cNvSpPr/>
            <p:nvPr userDrawn="1">
              <p:custDataLst>
                <p:tags r:id="rId18"/>
              </p:custDataLst>
            </p:nvPr>
          </p:nvSpPr>
          <p:spPr bwMode="auto">
            <a:xfrm>
              <a:off x="4911090" y="3116580"/>
              <a:ext cx="68580" cy="144780"/>
            </a:xfrm>
            <a:custGeom>
              <a:avLst/>
              <a:gdLst>
                <a:gd name="T0" fmla="*/ 11 w 42"/>
                <a:gd name="T1" fmla="*/ 89 h 89"/>
                <a:gd name="T2" fmla="*/ 18 w 42"/>
                <a:gd name="T3" fmla="*/ 87 h 89"/>
                <a:gd name="T4" fmla="*/ 25 w 42"/>
                <a:gd name="T5" fmla="*/ 32 h 89"/>
                <a:gd name="T6" fmla="*/ 0 w 42"/>
                <a:gd name="T7" fmla="*/ 0 h 89"/>
                <a:gd name="T8" fmla="*/ 11 w 42"/>
                <a:gd name="T9" fmla="*/ 89 h 89"/>
              </a:gdLst>
              <a:ahLst/>
              <a:cxnLst>
                <a:cxn ang="0">
                  <a:pos x="T0" y="T1"/>
                </a:cxn>
                <a:cxn ang="0">
                  <a:pos x="T2" y="T3"/>
                </a:cxn>
                <a:cxn ang="0">
                  <a:pos x="T4" y="T5"/>
                </a:cxn>
                <a:cxn ang="0">
                  <a:pos x="T6" y="T7"/>
                </a:cxn>
                <a:cxn ang="0">
                  <a:pos x="T8" y="T9"/>
                </a:cxn>
              </a:cxnLst>
              <a:rect l="0" t="0" r="r" b="b"/>
              <a:pathLst>
                <a:path w="42" h="89">
                  <a:moveTo>
                    <a:pt x="11" y="89"/>
                  </a:moveTo>
                  <a:cubicBezTo>
                    <a:pt x="13" y="89"/>
                    <a:pt x="15" y="88"/>
                    <a:pt x="18" y="87"/>
                  </a:cubicBezTo>
                  <a:cubicBezTo>
                    <a:pt x="42" y="76"/>
                    <a:pt x="37" y="54"/>
                    <a:pt x="25" y="32"/>
                  </a:cubicBezTo>
                  <a:cubicBezTo>
                    <a:pt x="17" y="17"/>
                    <a:pt x="17" y="2"/>
                    <a:pt x="0" y="0"/>
                  </a:cubicBezTo>
                  <a:lnTo>
                    <a:pt x="11" y="89"/>
                  </a:lnTo>
                  <a:close/>
                </a:path>
              </a:pathLst>
            </a:custGeom>
            <a:solidFill>
              <a:srgbClr val="FFE7C5"/>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微软雅黑" panose="020B0503020204020204" pitchFamily="34" charset="-122"/>
                <a:ea typeface="微软雅黑" panose="020B0503020204020204" pitchFamily="34" charset="-122"/>
              </a:endParaRPr>
            </a:p>
          </p:txBody>
        </p:sp>
        <p:sp>
          <p:nvSpPr>
            <p:cNvPr id="100" name="Freeform 119"/>
            <p:cNvSpPr/>
            <p:nvPr userDrawn="1">
              <p:custDataLst>
                <p:tags r:id="rId19"/>
              </p:custDataLst>
            </p:nvPr>
          </p:nvSpPr>
          <p:spPr bwMode="auto">
            <a:xfrm>
              <a:off x="4499610" y="2804795"/>
              <a:ext cx="537845" cy="342900"/>
            </a:xfrm>
            <a:custGeom>
              <a:avLst/>
              <a:gdLst>
                <a:gd name="T0" fmla="*/ 47 w 331"/>
                <a:gd name="T1" fmla="*/ 191 h 212"/>
                <a:gd name="T2" fmla="*/ 6 w 331"/>
                <a:gd name="T3" fmla="*/ 128 h 212"/>
                <a:gd name="T4" fmla="*/ 60 w 331"/>
                <a:gd name="T5" fmla="*/ 50 h 212"/>
                <a:gd name="T6" fmla="*/ 189 w 331"/>
                <a:gd name="T7" fmla="*/ 36 h 212"/>
                <a:gd name="T8" fmla="*/ 241 w 331"/>
                <a:gd name="T9" fmla="*/ 16 h 212"/>
                <a:gd name="T10" fmla="*/ 314 w 331"/>
                <a:gd name="T11" fmla="*/ 41 h 212"/>
                <a:gd name="T12" fmla="*/ 290 w 331"/>
                <a:gd name="T13" fmla="*/ 151 h 212"/>
                <a:gd name="T14" fmla="*/ 98 w 331"/>
                <a:gd name="T15" fmla="*/ 201 h 212"/>
                <a:gd name="T16" fmla="*/ 47 w 331"/>
                <a:gd name="T17" fmla="*/ 191 h 2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31" h="212">
                  <a:moveTo>
                    <a:pt x="47" y="191"/>
                  </a:moveTo>
                  <a:cubicBezTo>
                    <a:pt x="18" y="183"/>
                    <a:pt x="0" y="155"/>
                    <a:pt x="6" y="128"/>
                  </a:cubicBezTo>
                  <a:cubicBezTo>
                    <a:pt x="12" y="105"/>
                    <a:pt x="20" y="67"/>
                    <a:pt x="60" y="50"/>
                  </a:cubicBezTo>
                  <a:cubicBezTo>
                    <a:pt x="136" y="18"/>
                    <a:pt x="164" y="36"/>
                    <a:pt x="189" y="36"/>
                  </a:cubicBezTo>
                  <a:cubicBezTo>
                    <a:pt x="214" y="36"/>
                    <a:pt x="227" y="22"/>
                    <a:pt x="241" y="16"/>
                  </a:cubicBezTo>
                  <a:cubicBezTo>
                    <a:pt x="274" y="0"/>
                    <a:pt x="304" y="27"/>
                    <a:pt x="314" y="41"/>
                  </a:cubicBezTo>
                  <a:cubicBezTo>
                    <a:pt x="324" y="55"/>
                    <a:pt x="331" y="123"/>
                    <a:pt x="290" y="151"/>
                  </a:cubicBezTo>
                  <a:cubicBezTo>
                    <a:pt x="249" y="179"/>
                    <a:pt x="171" y="212"/>
                    <a:pt x="98" y="201"/>
                  </a:cubicBezTo>
                  <a:cubicBezTo>
                    <a:pt x="76" y="198"/>
                    <a:pt x="59" y="195"/>
                    <a:pt x="47" y="191"/>
                  </a:cubicBezTo>
                  <a:close/>
                </a:path>
              </a:pathLst>
            </a:custGeom>
            <a:solidFill>
              <a:srgbClr val="1D1D1B"/>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微软雅黑" panose="020B0503020204020204" pitchFamily="34" charset="-122"/>
                <a:ea typeface="微软雅黑" panose="020B0503020204020204" pitchFamily="34" charset="-122"/>
              </a:endParaRPr>
            </a:p>
          </p:txBody>
        </p:sp>
        <p:sp>
          <p:nvSpPr>
            <p:cNvPr id="101" name="Freeform 120"/>
            <p:cNvSpPr/>
            <p:nvPr userDrawn="1">
              <p:custDataLst>
                <p:tags r:id="rId20"/>
              </p:custDataLst>
            </p:nvPr>
          </p:nvSpPr>
          <p:spPr bwMode="auto">
            <a:xfrm>
              <a:off x="4516755" y="3176270"/>
              <a:ext cx="83820" cy="147320"/>
            </a:xfrm>
            <a:custGeom>
              <a:avLst/>
              <a:gdLst>
                <a:gd name="T0" fmla="*/ 51 w 51"/>
                <a:gd name="T1" fmla="*/ 91 h 91"/>
                <a:gd name="T2" fmla="*/ 43 w 51"/>
                <a:gd name="T3" fmla="*/ 91 h 91"/>
                <a:gd name="T4" fmla="*/ 11 w 51"/>
                <a:gd name="T5" fmla="*/ 46 h 91"/>
                <a:gd name="T6" fmla="*/ 15 w 51"/>
                <a:gd name="T7" fmla="*/ 0 h 91"/>
                <a:gd name="T8" fmla="*/ 51 w 51"/>
                <a:gd name="T9" fmla="*/ 91 h 91"/>
              </a:gdLst>
              <a:ahLst/>
              <a:cxnLst>
                <a:cxn ang="0">
                  <a:pos x="T0" y="T1"/>
                </a:cxn>
                <a:cxn ang="0">
                  <a:pos x="T2" y="T3"/>
                </a:cxn>
                <a:cxn ang="0">
                  <a:pos x="T4" y="T5"/>
                </a:cxn>
                <a:cxn ang="0">
                  <a:pos x="T6" y="T7"/>
                </a:cxn>
                <a:cxn ang="0">
                  <a:pos x="T8" y="T9"/>
                </a:cxn>
              </a:cxnLst>
              <a:rect l="0" t="0" r="r" b="b"/>
              <a:pathLst>
                <a:path w="51" h="91">
                  <a:moveTo>
                    <a:pt x="51" y="91"/>
                  </a:moveTo>
                  <a:cubicBezTo>
                    <a:pt x="48" y="91"/>
                    <a:pt x="46" y="91"/>
                    <a:pt x="43" y="91"/>
                  </a:cubicBezTo>
                  <a:cubicBezTo>
                    <a:pt x="14" y="91"/>
                    <a:pt x="11" y="73"/>
                    <a:pt x="11" y="46"/>
                  </a:cubicBezTo>
                  <a:cubicBezTo>
                    <a:pt x="11" y="28"/>
                    <a:pt x="0" y="9"/>
                    <a:pt x="15" y="0"/>
                  </a:cubicBezTo>
                  <a:lnTo>
                    <a:pt x="51" y="91"/>
                  </a:lnTo>
                  <a:close/>
                </a:path>
              </a:pathLst>
            </a:custGeom>
            <a:solidFill>
              <a:srgbClr val="FFE7C5"/>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微软雅黑" panose="020B0503020204020204" pitchFamily="34" charset="-122"/>
                <a:ea typeface="微软雅黑" panose="020B0503020204020204" pitchFamily="34" charset="-122"/>
              </a:endParaRPr>
            </a:p>
          </p:txBody>
        </p:sp>
        <p:sp>
          <p:nvSpPr>
            <p:cNvPr id="102" name="Freeform 121"/>
            <p:cNvSpPr/>
            <p:nvPr userDrawn="1">
              <p:custDataLst>
                <p:tags r:id="rId21"/>
              </p:custDataLst>
            </p:nvPr>
          </p:nvSpPr>
          <p:spPr bwMode="auto">
            <a:xfrm>
              <a:off x="5030470" y="2858770"/>
              <a:ext cx="194310" cy="606425"/>
            </a:xfrm>
            <a:custGeom>
              <a:avLst/>
              <a:gdLst>
                <a:gd name="T0" fmla="*/ 0 w 144"/>
                <a:gd name="T1" fmla="*/ 384 h 449"/>
                <a:gd name="T2" fmla="*/ 72 w 144"/>
                <a:gd name="T3" fmla="*/ 281 h 449"/>
                <a:gd name="T4" fmla="*/ 63 w 144"/>
                <a:gd name="T5" fmla="*/ 7 h 449"/>
                <a:gd name="T6" fmla="*/ 110 w 144"/>
                <a:gd name="T7" fmla="*/ 0 h 449"/>
                <a:gd name="T8" fmla="*/ 144 w 144"/>
                <a:gd name="T9" fmla="*/ 284 h 449"/>
                <a:gd name="T10" fmla="*/ 86 w 144"/>
                <a:gd name="T11" fmla="*/ 449 h 449"/>
                <a:gd name="T12" fmla="*/ 0 w 144"/>
                <a:gd name="T13" fmla="*/ 384 h 449"/>
              </a:gdLst>
              <a:ahLst/>
              <a:cxnLst>
                <a:cxn ang="0">
                  <a:pos x="T0" y="T1"/>
                </a:cxn>
                <a:cxn ang="0">
                  <a:pos x="T2" y="T3"/>
                </a:cxn>
                <a:cxn ang="0">
                  <a:pos x="T4" y="T5"/>
                </a:cxn>
                <a:cxn ang="0">
                  <a:pos x="T6" y="T7"/>
                </a:cxn>
                <a:cxn ang="0">
                  <a:pos x="T8" y="T9"/>
                </a:cxn>
                <a:cxn ang="0">
                  <a:pos x="T10" y="T11"/>
                </a:cxn>
                <a:cxn ang="0">
                  <a:pos x="T12" y="T13"/>
                </a:cxn>
              </a:cxnLst>
              <a:rect l="0" t="0" r="r" b="b"/>
              <a:pathLst>
                <a:path w="144" h="449">
                  <a:moveTo>
                    <a:pt x="0" y="384"/>
                  </a:moveTo>
                  <a:lnTo>
                    <a:pt x="72" y="281"/>
                  </a:lnTo>
                  <a:lnTo>
                    <a:pt x="63" y="7"/>
                  </a:lnTo>
                  <a:lnTo>
                    <a:pt x="110" y="0"/>
                  </a:lnTo>
                  <a:lnTo>
                    <a:pt x="144" y="284"/>
                  </a:lnTo>
                  <a:lnTo>
                    <a:pt x="86" y="449"/>
                  </a:lnTo>
                  <a:lnTo>
                    <a:pt x="0" y="384"/>
                  </a:lnTo>
                  <a:close/>
                </a:path>
              </a:pathLst>
            </a:custGeom>
            <a:solidFill>
              <a:srgbClr val="FFE7C5"/>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微软雅黑" panose="020B0503020204020204" pitchFamily="34" charset="-122"/>
                <a:ea typeface="微软雅黑" panose="020B0503020204020204" pitchFamily="34" charset="-122"/>
              </a:endParaRPr>
            </a:p>
          </p:txBody>
        </p:sp>
        <p:sp>
          <p:nvSpPr>
            <p:cNvPr id="103" name="Freeform 122"/>
            <p:cNvSpPr/>
            <p:nvPr userDrawn="1">
              <p:custDataLst>
                <p:tags r:id="rId22"/>
              </p:custDataLst>
            </p:nvPr>
          </p:nvSpPr>
          <p:spPr bwMode="auto">
            <a:xfrm>
              <a:off x="4255135" y="2872105"/>
              <a:ext cx="194310" cy="607695"/>
            </a:xfrm>
            <a:custGeom>
              <a:avLst/>
              <a:gdLst>
                <a:gd name="T0" fmla="*/ 144 w 144"/>
                <a:gd name="T1" fmla="*/ 385 h 450"/>
                <a:gd name="T2" fmla="*/ 72 w 144"/>
                <a:gd name="T3" fmla="*/ 282 h 450"/>
                <a:gd name="T4" fmla="*/ 80 w 144"/>
                <a:gd name="T5" fmla="*/ 8 h 450"/>
                <a:gd name="T6" fmla="*/ 34 w 144"/>
                <a:gd name="T7" fmla="*/ 0 h 450"/>
                <a:gd name="T8" fmla="*/ 0 w 144"/>
                <a:gd name="T9" fmla="*/ 285 h 450"/>
                <a:gd name="T10" fmla="*/ 58 w 144"/>
                <a:gd name="T11" fmla="*/ 450 h 450"/>
                <a:gd name="T12" fmla="*/ 144 w 144"/>
                <a:gd name="T13" fmla="*/ 385 h 450"/>
              </a:gdLst>
              <a:ahLst/>
              <a:cxnLst>
                <a:cxn ang="0">
                  <a:pos x="T0" y="T1"/>
                </a:cxn>
                <a:cxn ang="0">
                  <a:pos x="T2" y="T3"/>
                </a:cxn>
                <a:cxn ang="0">
                  <a:pos x="T4" y="T5"/>
                </a:cxn>
                <a:cxn ang="0">
                  <a:pos x="T6" y="T7"/>
                </a:cxn>
                <a:cxn ang="0">
                  <a:pos x="T8" y="T9"/>
                </a:cxn>
                <a:cxn ang="0">
                  <a:pos x="T10" y="T11"/>
                </a:cxn>
                <a:cxn ang="0">
                  <a:pos x="T12" y="T13"/>
                </a:cxn>
              </a:cxnLst>
              <a:rect l="0" t="0" r="r" b="b"/>
              <a:pathLst>
                <a:path w="144" h="450">
                  <a:moveTo>
                    <a:pt x="144" y="385"/>
                  </a:moveTo>
                  <a:lnTo>
                    <a:pt x="72" y="282"/>
                  </a:lnTo>
                  <a:lnTo>
                    <a:pt x="80" y="8"/>
                  </a:lnTo>
                  <a:lnTo>
                    <a:pt x="34" y="0"/>
                  </a:lnTo>
                  <a:lnTo>
                    <a:pt x="0" y="285"/>
                  </a:lnTo>
                  <a:lnTo>
                    <a:pt x="58" y="450"/>
                  </a:lnTo>
                  <a:lnTo>
                    <a:pt x="144" y="385"/>
                  </a:lnTo>
                  <a:close/>
                </a:path>
              </a:pathLst>
            </a:custGeom>
            <a:solidFill>
              <a:srgbClr val="FFE7C5"/>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微软雅黑" panose="020B0503020204020204" pitchFamily="34" charset="-122"/>
                <a:ea typeface="微软雅黑" panose="020B0503020204020204" pitchFamily="34" charset="-122"/>
              </a:endParaRPr>
            </a:p>
          </p:txBody>
        </p:sp>
        <p:sp>
          <p:nvSpPr>
            <p:cNvPr id="104" name="Freeform 123"/>
            <p:cNvSpPr/>
            <p:nvPr userDrawn="1">
              <p:custDataLst>
                <p:tags r:id="rId23"/>
              </p:custDataLst>
            </p:nvPr>
          </p:nvSpPr>
          <p:spPr bwMode="auto">
            <a:xfrm>
              <a:off x="4454525" y="3759835"/>
              <a:ext cx="618490" cy="757555"/>
            </a:xfrm>
            <a:custGeom>
              <a:avLst/>
              <a:gdLst>
                <a:gd name="T0" fmla="*/ 350 w 382"/>
                <a:gd name="T1" fmla="*/ 34 h 468"/>
                <a:gd name="T2" fmla="*/ 55 w 382"/>
                <a:gd name="T3" fmla="*/ 0 h 468"/>
                <a:gd name="T4" fmla="*/ 0 w 382"/>
                <a:gd name="T5" fmla="*/ 445 h 468"/>
                <a:gd name="T6" fmla="*/ 10 w 382"/>
                <a:gd name="T7" fmla="*/ 446 h 468"/>
                <a:gd name="T8" fmla="*/ 48 w 382"/>
                <a:gd name="T9" fmla="*/ 421 h 468"/>
                <a:gd name="T10" fmla="*/ 76 w 382"/>
                <a:gd name="T11" fmla="*/ 414 h 468"/>
                <a:gd name="T12" fmla="*/ 119 w 382"/>
                <a:gd name="T13" fmla="*/ 404 h 468"/>
                <a:gd name="T14" fmla="*/ 163 w 382"/>
                <a:gd name="T15" fmla="*/ 405 h 468"/>
                <a:gd name="T16" fmla="*/ 259 w 382"/>
                <a:gd name="T17" fmla="*/ 422 h 468"/>
                <a:gd name="T18" fmla="*/ 271 w 382"/>
                <a:gd name="T19" fmla="*/ 427 h 468"/>
                <a:gd name="T20" fmla="*/ 274 w 382"/>
                <a:gd name="T21" fmla="*/ 427 h 468"/>
                <a:gd name="T22" fmla="*/ 320 w 382"/>
                <a:gd name="T23" fmla="*/ 464 h 468"/>
                <a:gd name="T24" fmla="*/ 382 w 382"/>
                <a:gd name="T25" fmla="*/ 468 h 468"/>
                <a:gd name="T26" fmla="*/ 350 w 382"/>
                <a:gd name="T27" fmla="*/ 34 h 4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82" h="468">
                  <a:moveTo>
                    <a:pt x="350" y="34"/>
                  </a:moveTo>
                  <a:cubicBezTo>
                    <a:pt x="55" y="0"/>
                    <a:pt x="55" y="0"/>
                    <a:pt x="55" y="0"/>
                  </a:cubicBezTo>
                  <a:cubicBezTo>
                    <a:pt x="0" y="445"/>
                    <a:pt x="0" y="445"/>
                    <a:pt x="0" y="445"/>
                  </a:cubicBezTo>
                  <a:cubicBezTo>
                    <a:pt x="10" y="446"/>
                    <a:pt x="10" y="446"/>
                    <a:pt x="10" y="446"/>
                  </a:cubicBezTo>
                  <a:cubicBezTo>
                    <a:pt x="16" y="433"/>
                    <a:pt x="29" y="422"/>
                    <a:pt x="48" y="421"/>
                  </a:cubicBezTo>
                  <a:cubicBezTo>
                    <a:pt x="55" y="416"/>
                    <a:pt x="64" y="413"/>
                    <a:pt x="76" y="414"/>
                  </a:cubicBezTo>
                  <a:cubicBezTo>
                    <a:pt x="91" y="414"/>
                    <a:pt x="103" y="404"/>
                    <a:pt x="119" y="404"/>
                  </a:cubicBezTo>
                  <a:cubicBezTo>
                    <a:pt x="134" y="404"/>
                    <a:pt x="149" y="405"/>
                    <a:pt x="163" y="405"/>
                  </a:cubicBezTo>
                  <a:cubicBezTo>
                    <a:pt x="195" y="406"/>
                    <a:pt x="228" y="413"/>
                    <a:pt x="259" y="422"/>
                  </a:cubicBezTo>
                  <a:cubicBezTo>
                    <a:pt x="263" y="423"/>
                    <a:pt x="268" y="425"/>
                    <a:pt x="271" y="427"/>
                  </a:cubicBezTo>
                  <a:cubicBezTo>
                    <a:pt x="272" y="427"/>
                    <a:pt x="273" y="427"/>
                    <a:pt x="274" y="427"/>
                  </a:cubicBezTo>
                  <a:cubicBezTo>
                    <a:pt x="304" y="425"/>
                    <a:pt x="319" y="443"/>
                    <a:pt x="320" y="464"/>
                  </a:cubicBezTo>
                  <a:cubicBezTo>
                    <a:pt x="382" y="468"/>
                    <a:pt x="382" y="468"/>
                    <a:pt x="382" y="468"/>
                  </a:cubicBezTo>
                  <a:lnTo>
                    <a:pt x="350" y="34"/>
                  </a:lnTo>
                  <a:close/>
                </a:path>
              </a:pathLst>
            </a:custGeom>
            <a:solidFill>
              <a:schemeClr val="tx2"/>
            </a:solidFill>
            <a:ln>
              <a:noFill/>
            </a:ln>
          </p:spPr>
          <p:txBody>
            <a:bodyPr vert="horz" wrap="square" lIns="91440" tIns="45720" rIns="91440" bIns="45720" numCol="1" anchor="t" anchorCtr="0" compatLnSpc="1"/>
            <a:lstStyle/>
            <a:p>
              <a:endParaRPr lang="zh-CN" altLang="en-US">
                <a:latin typeface="微软雅黑" panose="020B0503020204020204" pitchFamily="34" charset="-122"/>
                <a:ea typeface="微软雅黑" panose="020B0503020204020204" pitchFamily="34" charset="-122"/>
              </a:endParaRPr>
            </a:p>
          </p:txBody>
        </p:sp>
        <p:sp>
          <p:nvSpPr>
            <p:cNvPr id="105" name="Freeform 124"/>
            <p:cNvSpPr/>
            <p:nvPr userDrawn="1">
              <p:custDataLst>
                <p:tags r:id="rId24"/>
              </p:custDataLst>
            </p:nvPr>
          </p:nvSpPr>
          <p:spPr bwMode="auto">
            <a:xfrm>
              <a:off x="4322445" y="3342005"/>
              <a:ext cx="847090" cy="570230"/>
            </a:xfrm>
            <a:custGeom>
              <a:avLst/>
              <a:gdLst>
                <a:gd name="T0" fmla="*/ 0 w 522"/>
                <a:gd name="T1" fmla="*/ 85 h 352"/>
                <a:gd name="T2" fmla="*/ 127 w 522"/>
                <a:gd name="T3" fmla="*/ 331 h 352"/>
                <a:gd name="T4" fmla="*/ 435 w 522"/>
                <a:gd name="T5" fmla="*/ 352 h 352"/>
                <a:gd name="T6" fmla="*/ 522 w 522"/>
                <a:gd name="T7" fmla="*/ 67 h 352"/>
                <a:gd name="T8" fmla="*/ 431 w 522"/>
                <a:gd name="T9" fmla="*/ 0 h 352"/>
                <a:gd name="T10" fmla="*/ 380 w 522"/>
                <a:gd name="T11" fmla="*/ 75 h 352"/>
                <a:gd name="T12" fmla="*/ 309 w 522"/>
                <a:gd name="T13" fmla="*/ 112 h 352"/>
                <a:gd name="T14" fmla="*/ 221 w 522"/>
                <a:gd name="T15" fmla="*/ 112 h 352"/>
                <a:gd name="T16" fmla="*/ 168 w 522"/>
                <a:gd name="T17" fmla="*/ 95 h 352"/>
                <a:gd name="T18" fmla="*/ 81 w 522"/>
                <a:gd name="T19" fmla="*/ 19 h 352"/>
                <a:gd name="T20" fmla="*/ 0 w 522"/>
                <a:gd name="T21" fmla="*/ 85 h 3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22" h="352">
                  <a:moveTo>
                    <a:pt x="0" y="85"/>
                  </a:moveTo>
                  <a:cubicBezTo>
                    <a:pt x="127" y="331"/>
                    <a:pt x="127" y="331"/>
                    <a:pt x="127" y="331"/>
                  </a:cubicBezTo>
                  <a:cubicBezTo>
                    <a:pt x="435" y="352"/>
                    <a:pt x="435" y="352"/>
                    <a:pt x="435" y="352"/>
                  </a:cubicBezTo>
                  <a:cubicBezTo>
                    <a:pt x="522" y="67"/>
                    <a:pt x="522" y="67"/>
                    <a:pt x="522" y="67"/>
                  </a:cubicBezTo>
                  <a:cubicBezTo>
                    <a:pt x="431" y="0"/>
                    <a:pt x="431" y="0"/>
                    <a:pt x="431" y="0"/>
                  </a:cubicBezTo>
                  <a:cubicBezTo>
                    <a:pt x="380" y="75"/>
                    <a:pt x="380" y="75"/>
                    <a:pt x="380" y="75"/>
                  </a:cubicBezTo>
                  <a:cubicBezTo>
                    <a:pt x="365" y="98"/>
                    <a:pt x="338" y="112"/>
                    <a:pt x="309" y="112"/>
                  </a:cubicBezTo>
                  <a:cubicBezTo>
                    <a:pt x="221" y="112"/>
                    <a:pt x="221" y="112"/>
                    <a:pt x="221" y="112"/>
                  </a:cubicBezTo>
                  <a:cubicBezTo>
                    <a:pt x="202" y="112"/>
                    <a:pt x="183" y="106"/>
                    <a:pt x="168" y="95"/>
                  </a:cubicBezTo>
                  <a:cubicBezTo>
                    <a:pt x="81" y="19"/>
                    <a:pt x="81" y="19"/>
                    <a:pt x="81" y="19"/>
                  </a:cubicBezTo>
                  <a:lnTo>
                    <a:pt x="0" y="85"/>
                  </a:lnTo>
                  <a:close/>
                </a:path>
              </a:pathLst>
            </a:custGeom>
            <a:solidFill>
              <a:schemeClr val="tx2"/>
            </a:solidFill>
            <a:ln>
              <a:noFill/>
            </a:ln>
          </p:spPr>
          <p:txBody>
            <a:bodyPr vert="horz" wrap="square" lIns="91440" tIns="45720" rIns="91440" bIns="45720" numCol="1" anchor="t" anchorCtr="0" compatLnSpc="1"/>
            <a:lstStyle/>
            <a:p>
              <a:endParaRPr lang="zh-CN" altLang="en-US">
                <a:latin typeface="微软雅黑" panose="020B0503020204020204" pitchFamily="34" charset="-122"/>
                <a:ea typeface="微软雅黑" panose="020B0503020204020204" pitchFamily="34" charset="-122"/>
              </a:endParaRPr>
            </a:p>
          </p:txBody>
        </p:sp>
        <p:sp>
          <p:nvSpPr>
            <p:cNvPr id="106" name="Freeform 125"/>
            <p:cNvSpPr/>
            <p:nvPr userDrawn="1">
              <p:custDataLst>
                <p:tags r:id="rId25"/>
              </p:custDataLst>
            </p:nvPr>
          </p:nvSpPr>
          <p:spPr bwMode="auto">
            <a:xfrm>
              <a:off x="4454525" y="4380865"/>
              <a:ext cx="626745" cy="172720"/>
            </a:xfrm>
            <a:custGeom>
              <a:avLst/>
              <a:gdLst>
                <a:gd name="T0" fmla="*/ 0 w 387"/>
                <a:gd name="T1" fmla="*/ 62 h 107"/>
                <a:gd name="T2" fmla="*/ 200 w 387"/>
                <a:gd name="T3" fmla="*/ 27 h 107"/>
                <a:gd name="T4" fmla="*/ 382 w 387"/>
                <a:gd name="T5" fmla="*/ 85 h 107"/>
                <a:gd name="T6" fmla="*/ 303 w 387"/>
                <a:gd name="T7" fmla="*/ 107 h 107"/>
                <a:gd name="T8" fmla="*/ 307 w 387"/>
                <a:gd name="T9" fmla="*/ 61 h 107"/>
                <a:gd name="T10" fmla="*/ 27 w 387"/>
                <a:gd name="T11" fmla="*/ 47 h 107"/>
                <a:gd name="T12" fmla="*/ 18 w 387"/>
                <a:gd name="T13" fmla="*/ 51 h 107"/>
                <a:gd name="T14" fmla="*/ 14 w 387"/>
                <a:gd name="T15" fmla="*/ 78 h 107"/>
                <a:gd name="T16" fmla="*/ 0 w 387"/>
                <a:gd name="T17" fmla="*/ 62 h 1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87" h="107">
                  <a:moveTo>
                    <a:pt x="0" y="62"/>
                  </a:moveTo>
                  <a:cubicBezTo>
                    <a:pt x="0" y="62"/>
                    <a:pt x="38" y="0"/>
                    <a:pt x="200" y="27"/>
                  </a:cubicBezTo>
                  <a:cubicBezTo>
                    <a:pt x="363" y="55"/>
                    <a:pt x="387" y="67"/>
                    <a:pt x="382" y="85"/>
                  </a:cubicBezTo>
                  <a:cubicBezTo>
                    <a:pt x="378" y="103"/>
                    <a:pt x="303" y="107"/>
                    <a:pt x="303" y="107"/>
                  </a:cubicBezTo>
                  <a:cubicBezTo>
                    <a:pt x="307" y="61"/>
                    <a:pt x="307" y="61"/>
                    <a:pt x="307" y="61"/>
                  </a:cubicBezTo>
                  <a:cubicBezTo>
                    <a:pt x="221" y="14"/>
                    <a:pt x="117" y="9"/>
                    <a:pt x="27" y="47"/>
                  </a:cubicBezTo>
                  <a:cubicBezTo>
                    <a:pt x="18" y="51"/>
                    <a:pt x="18" y="51"/>
                    <a:pt x="18" y="51"/>
                  </a:cubicBezTo>
                  <a:cubicBezTo>
                    <a:pt x="14" y="78"/>
                    <a:pt x="14" y="78"/>
                    <a:pt x="14" y="78"/>
                  </a:cubicBezTo>
                  <a:cubicBezTo>
                    <a:pt x="14" y="78"/>
                    <a:pt x="2" y="74"/>
                    <a:pt x="0" y="62"/>
                  </a:cubicBezTo>
                  <a:close/>
                </a:path>
              </a:pathLst>
            </a:custGeom>
            <a:solidFill>
              <a:schemeClr val="tx2"/>
            </a:solidFill>
            <a:ln>
              <a:noFill/>
            </a:ln>
          </p:spPr>
          <p:txBody>
            <a:bodyPr vert="horz" wrap="square" lIns="91440" tIns="45720" rIns="91440" bIns="45720" numCol="1" anchor="t" anchorCtr="0" compatLnSpc="1"/>
            <a:lstStyle/>
            <a:p>
              <a:endParaRPr lang="zh-CN" altLang="en-US">
                <a:latin typeface="微软雅黑" panose="020B0503020204020204" pitchFamily="34" charset="-122"/>
                <a:ea typeface="微软雅黑" panose="020B0503020204020204" pitchFamily="34" charset="-122"/>
              </a:endParaRPr>
            </a:p>
          </p:txBody>
        </p:sp>
        <p:sp>
          <p:nvSpPr>
            <p:cNvPr id="107" name="Freeform 126"/>
            <p:cNvSpPr/>
            <p:nvPr userDrawn="1">
              <p:custDataLst>
                <p:tags r:id="rId26"/>
              </p:custDataLst>
            </p:nvPr>
          </p:nvSpPr>
          <p:spPr bwMode="auto">
            <a:xfrm>
              <a:off x="4144010" y="2373630"/>
              <a:ext cx="1153795" cy="447040"/>
            </a:xfrm>
            <a:custGeom>
              <a:avLst/>
              <a:gdLst>
                <a:gd name="T0" fmla="*/ 698 w 711"/>
                <a:gd name="T1" fmla="*/ 236 h 276"/>
                <a:gd name="T2" fmla="*/ 29 w 711"/>
                <a:gd name="T3" fmla="*/ 276 h 276"/>
                <a:gd name="T4" fmla="*/ 15 w 711"/>
                <a:gd name="T5" fmla="*/ 264 h 276"/>
                <a:gd name="T6" fmla="*/ 0 w 711"/>
                <a:gd name="T7" fmla="*/ 54 h 276"/>
                <a:gd name="T8" fmla="*/ 13 w 711"/>
                <a:gd name="T9" fmla="*/ 41 h 276"/>
                <a:gd name="T10" fmla="*/ 681 w 711"/>
                <a:gd name="T11" fmla="*/ 1 h 276"/>
                <a:gd name="T12" fmla="*/ 696 w 711"/>
                <a:gd name="T13" fmla="*/ 12 h 276"/>
                <a:gd name="T14" fmla="*/ 711 w 711"/>
                <a:gd name="T15" fmla="*/ 222 h 276"/>
                <a:gd name="T16" fmla="*/ 698 w 711"/>
                <a:gd name="T17" fmla="*/ 236 h 2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11" h="276">
                  <a:moveTo>
                    <a:pt x="698" y="236"/>
                  </a:moveTo>
                  <a:cubicBezTo>
                    <a:pt x="29" y="276"/>
                    <a:pt x="29" y="276"/>
                    <a:pt x="29" y="276"/>
                  </a:cubicBezTo>
                  <a:cubicBezTo>
                    <a:pt x="22" y="276"/>
                    <a:pt x="16" y="271"/>
                    <a:pt x="15" y="264"/>
                  </a:cubicBezTo>
                  <a:cubicBezTo>
                    <a:pt x="0" y="54"/>
                    <a:pt x="0" y="54"/>
                    <a:pt x="0" y="54"/>
                  </a:cubicBezTo>
                  <a:cubicBezTo>
                    <a:pt x="0" y="48"/>
                    <a:pt x="5" y="42"/>
                    <a:pt x="13" y="41"/>
                  </a:cubicBezTo>
                  <a:cubicBezTo>
                    <a:pt x="681" y="1"/>
                    <a:pt x="681" y="1"/>
                    <a:pt x="681" y="1"/>
                  </a:cubicBezTo>
                  <a:cubicBezTo>
                    <a:pt x="689" y="0"/>
                    <a:pt x="695" y="6"/>
                    <a:pt x="696" y="12"/>
                  </a:cubicBezTo>
                  <a:cubicBezTo>
                    <a:pt x="711" y="222"/>
                    <a:pt x="711" y="222"/>
                    <a:pt x="711" y="222"/>
                  </a:cubicBezTo>
                  <a:cubicBezTo>
                    <a:pt x="711" y="229"/>
                    <a:pt x="706" y="235"/>
                    <a:pt x="698" y="236"/>
                  </a:cubicBezTo>
                  <a:close/>
                </a:path>
              </a:pathLst>
            </a:custGeom>
            <a:solidFill>
              <a:srgbClr val="00DDFE"/>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微软雅黑" panose="020B0503020204020204" pitchFamily="34" charset="-122"/>
                <a:ea typeface="微软雅黑" panose="020B0503020204020204" pitchFamily="34" charset="-122"/>
              </a:endParaRPr>
            </a:p>
          </p:txBody>
        </p:sp>
        <p:sp>
          <p:nvSpPr>
            <p:cNvPr id="108" name="Freeform 127"/>
            <p:cNvSpPr/>
            <p:nvPr userDrawn="1">
              <p:custDataLst>
                <p:tags r:id="rId27"/>
              </p:custDataLst>
            </p:nvPr>
          </p:nvSpPr>
          <p:spPr bwMode="auto">
            <a:xfrm>
              <a:off x="4264025" y="2458720"/>
              <a:ext cx="902335" cy="124460"/>
            </a:xfrm>
            <a:custGeom>
              <a:avLst/>
              <a:gdLst>
                <a:gd name="T0" fmla="*/ 668 w 668"/>
                <a:gd name="T1" fmla="*/ 52 h 92"/>
                <a:gd name="T2" fmla="*/ 4 w 668"/>
                <a:gd name="T3" fmla="*/ 92 h 92"/>
                <a:gd name="T4" fmla="*/ 0 w 668"/>
                <a:gd name="T5" fmla="*/ 39 h 92"/>
                <a:gd name="T6" fmla="*/ 664 w 668"/>
                <a:gd name="T7" fmla="*/ 0 h 92"/>
                <a:gd name="T8" fmla="*/ 668 w 668"/>
                <a:gd name="T9" fmla="*/ 52 h 92"/>
              </a:gdLst>
              <a:ahLst/>
              <a:cxnLst>
                <a:cxn ang="0">
                  <a:pos x="T0" y="T1"/>
                </a:cxn>
                <a:cxn ang="0">
                  <a:pos x="T2" y="T3"/>
                </a:cxn>
                <a:cxn ang="0">
                  <a:pos x="T4" y="T5"/>
                </a:cxn>
                <a:cxn ang="0">
                  <a:pos x="T6" y="T7"/>
                </a:cxn>
                <a:cxn ang="0">
                  <a:pos x="T8" y="T9"/>
                </a:cxn>
              </a:cxnLst>
              <a:rect l="0" t="0" r="r" b="b"/>
              <a:pathLst>
                <a:path w="668" h="92">
                  <a:moveTo>
                    <a:pt x="668" y="52"/>
                  </a:moveTo>
                  <a:lnTo>
                    <a:pt x="4" y="92"/>
                  </a:lnTo>
                  <a:lnTo>
                    <a:pt x="0" y="39"/>
                  </a:lnTo>
                  <a:lnTo>
                    <a:pt x="664" y="0"/>
                  </a:lnTo>
                  <a:lnTo>
                    <a:pt x="668" y="52"/>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微软雅黑" panose="020B0503020204020204" pitchFamily="34" charset="-122"/>
                <a:ea typeface="微软雅黑" panose="020B0503020204020204" pitchFamily="34" charset="-122"/>
              </a:endParaRPr>
            </a:p>
          </p:txBody>
        </p:sp>
        <p:sp>
          <p:nvSpPr>
            <p:cNvPr id="109" name="Freeform 128"/>
            <p:cNvSpPr/>
            <p:nvPr userDrawn="1">
              <p:custDataLst>
                <p:tags r:id="rId28"/>
              </p:custDataLst>
            </p:nvPr>
          </p:nvSpPr>
          <p:spPr bwMode="auto">
            <a:xfrm>
              <a:off x="4273550" y="2608580"/>
              <a:ext cx="571500" cy="105410"/>
            </a:xfrm>
            <a:custGeom>
              <a:avLst/>
              <a:gdLst>
                <a:gd name="T0" fmla="*/ 423 w 423"/>
                <a:gd name="T1" fmla="*/ 53 h 78"/>
                <a:gd name="T2" fmla="*/ 4 w 423"/>
                <a:gd name="T3" fmla="*/ 78 h 78"/>
                <a:gd name="T4" fmla="*/ 0 w 423"/>
                <a:gd name="T5" fmla="*/ 25 h 78"/>
                <a:gd name="T6" fmla="*/ 419 w 423"/>
                <a:gd name="T7" fmla="*/ 0 h 78"/>
                <a:gd name="T8" fmla="*/ 423 w 423"/>
                <a:gd name="T9" fmla="*/ 53 h 78"/>
              </a:gdLst>
              <a:ahLst/>
              <a:cxnLst>
                <a:cxn ang="0">
                  <a:pos x="T0" y="T1"/>
                </a:cxn>
                <a:cxn ang="0">
                  <a:pos x="T2" y="T3"/>
                </a:cxn>
                <a:cxn ang="0">
                  <a:pos x="T4" y="T5"/>
                </a:cxn>
                <a:cxn ang="0">
                  <a:pos x="T6" y="T7"/>
                </a:cxn>
                <a:cxn ang="0">
                  <a:pos x="T8" y="T9"/>
                </a:cxn>
              </a:cxnLst>
              <a:rect l="0" t="0" r="r" b="b"/>
              <a:pathLst>
                <a:path w="423" h="78">
                  <a:moveTo>
                    <a:pt x="423" y="53"/>
                  </a:moveTo>
                  <a:lnTo>
                    <a:pt x="4" y="78"/>
                  </a:lnTo>
                  <a:lnTo>
                    <a:pt x="0" y="25"/>
                  </a:lnTo>
                  <a:lnTo>
                    <a:pt x="419" y="0"/>
                  </a:lnTo>
                  <a:lnTo>
                    <a:pt x="423" y="53"/>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微软雅黑" panose="020B0503020204020204" pitchFamily="34" charset="-122"/>
                <a:ea typeface="微软雅黑" panose="020B0503020204020204" pitchFamily="34" charset="-122"/>
              </a:endParaRPr>
            </a:p>
          </p:txBody>
        </p:sp>
        <p:sp>
          <p:nvSpPr>
            <p:cNvPr id="110" name="Freeform 129"/>
            <p:cNvSpPr/>
            <p:nvPr userDrawn="1">
              <p:custDataLst>
                <p:tags r:id="rId29"/>
              </p:custDataLst>
            </p:nvPr>
          </p:nvSpPr>
          <p:spPr bwMode="auto">
            <a:xfrm>
              <a:off x="5033010" y="2616835"/>
              <a:ext cx="166370" cy="287655"/>
            </a:xfrm>
            <a:custGeom>
              <a:avLst/>
              <a:gdLst>
                <a:gd name="T0" fmla="*/ 33 w 102"/>
                <a:gd name="T1" fmla="*/ 101 h 178"/>
                <a:gd name="T2" fmla="*/ 12 w 102"/>
                <a:gd name="T3" fmla="*/ 16 h 178"/>
                <a:gd name="T4" fmla="*/ 29 w 102"/>
                <a:gd name="T5" fmla="*/ 25 h 178"/>
                <a:gd name="T6" fmla="*/ 50 w 102"/>
                <a:gd name="T7" fmla="*/ 90 h 178"/>
                <a:gd name="T8" fmla="*/ 37 w 102"/>
                <a:gd name="T9" fmla="*/ 4 h 178"/>
                <a:gd name="T10" fmla="*/ 51 w 102"/>
                <a:gd name="T11" fmla="*/ 12 h 178"/>
                <a:gd name="T12" fmla="*/ 67 w 102"/>
                <a:gd name="T13" fmla="*/ 77 h 178"/>
                <a:gd name="T14" fmla="*/ 65 w 102"/>
                <a:gd name="T15" fmla="*/ 19 h 178"/>
                <a:gd name="T16" fmla="*/ 77 w 102"/>
                <a:gd name="T17" fmla="*/ 31 h 178"/>
                <a:gd name="T18" fmla="*/ 81 w 102"/>
                <a:gd name="T19" fmla="*/ 82 h 178"/>
                <a:gd name="T20" fmla="*/ 94 w 102"/>
                <a:gd name="T21" fmla="*/ 42 h 178"/>
                <a:gd name="T22" fmla="*/ 102 w 102"/>
                <a:gd name="T23" fmla="*/ 47 h 178"/>
                <a:gd name="T24" fmla="*/ 91 w 102"/>
                <a:gd name="T25" fmla="*/ 93 h 178"/>
                <a:gd name="T26" fmla="*/ 89 w 102"/>
                <a:gd name="T27" fmla="*/ 152 h 178"/>
                <a:gd name="T28" fmla="*/ 54 w 102"/>
                <a:gd name="T29" fmla="*/ 165 h 178"/>
                <a:gd name="T30" fmla="*/ 0 w 102"/>
                <a:gd name="T31" fmla="*/ 95 h 178"/>
                <a:gd name="T32" fmla="*/ 23 w 102"/>
                <a:gd name="T33" fmla="*/ 93 h 178"/>
                <a:gd name="T34" fmla="*/ 33 w 102"/>
                <a:gd name="T35" fmla="*/ 101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02" h="178">
                  <a:moveTo>
                    <a:pt x="33" y="101"/>
                  </a:moveTo>
                  <a:cubicBezTo>
                    <a:pt x="33" y="101"/>
                    <a:pt x="10" y="25"/>
                    <a:pt x="12" y="16"/>
                  </a:cubicBezTo>
                  <a:cubicBezTo>
                    <a:pt x="13" y="7"/>
                    <a:pt x="24" y="9"/>
                    <a:pt x="29" y="25"/>
                  </a:cubicBezTo>
                  <a:cubicBezTo>
                    <a:pt x="33" y="41"/>
                    <a:pt x="50" y="90"/>
                    <a:pt x="50" y="90"/>
                  </a:cubicBezTo>
                  <a:cubicBezTo>
                    <a:pt x="50" y="90"/>
                    <a:pt x="33" y="9"/>
                    <a:pt x="37" y="4"/>
                  </a:cubicBezTo>
                  <a:cubicBezTo>
                    <a:pt x="41" y="0"/>
                    <a:pt x="50" y="1"/>
                    <a:pt x="51" y="12"/>
                  </a:cubicBezTo>
                  <a:cubicBezTo>
                    <a:pt x="52" y="24"/>
                    <a:pt x="67" y="77"/>
                    <a:pt x="67" y="77"/>
                  </a:cubicBezTo>
                  <a:cubicBezTo>
                    <a:pt x="67" y="77"/>
                    <a:pt x="63" y="29"/>
                    <a:pt x="65" y="19"/>
                  </a:cubicBezTo>
                  <a:cubicBezTo>
                    <a:pt x="67" y="8"/>
                    <a:pt x="77" y="21"/>
                    <a:pt x="77" y="31"/>
                  </a:cubicBezTo>
                  <a:cubicBezTo>
                    <a:pt x="77" y="42"/>
                    <a:pt x="81" y="82"/>
                    <a:pt x="81" y="82"/>
                  </a:cubicBezTo>
                  <a:cubicBezTo>
                    <a:pt x="81" y="82"/>
                    <a:pt x="90" y="46"/>
                    <a:pt x="94" y="42"/>
                  </a:cubicBezTo>
                  <a:cubicBezTo>
                    <a:pt x="99" y="38"/>
                    <a:pt x="102" y="42"/>
                    <a:pt x="102" y="47"/>
                  </a:cubicBezTo>
                  <a:cubicBezTo>
                    <a:pt x="102" y="51"/>
                    <a:pt x="91" y="93"/>
                    <a:pt x="91" y="93"/>
                  </a:cubicBezTo>
                  <a:cubicBezTo>
                    <a:pt x="91" y="93"/>
                    <a:pt x="90" y="105"/>
                    <a:pt x="89" y="152"/>
                  </a:cubicBezTo>
                  <a:cubicBezTo>
                    <a:pt x="89" y="178"/>
                    <a:pt x="57" y="168"/>
                    <a:pt x="54" y="165"/>
                  </a:cubicBezTo>
                  <a:cubicBezTo>
                    <a:pt x="51" y="161"/>
                    <a:pt x="4" y="105"/>
                    <a:pt x="0" y="95"/>
                  </a:cubicBezTo>
                  <a:cubicBezTo>
                    <a:pt x="23" y="93"/>
                    <a:pt x="23" y="93"/>
                    <a:pt x="23" y="93"/>
                  </a:cubicBezTo>
                  <a:cubicBezTo>
                    <a:pt x="33" y="109"/>
                    <a:pt x="34" y="105"/>
                    <a:pt x="33" y="101"/>
                  </a:cubicBezTo>
                  <a:close/>
                </a:path>
              </a:pathLst>
            </a:custGeom>
            <a:solidFill>
              <a:srgbClr val="FFE7C5"/>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微软雅黑" panose="020B0503020204020204" pitchFamily="34" charset="-122"/>
                <a:ea typeface="微软雅黑" panose="020B0503020204020204" pitchFamily="34" charset="-122"/>
              </a:endParaRPr>
            </a:p>
          </p:txBody>
        </p:sp>
        <p:sp>
          <p:nvSpPr>
            <p:cNvPr id="111" name="Freeform 130"/>
            <p:cNvSpPr/>
            <p:nvPr userDrawn="1">
              <p:custDataLst>
                <p:tags r:id="rId30"/>
              </p:custDataLst>
            </p:nvPr>
          </p:nvSpPr>
          <p:spPr bwMode="auto">
            <a:xfrm>
              <a:off x="4279265" y="2640965"/>
              <a:ext cx="159385" cy="290195"/>
            </a:xfrm>
            <a:custGeom>
              <a:avLst/>
              <a:gdLst>
                <a:gd name="T0" fmla="*/ 69 w 98"/>
                <a:gd name="T1" fmla="*/ 101 h 179"/>
                <a:gd name="T2" fmla="*/ 91 w 98"/>
                <a:gd name="T3" fmla="*/ 17 h 179"/>
                <a:gd name="T4" fmla="*/ 74 w 98"/>
                <a:gd name="T5" fmla="*/ 26 h 179"/>
                <a:gd name="T6" fmla="*/ 52 w 98"/>
                <a:gd name="T7" fmla="*/ 90 h 179"/>
                <a:gd name="T8" fmla="*/ 66 w 98"/>
                <a:gd name="T9" fmla="*/ 5 h 179"/>
                <a:gd name="T10" fmla="*/ 52 w 98"/>
                <a:gd name="T11" fmla="*/ 13 h 179"/>
                <a:gd name="T12" fmla="*/ 35 w 98"/>
                <a:gd name="T13" fmla="*/ 77 h 179"/>
                <a:gd name="T14" fmla="*/ 37 w 98"/>
                <a:gd name="T15" fmla="*/ 19 h 179"/>
                <a:gd name="T16" fmla="*/ 26 w 98"/>
                <a:gd name="T17" fmla="*/ 32 h 179"/>
                <a:gd name="T18" fmla="*/ 21 w 98"/>
                <a:gd name="T19" fmla="*/ 83 h 179"/>
                <a:gd name="T20" fmla="*/ 8 w 98"/>
                <a:gd name="T21" fmla="*/ 43 h 179"/>
                <a:gd name="T22" fmla="*/ 0 w 98"/>
                <a:gd name="T23" fmla="*/ 47 h 179"/>
                <a:gd name="T24" fmla="*/ 11 w 98"/>
                <a:gd name="T25" fmla="*/ 93 h 179"/>
                <a:gd name="T26" fmla="*/ 13 w 98"/>
                <a:gd name="T27" fmla="*/ 152 h 179"/>
                <a:gd name="T28" fmla="*/ 48 w 98"/>
                <a:gd name="T29" fmla="*/ 165 h 179"/>
                <a:gd name="T30" fmla="*/ 98 w 98"/>
                <a:gd name="T31" fmla="*/ 102 h 179"/>
                <a:gd name="T32" fmla="*/ 72 w 98"/>
                <a:gd name="T33" fmla="*/ 103 h 179"/>
                <a:gd name="T34" fmla="*/ 69 w 98"/>
                <a:gd name="T35" fmla="*/ 101 h 1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98" h="179">
                  <a:moveTo>
                    <a:pt x="69" y="101"/>
                  </a:moveTo>
                  <a:cubicBezTo>
                    <a:pt x="69" y="101"/>
                    <a:pt x="92" y="26"/>
                    <a:pt x="91" y="17"/>
                  </a:cubicBezTo>
                  <a:cubicBezTo>
                    <a:pt x="90" y="8"/>
                    <a:pt x="78" y="9"/>
                    <a:pt x="74" y="26"/>
                  </a:cubicBezTo>
                  <a:cubicBezTo>
                    <a:pt x="69" y="42"/>
                    <a:pt x="52" y="90"/>
                    <a:pt x="52" y="90"/>
                  </a:cubicBezTo>
                  <a:cubicBezTo>
                    <a:pt x="52" y="90"/>
                    <a:pt x="70" y="10"/>
                    <a:pt x="66" y="5"/>
                  </a:cubicBezTo>
                  <a:cubicBezTo>
                    <a:pt x="62" y="0"/>
                    <a:pt x="53" y="2"/>
                    <a:pt x="52" y="13"/>
                  </a:cubicBezTo>
                  <a:cubicBezTo>
                    <a:pt x="50" y="24"/>
                    <a:pt x="35" y="77"/>
                    <a:pt x="35" y="77"/>
                  </a:cubicBezTo>
                  <a:cubicBezTo>
                    <a:pt x="35" y="77"/>
                    <a:pt x="39" y="30"/>
                    <a:pt x="37" y="19"/>
                  </a:cubicBezTo>
                  <a:cubicBezTo>
                    <a:pt x="35" y="9"/>
                    <a:pt x="26" y="22"/>
                    <a:pt x="26" y="32"/>
                  </a:cubicBezTo>
                  <a:cubicBezTo>
                    <a:pt x="25" y="43"/>
                    <a:pt x="21" y="83"/>
                    <a:pt x="21" y="83"/>
                  </a:cubicBezTo>
                  <a:cubicBezTo>
                    <a:pt x="21" y="83"/>
                    <a:pt x="13" y="47"/>
                    <a:pt x="8" y="43"/>
                  </a:cubicBezTo>
                  <a:cubicBezTo>
                    <a:pt x="3" y="39"/>
                    <a:pt x="0" y="43"/>
                    <a:pt x="0" y="47"/>
                  </a:cubicBezTo>
                  <a:cubicBezTo>
                    <a:pt x="1" y="52"/>
                    <a:pt x="11" y="93"/>
                    <a:pt x="11" y="93"/>
                  </a:cubicBezTo>
                  <a:cubicBezTo>
                    <a:pt x="11" y="93"/>
                    <a:pt x="12" y="106"/>
                    <a:pt x="13" y="152"/>
                  </a:cubicBezTo>
                  <a:cubicBezTo>
                    <a:pt x="14" y="179"/>
                    <a:pt x="46" y="169"/>
                    <a:pt x="48" y="165"/>
                  </a:cubicBezTo>
                  <a:cubicBezTo>
                    <a:pt x="51" y="162"/>
                    <a:pt x="94" y="113"/>
                    <a:pt x="98" y="102"/>
                  </a:cubicBezTo>
                  <a:cubicBezTo>
                    <a:pt x="72" y="103"/>
                    <a:pt x="72" y="103"/>
                    <a:pt x="72" y="103"/>
                  </a:cubicBezTo>
                  <a:cubicBezTo>
                    <a:pt x="71" y="106"/>
                    <a:pt x="69" y="105"/>
                    <a:pt x="69" y="101"/>
                  </a:cubicBezTo>
                  <a:close/>
                </a:path>
              </a:pathLst>
            </a:custGeom>
            <a:solidFill>
              <a:srgbClr val="FFE7C5"/>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微软雅黑" panose="020B0503020204020204" pitchFamily="34" charset="-122"/>
                <a:ea typeface="微软雅黑" panose="020B0503020204020204" pitchFamily="34" charset="-122"/>
              </a:endParaRPr>
            </a:p>
          </p:txBody>
        </p:sp>
      </p:grpSp>
      <p:sp>
        <p:nvSpPr>
          <p:cNvPr id="2" name="标题 1"/>
          <p:cNvSpPr>
            <a:spLocks noGrp="1"/>
          </p:cNvSpPr>
          <p:nvPr>
            <p:ph type="title"/>
            <p:custDataLst>
              <p:tags r:id="rId31"/>
            </p:custDataLst>
          </p:nvPr>
        </p:nvSpPr>
        <p:spPr/>
        <p:txBody>
          <a:bodyPr vert="horz" lIns="101600" tIns="38100" rIns="76200" bIns="38100" rtlCol="0" anchor="t" anchorCtr="0">
            <a:noAutofit/>
          </a:bodyPr>
          <a:lstStyle>
            <a:lvl1pPr marL="0" marR="0" lvl="0" algn="l" defTabSz="914400" rtl="0" eaLnBrk="1" fontAlgn="auto" latinLnBrk="0" hangingPunct="1">
              <a:lnSpc>
                <a:spcPct val="100000"/>
              </a:lnSpc>
              <a:buNone/>
              <a:defRPr kumimoji="0" lang="zh-CN" altLang="en-US" sz="1800" b="1" i="0" u="none" strike="noStrike" kern="1200" cap="none" spc="200" normalizeH="0" baseline="0" noProof="1" dirty="0">
                <a:solidFill>
                  <a:schemeClr val="accent1"/>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单击此处编辑母版标题样式</a:t>
            </a:r>
            <a:endParaRPr dirty="0">
              <a:sym typeface="+mn-ea"/>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bg>
      <p:bgPr>
        <a:solidFill>
          <a:schemeClr val="bg2"/>
        </a:solidFill>
        <a:effectLst/>
      </p:bgPr>
    </p:bg>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图片与标题">
    <p:bg>
      <p:bgPr>
        <a:solidFill>
          <a:schemeClr val="bg2"/>
        </a:solidFill>
        <a:effectLst/>
      </p:bgPr>
    </p:bg>
    <p:spTree>
      <p:nvGrpSpPr>
        <p:cNvPr id="1" name=""/>
        <p:cNvGrpSpPr/>
        <p:nvPr/>
      </p:nvGrpSpPr>
      <p:grpSpPr>
        <a:xfrm>
          <a:off x="0" y="0"/>
          <a:ext cx="0" cy="0"/>
          <a:chOff x="0" y="0"/>
          <a:chExt cx="0" cy="0"/>
        </a:xfrm>
      </p:grpSpPr>
      <p:pic>
        <p:nvPicPr>
          <p:cNvPr id="67" name="图片 66"/>
          <p:cNvPicPr>
            <a:picLocks noChangeAspect="1"/>
          </p:cNvPicPr>
          <p:nvPr userDrawn="1">
            <p:custDataLst>
              <p:tags r:id="rId2"/>
            </p:custDataLst>
          </p:nvPr>
        </p:nvPicPr>
        <p:blipFill>
          <a:blip r:embed="rId3">
            <a:extLst>
              <a:ext uri="{28A0092B-C50C-407E-A947-70E740481C1C}">
                <a14:useLocalDpi xmlns:a14="http://schemas.microsoft.com/office/drawing/2010/main" val="0"/>
              </a:ext>
            </a:extLst>
          </a:blip>
          <a:stretch>
            <a:fillRect/>
          </a:stretch>
        </p:blipFill>
        <p:spPr>
          <a:xfrm>
            <a:off x="7931976" y="3954677"/>
            <a:ext cx="1101947" cy="1188823"/>
          </a:xfrm>
          <a:prstGeom prst="rect">
            <a:avLst/>
          </a:prstGeom>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vertTitleAndTx" preserve="1">
  <p:cSld name="竖排标题与文本">
    <p:bg>
      <p:bgPr>
        <a:solidFill>
          <a:schemeClr val="tx2"/>
        </a:solidFill>
        <a:effectLst/>
      </p:bgPr>
    </p:bg>
    <p:spTree>
      <p:nvGrpSpPr>
        <p:cNvPr id="1" name=""/>
        <p:cNvGrpSpPr/>
        <p:nvPr/>
      </p:nvGrpSpPr>
      <p:grpSpPr>
        <a:xfrm>
          <a:off x="0" y="0"/>
          <a:ext cx="0" cy="0"/>
          <a:chOff x="0" y="0"/>
          <a:chExt cx="0" cy="0"/>
        </a:xfrm>
      </p:grpSpPr>
      <p:grpSp>
        <p:nvGrpSpPr>
          <p:cNvPr id="63" name="组合 62"/>
          <p:cNvGrpSpPr/>
          <p:nvPr userDrawn="1">
            <p:custDataLst>
              <p:tags r:id="rId2"/>
            </p:custDataLst>
          </p:nvPr>
        </p:nvGrpSpPr>
        <p:grpSpPr>
          <a:xfrm>
            <a:off x="0" y="228150"/>
            <a:ext cx="9144000" cy="4915350"/>
            <a:chOff x="0" y="304200"/>
            <a:chExt cx="12192000" cy="6553800"/>
          </a:xfrm>
        </p:grpSpPr>
        <p:grpSp>
          <p:nvGrpSpPr>
            <p:cNvPr id="64" name="组合 63"/>
            <p:cNvGrpSpPr/>
            <p:nvPr userDrawn="1"/>
          </p:nvGrpSpPr>
          <p:grpSpPr>
            <a:xfrm>
              <a:off x="0" y="304200"/>
              <a:ext cx="12192000" cy="6249600"/>
              <a:chOff x="0" y="304200"/>
              <a:chExt cx="12192000" cy="6249600"/>
            </a:xfrm>
          </p:grpSpPr>
          <p:sp>
            <p:nvSpPr>
              <p:cNvPr id="66" name="矩形 65"/>
              <p:cNvSpPr/>
              <p:nvPr userDrawn="1">
                <p:custDataLst>
                  <p:tags r:id="rId3"/>
                </p:custDataLst>
              </p:nvPr>
            </p:nvSpPr>
            <p:spPr>
              <a:xfrm>
                <a:off x="0" y="2123388"/>
                <a:ext cx="12192000" cy="261122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7" name="矩形 66"/>
              <p:cNvSpPr/>
              <p:nvPr userDrawn="1">
                <p:custDataLst>
                  <p:tags r:id="rId4"/>
                </p:custDataLst>
              </p:nvPr>
            </p:nvSpPr>
            <p:spPr>
              <a:xfrm>
                <a:off x="292800" y="304200"/>
                <a:ext cx="11606400" cy="62496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grpSp>
        <p:pic>
          <p:nvPicPr>
            <p:cNvPr id="65" name="图片 64"/>
            <p:cNvPicPr>
              <a:picLocks noChangeAspect="1"/>
            </p:cNvPicPr>
            <p:nvPr userDrawn="1">
              <p:custDataLst>
                <p:tags r:id="rId5"/>
              </p:custDataLst>
            </p:nvPr>
          </p:nvPicPr>
          <p:blipFill>
            <a:blip r:embed="rId6">
              <a:extLst>
                <a:ext uri="{28A0092B-C50C-407E-A947-70E740481C1C}">
                  <a14:useLocalDpi xmlns:a14="http://schemas.microsoft.com/office/drawing/2010/main" val="0"/>
                </a:ext>
              </a:extLst>
            </a:blip>
            <a:stretch>
              <a:fillRect/>
            </a:stretch>
          </p:blipFill>
          <p:spPr>
            <a:xfrm>
              <a:off x="10575968" y="5272903"/>
              <a:ext cx="1469263" cy="1585097"/>
            </a:xfrm>
            <a:prstGeom prst="rect">
              <a:avLst/>
            </a:prstGeom>
          </p:spPr>
        </p:pic>
      </p:gr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内容">
    <p:bg>
      <p:bgPr>
        <a:solidFill>
          <a:schemeClr val="tx2"/>
        </a:solidFill>
        <a:effectLst/>
      </p:bgPr>
    </p:bg>
    <p:spTree>
      <p:nvGrpSpPr>
        <p:cNvPr id="1" name=""/>
        <p:cNvGrpSpPr/>
        <p:nvPr/>
      </p:nvGrpSpPr>
      <p:grpSpPr>
        <a:xfrm>
          <a:off x="0" y="0"/>
          <a:ext cx="0" cy="0"/>
          <a:chOff x="0" y="0"/>
          <a:chExt cx="0" cy="0"/>
        </a:xfrm>
      </p:grpSpPr>
      <p:grpSp>
        <p:nvGrpSpPr>
          <p:cNvPr id="66" name="组合 65"/>
          <p:cNvGrpSpPr/>
          <p:nvPr userDrawn="1">
            <p:custDataLst>
              <p:tags r:id="rId2"/>
            </p:custDataLst>
          </p:nvPr>
        </p:nvGrpSpPr>
        <p:grpSpPr>
          <a:xfrm>
            <a:off x="0" y="228150"/>
            <a:ext cx="9144000" cy="4906460"/>
            <a:chOff x="0" y="304200"/>
            <a:chExt cx="12192000" cy="6541947"/>
          </a:xfrm>
        </p:grpSpPr>
        <p:grpSp>
          <p:nvGrpSpPr>
            <p:cNvPr id="67" name="组合 66"/>
            <p:cNvGrpSpPr/>
            <p:nvPr userDrawn="1"/>
          </p:nvGrpSpPr>
          <p:grpSpPr>
            <a:xfrm>
              <a:off x="0" y="304200"/>
              <a:ext cx="12192000" cy="6249600"/>
              <a:chOff x="0" y="304200"/>
              <a:chExt cx="12192000" cy="6249600"/>
            </a:xfrm>
          </p:grpSpPr>
          <p:sp>
            <p:nvSpPr>
              <p:cNvPr id="69" name="矩形 68"/>
              <p:cNvSpPr/>
              <p:nvPr userDrawn="1">
                <p:custDataLst>
                  <p:tags r:id="rId3"/>
                </p:custDataLst>
              </p:nvPr>
            </p:nvSpPr>
            <p:spPr>
              <a:xfrm>
                <a:off x="0" y="2123388"/>
                <a:ext cx="12192000" cy="261122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0" name="矩形 69"/>
              <p:cNvSpPr/>
              <p:nvPr userDrawn="1">
                <p:custDataLst>
                  <p:tags r:id="rId4"/>
                </p:custDataLst>
              </p:nvPr>
            </p:nvSpPr>
            <p:spPr>
              <a:xfrm>
                <a:off x="292800" y="304200"/>
                <a:ext cx="11606400" cy="62496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grpSp>
        <p:pic>
          <p:nvPicPr>
            <p:cNvPr id="68" name="图片 67"/>
            <p:cNvPicPr>
              <a:picLocks noChangeAspect="1"/>
            </p:cNvPicPr>
            <p:nvPr userDrawn="1">
              <p:custDataLst>
                <p:tags r:id="rId5"/>
              </p:custDataLst>
            </p:nvPr>
          </p:nvPicPr>
          <p:blipFill>
            <a:blip r:embed="rId6">
              <a:extLst>
                <a:ext uri="{28A0092B-C50C-407E-A947-70E740481C1C}">
                  <a14:useLocalDpi xmlns:a14="http://schemas.microsoft.com/office/drawing/2010/main" val="0"/>
                </a:ext>
              </a:extLst>
            </a:blip>
            <a:stretch>
              <a:fillRect/>
            </a:stretch>
          </p:blipFill>
          <p:spPr>
            <a:xfrm flipH="1">
              <a:off x="93388" y="5261050"/>
              <a:ext cx="1469263" cy="1585097"/>
            </a:xfrm>
            <a:prstGeom prst="rect">
              <a:avLst/>
            </a:prstGeom>
          </p:spPr>
        </p:pic>
      </p:gr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末尾幻灯片">
    <p:bg>
      <p:bgPr>
        <a:solidFill>
          <a:schemeClr val="bg2"/>
        </a:solidFill>
        <a:effectLst/>
      </p:bgPr>
    </p:bg>
    <p:spTree>
      <p:nvGrpSpPr>
        <p:cNvPr id="1" name=""/>
        <p:cNvGrpSpPr/>
        <p:nvPr/>
      </p:nvGrpSpPr>
      <p:grpSpPr>
        <a:xfrm>
          <a:off x="0" y="0"/>
          <a:ext cx="0" cy="0"/>
          <a:chOff x="0" y="0"/>
          <a:chExt cx="0" cy="0"/>
        </a:xfrm>
      </p:grpSpPr>
      <p:sp>
        <p:nvSpPr>
          <p:cNvPr id="277" name="Freeform 137"/>
          <p:cNvSpPr/>
          <p:nvPr>
            <p:custDataLst>
              <p:tags r:id="rId2"/>
            </p:custDataLst>
          </p:nvPr>
        </p:nvSpPr>
        <p:spPr bwMode="auto">
          <a:xfrm flipH="1">
            <a:off x="8415338" y="4367264"/>
            <a:ext cx="101204" cy="108347"/>
          </a:xfrm>
          <a:custGeom>
            <a:avLst/>
            <a:gdLst>
              <a:gd name="T0" fmla="*/ 84 w 85"/>
              <a:gd name="T1" fmla="*/ 90 h 91"/>
              <a:gd name="T2" fmla="*/ 0 w 85"/>
              <a:gd name="T3" fmla="*/ 91 h 91"/>
              <a:gd name="T4" fmla="*/ 1 w 85"/>
              <a:gd name="T5" fmla="*/ 1 h 91"/>
              <a:gd name="T6" fmla="*/ 85 w 85"/>
              <a:gd name="T7" fmla="*/ 0 h 91"/>
              <a:gd name="T8" fmla="*/ 84 w 85"/>
              <a:gd name="T9" fmla="*/ 90 h 91"/>
            </a:gdLst>
            <a:ahLst/>
            <a:cxnLst>
              <a:cxn ang="0">
                <a:pos x="T0" y="T1"/>
              </a:cxn>
              <a:cxn ang="0">
                <a:pos x="T2" y="T3"/>
              </a:cxn>
              <a:cxn ang="0">
                <a:pos x="T4" y="T5"/>
              </a:cxn>
              <a:cxn ang="0">
                <a:pos x="T6" y="T7"/>
              </a:cxn>
              <a:cxn ang="0">
                <a:pos x="T8" y="T9"/>
              </a:cxn>
            </a:cxnLst>
            <a:rect l="0" t="0" r="r" b="b"/>
            <a:pathLst>
              <a:path w="85" h="91">
                <a:moveTo>
                  <a:pt x="84" y="90"/>
                </a:moveTo>
                <a:lnTo>
                  <a:pt x="0" y="91"/>
                </a:lnTo>
                <a:lnTo>
                  <a:pt x="1" y="1"/>
                </a:lnTo>
                <a:lnTo>
                  <a:pt x="85" y="0"/>
                </a:lnTo>
                <a:lnTo>
                  <a:pt x="84" y="9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78" name="Freeform 138"/>
          <p:cNvSpPr/>
          <p:nvPr>
            <p:custDataLst>
              <p:tags r:id="rId3"/>
            </p:custDataLst>
          </p:nvPr>
        </p:nvSpPr>
        <p:spPr bwMode="auto">
          <a:xfrm flipH="1">
            <a:off x="8267701" y="4276777"/>
            <a:ext cx="102394" cy="197644"/>
          </a:xfrm>
          <a:custGeom>
            <a:avLst/>
            <a:gdLst>
              <a:gd name="T0" fmla="*/ 84 w 86"/>
              <a:gd name="T1" fmla="*/ 164 h 166"/>
              <a:gd name="T2" fmla="*/ 0 w 86"/>
              <a:gd name="T3" fmla="*/ 166 h 166"/>
              <a:gd name="T4" fmla="*/ 2 w 86"/>
              <a:gd name="T5" fmla="*/ 1 h 166"/>
              <a:gd name="T6" fmla="*/ 86 w 86"/>
              <a:gd name="T7" fmla="*/ 0 h 166"/>
              <a:gd name="T8" fmla="*/ 84 w 86"/>
              <a:gd name="T9" fmla="*/ 164 h 166"/>
            </a:gdLst>
            <a:ahLst/>
            <a:cxnLst>
              <a:cxn ang="0">
                <a:pos x="T0" y="T1"/>
              </a:cxn>
              <a:cxn ang="0">
                <a:pos x="T2" y="T3"/>
              </a:cxn>
              <a:cxn ang="0">
                <a:pos x="T4" y="T5"/>
              </a:cxn>
              <a:cxn ang="0">
                <a:pos x="T6" y="T7"/>
              </a:cxn>
              <a:cxn ang="0">
                <a:pos x="T8" y="T9"/>
              </a:cxn>
            </a:cxnLst>
            <a:rect l="0" t="0" r="r" b="b"/>
            <a:pathLst>
              <a:path w="86" h="166">
                <a:moveTo>
                  <a:pt x="84" y="164"/>
                </a:moveTo>
                <a:lnTo>
                  <a:pt x="0" y="166"/>
                </a:lnTo>
                <a:lnTo>
                  <a:pt x="2" y="1"/>
                </a:lnTo>
                <a:lnTo>
                  <a:pt x="86" y="0"/>
                </a:lnTo>
                <a:lnTo>
                  <a:pt x="84" y="164"/>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79" name="Freeform 139"/>
          <p:cNvSpPr/>
          <p:nvPr>
            <p:custDataLst>
              <p:tags r:id="rId4"/>
            </p:custDataLst>
          </p:nvPr>
        </p:nvSpPr>
        <p:spPr bwMode="auto">
          <a:xfrm flipH="1">
            <a:off x="8120063" y="4142236"/>
            <a:ext cx="103585" cy="328613"/>
          </a:xfrm>
          <a:custGeom>
            <a:avLst/>
            <a:gdLst>
              <a:gd name="T0" fmla="*/ 84 w 87"/>
              <a:gd name="T1" fmla="*/ 276 h 276"/>
              <a:gd name="T2" fmla="*/ 0 w 87"/>
              <a:gd name="T3" fmla="*/ 276 h 276"/>
              <a:gd name="T4" fmla="*/ 3 w 87"/>
              <a:gd name="T5" fmla="*/ 2 h 276"/>
              <a:gd name="T6" fmla="*/ 87 w 87"/>
              <a:gd name="T7" fmla="*/ 0 h 276"/>
              <a:gd name="T8" fmla="*/ 84 w 87"/>
              <a:gd name="T9" fmla="*/ 276 h 276"/>
            </a:gdLst>
            <a:ahLst/>
            <a:cxnLst>
              <a:cxn ang="0">
                <a:pos x="T0" y="T1"/>
              </a:cxn>
              <a:cxn ang="0">
                <a:pos x="T2" y="T3"/>
              </a:cxn>
              <a:cxn ang="0">
                <a:pos x="T4" y="T5"/>
              </a:cxn>
              <a:cxn ang="0">
                <a:pos x="T6" y="T7"/>
              </a:cxn>
              <a:cxn ang="0">
                <a:pos x="T8" y="T9"/>
              </a:cxn>
            </a:cxnLst>
            <a:rect l="0" t="0" r="r" b="b"/>
            <a:pathLst>
              <a:path w="87" h="276">
                <a:moveTo>
                  <a:pt x="84" y="276"/>
                </a:moveTo>
                <a:lnTo>
                  <a:pt x="0" y="276"/>
                </a:lnTo>
                <a:lnTo>
                  <a:pt x="3" y="2"/>
                </a:lnTo>
                <a:lnTo>
                  <a:pt x="87" y="0"/>
                </a:lnTo>
                <a:lnTo>
                  <a:pt x="84" y="276"/>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55" name="Rectangle 13"/>
          <p:cNvSpPr>
            <a:spLocks noChangeArrowheads="1"/>
          </p:cNvSpPr>
          <p:nvPr>
            <p:custDataLst>
              <p:tags r:id="rId5"/>
            </p:custDataLst>
          </p:nvPr>
        </p:nvSpPr>
        <p:spPr bwMode="auto">
          <a:xfrm flipH="1">
            <a:off x="0" y="3757613"/>
            <a:ext cx="9145191" cy="1385888"/>
          </a:xfrm>
          <a:prstGeom prst="rect">
            <a:avLst/>
          </a:prstGeom>
          <a:solidFill>
            <a:schemeClr val="accent1"/>
          </a:solidFill>
          <a:ln>
            <a:noFill/>
          </a:ln>
        </p:spPr>
        <p:txBody>
          <a:bodyPr vert="horz" wrap="square" lIns="91440" tIns="45720" rIns="91440" bIns="45720" numCol="1" anchor="t" anchorCtr="0" compatLnSpc="1"/>
          <a:lstStyle/>
          <a:p>
            <a:endParaRPr lang="zh-CN" altLang="en-US"/>
          </a:p>
        </p:txBody>
      </p:sp>
      <p:grpSp>
        <p:nvGrpSpPr>
          <p:cNvPr id="5" name="组合 4"/>
          <p:cNvGrpSpPr/>
          <p:nvPr userDrawn="1">
            <p:custDataLst>
              <p:tags r:id="rId6"/>
            </p:custDataLst>
          </p:nvPr>
        </p:nvGrpSpPr>
        <p:grpSpPr>
          <a:xfrm>
            <a:off x="701278" y="852488"/>
            <a:ext cx="3870722" cy="4075510"/>
            <a:chOff x="935037" y="1136650"/>
            <a:chExt cx="5160963" cy="5434013"/>
          </a:xfrm>
        </p:grpSpPr>
        <p:sp>
          <p:nvSpPr>
            <p:cNvPr id="168" name="Oval 28"/>
            <p:cNvSpPr>
              <a:spLocks noChangeArrowheads="1"/>
            </p:cNvSpPr>
            <p:nvPr>
              <p:custDataLst>
                <p:tags r:id="rId7"/>
              </p:custDataLst>
            </p:nvPr>
          </p:nvSpPr>
          <p:spPr bwMode="auto">
            <a:xfrm flipH="1">
              <a:off x="2617788" y="4206875"/>
              <a:ext cx="79375" cy="84138"/>
            </a:xfrm>
            <a:prstGeom prst="ellipse">
              <a:avLst/>
            </a:prstGeom>
            <a:solidFill>
              <a:schemeClr val="accent2">
                <a:lumMod val="60000"/>
                <a:lumOff val="40000"/>
              </a:schemeClr>
            </a:solidFill>
            <a:ln>
              <a:noFill/>
            </a:ln>
          </p:spPr>
          <p:txBody>
            <a:bodyPr vert="horz" wrap="square" lIns="91440" tIns="45720" rIns="91440" bIns="45720" numCol="1" anchor="t" anchorCtr="0" compatLnSpc="1"/>
            <a:lstStyle/>
            <a:p>
              <a:endParaRPr lang="zh-CN" altLang="en-US"/>
            </a:p>
          </p:txBody>
        </p:sp>
        <p:grpSp>
          <p:nvGrpSpPr>
            <p:cNvPr id="9" name="组合 8"/>
            <p:cNvGrpSpPr/>
            <p:nvPr>
              <p:custDataLst>
                <p:tags r:id="rId8"/>
              </p:custDataLst>
            </p:nvPr>
          </p:nvGrpSpPr>
          <p:grpSpPr>
            <a:xfrm flipH="1">
              <a:off x="935037" y="1136650"/>
              <a:ext cx="5160963" cy="5434013"/>
              <a:chOff x="1157287" y="1136650"/>
              <a:chExt cx="5160963" cy="5434013"/>
            </a:xfrm>
          </p:grpSpPr>
          <p:sp>
            <p:nvSpPr>
              <p:cNvPr id="174" name="Freeform 34"/>
              <p:cNvSpPr/>
              <p:nvPr>
                <p:custDataLst>
                  <p:tags r:id="rId9"/>
                </p:custDataLst>
              </p:nvPr>
            </p:nvSpPr>
            <p:spPr bwMode="auto">
              <a:xfrm flipH="1">
                <a:off x="6226175" y="6007100"/>
                <a:ext cx="92075" cy="146050"/>
              </a:xfrm>
              <a:custGeom>
                <a:avLst/>
                <a:gdLst>
                  <a:gd name="T0" fmla="*/ 44 w 48"/>
                  <a:gd name="T1" fmla="*/ 77 h 77"/>
                  <a:gd name="T2" fmla="*/ 7 w 48"/>
                  <a:gd name="T3" fmla="*/ 0 h 77"/>
                  <a:gd name="T4" fmla="*/ 44 w 48"/>
                  <a:gd name="T5" fmla="*/ 77 h 77"/>
                </a:gdLst>
                <a:ahLst/>
                <a:cxnLst>
                  <a:cxn ang="0">
                    <a:pos x="T0" y="T1"/>
                  </a:cxn>
                  <a:cxn ang="0">
                    <a:pos x="T2" y="T3"/>
                  </a:cxn>
                  <a:cxn ang="0">
                    <a:pos x="T4" y="T5"/>
                  </a:cxn>
                </a:cxnLst>
                <a:rect l="0" t="0" r="r" b="b"/>
                <a:pathLst>
                  <a:path w="48" h="77">
                    <a:moveTo>
                      <a:pt x="44" y="77"/>
                    </a:moveTo>
                    <a:cubicBezTo>
                      <a:pt x="44" y="77"/>
                      <a:pt x="0" y="64"/>
                      <a:pt x="7" y="0"/>
                    </a:cubicBezTo>
                    <a:cubicBezTo>
                      <a:pt x="7" y="0"/>
                      <a:pt x="48" y="21"/>
                      <a:pt x="44" y="77"/>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nvGrpSpPr>
              <p:cNvPr id="8" name="组合 7"/>
              <p:cNvGrpSpPr/>
              <p:nvPr/>
            </p:nvGrpSpPr>
            <p:grpSpPr>
              <a:xfrm>
                <a:off x="1157287" y="1136650"/>
                <a:ext cx="5132388" cy="5434013"/>
                <a:chOff x="1157287" y="1136650"/>
                <a:chExt cx="5132388" cy="5434013"/>
              </a:xfrm>
            </p:grpSpPr>
            <p:sp>
              <p:nvSpPr>
                <p:cNvPr id="175" name="Freeform 35"/>
                <p:cNvSpPr/>
                <p:nvPr>
                  <p:custDataLst>
                    <p:tags r:id="rId10"/>
                  </p:custDataLst>
                </p:nvPr>
              </p:nvSpPr>
              <p:spPr bwMode="auto">
                <a:xfrm flipH="1">
                  <a:off x="6149975" y="6008688"/>
                  <a:ext cx="92075" cy="144463"/>
                </a:xfrm>
                <a:custGeom>
                  <a:avLst/>
                  <a:gdLst>
                    <a:gd name="T0" fmla="*/ 4 w 48"/>
                    <a:gd name="T1" fmla="*/ 76 h 76"/>
                    <a:gd name="T2" fmla="*/ 42 w 48"/>
                    <a:gd name="T3" fmla="*/ 0 h 76"/>
                    <a:gd name="T4" fmla="*/ 4 w 48"/>
                    <a:gd name="T5" fmla="*/ 76 h 76"/>
                  </a:gdLst>
                  <a:ahLst/>
                  <a:cxnLst>
                    <a:cxn ang="0">
                      <a:pos x="T0" y="T1"/>
                    </a:cxn>
                    <a:cxn ang="0">
                      <a:pos x="T2" y="T3"/>
                    </a:cxn>
                    <a:cxn ang="0">
                      <a:pos x="T4" y="T5"/>
                    </a:cxn>
                  </a:cxnLst>
                  <a:rect l="0" t="0" r="r" b="b"/>
                  <a:pathLst>
                    <a:path w="48" h="76">
                      <a:moveTo>
                        <a:pt x="4" y="76"/>
                      </a:moveTo>
                      <a:cubicBezTo>
                        <a:pt x="4" y="76"/>
                        <a:pt x="48" y="64"/>
                        <a:pt x="42" y="0"/>
                      </a:cubicBezTo>
                      <a:cubicBezTo>
                        <a:pt x="42" y="0"/>
                        <a:pt x="0" y="20"/>
                        <a:pt x="4" y="76"/>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76" name="Freeform 36"/>
                <p:cNvSpPr/>
                <p:nvPr>
                  <p:custDataLst>
                    <p:tags r:id="rId11"/>
                  </p:custDataLst>
                </p:nvPr>
              </p:nvSpPr>
              <p:spPr bwMode="auto">
                <a:xfrm flipH="1">
                  <a:off x="6172200" y="5932488"/>
                  <a:ext cx="117475" cy="163513"/>
                </a:xfrm>
                <a:custGeom>
                  <a:avLst/>
                  <a:gdLst>
                    <a:gd name="T0" fmla="*/ 28 w 61"/>
                    <a:gd name="T1" fmla="*/ 86 h 86"/>
                    <a:gd name="T2" fmla="*/ 27 w 61"/>
                    <a:gd name="T3" fmla="*/ 0 h 86"/>
                    <a:gd name="T4" fmla="*/ 28 w 61"/>
                    <a:gd name="T5" fmla="*/ 86 h 86"/>
                  </a:gdLst>
                  <a:ahLst/>
                  <a:cxnLst>
                    <a:cxn ang="0">
                      <a:pos x="T0" y="T1"/>
                    </a:cxn>
                    <a:cxn ang="0">
                      <a:pos x="T2" y="T3"/>
                    </a:cxn>
                    <a:cxn ang="0">
                      <a:pos x="T4" y="T5"/>
                    </a:cxn>
                  </a:cxnLst>
                  <a:rect l="0" t="0" r="r" b="b"/>
                  <a:pathLst>
                    <a:path w="61" h="86">
                      <a:moveTo>
                        <a:pt x="28" y="86"/>
                      </a:moveTo>
                      <a:cubicBezTo>
                        <a:pt x="28" y="86"/>
                        <a:pt x="61" y="54"/>
                        <a:pt x="27" y="0"/>
                      </a:cubicBezTo>
                      <a:cubicBezTo>
                        <a:pt x="27" y="0"/>
                        <a:pt x="0" y="40"/>
                        <a:pt x="28" y="86"/>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77" name="Freeform 37"/>
                <p:cNvSpPr/>
                <p:nvPr>
                  <p:custDataLst>
                    <p:tags r:id="rId12"/>
                  </p:custDataLst>
                </p:nvPr>
              </p:nvSpPr>
              <p:spPr bwMode="auto">
                <a:xfrm flipH="1">
                  <a:off x="5467350" y="6453188"/>
                  <a:ext cx="74613" cy="117475"/>
                </a:xfrm>
                <a:custGeom>
                  <a:avLst/>
                  <a:gdLst>
                    <a:gd name="T0" fmla="*/ 35 w 39"/>
                    <a:gd name="T1" fmla="*/ 62 h 62"/>
                    <a:gd name="T2" fmla="*/ 5 w 39"/>
                    <a:gd name="T3" fmla="*/ 0 h 62"/>
                    <a:gd name="T4" fmla="*/ 35 w 39"/>
                    <a:gd name="T5" fmla="*/ 62 h 62"/>
                  </a:gdLst>
                  <a:ahLst/>
                  <a:cxnLst>
                    <a:cxn ang="0">
                      <a:pos x="T0" y="T1"/>
                    </a:cxn>
                    <a:cxn ang="0">
                      <a:pos x="T2" y="T3"/>
                    </a:cxn>
                    <a:cxn ang="0">
                      <a:pos x="T4" y="T5"/>
                    </a:cxn>
                  </a:cxnLst>
                  <a:rect l="0" t="0" r="r" b="b"/>
                  <a:pathLst>
                    <a:path w="39" h="62">
                      <a:moveTo>
                        <a:pt x="35" y="62"/>
                      </a:moveTo>
                      <a:cubicBezTo>
                        <a:pt x="35" y="62"/>
                        <a:pt x="0" y="52"/>
                        <a:pt x="5" y="0"/>
                      </a:cubicBezTo>
                      <a:cubicBezTo>
                        <a:pt x="5" y="0"/>
                        <a:pt x="39" y="17"/>
                        <a:pt x="35" y="62"/>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78" name="Freeform 38"/>
                <p:cNvSpPr/>
                <p:nvPr>
                  <p:custDataLst>
                    <p:tags r:id="rId13"/>
                  </p:custDataLst>
                </p:nvPr>
              </p:nvSpPr>
              <p:spPr bwMode="auto">
                <a:xfrm flipH="1">
                  <a:off x="5408613" y="6454775"/>
                  <a:ext cx="73025" cy="115888"/>
                </a:xfrm>
                <a:custGeom>
                  <a:avLst/>
                  <a:gdLst>
                    <a:gd name="T0" fmla="*/ 3 w 38"/>
                    <a:gd name="T1" fmla="*/ 61 h 61"/>
                    <a:gd name="T2" fmla="*/ 34 w 38"/>
                    <a:gd name="T3" fmla="*/ 0 h 61"/>
                    <a:gd name="T4" fmla="*/ 3 w 38"/>
                    <a:gd name="T5" fmla="*/ 61 h 61"/>
                  </a:gdLst>
                  <a:ahLst/>
                  <a:cxnLst>
                    <a:cxn ang="0">
                      <a:pos x="T0" y="T1"/>
                    </a:cxn>
                    <a:cxn ang="0">
                      <a:pos x="T2" y="T3"/>
                    </a:cxn>
                    <a:cxn ang="0">
                      <a:pos x="T4" y="T5"/>
                    </a:cxn>
                  </a:cxnLst>
                  <a:rect l="0" t="0" r="r" b="b"/>
                  <a:pathLst>
                    <a:path w="38" h="61">
                      <a:moveTo>
                        <a:pt x="3" y="61"/>
                      </a:moveTo>
                      <a:cubicBezTo>
                        <a:pt x="3" y="61"/>
                        <a:pt x="38" y="52"/>
                        <a:pt x="34" y="0"/>
                      </a:cubicBezTo>
                      <a:cubicBezTo>
                        <a:pt x="34" y="0"/>
                        <a:pt x="0" y="16"/>
                        <a:pt x="3" y="61"/>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79" name="Freeform 39"/>
                <p:cNvSpPr/>
                <p:nvPr>
                  <p:custDataLst>
                    <p:tags r:id="rId14"/>
                  </p:custDataLst>
                </p:nvPr>
              </p:nvSpPr>
              <p:spPr bwMode="auto">
                <a:xfrm flipH="1">
                  <a:off x="5426075" y="6394450"/>
                  <a:ext cx="95250" cy="130175"/>
                </a:xfrm>
                <a:custGeom>
                  <a:avLst/>
                  <a:gdLst>
                    <a:gd name="T0" fmla="*/ 24 w 50"/>
                    <a:gd name="T1" fmla="*/ 69 h 69"/>
                    <a:gd name="T2" fmla="*/ 22 w 50"/>
                    <a:gd name="T3" fmla="*/ 0 h 69"/>
                    <a:gd name="T4" fmla="*/ 24 w 50"/>
                    <a:gd name="T5" fmla="*/ 69 h 69"/>
                  </a:gdLst>
                  <a:ahLst/>
                  <a:cxnLst>
                    <a:cxn ang="0">
                      <a:pos x="T0" y="T1"/>
                    </a:cxn>
                    <a:cxn ang="0">
                      <a:pos x="T2" y="T3"/>
                    </a:cxn>
                    <a:cxn ang="0">
                      <a:pos x="T4" y="T5"/>
                    </a:cxn>
                  </a:cxnLst>
                  <a:rect l="0" t="0" r="r" b="b"/>
                  <a:pathLst>
                    <a:path w="50" h="69">
                      <a:moveTo>
                        <a:pt x="24" y="69"/>
                      </a:moveTo>
                      <a:cubicBezTo>
                        <a:pt x="24" y="69"/>
                        <a:pt x="50" y="43"/>
                        <a:pt x="22" y="0"/>
                      </a:cubicBezTo>
                      <a:cubicBezTo>
                        <a:pt x="22" y="0"/>
                        <a:pt x="0" y="32"/>
                        <a:pt x="24" y="69"/>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80" name="Freeform 40"/>
                <p:cNvSpPr/>
                <p:nvPr>
                  <p:custDataLst>
                    <p:tags r:id="rId15"/>
                  </p:custDataLst>
                </p:nvPr>
              </p:nvSpPr>
              <p:spPr bwMode="auto">
                <a:xfrm flipH="1">
                  <a:off x="2339975" y="6389688"/>
                  <a:ext cx="73025" cy="117475"/>
                </a:xfrm>
                <a:custGeom>
                  <a:avLst/>
                  <a:gdLst>
                    <a:gd name="T0" fmla="*/ 35 w 39"/>
                    <a:gd name="T1" fmla="*/ 62 h 62"/>
                    <a:gd name="T2" fmla="*/ 5 w 39"/>
                    <a:gd name="T3" fmla="*/ 0 h 62"/>
                    <a:gd name="T4" fmla="*/ 35 w 39"/>
                    <a:gd name="T5" fmla="*/ 62 h 62"/>
                  </a:gdLst>
                  <a:ahLst/>
                  <a:cxnLst>
                    <a:cxn ang="0">
                      <a:pos x="T0" y="T1"/>
                    </a:cxn>
                    <a:cxn ang="0">
                      <a:pos x="T2" y="T3"/>
                    </a:cxn>
                    <a:cxn ang="0">
                      <a:pos x="T4" y="T5"/>
                    </a:cxn>
                  </a:cxnLst>
                  <a:rect l="0" t="0" r="r" b="b"/>
                  <a:pathLst>
                    <a:path w="39" h="62">
                      <a:moveTo>
                        <a:pt x="35" y="62"/>
                      </a:moveTo>
                      <a:cubicBezTo>
                        <a:pt x="35" y="62"/>
                        <a:pt x="0" y="52"/>
                        <a:pt x="5" y="0"/>
                      </a:cubicBezTo>
                      <a:cubicBezTo>
                        <a:pt x="5" y="0"/>
                        <a:pt x="39" y="17"/>
                        <a:pt x="35" y="62"/>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81" name="Freeform 41"/>
                <p:cNvSpPr/>
                <p:nvPr>
                  <p:custDataLst>
                    <p:tags r:id="rId16"/>
                  </p:custDataLst>
                </p:nvPr>
              </p:nvSpPr>
              <p:spPr bwMode="auto">
                <a:xfrm flipH="1">
                  <a:off x="2278062" y="6389688"/>
                  <a:ext cx="74613" cy="117475"/>
                </a:xfrm>
                <a:custGeom>
                  <a:avLst/>
                  <a:gdLst>
                    <a:gd name="T0" fmla="*/ 3 w 39"/>
                    <a:gd name="T1" fmla="*/ 62 h 62"/>
                    <a:gd name="T2" fmla="*/ 34 w 39"/>
                    <a:gd name="T3" fmla="*/ 0 h 62"/>
                    <a:gd name="T4" fmla="*/ 3 w 39"/>
                    <a:gd name="T5" fmla="*/ 62 h 62"/>
                  </a:gdLst>
                  <a:ahLst/>
                  <a:cxnLst>
                    <a:cxn ang="0">
                      <a:pos x="T0" y="T1"/>
                    </a:cxn>
                    <a:cxn ang="0">
                      <a:pos x="T2" y="T3"/>
                    </a:cxn>
                    <a:cxn ang="0">
                      <a:pos x="T4" y="T5"/>
                    </a:cxn>
                  </a:cxnLst>
                  <a:rect l="0" t="0" r="r" b="b"/>
                  <a:pathLst>
                    <a:path w="39" h="62">
                      <a:moveTo>
                        <a:pt x="3" y="62"/>
                      </a:moveTo>
                      <a:cubicBezTo>
                        <a:pt x="3" y="62"/>
                        <a:pt x="39" y="52"/>
                        <a:pt x="34" y="0"/>
                      </a:cubicBezTo>
                      <a:cubicBezTo>
                        <a:pt x="34" y="0"/>
                        <a:pt x="0" y="17"/>
                        <a:pt x="3" y="62"/>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82" name="Freeform 42"/>
                <p:cNvSpPr/>
                <p:nvPr>
                  <p:custDataLst>
                    <p:tags r:id="rId17"/>
                  </p:custDataLst>
                </p:nvPr>
              </p:nvSpPr>
              <p:spPr bwMode="auto">
                <a:xfrm flipH="1">
                  <a:off x="2295525" y="6330950"/>
                  <a:ext cx="95250" cy="131763"/>
                </a:xfrm>
                <a:custGeom>
                  <a:avLst/>
                  <a:gdLst>
                    <a:gd name="T0" fmla="*/ 23 w 50"/>
                    <a:gd name="T1" fmla="*/ 69 h 69"/>
                    <a:gd name="T2" fmla="*/ 22 w 50"/>
                    <a:gd name="T3" fmla="*/ 0 h 69"/>
                    <a:gd name="T4" fmla="*/ 23 w 50"/>
                    <a:gd name="T5" fmla="*/ 69 h 69"/>
                  </a:gdLst>
                  <a:ahLst/>
                  <a:cxnLst>
                    <a:cxn ang="0">
                      <a:pos x="T0" y="T1"/>
                    </a:cxn>
                    <a:cxn ang="0">
                      <a:pos x="T2" y="T3"/>
                    </a:cxn>
                    <a:cxn ang="0">
                      <a:pos x="T4" y="T5"/>
                    </a:cxn>
                  </a:cxnLst>
                  <a:rect l="0" t="0" r="r" b="b"/>
                  <a:pathLst>
                    <a:path w="50" h="69">
                      <a:moveTo>
                        <a:pt x="23" y="69"/>
                      </a:moveTo>
                      <a:cubicBezTo>
                        <a:pt x="23" y="69"/>
                        <a:pt x="50" y="43"/>
                        <a:pt x="22" y="0"/>
                      </a:cubicBezTo>
                      <a:cubicBezTo>
                        <a:pt x="22" y="0"/>
                        <a:pt x="0" y="32"/>
                        <a:pt x="23" y="69"/>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89" name="Freeform 49"/>
                <p:cNvSpPr/>
                <p:nvPr>
                  <p:custDataLst>
                    <p:tags r:id="rId18"/>
                  </p:custDataLst>
                </p:nvPr>
              </p:nvSpPr>
              <p:spPr bwMode="auto">
                <a:xfrm flipH="1">
                  <a:off x="1162050" y="1143000"/>
                  <a:ext cx="4940300" cy="2841625"/>
                </a:xfrm>
                <a:custGeom>
                  <a:avLst/>
                  <a:gdLst>
                    <a:gd name="T0" fmla="*/ 2551 w 2593"/>
                    <a:gd name="T1" fmla="*/ 1493 h 1493"/>
                    <a:gd name="T2" fmla="*/ 41 w 2593"/>
                    <a:gd name="T3" fmla="*/ 1493 h 1493"/>
                    <a:gd name="T4" fmla="*/ 0 w 2593"/>
                    <a:gd name="T5" fmla="*/ 1451 h 1493"/>
                    <a:gd name="T6" fmla="*/ 0 w 2593"/>
                    <a:gd name="T7" fmla="*/ 41 h 1493"/>
                    <a:gd name="T8" fmla="*/ 41 w 2593"/>
                    <a:gd name="T9" fmla="*/ 0 h 1493"/>
                    <a:gd name="T10" fmla="*/ 2551 w 2593"/>
                    <a:gd name="T11" fmla="*/ 0 h 1493"/>
                    <a:gd name="T12" fmla="*/ 2593 w 2593"/>
                    <a:gd name="T13" fmla="*/ 41 h 1493"/>
                    <a:gd name="T14" fmla="*/ 2593 w 2593"/>
                    <a:gd name="T15" fmla="*/ 1451 h 1493"/>
                    <a:gd name="T16" fmla="*/ 2551 w 2593"/>
                    <a:gd name="T17" fmla="*/ 1493 h 14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593" h="1493">
                      <a:moveTo>
                        <a:pt x="2551" y="1493"/>
                      </a:moveTo>
                      <a:cubicBezTo>
                        <a:pt x="41" y="1493"/>
                        <a:pt x="41" y="1493"/>
                        <a:pt x="41" y="1493"/>
                      </a:cubicBezTo>
                      <a:cubicBezTo>
                        <a:pt x="19" y="1493"/>
                        <a:pt x="0" y="1474"/>
                        <a:pt x="0" y="1451"/>
                      </a:cubicBezTo>
                      <a:cubicBezTo>
                        <a:pt x="0" y="41"/>
                        <a:pt x="0" y="41"/>
                        <a:pt x="0" y="41"/>
                      </a:cubicBezTo>
                      <a:cubicBezTo>
                        <a:pt x="0" y="18"/>
                        <a:pt x="19" y="0"/>
                        <a:pt x="41" y="0"/>
                      </a:cubicBezTo>
                      <a:cubicBezTo>
                        <a:pt x="2551" y="0"/>
                        <a:pt x="2551" y="0"/>
                        <a:pt x="2551" y="0"/>
                      </a:cubicBezTo>
                      <a:cubicBezTo>
                        <a:pt x="2574" y="0"/>
                        <a:pt x="2593" y="18"/>
                        <a:pt x="2593" y="41"/>
                      </a:cubicBezTo>
                      <a:cubicBezTo>
                        <a:pt x="2593" y="1451"/>
                        <a:pt x="2593" y="1451"/>
                        <a:pt x="2593" y="1451"/>
                      </a:cubicBezTo>
                      <a:cubicBezTo>
                        <a:pt x="2593" y="1474"/>
                        <a:pt x="2574" y="1493"/>
                        <a:pt x="2551" y="1493"/>
                      </a:cubicBezTo>
                      <a:close/>
                    </a:path>
                  </a:pathLst>
                </a:custGeom>
                <a:solidFill>
                  <a:srgbClr val="FADD74"/>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90" name="Freeform 50"/>
                <p:cNvSpPr/>
                <p:nvPr>
                  <p:custDataLst>
                    <p:tags r:id="rId19"/>
                  </p:custDataLst>
                </p:nvPr>
              </p:nvSpPr>
              <p:spPr bwMode="auto">
                <a:xfrm flipH="1">
                  <a:off x="4456112" y="1409700"/>
                  <a:ext cx="1646238" cy="2574925"/>
                </a:xfrm>
                <a:custGeom>
                  <a:avLst/>
                  <a:gdLst>
                    <a:gd name="T0" fmla="*/ 864 w 864"/>
                    <a:gd name="T1" fmla="*/ 1353 h 1353"/>
                    <a:gd name="T2" fmla="*/ 24 w 864"/>
                    <a:gd name="T3" fmla="*/ 1353 h 1353"/>
                    <a:gd name="T4" fmla="*/ 0 w 864"/>
                    <a:gd name="T5" fmla="*/ 1329 h 1353"/>
                    <a:gd name="T6" fmla="*/ 0 w 864"/>
                    <a:gd name="T7" fmla="*/ 0 h 1353"/>
                    <a:gd name="T8" fmla="*/ 864 w 864"/>
                    <a:gd name="T9" fmla="*/ 0 h 1353"/>
                    <a:gd name="T10" fmla="*/ 864 w 864"/>
                    <a:gd name="T11" fmla="*/ 1353 h 1353"/>
                  </a:gdLst>
                  <a:ahLst/>
                  <a:cxnLst>
                    <a:cxn ang="0">
                      <a:pos x="T0" y="T1"/>
                    </a:cxn>
                    <a:cxn ang="0">
                      <a:pos x="T2" y="T3"/>
                    </a:cxn>
                    <a:cxn ang="0">
                      <a:pos x="T4" y="T5"/>
                    </a:cxn>
                    <a:cxn ang="0">
                      <a:pos x="T6" y="T7"/>
                    </a:cxn>
                    <a:cxn ang="0">
                      <a:pos x="T8" y="T9"/>
                    </a:cxn>
                    <a:cxn ang="0">
                      <a:pos x="T10" y="T11"/>
                    </a:cxn>
                  </a:cxnLst>
                  <a:rect l="0" t="0" r="r" b="b"/>
                  <a:pathLst>
                    <a:path w="864" h="1353">
                      <a:moveTo>
                        <a:pt x="864" y="1353"/>
                      </a:moveTo>
                      <a:cubicBezTo>
                        <a:pt x="24" y="1353"/>
                        <a:pt x="24" y="1353"/>
                        <a:pt x="24" y="1353"/>
                      </a:cubicBezTo>
                      <a:cubicBezTo>
                        <a:pt x="11" y="1353"/>
                        <a:pt x="0" y="1342"/>
                        <a:pt x="0" y="1329"/>
                      </a:cubicBezTo>
                      <a:cubicBezTo>
                        <a:pt x="0" y="0"/>
                        <a:pt x="0" y="0"/>
                        <a:pt x="0" y="0"/>
                      </a:cubicBezTo>
                      <a:cubicBezTo>
                        <a:pt x="864" y="0"/>
                        <a:pt x="864" y="0"/>
                        <a:pt x="864" y="0"/>
                      </a:cubicBezTo>
                      <a:lnTo>
                        <a:pt x="864" y="1353"/>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92" name="Freeform 52"/>
                <p:cNvSpPr/>
                <p:nvPr>
                  <p:custDataLst>
                    <p:tags r:id="rId20"/>
                  </p:custDataLst>
                </p:nvPr>
              </p:nvSpPr>
              <p:spPr bwMode="auto">
                <a:xfrm flipH="1">
                  <a:off x="1157287" y="1136650"/>
                  <a:ext cx="4954588" cy="273050"/>
                </a:xfrm>
                <a:custGeom>
                  <a:avLst/>
                  <a:gdLst>
                    <a:gd name="T0" fmla="*/ 5 w 2600"/>
                    <a:gd name="T1" fmla="*/ 143 h 143"/>
                    <a:gd name="T2" fmla="*/ 2598 w 2600"/>
                    <a:gd name="T3" fmla="*/ 143 h 143"/>
                    <a:gd name="T4" fmla="*/ 2598 w 2600"/>
                    <a:gd name="T5" fmla="*/ 93 h 143"/>
                    <a:gd name="T6" fmla="*/ 2569 w 2600"/>
                    <a:gd name="T7" fmla="*/ 27 h 143"/>
                    <a:gd name="T8" fmla="*/ 2504 w 2600"/>
                    <a:gd name="T9" fmla="*/ 3 h 143"/>
                    <a:gd name="T10" fmla="*/ 103 w 2600"/>
                    <a:gd name="T11" fmla="*/ 3 h 143"/>
                    <a:gd name="T12" fmla="*/ 34 w 2600"/>
                    <a:gd name="T13" fmla="*/ 29 h 143"/>
                    <a:gd name="T14" fmla="*/ 5 w 2600"/>
                    <a:gd name="T15" fmla="*/ 104 h 143"/>
                    <a:gd name="T16" fmla="*/ 5 w 2600"/>
                    <a:gd name="T17" fmla="*/ 143 h 1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600" h="143">
                      <a:moveTo>
                        <a:pt x="5" y="143"/>
                      </a:moveTo>
                      <a:cubicBezTo>
                        <a:pt x="2598" y="143"/>
                        <a:pt x="2598" y="143"/>
                        <a:pt x="2598" y="143"/>
                      </a:cubicBezTo>
                      <a:cubicBezTo>
                        <a:pt x="2598" y="93"/>
                        <a:pt x="2598" y="93"/>
                        <a:pt x="2598" y="93"/>
                      </a:cubicBezTo>
                      <a:cubicBezTo>
                        <a:pt x="2598" y="93"/>
                        <a:pt x="2600" y="52"/>
                        <a:pt x="2569" y="27"/>
                      </a:cubicBezTo>
                      <a:cubicBezTo>
                        <a:pt x="2538" y="3"/>
                        <a:pt x="2511" y="3"/>
                        <a:pt x="2504" y="3"/>
                      </a:cubicBezTo>
                      <a:cubicBezTo>
                        <a:pt x="2498" y="3"/>
                        <a:pt x="103" y="3"/>
                        <a:pt x="103" y="3"/>
                      </a:cubicBezTo>
                      <a:cubicBezTo>
                        <a:pt x="103" y="3"/>
                        <a:pt x="68" y="0"/>
                        <a:pt x="34" y="29"/>
                      </a:cubicBezTo>
                      <a:cubicBezTo>
                        <a:pt x="0" y="58"/>
                        <a:pt x="5" y="104"/>
                        <a:pt x="5" y="104"/>
                      </a:cubicBezTo>
                      <a:lnTo>
                        <a:pt x="5" y="143"/>
                      </a:lnTo>
                      <a:close/>
                    </a:path>
                  </a:pathLst>
                </a:custGeom>
                <a:solidFill>
                  <a:srgbClr val="34525C"/>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71" name="Freeform 131"/>
                <p:cNvSpPr/>
                <p:nvPr>
                  <p:custDataLst>
                    <p:tags r:id="rId21"/>
                  </p:custDataLst>
                </p:nvPr>
              </p:nvSpPr>
              <p:spPr bwMode="auto">
                <a:xfrm flipH="1">
                  <a:off x="4541838" y="1490663"/>
                  <a:ext cx="1473200" cy="1192213"/>
                </a:xfrm>
                <a:custGeom>
                  <a:avLst/>
                  <a:gdLst>
                    <a:gd name="T0" fmla="*/ 646 w 773"/>
                    <a:gd name="T1" fmla="*/ 624 h 626"/>
                    <a:gd name="T2" fmla="*/ 12 w 773"/>
                    <a:gd name="T3" fmla="*/ 502 h 626"/>
                    <a:gd name="T4" fmla="*/ 2 w 773"/>
                    <a:gd name="T5" fmla="*/ 487 h 626"/>
                    <a:gd name="T6" fmla="*/ 112 w 773"/>
                    <a:gd name="T7" fmla="*/ 11 h 626"/>
                    <a:gd name="T8" fmla="*/ 128 w 773"/>
                    <a:gd name="T9" fmla="*/ 1 h 626"/>
                    <a:gd name="T10" fmla="*/ 761 w 773"/>
                    <a:gd name="T11" fmla="*/ 124 h 626"/>
                    <a:gd name="T12" fmla="*/ 772 w 773"/>
                    <a:gd name="T13" fmla="*/ 138 h 626"/>
                    <a:gd name="T14" fmla="*/ 662 w 773"/>
                    <a:gd name="T15" fmla="*/ 615 h 626"/>
                    <a:gd name="T16" fmla="*/ 646 w 773"/>
                    <a:gd name="T17" fmla="*/ 624 h 6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73" h="626">
                      <a:moveTo>
                        <a:pt x="646" y="624"/>
                      </a:moveTo>
                      <a:cubicBezTo>
                        <a:pt x="12" y="502"/>
                        <a:pt x="12" y="502"/>
                        <a:pt x="12" y="502"/>
                      </a:cubicBezTo>
                      <a:cubicBezTo>
                        <a:pt x="5" y="500"/>
                        <a:pt x="0" y="494"/>
                        <a:pt x="2" y="487"/>
                      </a:cubicBezTo>
                      <a:cubicBezTo>
                        <a:pt x="112" y="11"/>
                        <a:pt x="112" y="11"/>
                        <a:pt x="112" y="11"/>
                      </a:cubicBezTo>
                      <a:cubicBezTo>
                        <a:pt x="113" y="4"/>
                        <a:pt x="120" y="0"/>
                        <a:pt x="128" y="1"/>
                      </a:cubicBezTo>
                      <a:cubicBezTo>
                        <a:pt x="761" y="124"/>
                        <a:pt x="761" y="124"/>
                        <a:pt x="761" y="124"/>
                      </a:cubicBezTo>
                      <a:cubicBezTo>
                        <a:pt x="768" y="125"/>
                        <a:pt x="773" y="132"/>
                        <a:pt x="772" y="138"/>
                      </a:cubicBezTo>
                      <a:cubicBezTo>
                        <a:pt x="662" y="615"/>
                        <a:pt x="662" y="615"/>
                        <a:pt x="662" y="615"/>
                      </a:cubicBezTo>
                      <a:cubicBezTo>
                        <a:pt x="660" y="622"/>
                        <a:pt x="653" y="626"/>
                        <a:pt x="646" y="624"/>
                      </a:cubicBezTo>
                      <a:close/>
                    </a:path>
                  </a:pathLst>
                </a:custGeom>
                <a:solidFill>
                  <a:srgbClr val="FADD74"/>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83" name="Freeform 43"/>
                <p:cNvSpPr/>
                <p:nvPr>
                  <p:custDataLst>
                    <p:tags r:id="rId22"/>
                  </p:custDataLst>
                </p:nvPr>
              </p:nvSpPr>
              <p:spPr bwMode="auto">
                <a:xfrm flipH="1">
                  <a:off x="3741737" y="6008688"/>
                  <a:ext cx="87313" cy="138113"/>
                </a:xfrm>
                <a:custGeom>
                  <a:avLst/>
                  <a:gdLst>
                    <a:gd name="T0" fmla="*/ 41 w 46"/>
                    <a:gd name="T1" fmla="*/ 72 h 72"/>
                    <a:gd name="T2" fmla="*/ 6 w 46"/>
                    <a:gd name="T3" fmla="*/ 0 h 72"/>
                    <a:gd name="T4" fmla="*/ 41 w 46"/>
                    <a:gd name="T5" fmla="*/ 72 h 72"/>
                  </a:gdLst>
                  <a:ahLst/>
                  <a:cxnLst>
                    <a:cxn ang="0">
                      <a:pos x="T0" y="T1"/>
                    </a:cxn>
                    <a:cxn ang="0">
                      <a:pos x="T2" y="T3"/>
                    </a:cxn>
                    <a:cxn ang="0">
                      <a:pos x="T4" y="T5"/>
                    </a:cxn>
                  </a:cxnLst>
                  <a:rect l="0" t="0" r="r" b="b"/>
                  <a:pathLst>
                    <a:path w="46" h="72">
                      <a:moveTo>
                        <a:pt x="41" y="72"/>
                      </a:moveTo>
                      <a:cubicBezTo>
                        <a:pt x="41" y="72"/>
                        <a:pt x="0" y="61"/>
                        <a:pt x="6" y="0"/>
                      </a:cubicBezTo>
                      <a:cubicBezTo>
                        <a:pt x="6" y="0"/>
                        <a:pt x="46" y="20"/>
                        <a:pt x="41" y="72"/>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84" name="Freeform 44"/>
                <p:cNvSpPr/>
                <p:nvPr>
                  <p:custDataLst>
                    <p:tags r:id="rId23"/>
                  </p:custDataLst>
                </p:nvPr>
              </p:nvSpPr>
              <p:spPr bwMode="auto">
                <a:xfrm flipH="1">
                  <a:off x="3670300" y="6011863"/>
                  <a:ext cx="88900" cy="134938"/>
                </a:xfrm>
                <a:custGeom>
                  <a:avLst/>
                  <a:gdLst>
                    <a:gd name="T0" fmla="*/ 4 w 46"/>
                    <a:gd name="T1" fmla="*/ 71 h 71"/>
                    <a:gd name="T2" fmla="*/ 40 w 46"/>
                    <a:gd name="T3" fmla="*/ 0 h 71"/>
                    <a:gd name="T4" fmla="*/ 4 w 46"/>
                    <a:gd name="T5" fmla="*/ 71 h 71"/>
                  </a:gdLst>
                  <a:ahLst/>
                  <a:cxnLst>
                    <a:cxn ang="0">
                      <a:pos x="T0" y="T1"/>
                    </a:cxn>
                    <a:cxn ang="0">
                      <a:pos x="T2" y="T3"/>
                    </a:cxn>
                    <a:cxn ang="0">
                      <a:pos x="T4" y="T5"/>
                    </a:cxn>
                  </a:cxnLst>
                  <a:rect l="0" t="0" r="r" b="b"/>
                  <a:pathLst>
                    <a:path w="46" h="71">
                      <a:moveTo>
                        <a:pt x="4" y="71"/>
                      </a:moveTo>
                      <a:cubicBezTo>
                        <a:pt x="4" y="71"/>
                        <a:pt x="46" y="60"/>
                        <a:pt x="40" y="0"/>
                      </a:cubicBezTo>
                      <a:cubicBezTo>
                        <a:pt x="40" y="0"/>
                        <a:pt x="0" y="19"/>
                        <a:pt x="4" y="71"/>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85" name="Freeform 45"/>
                <p:cNvSpPr/>
                <p:nvPr>
                  <p:custDataLst>
                    <p:tags r:id="rId24"/>
                  </p:custDataLst>
                </p:nvPr>
              </p:nvSpPr>
              <p:spPr bwMode="auto">
                <a:xfrm flipH="1">
                  <a:off x="3692525" y="5940425"/>
                  <a:ext cx="109538" cy="153988"/>
                </a:xfrm>
                <a:custGeom>
                  <a:avLst/>
                  <a:gdLst>
                    <a:gd name="T0" fmla="*/ 27 w 58"/>
                    <a:gd name="T1" fmla="*/ 81 h 81"/>
                    <a:gd name="T2" fmla="*/ 26 w 58"/>
                    <a:gd name="T3" fmla="*/ 0 h 81"/>
                    <a:gd name="T4" fmla="*/ 27 w 58"/>
                    <a:gd name="T5" fmla="*/ 81 h 81"/>
                  </a:gdLst>
                  <a:ahLst/>
                  <a:cxnLst>
                    <a:cxn ang="0">
                      <a:pos x="T0" y="T1"/>
                    </a:cxn>
                    <a:cxn ang="0">
                      <a:pos x="T2" y="T3"/>
                    </a:cxn>
                    <a:cxn ang="0">
                      <a:pos x="T4" y="T5"/>
                    </a:cxn>
                  </a:cxnLst>
                  <a:rect l="0" t="0" r="r" b="b"/>
                  <a:pathLst>
                    <a:path w="58" h="81">
                      <a:moveTo>
                        <a:pt x="27" y="81"/>
                      </a:moveTo>
                      <a:cubicBezTo>
                        <a:pt x="27" y="81"/>
                        <a:pt x="58" y="50"/>
                        <a:pt x="26" y="0"/>
                      </a:cubicBezTo>
                      <a:cubicBezTo>
                        <a:pt x="26" y="0"/>
                        <a:pt x="0" y="37"/>
                        <a:pt x="27" y="81"/>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86" name="Freeform 46"/>
                <p:cNvSpPr/>
                <p:nvPr>
                  <p:custDataLst>
                    <p:tags r:id="rId25"/>
                  </p:custDataLst>
                </p:nvPr>
              </p:nvSpPr>
              <p:spPr bwMode="auto">
                <a:xfrm flipH="1">
                  <a:off x="1462088" y="6045200"/>
                  <a:ext cx="88900" cy="139700"/>
                </a:xfrm>
                <a:custGeom>
                  <a:avLst/>
                  <a:gdLst>
                    <a:gd name="T0" fmla="*/ 41 w 46"/>
                    <a:gd name="T1" fmla="*/ 73 h 73"/>
                    <a:gd name="T2" fmla="*/ 6 w 46"/>
                    <a:gd name="T3" fmla="*/ 0 h 73"/>
                    <a:gd name="T4" fmla="*/ 41 w 46"/>
                    <a:gd name="T5" fmla="*/ 73 h 73"/>
                  </a:gdLst>
                  <a:ahLst/>
                  <a:cxnLst>
                    <a:cxn ang="0">
                      <a:pos x="T0" y="T1"/>
                    </a:cxn>
                    <a:cxn ang="0">
                      <a:pos x="T2" y="T3"/>
                    </a:cxn>
                    <a:cxn ang="0">
                      <a:pos x="T4" y="T5"/>
                    </a:cxn>
                  </a:cxnLst>
                  <a:rect l="0" t="0" r="r" b="b"/>
                  <a:pathLst>
                    <a:path w="46" h="73">
                      <a:moveTo>
                        <a:pt x="41" y="73"/>
                      </a:moveTo>
                      <a:cubicBezTo>
                        <a:pt x="41" y="73"/>
                        <a:pt x="0" y="61"/>
                        <a:pt x="6" y="0"/>
                      </a:cubicBezTo>
                      <a:cubicBezTo>
                        <a:pt x="6" y="0"/>
                        <a:pt x="46" y="20"/>
                        <a:pt x="41" y="73"/>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87" name="Freeform 47"/>
                <p:cNvSpPr/>
                <p:nvPr>
                  <p:custDataLst>
                    <p:tags r:id="rId26"/>
                  </p:custDataLst>
                </p:nvPr>
              </p:nvSpPr>
              <p:spPr bwMode="auto">
                <a:xfrm flipH="1">
                  <a:off x="1392237" y="6045200"/>
                  <a:ext cx="87313" cy="139700"/>
                </a:xfrm>
                <a:custGeom>
                  <a:avLst/>
                  <a:gdLst>
                    <a:gd name="T0" fmla="*/ 4 w 46"/>
                    <a:gd name="T1" fmla="*/ 73 h 73"/>
                    <a:gd name="T2" fmla="*/ 41 w 46"/>
                    <a:gd name="T3" fmla="*/ 0 h 73"/>
                    <a:gd name="T4" fmla="*/ 4 w 46"/>
                    <a:gd name="T5" fmla="*/ 73 h 73"/>
                  </a:gdLst>
                  <a:ahLst/>
                  <a:cxnLst>
                    <a:cxn ang="0">
                      <a:pos x="T0" y="T1"/>
                    </a:cxn>
                    <a:cxn ang="0">
                      <a:pos x="T2" y="T3"/>
                    </a:cxn>
                    <a:cxn ang="0">
                      <a:pos x="T4" y="T5"/>
                    </a:cxn>
                  </a:cxnLst>
                  <a:rect l="0" t="0" r="r" b="b"/>
                  <a:pathLst>
                    <a:path w="46" h="73">
                      <a:moveTo>
                        <a:pt x="4" y="73"/>
                      </a:moveTo>
                      <a:cubicBezTo>
                        <a:pt x="4" y="73"/>
                        <a:pt x="46" y="61"/>
                        <a:pt x="41" y="0"/>
                      </a:cubicBezTo>
                      <a:cubicBezTo>
                        <a:pt x="41" y="0"/>
                        <a:pt x="0" y="20"/>
                        <a:pt x="4" y="73"/>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88" name="Freeform 48"/>
                <p:cNvSpPr/>
                <p:nvPr>
                  <p:custDataLst>
                    <p:tags r:id="rId27"/>
                  </p:custDataLst>
                </p:nvPr>
              </p:nvSpPr>
              <p:spPr bwMode="auto">
                <a:xfrm flipH="1">
                  <a:off x="1412875" y="5975350"/>
                  <a:ext cx="112713" cy="155575"/>
                </a:xfrm>
                <a:custGeom>
                  <a:avLst/>
                  <a:gdLst>
                    <a:gd name="T0" fmla="*/ 28 w 59"/>
                    <a:gd name="T1" fmla="*/ 82 h 82"/>
                    <a:gd name="T2" fmla="*/ 27 w 59"/>
                    <a:gd name="T3" fmla="*/ 0 h 82"/>
                    <a:gd name="T4" fmla="*/ 28 w 59"/>
                    <a:gd name="T5" fmla="*/ 82 h 82"/>
                  </a:gdLst>
                  <a:ahLst/>
                  <a:cxnLst>
                    <a:cxn ang="0">
                      <a:pos x="T0" y="T1"/>
                    </a:cxn>
                    <a:cxn ang="0">
                      <a:pos x="T2" y="T3"/>
                    </a:cxn>
                    <a:cxn ang="0">
                      <a:pos x="T4" y="T5"/>
                    </a:cxn>
                  </a:cxnLst>
                  <a:rect l="0" t="0" r="r" b="b"/>
                  <a:pathLst>
                    <a:path w="59" h="82">
                      <a:moveTo>
                        <a:pt x="28" y="82"/>
                      </a:moveTo>
                      <a:cubicBezTo>
                        <a:pt x="28" y="82"/>
                        <a:pt x="59" y="51"/>
                        <a:pt x="27" y="0"/>
                      </a:cubicBezTo>
                      <a:cubicBezTo>
                        <a:pt x="27" y="0"/>
                        <a:pt x="0" y="37"/>
                        <a:pt x="28" y="82"/>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72" name="Oval 32"/>
                <p:cNvSpPr>
                  <a:spLocks noChangeArrowheads="1"/>
                </p:cNvSpPr>
                <p:nvPr>
                  <p:custDataLst>
                    <p:tags r:id="rId28"/>
                  </p:custDataLst>
                </p:nvPr>
              </p:nvSpPr>
              <p:spPr bwMode="auto">
                <a:xfrm flipH="1">
                  <a:off x="3854450" y="6224588"/>
                  <a:ext cx="1831975" cy="109538"/>
                </a:xfrm>
                <a:prstGeom prst="ellipse">
                  <a:avLst/>
                </a:prstGeom>
                <a:solidFill>
                  <a:schemeClr val="tx2">
                    <a:alpha val="70000"/>
                  </a:schemeClr>
                </a:solidFill>
                <a:ln>
                  <a:noFill/>
                </a:ln>
              </p:spPr>
              <p:txBody>
                <a:bodyPr vert="horz" wrap="square" lIns="91440" tIns="45720" rIns="91440" bIns="45720" numCol="1" anchor="t" anchorCtr="0" compatLnSpc="1"/>
                <a:lstStyle/>
                <a:p>
                  <a:endParaRPr lang="zh-CN" altLang="en-US"/>
                </a:p>
              </p:txBody>
            </p:sp>
            <p:sp>
              <p:nvSpPr>
                <p:cNvPr id="173" name="Oval 33"/>
                <p:cNvSpPr>
                  <a:spLocks noChangeArrowheads="1"/>
                </p:cNvSpPr>
                <p:nvPr>
                  <p:custDataLst>
                    <p:tags r:id="rId29"/>
                  </p:custDataLst>
                </p:nvPr>
              </p:nvSpPr>
              <p:spPr bwMode="auto">
                <a:xfrm flipH="1">
                  <a:off x="1160463" y="6210300"/>
                  <a:ext cx="1831975" cy="111125"/>
                </a:xfrm>
                <a:prstGeom prst="ellipse">
                  <a:avLst/>
                </a:prstGeom>
                <a:solidFill>
                  <a:schemeClr val="tx2">
                    <a:alpha val="70000"/>
                  </a:schemeClr>
                </a:solidFill>
                <a:ln>
                  <a:noFill/>
                </a:ln>
              </p:spPr>
              <p:txBody>
                <a:bodyPr vert="horz" wrap="square" lIns="91440" tIns="45720" rIns="91440" bIns="45720" numCol="1" anchor="t" anchorCtr="0" compatLnSpc="1"/>
                <a:lstStyle/>
                <a:p>
                  <a:endParaRPr lang="zh-CN" altLang="en-US"/>
                </a:p>
              </p:txBody>
            </p:sp>
            <p:sp>
              <p:nvSpPr>
                <p:cNvPr id="191" name="Freeform 51"/>
                <p:cNvSpPr/>
                <p:nvPr>
                  <p:custDataLst>
                    <p:tags r:id="rId30"/>
                  </p:custDataLst>
                </p:nvPr>
              </p:nvSpPr>
              <p:spPr bwMode="auto">
                <a:xfrm flipH="1">
                  <a:off x="1162050" y="1409700"/>
                  <a:ext cx="1647825" cy="2574925"/>
                </a:xfrm>
                <a:custGeom>
                  <a:avLst/>
                  <a:gdLst>
                    <a:gd name="T0" fmla="*/ 825 w 865"/>
                    <a:gd name="T1" fmla="*/ 1353 h 1353"/>
                    <a:gd name="T2" fmla="*/ 0 w 865"/>
                    <a:gd name="T3" fmla="*/ 1353 h 1353"/>
                    <a:gd name="T4" fmla="*/ 0 w 865"/>
                    <a:gd name="T5" fmla="*/ 0 h 1353"/>
                    <a:gd name="T6" fmla="*/ 865 w 865"/>
                    <a:gd name="T7" fmla="*/ 0 h 1353"/>
                    <a:gd name="T8" fmla="*/ 865 w 865"/>
                    <a:gd name="T9" fmla="*/ 1313 h 1353"/>
                    <a:gd name="T10" fmla="*/ 825 w 865"/>
                    <a:gd name="T11" fmla="*/ 1353 h 1353"/>
                  </a:gdLst>
                  <a:ahLst/>
                  <a:cxnLst>
                    <a:cxn ang="0">
                      <a:pos x="T0" y="T1"/>
                    </a:cxn>
                    <a:cxn ang="0">
                      <a:pos x="T2" y="T3"/>
                    </a:cxn>
                    <a:cxn ang="0">
                      <a:pos x="T4" y="T5"/>
                    </a:cxn>
                    <a:cxn ang="0">
                      <a:pos x="T6" y="T7"/>
                    </a:cxn>
                    <a:cxn ang="0">
                      <a:pos x="T8" y="T9"/>
                    </a:cxn>
                    <a:cxn ang="0">
                      <a:pos x="T10" y="T11"/>
                    </a:cxn>
                  </a:cxnLst>
                  <a:rect l="0" t="0" r="r" b="b"/>
                  <a:pathLst>
                    <a:path w="865" h="1353">
                      <a:moveTo>
                        <a:pt x="825" y="1353"/>
                      </a:moveTo>
                      <a:cubicBezTo>
                        <a:pt x="0" y="1353"/>
                        <a:pt x="0" y="1353"/>
                        <a:pt x="0" y="1353"/>
                      </a:cubicBezTo>
                      <a:cubicBezTo>
                        <a:pt x="0" y="0"/>
                        <a:pt x="0" y="0"/>
                        <a:pt x="0" y="0"/>
                      </a:cubicBezTo>
                      <a:cubicBezTo>
                        <a:pt x="865" y="0"/>
                        <a:pt x="865" y="0"/>
                        <a:pt x="865" y="0"/>
                      </a:cubicBezTo>
                      <a:cubicBezTo>
                        <a:pt x="865" y="1313"/>
                        <a:pt x="865" y="1313"/>
                        <a:pt x="865" y="1313"/>
                      </a:cubicBezTo>
                      <a:cubicBezTo>
                        <a:pt x="865" y="1335"/>
                        <a:pt x="847" y="1353"/>
                        <a:pt x="825" y="1353"/>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93" name="Oval 53"/>
                <p:cNvSpPr>
                  <a:spLocks noChangeArrowheads="1"/>
                </p:cNvSpPr>
                <p:nvPr>
                  <p:custDataLst>
                    <p:tags r:id="rId31"/>
                  </p:custDataLst>
                </p:nvPr>
              </p:nvSpPr>
              <p:spPr bwMode="auto">
                <a:xfrm flipH="1">
                  <a:off x="5770563" y="1230313"/>
                  <a:ext cx="98425" cy="92075"/>
                </a:xfrm>
                <a:prstGeom prst="ellipse">
                  <a:avLst/>
                </a:prstGeom>
                <a:solidFill>
                  <a:srgbClr val="E6332A"/>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94" name="Oval 54"/>
                <p:cNvSpPr>
                  <a:spLocks noChangeArrowheads="1"/>
                </p:cNvSpPr>
                <p:nvPr>
                  <p:custDataLst>
                    <p:tags r:id="rId32"/>
                  </p:custDataLst>
                </p:nvPr>
              </p:nvSpPr>
              <p:spPr bwMode="auto">
                <a:xfrm flipH="1">
                  <a:off x="5484813" y="1230313"/>
                  <a:ext cx="101600" cy="92075"/>
                </a:xfrm>
                <a:prstGeom prst="ellipse">
                  <a:avLst/>
                </a:prstGeom>
                <a:solidFill>
                  <a:srgbClr val="74C8D6"/>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95" name="Oval 55"/>
                <p:cNvSpPr>
                  <a:spLocks noChangeArrowheads="1"/>
                </p:cNvSpPr>
                <p:nvPr>
                  <p:custDataLst>
                    <p:tags r:id="rId33"/>
                  </p:custDataLst>
                </p:nvPr>
              </p:nvSpPr>
              <p:spPr bwMode="auto">
                <a:xfrm flipH="1">
                  <a:off x="5200650" y="1230313"/>
                  <a:ext cx="100013" cy="92075"/>
                </a:xfrm>
                <a:prstGeom prst="ellipse">
                  <a:avLst/>
                </a:prstGeom>
                <a:solidFill>
                  <a:srgbClr val="FADD74"/>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96" name="Freeform 56"/>
                <p:cNvSpPr/>
                <p:nvPr>
                  <p:custDataLst>
                    <p:tags r:id="rId34"/>
                  </p:custDataLst>
                </p:nvPr>
              </p:nvSpPr>
              <p:spPr bwMode="auto">
                <a:xfrm flipH="1">
                  <a:off x="1690688" y="1206500"/>
                  <a:ext cx="3327400" cy="144463"/>
                </a:xfrm>
                <a:custGeom>
                  <a:avLst/>
                  <a:gdLst>
                    <a:gd name="T0" fmla="*/ 1738 w 1746"/>
                    <a:gd name="T1" fmla="*/ 76 h 76"/>
                    <a:gd name="T2" fmla="*/ 8 w 1746"/>
                    <a:gd name="T3" fmla="*/ 76 h 76"/>
                    <a:gd name="T4" fmla="*/ 0 w 1746"/>
                    <a:gd name="T5" fmla="*/ 67 h 76"/>
                    <a:gd name="T6" fmla="*/ 0 w 1746"/>
                    <a:gd name="T7" fmla="*/ 8 h 76"/>
                    <a:gd name="T8" fmla="*/ 8 w 1746"/>
                    <a:gd name="T9" fmla="*/ 0 h 76"/>
                    <a:gd name="T10" fmla="*/ 1738 w 1746"/>
                    <a:gd name="T11" fmla="*/ 0 h 76"/>
                    <a:gd name="T12" fmla="*/ 1746 w 1746"/>
                    <a:gd name="T13" fmla="*/ 8 h 76"/>
                    <a:gd name="T14" fmla="*/ 1746 w 1746"/>
                    <a:gd name="T15" fmla="*/ 67 h 76"/>
                    <a:gd name="T16" fmla="*/ 1738 w 1746"/>
                    <a:gd name="T17" fmla="*/ 76 h 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46" h="76">
                      <a:moveTo>
                        <a:pt x="1738" y="76"/>
                      </a:moveTo>
                      <a:cubicBezTo>
                        <a:pt x="8" y="76"/>
                        <a:pt x="8" y="76"/>
                        <a:pt x="8" y="76"/>
                      </a:cubicBezTo>
                      <a:cubicBezTo>
                        <a:pt x="3" y="76"/>
                        <a:pt x="0" y="72"/>
                        <a:pt x="0" y="67"/>
                      </a:cubicBezTo>
                      <a:cubicBezTo>
                        <a:pt x="0" y="8"/>
                        <a:pt x="0" y="8"/>
                        <a:pt x="0" y="8"/>
                      </a:cubicBezTo>
                      <a:cubicBezTo>
                        <a:pt x="0" y="4"/>
                        <a:pt x="3" y="0"/>
                        <a:pt x="8" y="0"/>
                      </a:cubicBezTo>
                      <a:cubicBezTo>
                        <a:pt x="1738" y="0"/>
                        <a:pt x="1738" y="0"/>
                        <a:pt x="1738" y="0"/>
                      </a:cubicBezTo>
                      <a:cubicBezTo>
                        <a:pt x="1742" y="0"/>
                        <a:pt x="1746" y="4"/>
                        <a:pt x="1746" y="8"/>
                      </a:cubicBezTo>
                      <a:cubicBezTo>
                        <a:pt x="1746" y="67"/>
                        <a:pt x="1746" y="67"/>
                        <a:pt x="1746" y="67"/>
                      </a:cubicBezTo>
                      <a:cubicBezTo>
                        <a:pt x="1746" y="72"/>
                        <a:pt x="1742" y="76"/>
                        <a:pt x="1738" y="76"/>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97" name="Freeform 57"/>
                <p:cNvSpPr/>
                <p:nvPr>
                  <p:custDataLst>
                    <p:tags r:id="rId35"/>
                  </p:custDataLst>
                </p:nvPr>
              </p:nvSpPr>
              <p:spPr bwMode="auto">
                <a:xfrm flipH="1">
                  <a:off x="4619625" y="2874963"/>
                  <a:ext cx="1284288" cy="765175"/>
                </a:xfrm>
                <a:custGeom>
                  <a:avLst/>
                  <a:gdLst>
                    <a:gd name="T0" fmla="*/ 660 w 674"/>
                    <a:gd name="T1" fmla="*/ 402 h 402"/>
                    <a:gd name="T2" fmla="*/ 14 w 674"/>
                    <a:gd name="T3" fmla="*/ 402 h 402"/>
                    <a:gd name="T4" fmla="*/ 0 w 674"/>
                    <a:gd name="T5" fmla="*/ 388 h 402"/>
                    <a:gd name="T6" fmla="*/ 0 w 674"/>
                    <a:gd name="T7" fmla="*/ 15 h 402"/>
                    <a:gd name="T8" fmla="*/ 14 w 674"/>
                    <a:gd name="T9" fmla="*/ 0 h 402"/>
                    <a:gd name="T10" fmla="*/ 660 w 674"/>
                    <a:gd name="T11" fmla="*/ 0 h 402"/>
                    <a:gd name="T12" fmla="*/ 674 w 674"/>
                    <a:gd name="T13" fmla="*/ 15 h 402"/>
                    <a:gd name="T14" fmla="*/ 674 w 674"/>
                    <a:gd name="T15" fmla="*/ 388 h 402"/>
                    <a:gd name="T16" fmla="*/ 660 w 674"/>
                    <a:gd name="T17" fmla="*/ 402 h 4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74" h="402">
                      <a:moveTo>
                        <a:pt x="660" y="402"/>
                      </a:moveTo>
                      <a:cubicBezTo>
                        <a:pt x="14" y="402"/>
                        <a:pt x="14" y="402"/>
                        <a:pt x="14" y="402"/>
                      </a:cubicBezTo>
                      <a:cubicBezTo>
                        <a:pt x="6" y="402"/>
                        <a:pt x="0" y="396"/>
                        <a:pt x="0" y="388"/>
                      </a:cubicBezTo>
                      <a:cubicBezTo>
                        <a:pt x="0" y="15"/>
                        <a:pt x="0" y="15"/>
                        <a:pt x="0" y="15"/>
                      </a:cubicBezTo>
                      <a:cubicBezTo>
                        <a:pt x="0" y="7"/>
                        <a:pt x="6" y="0"/>
                        <a:pt x="14" y="0"/>
                      </a:cubicBezTo>
                      <a:cubicBezTo>
                        <a:pt x="660" y="0"/>
                        <a:pt x="660" y="0"/>
                        <a:pt x="660" y="0"/>
                      </a:cubicBezTo>
                      <a:cubicBezTo>
                        <a:pt x="668" y="0"/>
                        <a:pt x="674" y="7"/>
                        <a:pt x="674" y="15"/>
                      </a:cubicBezTo>
                      <a:cubicBezTo>
                        <a:pt x="674" y="388"/>
                        <a:pt x="674" y="388"/>
                        <a:pt x="674" y="388"/>
                      </a:cubicBezTo>
                      <a:cubicBezTo>
                        <a:pt x="674" y="396"/>
                        <a:pt x="668" y="402"/>
                        <a:pt x="660" y="402"/>
                      </a:cubicBezTo>
                      <a:close/>
                    </a:path>
                  </a:pathLst>
                </a:custGeom>
                <a:solidFill>
                  <a:srgbClr val="DADADA"/>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98" name="Rectangle 58"/>
                <p:cNvSpPr>
                  <a:spLocks noChangeArrowheads="1"/>
                </p:cNvSpPr>
                <p:nvPr>
                  <p:custDataLst>
                    <p:tags r:id="rId36"/>
                  </p:custDataLst>
                </p:nvPr>
              </p:nvSpPr>
              <p:spPr bwMode="auto">
                <a:xfrm flipH="1">
                  <a:off x="5135563" y="3257550"/>
                  <a:ext cx="682625" cy="84138"/>
                </a:xfrm>
                <a:prstGeom prst="rect">
                  <a:avLst/>
                </a:prstGeom>
                <a:solidFill>
                  <a:srgbClr val="E6332A"/>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199" name="Rectangle 59"/>
                <p:cNvSpPr>
                  <a:spLocks noChangeArrowheads="1"/>
                </p:cNvSpPr>
                <p:nvPr>
                  <p:custDataLst>
                    <p:tags r:id="rId37"/>
                  </p:custDataLst>
                </p:nvPr>
              </p:nvSpPr>
              <p:spPr bwMode="auto">
                <a:xfrm flipH="1">
                  <a:off x="4762500" y="3508375"/>
                  <a:ext cx="1055688" cy="84138"/>
                </a:xfrm>
                <a:prstGeom prst="rect">
                  <a:avLst/>
                </a:prstGeom>
                <a:solidFill>
                  <a:srgbClr val="FADD7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200" name="Rectangle 60"/>
                <p:cNvSpPr>
                  <a:spLocks noChangeArrowheads="1"/>
                </p:cNvSpPr>
                <p:nvPr>
                  <p:custDataLst>
                    <p:tags r:id="rId38"/>
                  </p:custDataLst>
                </p:nvPr>
              </p:nvSpPr>
              <p:spPr bwMode="auto">
                <a:xfrm flipH="1">
                  <a:off x="5227638" y="3386138"/>
                  <a:ext cx="590550" cy="8413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201" name="Rectangle 61"/>
                <p:cNvSpPr>
                  <a:spLocks noChangeArrowheads="1"/>
                </p:cNvSpPr>
                <p:nvPr>
                  <p:custDataLst>
                    <p:tags r:id="rId39"/>
                  </p:custDataLst>
                </p:nvPr>
              </p:nvSpPr>
              <p:spPr bwMode="auto">
                <a:xfrm flipH="1">
                  <a:off x="5497513" y="2944813"/>
                  <a:ext cx="327025" cy="268288"/>
                </a:xfrm>
                <a:prstGeom prst="rect">
                  <a:avLst/>
                </a:prstGeom>
                <a:solidFill>
                  <a:srgbClr val="00DDFE"/>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202" name="Rectangle 62"/>
                <p:cNvSpPr>
                  <a:spLocks noChangeArrowheads="1"/>
                </p:cNvSpPr>
                <p:nvPr>
                  <p:custDataLst>
                    <p:tags r:id="rId40"/>
                  </p:custDataLst>
                </p:nvPr>
              </p:nvSpPr>
              <p:spPr bwMode="auto">
                <a:xfrm flipH="1">
                  <a:off x="5111750" y="2944813"/>
                  <a:ext cx="325438" cy="268288"/>
                </a:xfrm>
                <a:prstGeom prst="rect">
                  <a:avLst/>
                </a:prstGeom>
                <a:solidFill>
                  <a:srgbClr val="FADD7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203" name="Rectangle 63"/>
                <p:cNvSpPr>
                  <a:spLocks noChangeArrowheads="1"/>
                </p:cNvSpPr>
                <p:nvPr>
                  <p:custDataLst>
                    <p:tags r:id="rId41"/>
                  </p:custDataLst>
                </p:nvPr>
              </p:nvSpPr>
              <p:spPr bwMode="auto">
                <a:xfrm flipH="1">
                  <a:off x="4724400" y="2944813"/>
                  <a:ext cx="325438" cy="268288"/>
                </a:xfrm>
                <a:prstGeom prst="rect">
                  <a:avLst/>
                </a:prstGeom>
                <a:solidFill>
                  <a:srgbClr val="34525C"/>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204" name="Freeform 64"/>
                <p:cNvSpPr/>
                <p:nvPr>
                  <p:custDataLst>
                    <p:tags r:id="rId42"/>
                  </p:custDataLst>
                </p:nvPr>
              </p:nvSpPr>
              <p:spPr bwMode="auto">
                <a:xfrm flipH="1">
                  <a:off x="1341438" y="1562100"/>
                  <a:ext cx="1285875" cy="762000"/>
                </a:xfrm>
                <a:custGeom>
                  <a:avLst/>
                  <a:gdLst>
                    <a:gd name="T0" fmla="*/ 660 w 675"/>
                    <a:gd name="T1" fmla="*/ 401 h 401"/>
                    <a:gd name="T2" fmla="*/ 15 w 675"/>
                    <a:gd name="T3" fmla="*/ 401 h 401"/>
                    <a:gd name="T4" fmla="*/ 0 w 675"/>
                    <a:gd name="T5" fmla="*/ 387 h 401"/>
                    <a:gd name="T6" fmla="*/ 0 w 675"/>
                    <a:gd name="T7" fmla="*/ 14 h 401"/>
                    <a:gd name="T8" fmla="*/ 15 w 675"/>
                    <a:gd name="T9" fmla="*/ 0 h 401"/>
                    <a:gd name="T10" fmla="*/ 660 w 675"/>
                    <a:gd name="T11" fmla="*/ 0 h 401"/>
                    <a:gd name="T12" fmla="*/ 675 w 675"/>
                    <a:gd name="T13" fmla="*/ 14 h 401"/>
                    <a:gd name="T14" fmla="*/ 675 w 675"/>
                    <a:gd name="T15" fmla="*/ 387 h 401"/>
                    <a:gd name="T16" fmla="*/ 660 w 675"/>
                    <a:gd name="T17" fmla="*/ 401 h 4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75" h="401">
                      <a:moveTo>
                        <a:pt x="660" y="401"/>
                      </a:moveTo>
                      <a:cubicBezTo>
                        <a:pt x="15" y="401"/>
                        <a:pt x="15" y="401"/>
                        <a:pt x="15" y="401"/>
                      </a:cubicBezTo>
                      <a:cubicBezTo>
                        <a:pt x="7" y="401"/>
                        <a:pt x="0" y="395"/>
                        <a:pt x="0" y="387"/>
                      </a:cubicBezTo>
                      <a:cubicBezTo>
                        <a:pt x="0" y="14"/>
                        <a:pt x="0" y="14"/>
                        <a:pt x="0" y="14"/>
                      </a:cubicBezTo>
                      <a:cubicBezTo>
                        <a:pt x="0" y="6"/>
                        <a:pt x="7" y="0"/>
                        <a:pt x="15" y="0"/>
                      </a:cubicBezTo>
                      <a:cubicBezTo>
                        <a:pt x="660" y="0"/>
                        <a:pt x="660" y="0"/>
                        <a:pt x="660" y="0"/>
                      </a:cubicBezTo>
                      <a:cubicBezTo>
                        <a:pt x="668" y="0"/>
                        <a:pt x="675" y="6"/>
                        <a:pt x="675" y="14"/>
                      </a:cubicBezTo>
                      <a:cubicBezTo>
                        <a:pt x="675" y="387"/>
                        <a:pt x="675" y="387"/>
                        <a:pt x="675" y="387"/>
                      </a:cubicBezTo>
                      <a:cubicBezTo>
                        <a:pt x="675" y="395"/>
                        <a:pt x="668" y="401"/>
                        <a:pt x="660" y="401"/>
                      </a:cubicBezTo>
                      <a:close/>
                    </a:path>
                  </a:pathLst>
                </a:custGeom>
                <a:solidFill>
                  <a:srgbClr val="DADADA"/>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05" name="Rectangle 65"/>
                <p:cNvSpPr>
                  <a:spLocks noChangeArrowheads="1"/>
                </p:cNvSpPr>
                <p:nvPr>
                  <p:custDataLst>
                    <p:tags r:id="rId43"/>
                  </p:custDataLst>
                </p:nvPr>
              </p:nvSpPr>
              <p:spPr bwMode="auto">
                <a:xfrm flipH="1">
                  <a:off x="1857375" y="1941513"/>
                  <a:ext cx="682625" cy="84138"/>
                </a:xfrm>
                <a:prstGeom prst="rect">
                  <a:avLst/>
                </a:prstGeom>
                <a:solidFill>
                  <a:srgbClr val="E6332A"/>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206" name="Rectangle 66"/>
                <p:cNvSpPr>
                  <a:spLocks noChangeArrowheads="1"/>
                </p:cNvSpPr>
                <p:nvPr>
                  <p:custDataLst>
                    <p:tags r:id="rId44"/>
                  </p:custDataLst>
                </p:nvPr>
              </p:nvSpPr>
              <p:spPr bwMode="auto">
                <a:xfrm flipH="1">
                  <a:off x="1485900" y="2193925"/>
                  <a:ext cx="1054100" cy="82550"/>
                </a:xfrm>
                <a:prstGeom prst="rect">
                  <a:avLst/>
                </a:prstGeom>
                <a:solidFill>
                  <a:srgbClr val="FADD7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207" name="Rectangle 67"/>
                <p:cNvSpPr>
                  <a:spLocks noChangeArrowheads="1"/>
                </p:cNvSpPr>
                <p:nvPr>
                  <p:custDataLst>
                    <p:tags r:id="rId45"/>
                  </p:custDataLst>
                </p:nvPr>
              </p:nvSpPr>
              <p:spPr bwMode="auto">
                <a:xfrm flipH="1">
                  <a:off x="1947862" y="2071688"/>
                  <a:ext cx="592138" cy="8413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208" name="Rectangle 68"/>
                <p:cNvSpPr>
                  <a:spLocks noChangeArrowheads="1"/>
                </p:cNvSpPr>
                <p:nvPr>
                  <p:custDataLst>
                    <p:tags r:id="rId46"/>
                  </p:custDataLst>
                </p:nvPr>
              </p:nvSpPr>
              <p:spPr bwMode="auto">
                <a:xfrm flipH="1">
                  <a:off x="2220913" y="1631950"/>
                  <a:ext cx="323850" cy="266700"/>
                </a:xfrm>
                <a:prstGeom prst="rect">
                  <a:avLst/>
                </a:prstGeom>
                <a:solidFill>
                  <a:srgbClr val="00DDFE"/>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209" name="Rectangle 69"/>
                <p:cNvSpPr>
                  <a:spLocks noChangeArrowheads="1"/>
                </p:cNvSpPr>
                <p:nvPr>
                  <p:custDataLst>
                    <p:tags r:id="rId47"/>
                  </p:custDataLst>
                </p:nvPr>
              </p:nvSpPr>
              <p:spPr bwMode="auto">
                <a:xfrm flipH="1">
                  <a:off x="1833562" y="1631950"/>
                  <a:ext cx="325438" cy="266700"/>
                </a:xfrm>
                <a:prstGeom prst="rect">
                  <a:avLst/>
                </a:prstGeom>
                <a:solidFill>
                  <a:srgbClr val="FADD7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210" name="Rectangle 70"/>
                <p:cNvSpPr>
                  <a:spLocks noChangeArrowheads="1"/>
                </p:cNvSpPr>
                <p:nvPr>
                  <p:custDataLst>
                    <p:tags r:id="rId48"/>
                  </p:custDataLst>
                </p:nvPr>
              </p:nvSpPr>
              <p:spPr bwMode="auto">
                <a:xfrm flipH="1">
                  <a:off x="1447800" y="1631950"/>
                  <a:ext cx="323850" cy="266700"/>
                </a:xfrm>
                <a:prstGeom prst="rect">
                  <a:avLst/>
                </a:prstGeom>
                <a:solidFill>
                  <a:srgbClr val="34525C"/>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211" name="Freeform 71"/>
                <p:cNvSpPr/>
                <p:nvPr>
                  <p:custDataLst>
                    <p:tags r:id="rId49"/>
                  </p:custDataLst>
                </p:nvPr>
              </p:nvSpPr>
              <p:spPr bwMode="auto">
                <a:xfrm flipH="1">
                  <a:off x="3740150" y="3190875"/>
                  <a:ext cx="436563" cy="652463"/>
                </a:xfrm>
                <a:custGeom>
                  <a:avLst/>
                  <a:gdLst>
                    <a:gd name="T0" fmla="*/ 0 w 275"/>
                    <a:gd name="T1" fmla="*/ 319 h 411"/>
                    <a:gd name="T2" fmla="*/ 113 w 275"/>
                    <a:gd name="T3" fmla="*/ 253 h 411"/>
                    <a:gd name="T4" fmla="*/ 230 w 275"/>
                    <a:gd name="T5" fmla="*/ 0 h 411"/>
                    <a:gd name="T6" fmla="*/ 275 w 275"/>
                    <a:gd name="T7" fmla="*/ 11 h 411"/>
                    <a:gd name="T8" fmla="*/ 177 w 275"/>
                    <a:gd name="T9" fmla="*/ 283 h 411"/>
                    <a:gd name="T10" fmla="*/ 50 w 275"/>
                    <a:gd name="T11" fmla="*/ 411 h 411"/>
                    <a:gd name="T12" fmla="*/ 0 w 275"/>
                    <a:gd name="T13" fmla="*/ 319 h 411"/>
                  </a:gdLst>
                  <a:ahLst/>
                  <a:cxnLst>
                    <a:cxn ang="0">
                      <a:pos x="T0" y="T1"/>
                    </a:cxn>
                    <a:cxn ang="0">
                      <a:pos x="T2" y="T3"/>
                    </a:cxn>
                    <a:cxn ang="0">
                      <a:pos x="T4" y="T5"/>
                    </a:cxn>
                    <a:cxn ang="0">
                      <a:pos x="T6" y="T7"/>
                    </a:cxn>
                    <a:cxn ang="0">
                      <a:pos x="T8" y="T9"/>
                    </a:cxn>
                    <a:cxn ang="0">
                      <a:pos x="T10" y="T11"/>
                    </a:cxn>
                    <a:cxn ang="0">
                      <a:pos x="T12" y="T13"/>
                    </a:cxn>
                  </a:cxnLst>
                  <a:rect l="0" t="0" r="r" b="b"/>
                  <a:pathLst>
                    <a:path w="275" h="411">
                      <a:moveTo>
                        <a:pt x="0" y="319"/>
                      </a:moveTo>
                      <a:lnTo>
                        <a:pt x="113" y="253"/>
                      </a:lnTo>
                      <a:lnTo>
                        <a:pt x="230" y="0"/>
                      </a:lnTo>
                      <a:lnTo>
                        <a:pt x="275" y="11"/>
                      </a:lnTo>
                      <a:lnTo>
                        <a:pt x="177" y="283"/>
                      </a:lnTo>
                      <a:lnTo>
                        <a:pt x="50" y="411"/>
                      </a:lnTo>
                      <a:lnTo>
                        <a:pt x="0" y="319"/>
                      </a:lnTo>
                      <a:close/>
                    </a:path>
                  </a:pathLst>
                </a:custGeom>
                <a:solidFill>
                  <a:srgbClr val="FFE7C5"/>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12" name="Freeform 72"/>
                <p:cNvSpPr/>
                <p:nvPr>
                  <p:custDataLst>
                    <p:tags r:id="rId50"/>
                  </p:custDataLst>
                </p:nvPr>
              </p:nvSpPr>
              <p:spPr bwMode="auto">
                <a:xfrm flipH="1">
                  <a:off x="3068637" y="1638300"/>
                  <a:ext cx="1455738" cy="1565275"/>
                </a:xfrm>
                <a:custGeom>
                  <a:avLst/>
                  <a:gdLst>
                    <a:gd name="T0" fmla="*/ 650 w 764"/>
                    <a:gd name="T1" fmla="*/ 822 h 823"/>
                    <a:gd name="T2" fmla="*/ 12 w 764"/>
                    <a:gd name="T3" fmla="*/ 749 h 823"/>
                    <a:gd name="T4" fmla="*/ 1 w 764"/>
                    <a:gd name="T5" fmla="*/ 735 h 823"/>
                    <a:gd name="T6" fmla="*/ 99 w 764"/>
                    <a:gd name="T7" fmla="*/ 12 h 823"/>
                    <a:gd name="T8" fmla="*/ 115 w 764"/>
                    <a:gd name="T9" fmla="*/ 1 h 823"/>
                    <a:gd name="T10" fmla="*/ 752 w 764"/>
                    <a:gd name="T11" fmla="*/ 74 h 823"/>
                    <a:gd name="T12" fmla="*/ 763 w 764"/>
                    <a:gd name="T13" fmla="*/ 88 h 823"/>
                    <a:gd name="T14" fmla="*/ 665 w 764"/>
                    <a:gd name="T15" fmla="*/ 811 h 823"/>
                    <a:gd name="T16" fmla="*/ 650 w 764"/>
                    <a:gd name="T17" fmla="*/ 822 h 8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64" h="823">
                      <a:moveTo>
                        <a:pt x="650" y="822"/>
                      </a:moveTo>
                      <a:cubicBezTo>
                        <a:pt x="12" y="749"/>
                        <a:pt x="12" y="749"/>
                        <a:pt x="12" y="749"/>
                      </a:cubicBezTo>
                      <a:cubicBezTo>
                        <a:pt x="5" y="748"/>
                        <a:pt x="0" y="742"/>
                        <a:pt x="1" y="735"/>
                      </a:cubicBezTo>
                      <a:cubicBezTo>
                        <a:pt x="99" y="12"/>
                        <a:pt x="99" y="12"/>
                        <a:pt x="99" y="12"/>
                      </a:cubicBezTo>
                      <a:cubicBezTo>
                        <a:pt x="100" y="5"/>
                        <a:pt x="107" y="0"/>
                        <a:pt x="115" y="1"/>
                      </a:cubicBezTo>
                      <a:cubicBezTo>
                        <a:pt x="752" y="74"/>
                        <a:pt x="752" y="74"/>
                        <a:pt x="752" y="74"/>
                      </a:cubicBezTo>
                      <a:cubicBezTo>
                        <a:pt x="759" y="75"/>
                        <a:pt x="764" y="82"/>
                        <a:pt x="763" y="88"/>
                      </a:cubicBezTo>
                      <a:cubicBezTo>
                        <a:pt x="665" y="811"/>
                        <a:pt x="665" y="811"/>
                        <a:pt x="665" y="811"/>
                      </a:cubicBezTo>
                      <a:cubicBezTo>
                        <a:pt x="664" y="818"/>
                        <a:pt x="657" y="823"/>
                        <a:pt x="650" y="822"/>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13" name="Freeform 73"/>
                <p:cNvSpPr/>
                <p:nvPr>
                  <p:custDataLst>
                    <p:tags r:id="rId51"/>
                  </p:custDataLst>
                </p:nvPr>
              </p:nvSpPr>
              <p:spPr bwMode="auto">
                <a:xfrm flipH="1">
                  <a:off x="3257550" y="2238375"/>
                  <a:ext cx="1057275" cy="207963"/>
                </a:xfrm>
                <a:custGeom>
                  <a:avLst/>
                  <a:gdLst>
                    <a:gd name="T0" fmla="*/ 659 w 666"/>
                    <a:gd name="T1" fmla="*/ 131 h 131"/>
                    <a:gd name="T2" fmla="*/ 0 w 666"/>
                    <a:gd name="T3" fmla="*/ 52 h 131"/>
                    <a:gd name="T4" fmla="*/ 8 w 666"/>
                    <a:gd name="T5" fmla="*/ 0 h 131"/>
                    <a:gd name="T6" fmla="*/ 666 w 666"/>
                    <a:gd name="T7" fmla="*/ 80 h 131"/>
                    <a:gd name="T8" fmla="*/ 659 w 666"/>
                    <a:gd name="T9" fmla="*/ 131 h 131"/>
                  </a:gdLst>
                  <a:ahLst/>
                  <a:cxnLst>
                    <a:cxn ang="0">
                      <a:pos x="T0" y="T1"/>
                    </a:cxn>
                    <a:cxn ang="0">
                      <a:pos x="T2" y="T3"/>
                    </a:cxn>
                    <a:cxn ang="0">
                      <a:pos x="T4" y="T5"/>
                    </a:cxn>
                    <a:cxn ang="0">
                      <a:pos x="T6" y="T7"/>
                    </a:cxn>
                    <a:cxn ang="0">
                      <a:pos x="T8" y="T9"/>
                    </a:cxn>
                  </a:cxnLst>
                  <a:rect l="0" t="0" r="r" b="b"/>
                  <a:pathLst>
                    <a:path w="666" h="131">
                      <a:moveTo>
                        <a:pt x="659" y="131"/>
                      </a:moveTo>
                      <a:lnTo>
                        <a:pt x="0" y="52"/>
                      </a:lnTo>
                      <a:lnTo>
                        <a:pt x="8" y="0"/>
                      </a:lnTo>
                      <a:lnTo>
                        <a:pt x="666" y="80"/>
                      </a:lnTo>
                      <a:lnTo>
                        <a:pt x="659" y="131"/>
                      </a:lnTo>
                      <a:close/>
                    </a:path>
                  </a:pathLst>
                </a:custGeom>
                <a:solidFill>
                  <a:srgbClr val="DADADA"/>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14" name="Freeform 74"/>
                <p:cNvSpPr/>
                <p:nvPr>
                  <p:custDataLst>
                    <p:tags r:id="rId52"/>
                  </p:custDataLst>
                </p:nvPr>
              </p:nvSpPr>
              <p:spPr bwMode="auto">
                <a:xfrm flipH="1">
                  <a:off x="3825875" y="2390775"/>
                  <a:ext cx="509588" cy="142875"/>
                </a:xfrm>
                <a:custGeom>
                  <a:avLst/>
                  <a:gdLst>
                    <a:gd name="T0" fmla="*/ 314 w 321"/>
                    <a:gd name="T1" fmla="*/ 90 h 90"/>
                    <a:gd name="T2" fmla="*/ 0 w 321"/>
                    <a:gd name="T3" fmla="*/ 52 h 90"/>
                    <a:gd name="T4" fmla="*/ 7 w 321"/>
                    <a:gd name="T5" fmla="*/ 0 h 90"/>
                    <a:gd name="T6" fmla="*/ 321 w 321"/>
                    <a:gd name="T7" fmla="*/ 39 h 90"/>
                    <a:gd name="T8" fmla="*/ 314 w 321"/>
                    <a:gd name="T9" fmla="*/ 90 h 90"/>
                  </a:gdLst>
                  <a:ahLst/>
                  <a:cxnLst>
                    <a:cxn ang="0">
                      <a:pos x="T0" y="T1"/>
                    </a:cxn>
                    <a:cxn ang="0">
                      <a:pos x="T2" y="T3"/>
                    </a:cxn>
                    <a:cxn ang="0">
                      <a:pos x="T4" y="T5"/>
                    </a:cxn>
                    <a:cxn ang="0">
                      <a:pos x="T6" y="T7"/>
                    </a:cxn>
                    <a:cxn ang="0">
                      <a:pos x="T8" y="T9"/>
                    </a:cxn>
                  </a:cxnLst>
                  <a:rect l="0" t="0" r="r" b="b"/>
                  <a:pathLst>
                    <a:path w="321" h="90">
                      <a:moveTo>
                        <a:pt x="314" y="90"/>
                      </a:moveTo>
                      <a:lnTo>
                        <a:pt x="0" y="52"/>
                      </a:lnTo>
                      <a:lnTo>
                        <a:pt x="7" y="0"/>
                      </a:lnTo>
                      <a:lnTo>
                        <a:pt x="321" y="39"/>
                      </a:lnTo>
                      <a:lnTo>
                        <a:pt x="314" y="90"/>
                      </a:lnTo>
                      <a:close/>
                    </a:path>
                  </a:pathLst>
                </a:custGeom>
                <a:solidFill>
                  <a:srgbClr val="DADADA"/>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15" name="Freeform 75"/>
                <p:cNvSpPr/>
                <p:nvPr>
                  <p:custDataLst>
                    <p:tags r:id="rId53"/>
                  </p:custDataLst>
                </p:nvPr>
              </p:nvSpPr>
              <p:spPr bwMode="auto">
                <a:xfrm flipH="1">
                  <a:off x="3298825" y="2543175"/>
                  <a:ext cx="1060450" cy="209550"/>
                </a:xfrm>
                <a:custGeom>
                  <a:avLst/>
                  <a:gdLst>
                    <a:gd name="T0" fmla="*/ 659 w 668"/>
                    <a:gd name="T1" fmla="*/ 132 h 132"/>
                    <a:gd name="T2" fmla="*/ 0 w 668"/>
                    <a:gd name="T3" fmla="*/ 53 h 132"/>
                    <a:gd name="T4" fmla="*/ 9 w 668"/>
                    <a:gd name="T5" fmla="*/ 0 h 132"/>
                    <a:gd name="T6" fmla="*/ 668 w 668"/>
                    <a:gd name="T7" fmla="*/ 79 h 132"/>
                    <a:gd name="T8" fmla="*/ 659 w 668"/>
                    <a:gd name="T9" fmla="*/ 132 h 132"/>
                  </a:gdLst>
                  <a:ahLst/>
                  <a:cxnLst>
                    <a:cxn ang="0">
                      <a:pos x="T0" y="T1"/>
                    </a:cxn>
                    <a:cxn ang="0">
                      <a:pos x="T2" y="T3"/>
                    </a:cxn>
                    <a:cxn ang="0">
                      <a:pos x="T4" y="T5"/>
                    </a:cxn>
                    <a:cxn ang="0">
                      <a:pos x="T6" y="T7"/>
                    </a:cxn>
                    <a:cxn ang="0">
                      <a:pos x="T8" y="T9"/>
                    </a:cxn>
                  </a:cxnLst>
                  <a:rect l="0" t="0" r="r" b="b"/>
                  <a:pathLst>
                    <a:path w="668" h="132">
                      <a:moveTo>
                        <a:pt x="659" y="132"/>
                      </a:moveTo>
                      <a:lnTo>
                        <a:pt x="0" y="53"/>
                      </a:lnTo>
                      <a:lnTo>
                        <a:pt x="9" y="0"/>
                      </a:lnTo>
                      <a:lnTo>
                        <a:pt x="668" y="79"/>
                      </a:lnTo>
                      <a:lnTo>
                        <a:pt x="659" y="132"/>
                      </a:lnTo>
                      <a:close/>
                    </a:path>
                  </a:pathLst>
                </a:custGeom>
                <a:solidFill>
                  <a:srgbClr val="FADD74"/>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16" name="Freeform 76"/>
                <p:cNvSpPr/>
                <p:nvPr>
                  <p:custDataLst>
                    <p:tags r:id="rId54"/>
                  </p:custDataLst>
                </p:nvPr>
              </p:nvSpPr>
              <p:spPr bwMode="auto">
                <a:xfrm flipH="1">
                  <a:off x="3322638" y="2697163"/>
                  <a:ext cx="1057275" cy="207963"/>
                </a:xfrm>
                <a:custGeom>
                  <a:avLst/>
                  <a:gdLst>
                    <a:gd name="T0" fmla="*/ 659 w 666"/>
                    <a:gd name="T1" fmla="*/ 131 h 131"/>
                    <a:gd name="T2" fmla="*/ 0 w 666"/>
                    <a:gd name="T3" fmla="*/ 52 h 131"/>
                    <a:gd name="T4" fmla="*/ 7 w 666"/>
                    <a:gd name="T5" fmla="*/ 0 h 131"/>
                    <a:gd name="T6" fmla="*/ 666 w 666"/>
                    <a:gd name="T7" fmla="*/ 80 h 131"/>
                    <a:gd name="T8" fmla="*/ 659 w 666"/>
                    <a:gd name="T9" fmla="*/ 131 h 131"/>
                  </a:gdLst>
                  <a:ahLst/>
                  <a:cxnLst>
                    <a:cxn ang="0">
                      <a:pos x="T0" y="T1"/>
                    </a:cxn>
                    <a:cxn ang="0">
                      <a:pos x="T2" y="T3"/>
                    </a:cxn>
                    <a:cxn ang="0">
                      <a:pos x="T4" y="T5"/>
                    </a:cxn>
                    <a:cxn ang="0">
                      <a:pos x="T6" y="T7"/>
                    </a:cxn>
                    <a:cxn ang="0">
                      <a:pos x="T8" y="T9"/>
                    </a:cxn>
                  </a:cxnLst>
                  <a:rect l="0" t="0" r="r" b="b"/>
                  <a:pathLst>
                    <a:path w="666" h="131">
                      <a:moveTo>
                        <a:pt x="659" y="131"/>
                      </a:moveTo>
                      <a:lnTo>
                        <a:pt x="0" y="52"/>
                      </a:lnTo>
                      <a:lnTo>
                        <a:pt x="7" y="0"/>
                      </a:lnTo>
                      <a:lnTo>
                        <a:pt x="666" y="80"/>
                      </a:lnTo>
                      <a:lnTo>
                        <a:pt x="659" y="131"/>
                      </a:lnTo>
                      <a:close/>
                    </a:path>
                  </a:pathLst>
                </a:custGeom>
                <a:solidFill>
                  <a:srgbClr val="DADADA"/>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17" name="Freeform 77"/>
                <p:cNvSpPr/>
                <p:nvPr>
                  <p:custDataLst>
                    <p:tags r:id="rId55"/>
                  </p:custDataLst>
                </p:nvPr>
              </p:nvSpPr>
              <p:spPr bwMode="auto">
                <a:xfrm flipH="1">
                  <a:off x="3730625" y="2849563"/>
                  <a:ext cx="669925" cy="161925"/>
                </a:xfrm>
                <a:custGeom>
                  <a:avLst/>
                  <a:gdLst>
                    <a:gd name="T0" fmla="*/ 415 w 422"/>
                    <a:gd name="T1" fmla="*/ 102 h 102"/>
                    <a:gd name="T2" fmla="*/ 0 w 422"/>
                    <a:gd name="T3" fmla="*/ 52 h 102"/>
                    <a:gd name="T4" fmla="*/ 7 w 422"/>
                    <a:gd name="T5" fmla="*/ 0 h 102"/>
                    <a:gd name="T6" fmla="*/ 422 w 422"/>
                    <a:gd name="T7" fmla="*/ 51 h 102"/>
                    <a:gd name="T8" fmla="*/ 415 w 422"/>
                    <a:gd name="T9" fmla="*/ 102 h 102"/>
                  </a:gdLst>
                  <a:ahLst/>
                  <a:cxnLst>
                    <a:cxn ang="0">
                      <a:pos x="T0" y="T1"/>
                    </a:cxn>
                    <a:cxn ang="0">
                      <a:pos x="T2" y="T3"/>
                    </a:cxn>
                    <a:cxn ang="0">
                      <a:pos x="T4" y="T5"/>
                    </a:cxn>
                    <a:cxn ang="0">
                      <a:pos x="T6" y="T7"/>
                    </a:cxn>
                    <a:cxn ang="0">
                      <a:pos x="T8" y="T9"/>
                    </a:cxn>
                  </a:cxnLst>
                  <a:rect l="0" t="0" r="r" b="b"/>
                  <a:pathLst>
                    <a:path w="422" h="102">
                      <a:moveTo>
                        <a:pt x="415" y="102"/>
                      </a:moveTo>
                      <a:lnTo>
                        <a:pt x="0" y="52"/>
                      </a:lnTo>
                      <a:lnTo>
                        <a:pt x="7" y="0"/>
                      </a:lnTo>
                      <a:lnTo>
                        <a:pt x="422" y="51"/>
                      </a:lnTo>
                      <a:lnTo>
                        <a:pt x="415" y="102"/>
                      </a:lnTo>
                      <a:close/>
                    </a:path>
                  </a:pathLst>
                </a:custGeom>
                <a:solidFill>
                  <a:srgbClr val="DADADA"/>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18" name="Freeform 78"/>
                <p:cNvSpPr/>
                <p:nvPr>
                  <p:custDataLst>
                    <p:tags r:id="rId56"/>
                  </p:custDataLst>
                </p:nvPr>
              </p:nvSpPr>
              <p:spPr bwMode="auto">
                <a:xfrm flipH="1">
                  <a:off x="4054475" y="2049463"/>
                  <a:ext cx="163513" cy="125413"/>
                </a:xfrm>
                <a:custGeom>
                  <a:avLst/>
                  <a:gdLst>
                    <a:gd name="T0" fmla="*/ 94 w 103"/>
                    <a:gd name="T1" fmla="*/ 79 h 79"/>
                    <a:gd name="T2" fmla="*/ 0 w 103"/>
                    <a:gd name="T3" fmla="*/ 67 h 79"/>
                    <a:gd name="T4" fmla="*/ 10 w 103"/>
                    <a:gd name="T5" fmla="*/ 0 h 79"/>
                    <a:gd name="T6" fmla="*/ 103 w 103"/>
                    <a:gd name="T7" fmla="*/ 12 h 79"/>
                    <a:gd name="T8" fmla="*/ 94 w 103"/>
                    <a:gd name="T9" fmla="*/ 79 h 79"/>
                  </a:gdLst>
                  <a:ahLst/>
                  <a:cxnLst>
                    <a:cxn ang="0">
                      <a:pos x="T0" y="T1"/>
                    </a:cxn>
                    <a:cxn ang="0">
                      <a:pos x="T2" y="T3"/>
                    </a:cxn>
                    <a:cxn ang="0">
                      <a:pos x="T4" y="T5"/>
                    </a:cxn>
                    <a:cxn ang="0">
                      <a:pos x="T6" y="T7"/>
                    </a:cxn>
                    <a:cxn ang="0">
                      <a:pos x="T8" y="T9"/>
                    </a:cxn>
                  </a:cxnLst>
                  <a:rect l="0" t="0" r="r" b="b"/>
                  <a:pathLst>
                    <a:path w="103" h="79">
                      <a:moveTo>
                        <a:pt x="94" y="79"/>
                      </a:moveTo>
                      <a:lnTo>
                        <a:pt x="0" y="67"/>
                      </a:lnTo>
                      <a:lnTo>
                        <a:pt x="10" y="0"/>
                      </a:lnTo>
                      <a:lnTo>
                        <a:pt x="103" y="12"/>
                      </a:lnTo>
                      <a:lnTo>
                        <a:pt x="94" y="79"/>
                      </a:lnTo>
                      <a:close/>
                    </a:path>
                  </a:pathLst>
                </a:custGeom>
                <a:solidFill>
                  <a:srgbClr val="E6332A"/>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19" name="Freeform 79"/>
                <p:cNvSpPr/>
                <p:nvPr>
                  <p:custDataLst>
                    <p:tags r:id="rId57"/>
                  </p:custDataLst>
                </p:nvPr>
              </p:nvSpPr>
              <p:spPr bwMode="auto">
                <a:xfrm flipH="1">
                  <a:off x="3790950" y="1992313"/>
                  <a:ext cx="174625" cy="212725"/>
                </a:xfrm>
                <a:custGeom>
                  <a:avLst/>
                  <a:gdLst>
                    <a:gd name="T0" fmla="*/ 93 w 110"/>
                    <a:gd name="T1" fmla="*/ 134 h 134"/>
                    <a:gd name="T2" fmla="*/ 0 w 110"/>
                    <a:gd name="T3" fmla="*/ 122 h 134"/>
                    <a:gd name="T4" fmla="*/ 18 w 110"/>
                    <a:gd name="T5" fmla="*/ 0 h 134"/>
                    <a:gd name="T6" fmla="*/ 110 w 110"/>
                    <a:gd name="T7" fmla="*/ 12 h 134"/>
                    <a:gd name="T8" fmla="*/ 93 w 110"/>
                    <a:gd name="T9" fmla="*/ 134 h 134"/>
                  </a:gdLst>
                  <a:ahLst/>
                  <a:cxnLst>
                    <a:cxn ang="0">
                      <a:pos x="T0" y="T1"/>
                    </a:cxn>
                    <a:cxn ang="0">
                      <a:pos x="T2" y="T3"/>
                    </a:cxn>
                    <a:cxn ang="0">
                      <a:pos x="T4" y="T5"/>
                    </a:cxn>
                    <a:cxn ang="0">
                      <a:pos x="T6" y="T7"/>
                    </a:cxn>
                    <a:cxn ang="0">
                      <a:pos x="T8" y="T9"/>
                    </a:cxn>
                  </a:cxnLst>
                  <a:rect l="0" t="0" r="r" b="b"/>
                  <a:pathLst>
                    <a:path w="110" h="134">
                      <a:moveTo>
                        <a:pt x="93" y="134"/>
                      </a:moveTo>
                      <a:lnTo>
                        <a:pt x="0" y="122"/>
                      </a:lnTo>
                      <a:lnTo>
                        <a:pt x="18" y="0"/>
                      </a:lnTo>
                      <a:lnTo>
                        <a:pt x="110" y="12"/>
                      </a:lnTo>
                      <a:lnTo>
                        <a:pt x="93" y="134"/>
                      </a:lnTo>
                      <a:close/>
                    </a:path>
                  </a:pathLst>
                </a:custGeom>
                <a:solidFill>
                  <a:srgbClr val="E6332A"/>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20" name="Freeform 80"/>
                <p:cNvSpPr/>
                <p:nvPr>
                  <p:custDataLst>
                    <p:tags r:id="rId58"/>
                  </p:custDataLst>
                </p:nvPr>
              </p:nvSpPr>
              <p:spPr bwMode="auto">
                <a:xfrm flipH="1">
                  <a:off x="3521075" y="1890713"/>
                  <a:ext cx="193675" cy="342900"/>
                </a:xfrm>
                <a:custGeom>
                  <a:avLst/>
                  <a:gdLst>
                    <a:gd name="T0" fmla="*/ 94 w 122"/>
                    <a:gd name="T1" fmla="*/ 216 h 216"/>
                    <a:gd name="T2" fmla="*/ 0 w 122"/>
                    <a:gd name="T3" fmla="*/ 205 h 216"/>
                    <a:gd name="T4" fmla="*/ 29 w 122"/>
                    <a:gd name="T5" fmla="*/ 0 h 216"/>
                    <a:gd name="T6" fmla="*/ 122 w 122"/>
                    <a:gd name="T7" fmla="*/ 11 h 216"/>
                    <a:gd name="T8" fmla="*/ 94 w 122"/>
                    <a:gd name="T9" fmla="*/ 216 h 216"/>
                  </a:gdLst>
                  <a:ahLst/>
                  <a:cxnLst>
                    <a:cxn ang="0">
                      <a:pos x="T0" y="T1"/>
                    </a:cxn>
                    <a:cxn ang="0">
                      <a:pos x="T2" y="T3"/>
                    </a:cxn>
                    <a:cxn ang="0">
                      <a:pos x="T4" y="T5"/>
                    </a:cxn>
                    <a:cxn ang="0">
                      <a:pos x="T6" y="T7"/>
                    </a:cxn>
                    <a:cxn ang="0">
                      <a:pos x="T8" y="T9"/>
                    </a:cxn>
                  </a:cxnLst>
                  <a:rect l="0" t="0" r="r" b="b"/>
                  <a:pathLst>
                    <a:path w="122" h="216">
                      <a:moveTo>
                        <a:pt x="94" y="216"/>
                      </a:moveTo>
                      <a:lnTo>
                        <a:pt x="0" y="205"/>
                      </a:lnTo>
                      <a:lnTo>
                        <a:pt x="29" y="0"/>
                      </a:lnTo>
                      <a:lnTo>
                        <a:pt x="122" y="11"/>
                      </a:lnTo>
                      <a:lnTo>
                        <a:pt x="94" y="216"/>
                      </a:lnTo>
                      <a:close/>
                    </a:path>
                  </a:pathLst>
                </a:custGeom>
                <a:solidFill>
                  <a:srgbClr val="E6332A"/>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21" name="Freeform 81"/>
                <p:cNvSpPr/>
                <p:nvPr>
                  <p:custDataLst>
                    <p:tags r:id="rId59"/>
                  </p:custDataLst>
                </p:nvPr>
              </p:nvSpPr>
              <p:spPr bwMode="auto">
                <a:xfrm flipH="1">
                  <a:off x="3260725" y="1858963"/>
                  <a:ext cx="203200" cy="404813"/>
                </a:xfrm>
                <a:custGeom>
                  <a:avLst/>
                  <a:gdLst>
                    <a:gd name="T0" fmla="*/ 93 w 128"/>
                    <a:gd name="T1" fmla="*/ 255 h 255"/>
                    <a:gd name="T2" fmla="*/ 0 w 128"/>
                    <a:gd name="T3" fmla="*/ 244 h 255"/>
                    <a:gd name="T4" fmla="*/ 35 w 128"/>
                    <a:gd name="T5" fmla="*/ 0 h 255"/>
                    <a:gd name="T6" fmla="*/ 128 w 128"/>
                    <a:gd name="T7" fmla="*/ 10 h 255"/>
                    <a:gd name="T8" fmla="*/ 93 w 128"/>
                    <a:gd name="T9" fmla="*/ 255 h 255"/>
                  </a:gdLst>
                  <a:ahLst/>
                  <a:cxnLst>
                    <a:cxn ang="0">
                      <a:pos x="T0" y="T1"/>
                    </a:cxn>
                    <a:cxn ang="0">
                      <a:pos x="T2" y="T3"/>
                    </a:cxn>
                    <a:cxn ang="0">
                      <a:pos x="T4" y="T5"/>
                    </a:cxn>
                    <a:cxn ang="0">
                      <a:pos x="T6" y="T7"/>
                    </a:cxn>
                    <a:cxn ang="0">
                      <a:pos x="T8" y="T9"/>
                    </a:cxn>
                  </a:cxnLst>
                  <a:rect l="0" t="0" r="r" b="b"/>
                  <a:pathLst>
                    <a:path w="128" h="255">
                      <a:moveTo>
                        <a:pt x="93" y="255"/>
                      </a:moveTo>
                      <a:lnTo>
                        <a:pt x="0" y="244"/>
                      </a:lnTo>
                      <a:lnTo>
                        <a:pt x="35" y="0"/>
                      </a:lnTo>
                      <a:lnTo>
                        <a:pt x="128" y="10"/>
                      </a:lnTo>
                      <a:lnTo>
                        <a:pt x="93" y="255"/>
                      </a:lnTo>
                      <a:close/>
                    </a:path>
                  </a:pathLst>
                </a:custGeom>
                <a:solidFill>
                  <a:srgbClr val="E6332A"/>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22" name="Freeform 82"/>
                <p:cNvSpPr/>
                <p:nvPr>
                  <p:custDataLst>
                    <p:tags r:id="rId60"/>
                  </p:custDataLst>
                </p:nvPr>
              </p:nvSpPr>
              <p:spPr bwMode="auto">
                <a:xfrm flipH="1">
                  <a:off x="3698875" y="3070225"/>
                  <a:ext cx="171450" cy="157163"/>
                </a:xfrm>
                <a:custGeom>
                  <a:avLst/>
                  <a:gdLst>
                    <a:gd name="T0" fmla="*/ 31 w 90"/>
                    <a:gd name="T1" fmla="*/ 63 h 82"/>
                    <a:gd name="T2" fmla="*/ 10 w 90"/>
                    <a:gd name="T3" fmla="*/ 5 h 82"/>
                    <a:gd name="T4" fmla="*/ 28 w 90"/>
                    <a:gd name="T5" fmla="*/ 21 h 82"/>
                    <a:gd name="T6" fmla="*/ 56 w 90"/>
                    <a:gd name="T7" fmla="*/ 40 h 82"/>
                    <a:gd name="T8" fmla="*/ 90 w 90"/>
                    <a:gd name="T9" fmla="*/ 44 h 82"/>
                    <a:gd name="T10" fmla="*/ 69 w 90"/>
                    <a:gd name="T11" fmla="*/ 72 h 82"/>
                    <a:gd name="T12" fmla="*/ 31 w 90"/>
                    <a:gd name="T13" fmla="*/ 63 h 82"/>
                  </a:gdLst>
                  <a:ahLst/>
                  <a:cxnLst>
                    <a:cxn ang="0">
                      <a:pos x="T0" y="T1"/>
                    </a:cxn>
                    <a:cxn ang="0">
                      <a:pos x="T2" y="T3"/>
                    </a:cxn>
                    <a:cxn ang="0">
                      <a:pos x="T4" y="T5"/>
                    </a:cxn>
                    <a:cxn ang="0">
                      <a:pos x="T6" y="T7"/>
                    </a:cxn>
                    <a:cxn ang="0">
                      <a:pos x="T8" y="T9"/>
                    </a:cxn>
                    <a:cxn ang="0">
                      <a:pos x="T10" y="T11"/>
                    </a:cxn>
                    <a:cxn ang="0">
                      <a:pos x="T12" y="T13"/>
                    </a:cxn>
                  </a:cxnLst>
                  <a:rect l="0" t="0" r="r" b="b"/>
                  <a:pathLst>
                    <a:path w="90" h="82">
                      <a:moveTo>
                        <a:pt x="31" y="63"/>
                      </a:moveTo>
                      <a:cubicBezTo>
                        <a:pt x="31" y="63"/>
                        <a:pt x="0" y="14"/>
                        <a:pt x="10" y="5"/>
                      </a:cubicBezTo>
                      <a:cubicBezTo>
                        <a:pt x="15" y="0"/>
                        <a:pt x="22" y="9"/>
                        <a:pt x="28" y="21"/>
                      </a:cubicBezTo>
                      <a:cubicBezTo>
                        <a:pt x="33" y="31"/>
                        <a:pt x="44" y="39"/>
                        <a:pt x="56" y="40"/>
                      </a:cubicBezTo>
                      <a:cubicBezTo>
                        <a:pt x="90" y="44"/>
                        <a:pt x="90" y="44"/>
                        <a:pt x="90" y="44"/>
                      </a:cubicBezTo>
                      <a:cubicBezTo>
                        <a:pt x="90" y="44"/>
                        <a:pt x="81" y="62"/>
                        <a:pt x="69" y="72"/>
                      </a:cubicBezTo>
                      <a:cubicBezTo>
                        <a:pt x="57" y="82"/>
                        <a:pt x="31" y="63"/>
                        <a:pt x="31" y="63"/>
                      </a:cubicBezTo>
                      <a:close/>
                    </a:path>
                  </a:pathLst>
                </a:custGeom>
                <a:solidFill>
                  <a:srgbClr val="FFE7C5"/>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23" name="Freeform 83"/>
                <p:cNvSpPr/>
                <p:nvPr>
                  <p:custDataLst>
                    <p:tags r:id="rId61"/>
                  </p:custDataLst>
                </p:nvPr>
              </p:nvSpPr>
              <p:spPr bwMode="auto">
                <a:xfrm flipH="1">
                  <a:off x="5081587" y="4167188"/>
                  <a:ext cx="461963" cy="636588"/>
                </a:xfrm>
                <a:custGeom>
                  <a:avLst/>
                  <a:gdLst>
                    <a:gd name="T0" fmla="*/ 291 w 291"/>
                    <a:gd name="T1" fmla="*/ 93 h 401"/>
                    <a:gd name="T2" fmla="*/ 175 w 291"/>
                    <a:gd name="T3" fmla="*/ 155 h 401"/>
                    <a:gd name="T4" fmla="*/ 45 w 291"/>
                    <a:gd name="T5" fmla="*/ 401 h 401"/>
                    <a:gd name="T6" fmla="*/ 0 w 291"/>
                    <a:gd name="T7" fmla="*/ 388 h 401"/>
                    <a:gd name="T8" fmla="*/ 114 w 291"/>
                    <a:gd name="T9" fmla="*/ 122 h 401"/>
                    <a:gd name="T10" fmla="*/ 248 w 291"/>
                    <a:gd name="T11" fmla="*/ 0 h 401"/>
                    <a:gd name="T12" fmla="*/ 291 w 291"/>
                    <a:gd name="T13" fmla="*/ 93 h 401"/>
                  </a:gdLst>
                  <a:ahLst/>
                  <a:cxnLst>
                    <a:cxn ang="0">
                      <a:pos x="T0" y="T1"/>
                    </a:cxn>
                    <a:cxn ang="0">
                      <a:pos x="T2" y="T3"/>
                    </a:cxn>
                    <a:cxn ang="0">
                      <a:pos x="T4" y="T5"/>
                    </a:cxn>
                    <a:cxn ang="0">
                      <a:pos x="T6" y="T7"/>
                    </a:cxn>
                    <a:cxn ang="0">
                      <a:pos x="T8" y="T9"/>
                    </a:cxn>
                    <a:cxn ang="0">
                      <a:pos x="T10" y="T11"/>
                    </a:cxn>
                    <a:cxn ang="0">
                      <a:pos x="T12" y="T13"/>
                    </a:cxn>
                  </a:cxnLst>
                  <a:rect l="0" t="0" r="r" b="b"/>
                  <a:pathLst>
                    <a:path w="291" h="401">
                      <a:moveTo>
                        <a:pt x="291" y="93"/>
                      </a:moveTo>
                      <a:lnTo>
                        <a:pt x="175" y="155"/>
                      </a:lnTo>
                      <a:lnTo>
                        <a:pt x="45" y="401"/>
                      </a:lnTo>
                      <a:lnTo>
                        <a:pt x="0" y="388"/>
                      </a:lnTo>
                      <a:lnTo>
                        <a:pt x="114" y="122"/>
                      </a:lnTo>
                      <a:lnTo>
                        <a:pt x="248" y="0"/>
                      </a:lnTo>
                      <a:lnTo>
                        <a:pt x="291" y="93"/>
                      </a:lnTo>
                      <a:close/>
                    </a:path>
                  </a:pathLst>
                </a:custGeom>
                <a:solidFill>
                  <a:srgbClr val="FFE7C5"/>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24" name="Freeform 84"/>
                <p:cNvSpPr/>
                <p:nvPr>
                  <p:custDataLst>
                    <p:tags r:id="rId62"/>
                  </p:custDataLst>
                </p:nvPr>
              </p:nvSpPr>
              <p:spPr bwMode="auto">
                <a:xfrm flipH="1">
                  <a:off x="4154487" y="4040188"/>
                  <a:ext cx="776288" cy="801688"/>
                </a:xfrm>
                <a:custGeom>
                  <a:avLst/>
                  <a:gdLst>
                    <a:gd name="T0" fmla="*/ 0 w 489"/>
                    <a:gd name="T1" fmla="*/ 446 h 505"/>
                    <a:gd name="T2" fmla="*/ 13 w 489"/>
                    <a:gd name="T3" fmla="*/ 81 h 505"/>
                    <a:gd name="T4" fmla="*/ 411 w 489"/>
                    <a:gd name="T5" fmla="*/ 0 h 505"/>
                    <a:gd name="T6" fmla="*/ 489 w 489"/>
                    <a:gd name="T7" fmla="*/ 505 h 505"/>
                    <a:gd name="T8" fmla="*/ 309 w 489"/>
                    <a:gd name="T9" fmla="*/ 477 h 505"/>
                    <a:gd name="T10" fmla="*/ 0 w 489"/>
                    <a:gd name="T11" fmla="*/ 446 h 505"/>
                  </a:gdLst>
                  <a:ahLst/>
                  <a:cxnLst>
                    <a:cxn ang="0">
                      <a:pos x="T0" y="T1"/>
                    </a:cxn>
                    <a:cxn ang="0">
                      <a:pos x="T2" y="T3"/>
                    </a:cxn>
                    <a:cxn ang="0">
                      <a:pos x="T4" y="T5"/>
                    </a:cxn>
                    <a:cxn ang="0">
                      <a:pos x="T6" y="T7"/>
                    </a:cxn>
                    <a:cxn ang="0">
                      <a:pos x="T8" y="T9"/>
                    </a:cxn>
                    <a:cxn ang="0">
                      <a:pos x="T10" y="T11"/>
                    </a:cxn>
                  </a:cxnLst>
                  <a:rect l="0" t="0" r="r" b="b"/>
                  <a:pathLst>
                    <a:path w="489" h="505">
                      <a:moveTo>
                        <a:pt x="0" y="446"/>
                      </a:moveTo>
                      <a:lnTo>
                        <a:pt x="13" y="81"/>
                      </a:lnTo>
                      <a:lnTo>
                        <a:pt x="411" y="0"/>
                      </a:lnTo>
                      <a:lnTo>
                        <a:pt x="489" y="505"/>
                      </a:lnTo>
                      <a:lnTo>
                        <a:pt x="309" y="477"/>
                      </a:lnTo>
                      <a:lnTo>
                        <a:pt x="0" y="446"/>
                      </a:lnTo>
                      <a:close/>
                    </a:path>
                  </a:pathLst>
                </a:custGeom>
                <a:solidFill>
                  <a:schemeClr val="tx2"/>
                </a:solidFill>
                <a:ln>
                  <a:noFill/>
                </a:ln>
              </p:spPr>
              <p:txBody>
                <a:bodyPr vert="horz" wrap="square" lIns="91440" tIns="45720" rIns="91440" bIns="45720" numCol="1" anchor="t" anchorCtr="0" compatLnSpc="1"/>
                <a:lstStyle/>
                <a:p>
                  <a:endParaRPr lang="zh-CN" altLang="en-US"/>
                </a:p>
              </p:txBody>
            </p:sp>
            <p:sp>
              <p:nvSpPr>
                <p:cNvPr id="225" name="Freeform 85"/>
                <p:cNvSpPr/>
                <p:nvPr>
                  <p:custDataLst>
                    <p:tags r:id="rId63"/>
                  </p:custDataLst>
                </p:nvPr>
              </p:nvSpPr>
              <p:spPr bwMode="auto">
                <a:xfrm flipH="1">
                  <a:off x="4016375" y="3648075"/>
                  <a:ext cx="1247775" cy="796925"/>
                </a:xfrm>
                <a:custGeom>
                  <a:avLst/>
                  <a:gdLst>
                    <a:gd name="T0" fmla="*/ 517 w 655"/>
                    <a:gd name="T1" fmla="*/ 206 h 419"/>
                    <a:gd name="T2" fmla="*/ 192 w 655"/>
                    <a:gd name="T3" fmla="*/ 294 h 419"/>
                    <a:gd name="T4" fmla="*/ 54 w 655"/>
                    <a:gd name="T5" fmla="*/ 419 h 419"/>
                    <a:gd name="T6" fmla="*/ 0 w 655"/>
                    <a:gd name="T7" fmla="*/ 306 h 419"/>
                    <a:gd name="T8" fmla="*/ 148 w 655"/>
                    <a:gd name="T9" fmla="*/ 144 h 419"/>
                    <a:gd name="T10" fmla="*/ 255 w 655"/>
                    <a:gd name="T11" fmla="*/ 120 h 419"/>
                    <a:gd name="T12" fmla="*/ 409 w 655"/>
                    <a:gd name="T13" fmla="*/ 99 h 419"/>
                    <a:gd name="T14" fmla="*/ 457 w 655"/>
                    <a:gd name="T15" fmla="*/ 103 h 419"/>
                    <a:gd name="T16" fmla="*/ 564 w 655"/>
                    <a:gd name="T17" fmla="*/ 11 h 419"/>
                    <a:gd name="T18" fmla="*/ 576 w 655"/>
                    <a:gd name="T19" fmla="*/ 0 h 419"/>
                    <a:gd name="T20" fmla="*/ 655 w 655"/>
                    <a:gd name="T21" fmla="*/ 82 h 419"/>
                    <a:gd name="T22" fmla="*/ 517 w 655"/>
                    <a:gd name="T23" fmla="*/ 206 h 4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655" h="419">
                      <a:moveTo>
                        <a:pt x="517" y="206"/>
                      </a:moveTo>
                      <a:cubicBezTo>
                        <a:pt x="192" y="294"/>
                        <a:pt x="192" y="294"/>
                        <a:pt x="192" y="294"/>
                      </a:cubicBezTo>
                      <a:cubicBezTo>
                        <a:pt x="54" y="419"/>
                        <a:pt x="54" y="419"/>
                        <a:pt x="54" y="419"/>
                      </a:cubicBezTo>
                      <a:cubicBezTo>
                        <a:pt x="0" y="306"/>
                        <a:pt x="0" y="306"/>
                        <a:pt x="0" y="306"/>
                      </a:cubicBezTo>
                      <a:cubicBezTo>
                        <a:pt x="148" y="144"/>
                        <a:pt x="148" y="144"/>
                        <a:pt x="148" y="144"/>
                      </a:cubicBezTo>
                      <a:cubicBezTo>
                        <a:pt x="155" y="138"/>
                        <a:pt x="255" y="120"/>
                        <a:pt x="255" y="120"/>
                      </a:cubicBezTo>
                      <a:cubicBezTo>
                        <a:pt x="308" y="133"/>
                        <a:pt x="363" y="125"/>
                        <a:pt x="409" y="99"/>
                      </a:cubicBezTo>
                      <a:cubicBezTo>
                        <a:pt x="457" y="103"/>
                        <a:pt x="457" y="103"/>
                        <a:pt x="457" y="103"/>
                      </a:cubicBezTo>
                      <a:cubicBezTo>
                        <a:pt x="564" y="11"/>
                        <a:pt x="564" y="11"/>
                        <a:pt x="564" y="11"/>
                      </a:cubicBezTo>
                      <a:cubicBezTo>
                        <a:pt x="576" y="0"/>
                        <a:pt x="576" y="0"/>
                        <a:pt x="576" y="0"/>
                      </a:cubicBezTo>
                      <a:cubicBezTo>
                        <a:pt x="655" y="82"/>
                        <a:pt x="655" y="82"/>
                        <a:pt x="655" y="82"/>
                      </a:cubicBezTo>
                      <a:lnTo>
                        <a:pt x="517" y="206"/>
                      </a:lnTo>
                      <a:close/>
                    </a:path>
                  </a:pathLst>
                </a:custGeom>
                <a:solidFill>
                  <a:schemeClr val="tx2"/>
                </a:solidFill>
                <a:ln>
                  <a:noFill/>
                </a:ln>
              </p:spPr>
              <p:txBody>
                <a:bodyPr vert="horz" wrap="square" lIns="91440" tIns="45720" rIns="91440" bIns="45720" numCol="1" anchor="t" anchorCtr="0" compatLnSpc="1"/>
                <a:lstStyle/>
                <a:p>
                  <a:endParaRPr lang="zh-CN" altLang="en-US"/>
                </a:p>
              </p:txBody>
            </p:sp>
            <p:sp>
              <p:nvSpPr>
                <p:cNvPr id="226" name="Freeform 86"/>
                <p:cNvSpPr/>
                <p:nvPr>
                  <p:custDataLst>
                    <p:tags r:id="rId64"/>
                  </p:custDataLst>
                </p:nvPr>
              </p:nvSpPr>
              <p:spPr bwMode="auto">
                <a:xfrm flipH="1">
                  <a:off x="4564062" y="3625850"/>
                  <a:ext cx="204788" cy="357188"/>
                </a:xfrm>
                <a:custGeom>
                  <a:avLst/>
                  <a:gdLst>
                    <a:gd name="T0" fmla="*/ 17 w 107"/>
                    <a:gd name="T1" fmla="*/ 22 h 187"/>
                    <a:gd name="T2" fmla="*/ 29 w 107"/>
                    <a:gd name="T3" fmla="*/ 90 h 187"/>
                    <a:gd name="T4" fmla="*/ 4 w 107"/>
                    <a:gd name="T5" fmla="*/ 130 h 187"/>
                    <a:gd name="T6" fmla="*/ 0 w 107"/>
                    <a:gd name="T7" fmla="*/ 131 h 187"/>
                    <a:gd name="T8" fmla="*/ 87 w 107"/>
                    <a:gd name="T9" fmla="*/ 185 h 187"/>
                    <a:gd name="T10" fmla="*/ 107 w 107"/>
                    <a:gd name="T11" fmla="*/ 175 h 187"/>
                    <a:gd name="T12" fmla="*/ 39 w 107"/>
                    <a:gd name="T13" fmla="*/ 12 h 187"/>
                    <a:gd name="T14" fmla="*/ 34 w 107"/>
                    <a:gd name="T15" fmla="*/ 0 h 187"/>
                    <a:gd name="T16" fmla="*/ 24 w 107"/>
                    <a:gd name="T17" fmla="*/ 8 h 187"/>
                    <a:gd name="T18" fmla="*/ 17 w 107"/>
                    <a:gd name="T19" fmla="*/ 22 h 1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7" h="187">
                      <a:moveTo>
                        <a:pt x="17" y="22"/>
                      </a:moveTo>
                      <a:cubicBezTo>
                        <a:pt x="29" y="90"/>
                        <a:pt x="29" y="90"/>
                        <a:pt x="29" y="90"/>
                      </a:cubicBezTo>
                      <a:cubicBezTo>
                        <a:pt x="32" y="107"/>
                        <a:pt x="22" y="124"/>
                        <a:pt x="4" y="130"/>
                      </a:cubicBezTo>
                      <a:cubicBezTo>
                        <a:pt x="0" y="131"/>
                        <a:pt x="0" y="131"/>
                        <a:pt x="0" y="131"/>
                      </a:cubicBezTo>
                      <a:cubicBezTo>
                        <a:pt x="0" y="131"/>
                        <a:pt x="82" y="187"/>
                        <a:pt x="87" y="185"/>
                      </a:cubicBezTo>
                      <a:cubicBezTo>
                        <a:pt x="92" y="184"/>
                        <a:pt x="107" y="175"/>
                        <a:pt x="107" y="175"/>
                      </a:cubicBezTo>
                      <a:cubicBezTo>
                        <a:pt x="39" y="12"/>
                        <a:pt x="39" y="12"/>
                        <a:pt x="39" y="12"/>
                      </a:cubicBezTo>
                      <a:cubicBezTo>
                        <a:pt x="34" y="0"/>
                        <a:pt x="34" y="0"/>
                        <a:pt x="34" y="0"/>
                      </a:cubicBezTo>
                      <a:cubicBezTo>
                        <a:pt x="24" y="8"/>
                        <a:pt x="24" y="8"/>
                        <a:pt x="24" y="8"/>
                      </a:cubicBezTo>
                      <a:lnTo>
                        <a:pt x="17" y="22"/>
                      </a:lnTo>
                      <a:close/>
                    </a:path>
                  </a:pathLst>
                </a:custGeom>
                <a:solidFill>
                  <a:srgbClr val="FFE7C5"/>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27" name="Freeform 87"/>
                <p:cNvSpPr/>
                <p:nvPr>
                  <p:custDataLst>
                    <p:tags r:id="rId65"/>
                  </p:custDataLst>
                </p:nvPr>
              </p:nvSpPr>
              <p:spPr bwMode="auto">
                <a:xfrm flipH="1">
                  <a:off x="4802188" y="3436938"/>
                  <a:ext cx="92075" cy="120650"/>
                </a:xfrm>
                <a:custGeom>
                  <a:avLst/>
                  <a:gdLst>
                    <a:gd name="T0" fmla="*/ 0 w 58"/>
                    <a:gd name="T1" fmla="*/ 19 h 76"/>
                    <a:gd name="T2" fmla="*/ 26 w 58"/>
                    <a:gd name="T3" fmla="*/ 67 h 76"/>
                    <a:gd name="T4" fmla="*/ 58 w 58"/>
                    <a:gd name="T5" fmla="*/ 76 h 76"/>
                    <a:gd name="T6" fmla="*/ 58 w 58"/>
                    <a:gd name="T7" fmla="*/ 0 h 76"/>
                    <a:gd name="T8" fmla="*/ 0 w 58"/>
                    <a:gd name="T9" fmla="*/ 19 h 76"/>
                  </a:gdLst>
                  <a:ahLst/>
                  <a:cxnLst>
                    <a:cxn ang="0">
                      <a:pos x="T0" y="T1"/>
                    </a:cxn>
                    <a:cxn ang="0">
                      <a:pos x="T2" y="T3"/>
                    </a:cxn>
                    <a:cxn ang="0">
                      <a:pos x="T4" y="T5"/>
                    </a:cxn>
                    <a:cxn ang="0">
                      <a:pos x="T6" y="T7"/>
                    </a:cxn>
                    <a:cxn ang="0">
                      <a:pos x="T8" y="T9"/>
                    </a:cxn>
                  </a:cxnLst>
                  <a:rect l="0" t="0" r="r" b="b"/>
                  <a:pathLst>
                    <a:path w="58" h="76">
                      <a:moveTo>
                        <a:pt x="0" y="19"/>
                      </a:moveTo>
                      <a:lnTo>
                        <a:pt x="26" y="67"/>
                      </a:lnTo>
                      <a:lnTo>
                        <a:pt x="58" y="76"/>
                      </a:lnTo>
                      <a:lnTo>
                        <a:pt x="58" y="0"/>
                      </a:lnTo>
                      <a:lnTo>
                        <a:pt x="0" y="19"/>
                      </a:lnTo>
                      <a:close/>
                    </a:path>
                  </a:pathLst>
                </a:custGeom>
                <a:solidFill>
                  <a:srgbClr val="FFE7C5"/>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28" name="Freeform 88"/>
                <p:cNvSpPr/>
                <p:nvPr>
                  <p:custDataLst>
                    <p:tags r:id="rId66"/>
                  </p:custDataLst>
                </p:nvPr>
              </p:nvSpPr>
              <p:spPr bwMode="auto">
                <a:xfrm flipH="1">
                  <a:off x="4295775" y="3262313"/>
                  <a:ext cx="615950" cy="577850"/>
                </a:xfrm>
                <a:custGeom>
                  <a:avLst/>
                  <a:gdLst>
                    <a:gd name="T0" fmla="*/ 228 w 323"/>
                    <a:gd name="T1" fmla="*/ 93 h 303"/>
                    <a:gd name="T2" fmla="*/ 323 w 323"/>
                    <a:gd name="T3" fmla="*/ 259 h 303"/>
                    <a:gd name="T4" fmla="*/ 138 w 323"/>
                    <a:gd name="T5" fmla="*/ 303 h 303"/>
                    <a:gd name="T6" fmla="*/ 86 w 323"/>
                    <a:gd name="T7" fmla="*/ 201 h 303"/>
                    <a:gd name="T8" fmla="*/ 53 w 323"/>
                    <a:gd name="T9" fmla="*/ 217 h 303"/>
                    <a:gd name="T10" fmla="*/ 4 w 323"/>
                    <a:gd name="T11" fmla="*/ 138 h 303"/>
                    <a:gd name="T12" fmla="*/ 38 w 323"/>
                    <a:gd name="T13" fmla="*/ 147 h 303"/>
                    <a:gd name="T14" fmla="*/ 52 w 323"/>
                    <a:gd name="T15" fmla="*/ 46 h 303"/>
                    <a:gd name="T16" fmla="*/ 182 w 323"/>
                    <a:gd name="T17" fmla="*/ 0 h 303"/>
                    <a:gd name="T18" fmla="*/ 228 w 323"/>
                    <a:gd name="T19" fmla="*/ 93 h 3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23" h="303">
                      <a:moveTo>
                        <a:pt x="228" y="93"/>
                      </a:moveTo>
                      <a:cubicBezTo>
                        <a:pt x="323" y="259"/>
                        <a:pt x="323" y="259"/>
                        <a:pt x="323" y="259"/>
                      </a:cubicBezTo>
                      <a:cubicBezTo>
                        <a:pt x="138" y="303"/>
                        <a:pt x="138" y="303"/>
                        <a:pt x="138" y="303"/>
                      </a:cubicBezTo>
                      <a:cubicBezTo>
                        <a:pt x="86" y="201"/>
                        <a:pt x="86" y="201"/>
                        <a:pt x="86" y="201"/>
                      </a:cubicBezTo>
                      <a:cubicBezTo>
                        <a:pt x="86" y="201"/>
                        <a:pt x="77" y="218"/>
                        <a:pt x="53" y="217"/>
                      </a:cubicBezTo>
                      <a:cubicBezTo>
                        <a:pt x="27" y="216"/>
                        <a:pt x="0" y="152"/>
                        <a:pt x="4" y="138"/>
                      </a:cubicBezTo>
                      <a:cubicBezTo>
                        <a:pt x="7" y="124"/>
                        <a:pt x="38" y="147"/>
                        <a:pt x="38" y="147"/>
                      </a:cubicBezTo>
                      <a:cubicBezTo>
                        <a:pt x="38" y="147"/>
                        <a:pt x="29" y="61"/>
                        <a:pt x="52" y="46"/>
                      </a:cubicBezTo>
                      <a:cubicBezTo>
                        <a:pt x="74" y="32"/>
                        <a:pt x="182" y="0"/>
                        <a:pt x="182" y="0"/>
                      </a:cubicBezTo>
                      <a:lnTo>
                        <a:pt x="228" y="93"/>
                      </a:lnTo>
                      <a:close/>
                    </a:path>
                  </a:pathLst>
                </a:custGeom>
                <a:solidFill>
                  <a:srgbClr val="FFE7C5"/>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29" name="Freeform 89"/>
                <p:cNvSpPr/>
                <p:nvPr>
                  <p:custDataLst>
                    <p:tags r:id="rId67"/>
                  </p:custDataLst>
                </p:nvPr>
              </p:nvSpPr>
              <p:spPr bwMode="auto">
                <a:xfrm flipH="1">
                  <a:off x="4267200" y="3500438"/>
                  <a:ext cx="558800" cy="609600"/>
                </a:xfrm>
                <a:custGeom>
                  <a:avLst/>
                  <a:gdLst>
                    <a:gd name="T0" fmla="*/ 220 w 293"/>
                    <a:gd name="T1" fmla="*/ 14 h 320"/>
                    <a:gd name="T2" fmla="*/ 283 w 293"/>
                    <a:gd name="T3" fmla="*/ 86 h 320"/>
                    <a:gd name="T4" fmla="*/ 290 w 293"/>
                    <a:gd name="T5" fmla="*/ 98 h 320"/>
                    <a:gd name="T6" fmla="*/ 293 w 293"/>
                    <a:gd name="T7" fmla="*/ 267 h 320"/>
                    <a:gd name="T8" fmla="*/ 288 w 293"/>
                    <a:gd name="T9" fmla="*/ 277 h 320"/>
                    <a:gd name="T10" fmla="*/ 263 w 293"/>
                    <a:gd name="T11" fmla="*/ 297 h 320"/>
                    <a:gd name="T12" fmla="*/ 178 w 293"/>
                    <a:gd name="T13" fmla="*/ 307 h 320"/>
                    <a:gd name="T14" fmla="*/ 114 w 293"/>
                    <a:gd name="T15" fmla="*/ 266 h 320"/>
                    <a:gd name="T16" fmla="*/ 74 w 293"/>
                    <a:gd name="T17" fmla="*/ 172 h 320"/>
                    <a:gd name="T18" fmla="*/ 41 w 293"/>
                    <a:gd name="T19" fmla="*/ 77 h 320"/>
                    <a:gd name="T20" fmla="*/ 41 w 293"/>
                    <a:gd name="T21" fmla="*/ 75 h 320"/>
                    <a:gd name="T22" fmla="*/ 4 w 293"/>
                    <a:gd name="T23" fmla="*/ 7 h 320"/>
                    <a:gd name="T24" fmla="*/ 22 w 293"/>
                    <a:gd name="T25" fmla="*/ 7 h 320"/>
                    <a:gd name="T26" fmla="*/ 30 w 293"/>
                    <a:gd name="T27" fmla="*/ 6 h 320"/>
                    <a:gd name="T28" fmla="*/ 35 w 293"/>
                    <a:gd name="T29" fmla="*/ 6 h 320"/>
                    <a:gd name="T30" fmla="*/ 69 w 293"/>
                    <a:gd name="T31" fmla="*/ 72 h 320"/>
                    <a:gd name="T32" fmla="*/ 80 w 293"/>
                    <a:gd name="T33" fmla="*/ 79 h 320"/>
                    <a:gd name="T34" fmla="*/ 131 w 293"/>
                    <a:gd name="T35" fmla="*/ 83 h 320"/>
                    <a:gd name="T36" fmla="*/ 138 w 293"/>
                    <a:gd name="T37" fmla="*/ 81 h 320"/>
                    <a:gd name="T38" fmla="*/ 188 w 293"/>
                    <a:gd name="T39" fmla="*/ 59 h 320"/>
                    <a:gd name="T40" fmla="*/ 196 w 293"/>
                    <a:gd name="T41" fmla="*/ 22 h 320"/>
                    <a:gd name="T42" fmla="*/ 220 w 293"/>
                    <a:gd name="T43" fmla="*/ 14 h 3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93" h="320">
                      <a:moveTo>
                        <a:pt x="220" y="14"/>
                      </a:moveTo>
                      <a:cubicBezTo>
                        <a:pt x="283" y="86"/>
                        <a:pt x="283" y="86"/>
                        <a:pt x="283" y="86"/>
                      </a:cubicBezTo>
                      <a:cubicBezTo>
                        <a:pt x="289" y="93"/>
                        <a:pt x="290" y="96"/>
                        <a:pt x="290" y="98"/>
                      </a:cubicBezTo>
                      <a:cubicBezTo>
                        <a:pt x="293" y="267"/>
                        <a:pt x="293" y="267"/>
                        <a:pt x="293" y="267"/>
                      </a:cubicBezTo>
                      <a:cubicBezTo>
                        <a:pt x="293" y="271"/>
                        <a:pt x="291" y="274"/>
                        <a:pt x="288" y="277"/>
                      </a:cubicBezTo>
                      <a:cubicBezTo>
                        <a:pt x="263" y="297"/>
                        <a:pt x="263" y="297"/>
                        <a:pt x="263" y="297"/>
                      </a:cubicBezTo>
                      <a:cubicBezTo>
                        <a:pt x="240" y="316"/>
                        <a:pt x="206" y="320"/>
                        <a:pt x="178" y="307"/>
                      </a:cubicBezTo>
                      <a:cubicBezTo>
                        <a:pt x="153" y="296"/>
                        <a:pt x="125" y="282"/>
                        <a:pt x="114" y="266"/>
                      </a:cubicBezTo>
                      <a:cubicBezTo>
                        <a:pt x="80" y="219"/>
                        <a:pt x="74" y="172"/>
                        <a:pt x="74" y="172"/>
                      </a:cubicBezTo>
                      <a:cubicBezTo>
                        <a:pt x="41" y="77"/>
                        <a:pt x="41" y="77"/>
                        <a:pt x="41" y="77"/>
                      </a:cubicBezTo>
                      <a:cubicBezTo>
                        <a:pt x="41" y="76"/>
                        <a:pt x="41" y="76"/>
                        <a:pt x="41" y="75"/>
                      </a:cubicBezTo>
                      <a:cubicBezTo>
                        <a:pt x="4" y="7"/>
                        <a:pt x="4" y="7"/>
                        <a:pt x="4" y="7"/>
                      </a:cubicBezTo>
                      <a:cubicBezTo>
                        <a:pt x="0" y="0"/>
                        <a:pt x="15" y="9"/>
                        <a:pt x="22" y="7"/>
                      </a:cubicBezTo>
                      <a:cubicBezTo>
                        <a:pt x="30" y="6"/>
                        <a:pt x="30" y="6"/>
                        <a:pt x="30" y="6"/>
                      </a:cubicBezTo>
                      <a:cubicBezTo>
                        <a:pt x="36" y="4"/>
                        <a:pt x="32" y="0"/>
                        <a:pt x="35" y="6"/>
                      </a:cubicBezTo>
                      <a:cubicBezTo>
                        <a:pt x="69" y="72"/>
                        <a:pt x="69" y="72"/>
                        <a:pt x="69" y="72"/>
                      </a:cubicBezTo>
                      <a:cubicBezTo>
                        <a:pt x="71" y="76"/>
                        <a:pt x="75" y="79"/>
                        <a:pt x="80" y="79"/>
                      </a:cubicBezTo>
                      <a:cubicBezTo>
                        <a:pt x="131" y="83"/>
                        <a:pt x="131" y="83"/>
                        <a:pt x="131" y="83"/>
                      </a:cubicBezTo>
                      <a:cubicBezTo>
                        <a:pt x="134" y="83"/>
                        <a:pt x="136" y="82"/>
                        <a:pt x="138" y="81"/>
                      </a:cubicBezTo>
                      <a:cubicBezTo>
                        <a:pt x="188" y="59"/>
                        <a:pt x="188" y="59"/>
                        <a:pt x="188" y="59"/>
                      </a:cubicBezTo>
                      <a:cubicBezTo>
                        <a:pt x="188" y="59"/>
                        <a:pt x="199" y="55"/>
                        <a:pt x="196" y="22"/>
                      </a:cubicBezTo>
                      <a:cubicBezTo>
                        <a:pt x="195" y="10"/>
                        <a:pt x="212" y="4"/>
                        <a:pt x="220" y="14"/>
                      </a:cubicBezTo>
                      <a:close/>
                    </a:path>
                  </a:pathLst>
                </a:custGeom>
                <a:solidFill>
                  <a:srgbClr val="350C0C"/>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30" name="Freeform 90"/>
                <p:cNvSpPr/>
                <p:nvPr>
                  <p:custDataLst>
                    <p:tags r:id="rId68"/>
                  </p:custDataLst>
                </p:nvPr>
              </p:nvSpPr>
              <p:spPr bwMode="auto">
                <a:xfrm flipH="1">
                  <a:off x="4391025" y="3663950"/>
                  <a:ext cx="234950" cy="128588"/>
                </a:xfrm>
                <a:custGeom>
                  <a:avLst/>
                  <a:gdLst>
                    <a:gd name="T0" fmla="*/ 69 w 123"/>
                    <a:gd name="T1" fmla="*/ 15 h 67"/>
                    <a:gd name="T2" fmla="*/ 90 w 123"/>
                    <a:gd name="T3" fmla="*/ 3 h 67"/>
                    <a:gd name="T4" fmla="*/ 117 w 123"/>
                    <a:gd name="T5" fmla="*/ 13 h 67"/>
                    <a:gd name="T6" fmla="*/ 99 w 123"/>
                    <a:gd name="T7" fmla="*/ 47 h 67"/>
                    <a:gd name="T8" fmla="*/ 43 w 123"/>
                    <a:gd name="T9" fmla="*/ 64 h 67"/>
                    <a:gd name="T10" fmla="*/ 7 w 123"/>
                    <a:gd name="T11" fmla="*/ 48 h 67"/>
                    <a:gd name="T12" fmla="*/ 13 w 123"/>
                    <a:gd name="T13" fmla="*/ 20 h 67"/>
                    <a:gd name="T14" fmla="*/ 37 w 123"/>
                    <a:gd name="T15" fmla="*/ 18 h 67"/>
                    <a:gd name="T16" fmla="*/ 69 w 123"/>
                    <a:gd name="T17" fmla="*/ 15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3" h="67">
                      <a:moveTo>
                        <a:pt x="69" y="15"/>
                      </a:moveTo>
                      <a:cubicBezTo>
                        <a:pt x="69" y="15"/>
                        <a:pt x="79" y="6"/>
                        <a:pt x="90" y="3"/>
                      </a:cubicBezTo>
                      <a:cubicBezTo>
                        <a:pt x="100" y="0"/>
                        <a:pt x="111" y="1"/>
                        <a:pt x="117" y="13"/>
                      </a:cubicBezTo>
                      <a:cubicBezTo>
                        <a:pt x="123" y="24"/>
                        <a:pt x="113" y="36"/>
                        <a:pt x="99" y="47"/>
                      </a:cubicBezTo>
                      <a:cubicBezTo>
                        <a:pt x="91" y="54"/>
                        <a:pt x="62" y="67"/>
                        <a:pt x="43" y="64"/>
                      </a:cubicBezTo>
                      <a:cubicBezTo>
                        <a:pt x="24" y="61"/>
                        <a:pt x="13" y="57"/>
                        <a:pt x="7" y="48"/>
                      </a:cubicBezTo>
                      <a:cubicBezTo>
                        <a:pt x="0" y="38"/>
                        <a:pt x="5" y="25"/>
                        <a:pt x="13" y="20"/>
                      </a:cubicBezTo>
                      <a:cubicBezTo>
                        <a:pt x="21" y="15"/>
                        <a:pt x="32" y="16"/>
                        <a:pt x="37" y="18"/>
                      </a:cubicBezTo>
                      <a:cubicBezTo>
                        <a:pt x="42" y="20"/>
                        <a:pt x="55" y="25"/>
                        <a:pt x="69" y="15"/>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31" name="Freeform 91"/>
                <p:cNvSpPr/>
                <p:nvPr>
                  <p:custDataLst>
                    <p:tags r:id="rId69"/>
                  </p:custDataLst>
                </p:nvPr>
              </p:nvSpPr>
              <p:spPr bwMode="auto">
                <a:xfrm flipH="1">
                  <a:off x="4616450" y="3455988"/>
                  <a:ext cx="38100" cy="58738"/>
                </a:xfrm>
                <a:custGeom>
                  <a:avLst/>
                  <a:gdLst>
                    <a:gd name="T0" fmla="*/ 4 w 20"/>
                    <a:gd name="T1" fmla="*/ 18 h 31"/>
                    <a:gd name="T2" fmla="*/ 16 w 20"/>
                    <a:gd name="T3" fmla="*/ 30 h 31"/>
                    <a:gd name="T4" fmla="*/ 17 w 20"/>
                    <a:gd name="T5" fmla="*/ 13 h 31"/>
                    <a:gd name="T6" fmla="*/ 5 w 20"/>
                    <a:gd name="T7" fmla="*/ 1 h 31"/>
                    <a:gd name="T8" fmla="*/ 4 w 20"/>
                    <a:gd name="T9" fmla="*/ 18 h 31"/>
                  </a:gdLst>
                  <a:ahLst/>
                  <a:cxnLst>
                    <a:cxn ang="0">
                      <a:pos x="T0" y="T1"/>
                    </a:cxn>
                    <a:cxn ang="0">
                      <a:pos x="T2" y="T3"/>
                    </a:cxn>
                    <a:cxn ang="0">
                      <a:pos x="T4" y="T5"/>
                    </a:cxn>
                    <a:cxn ang="0">
                      <a:pos x="T6" y="T7"/>
                    </a:cxn>
                    <a:cxn ang="0">
                      <a:pos x="T8" y="T9"/>
                    </a:cxn>
                  </a:cxnLst>
                  <a:rect l="0" t="0" r="r" b="b"/>
                  <a:pathLst>
                    <a:path w="20" h="31">
                      <a:moveTo>
                        <a:pt x="4" y="18"/>
                      </a:moveTo>
                      <a:cubicBezTo>
                        <a:pt x="7" y="26"/>
                        <a:pt x="12" y="31"/>
                        <a:pt x="16" y="30"/>
                      </a:cubicBezTo>
                      <a:cubicBezTo>
                        <a:pt x="20" y="29"/>
                        <a:pt x="20" y="21"/>
                        <a:pt x="17" y="13"/>
                      </a:cubicBezTo>
                      <a:cubicBezTo>
                        <a:pt x="14" y="5"/>
                        <a:pt x="8" y="0"/>
                        <a:pt x="5" y="1"/>
                      </a:cubicBezTo>
                      <a:cubicBezTo>
                        <a:pt x="1" y="2"/>
                        <a:pt x="0" y="10"/>
                        <a:pt x="4" y="18"/>
                      </a:cubicBezTo>
                      <a:close/>
                    </a:path>
                  </a:pathLst>
                </a:custGeom>
                <a:solidFill>
                  <a:srgbClr val="1D1D1B"/>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32" name="Freeform 92"/>
                <p:cNvSpPr/>
                <p:nvPr>
                  <p:custDataLst>
                    <p:tags r:id="rId70"/>
                  </p:custDataLst>
                </p:nvPr>
              </p:nvSpPr>
              <p:spPr bwMode="auto">
                <a:xfrm flipH="1">
                  <a:off x="4516437" y="3411538"/>
                  <a:ext cx="36513" cy="58738"/>
                </a:xfrm>
                <a:custGeom>
                  <a:avLst/>
                  <a:gdLst>
                    <a:gd name="T0" fmla="*/ 3 w 19"/>
                    <a:gd name="T1" fmla="*/ 18 h 31"/>
                    <a:gd name="T2" fmla="*/ 15 w 19"/>
                    <a:gd name="T3" fmla="*/ 30 h 31"/>
                    <a:gd name="T4" fmla="*/ 16 w 19"/>
                    <a:gd name="T5" fmla="*/ 14 h 31"/>
                    <a:gd name="T6" fmla="*/ 4 w 19"/>
                    <a:gd name="T7" fmla="*/ 1 h 31"/>
                    <a:gd name="T8" fmla="*/ 3 w 19"/>
                    <a:gd name="T9" fmla="*/ 18 h 31"/>
                  </a:gdLst>
                  <a:ahLst/>
                  <a:cxnLst>
                    <a:cxn ang="0">
                      <a:pos x="T0" y="T1"/>
                    </a:cxn>
                    <a:cxn ang="0">
                      <a:pos x="T2" y="T3"/>
                    </a:cxn>
                    <a:cxn ang="0">
                      <a:pos x="T4" y="T5"/>
                    </a:cxn>
                    <a:cxn ang="0">
                      <a:pos x="T6" y="T7"/>
                    </a:cxn>
                    <a:cxn ang="0">
                      <a:pos x="T8" y="T9"/>
                    </a:cxn>
                  </a:cxnLst>
                  <a:rect l="0" t="0" r="r" b="b"/>
                  <a:pathLst>
                    <a:path w="19" h="31">
                      <a:moveTo>
                        <a:pt x="3" y="18"/>
                      </a:moveTo>
                      <a:cubicBezTo>
                        <a:pt x="6" y="26"/>
                        <a:pt x="12" y="31"/>
                        <a:pt x="15" y="30"/>
                      </a:cubicBezTo>
                      <a:cubicBezTo>
                        <a:pt x="19" y="29"/>
                        <a:pt x="19" y="22"/>
                        <a:pt x="16" y="14"/>
                      </a:cubicBezTo>
                      <a:cubicBezTo>
                        <a:pt x="13" y="6"/>
                        <a:pt x="7" y="0"/>
                        <a:pt x="4" y="1"/>
                      </a:cubicBezTo>
                      <a:cubicBezTo>
                        <a:pt x="0" y="3"/>
                        <a:pt x="0" y="10"/>
                        <a:pt x="3" y="18"/>
                      </a:cubicBezTo>
                      <a:close/>
                    </a:path>
                  </a:pathLst>
                </a:custGeom>
                <a:solidFill>
                  <a:srgbClr val="1D1D1B"/>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33" name="Freeform 93"/>
                <p:cNvSpPr>
                  <a:spLocks noEditPoints="1"/>
                </p:cNvSpPr>
                <p:nvPr>
                  <p:custDataLst>
                    <p:tags r:id="rId71"/>
                  </p:custDataLst>
                </p:nvPr>
              </p:nvSpPr>
              <p:spPr bwMode="auto">
                <a:xfrm flipH="1">
                  <a:off x="4559300" y="3398838"/>
                  <a:ext cx="184150" cy="211138"/>
                </a:xfrm>
                <a:custGeom>
                  <a:avLst/>
                  <a:gdLst>
                    <a:gd name="T0" fmla="*/ 69 w 97"/>
                    <a:gd name="T1" fmla="*/ 104 h 111"/>
                    <a:gd name="T2" fmla="*/ 12 w 97"/>
                    <a:gd name="T3" fmla="*/ 68 h 111"/>
                    <a:gd name="T4" fmla="*/ 28 w 97"/>
                    <a:gd name="T5" fmla="*/ 7 h 111"/>
                    <a:gd name="T6" fmla="*/ 86 w 97"/>
                    <a:gd name="T7" fmla="*/ 42 h 111"/>
                    <a:gd name="T8" fmla="*/ 69 w 97"/>
                    <a:gd name="T9" fmla="*/ 104 h 111"/>
                    <a:gd name="T10" fmla="*/ 33 w 97"/>
                    <a:gd name="T11" fmla="*/ 17 h 111"/>
                    <a:gd name="T12" fmla="*/ 23 w 97"/>
                    <a:gd name="T13" fmla="*/ 64 h 111"/>
                    <a:gd name="T14" fmla="*/ 65 w 97"/>
                    <a:gd name="T15" fmla="*/ 93 h 111"/>
                    <a:gd name="T16" fmla="*/ 74 w 97"/>
                    <a:gd name="T17" fmla="*/ 46 h 111"/>
                    <a:gd name="T18" fmla="*/ 33 w 97"/>
                    <a:gd name="T19" fmla="*/ 17 h 1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7" h="111">
                      <a:moveTo>
                        <a:pt x="69" y="104"/>
                      </a:moveTo>
                      <a:cubicBezTo>
                        <a:pt x="48" y="111"/>
                        <a:pt x="23" y="95"/>
                        <a:pt x="12" y="68"/>
                      </a:cubicBezTo>
                      <a:cubicBezTo>
                        <a:pt x="0" y="41"/>
                        <a:pt x="8" y="14"/>
                        <a:pt x="28" y="7"/>
                      </a:cubicBezTo>
                      <a:cubicBezTo>
                        <a:pt x="49" y="0"/>
                        <a:pt x="74" y="15"/>
                        <a:pt x="86" y="42"/>
                      </a:cubicBezTo>
                      <a:cubicBezTo>
                        <a:pt x="97" y="69"/>
                        <a:pt x="89" y="96"/>
                        <a:pt x="69" y="104"/>
                      </a:cubicBezTo>
                      <a:close/>
                      <a:moveTo>
                        <a:pt x="33" y="17"/>
                      </a:moveTo>
                      <a:cubicBezTo>
                        <a:pt x="19" y="22"/>
                        <a:pt x="14" y="44"/>
                        <a:pt x="23" y="64"/>
                      </a:cubicBezTo>
                      <a:cubicBezTo>
                        <a:pt x="32" y="85"/>
                        <a:pt x="51" y="98"/>
                        <a:pt x="65" y="93"/>
                      </a:cubicBezTo>
                      <a:cubicBezTo>
                        <a:pt x="78" y="88"/>
                        <a:pt x="83" y="67"/>
                        <a:pt x="74" y="46"/>
                      </a:cubicBezTo>
                      <a:cubicBezTo>
                        <a:pt x="66" y="26"/>
                        <a:pt x="47" y="12"/>
                        <a:pt x="33" y="17"/>
                      </a:cubicBezTo>
                      <a:close/>
                    </a:path>
                  </a:pathLst>
                </a:custGeom>
                <a:solidFill>
                  <a:srgbClr val="1D1D1B"/>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34" name="Freeform 94"/>
                <p:cNvSpPr>
                  <a:spLocks noEditPoints="1"/>
                </p:cNvSpPr>
                <p:nvPr>
                  <p:custDataLst>
                    <p:tags r:id="rId72"/>
                  </p:custDataLst>
                </p:nvPr>
              </p:nvSpPr>
              <p:spPr bwMode="auto">
                <a:xfrm flipH="1">
                  <a:off x="4424362" y="3348038"/>
                  <a:ext cx="182563" cy="214313"/>
                </a:xfrm>
                <a:custGeom>
                  <a:avLst/>
                  <a:gdLst>
                    <a:gd name="T0" fmla="*/ 68 w 96"/>
                    <a:gd name="T1" fmla="*/ 104 h 112"/>
                    <a:gd name="T2" fmla="*/ 11 w 96"/>
                    <a:gd name="T3" fmla="*/ 69 h 112"/>
                    <a:gd name="T4" fmla="*/ 28 w 96"/>
                    <a:gd name="T5" fmla="*/ 8 h 112"/>
                    <a:gd name="T6" fmla="*/ 85 w 96"/>
                    <a:gd name="T7" fmla="*/ 43 h 112"/>
                    <a:gd name="T8" fmla="*/ 68 w 96"/>
                    <a:gd name="T9" fmla="*/ 104 h 112"/>
                    <a:gd name="T10" fmla="*/ 32 w 96"/>
                    <a:gd name="T11" fmla="*/ 18 h 112"/>
                    <a:gd name="T12" fmla="*/ 23 w 96"/>
                    <a:gd name="T13" fmla="*/ 65 h 112"/>
                    <a:gd name="T14" fmla="*/ 64 w 96"/>
                    <a:gd name="T15" fmla="*/ 94 h 112"/>
                    <a:gd name="T16" fmla="*/ 74 w 96"/>
                    <a:gd name="T17" fmla="*/ 47 h 112"/>
                    <a:gd name="T18" fmla="*/ 32 w 96"/>
                    <a:gd name="T19" fmla="*/ 18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6" h="112">
                      <a:moveTo>
                        <a:pt x="68" y="104"/>
                      </a:moveTo>
                      <a:cubicBezTo>
                        <a:pt x="48" y="112"/>
                        <a:pt x="23" y="96"/>
                        <a:pt x="11" y="69"/>
                      </a:cubicBezTo>
                      <a:cubicBezTo>
                        <a:pt x="0" y="42"/>
                        <a:pt x="7" y="15"/>
                        <a:pt x="28" y="8"/>
                      </a:cubicBezTo>
                      <a:cubicBezTo>
                        <a:pt x="49" y="0"/>
                        <a:pt x="74" y="16"/>
                        <a:pt x="85" y="43"/>
                      </a:cubicBezTo>
                      <a:cubicBezTo>
                        <a:pt x="96" y="70"/>
                        <a:pt x="89" y="97"/>
                        <a:pt x="68" y="104"/>
                      </a:cubicBezTo>
                      <a:close/>
                      <a:moveTo>
                        <a:pt x="32" y="18"/>
                      </a:moveTo>
                      <a:cubicBezTo>
                        <a:pt x="18" y="23"/>
                        <a:pt x="14" y="44"/>
                        <a:pt x="23" y="65"/>
                      </a:cubicBezTo>
                      <a:cubicBezTo>
                        <a:pt x="31" y="86"/>
                        <a:pt x="50" y="99"/>
                        <a:pt x="64" y="94"/>
                      </a:cubicBezTo>
                      <a:cubicBezTo>
                        <a:pt x="78" y="89"/>
                        <a:pt x="82" y="68"/>
                        <a:pt x="74" y="47"/>
                      </a:cubicBezTo>
                      <a:cubicBezTo>
                        <a:pt x="65" y="26"/>
                        <a:pt x="46" y="13"/>
                        <a:pt x="32" y="18"/>
                      </a:cubicBezTo>
                      <a:close/>
                    </a:path>
                  </a:pathLst>
                </a:custGeom>
                <a:solidFill>
                  <a:srgbClr val="1D1D1B"/>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35" name="Freeform 95"/>
                <p:cNvSpPr/>
                <p:nvPr>
                  <p:custDataLst>
                    <p:tags r:id="rId73"/>
                  </p:custDataLst>
                </p:nvPr>
              </p:nvSpPr>
              <p:spPr bwMode="auto">
                <a:xfrm flipH="1">
                  <a:off x="4427538" y="3433763"/>
                  <a:ext cx="177800" cy="153988"/>
                </a:xfrm>
                <a:custGeom>
                  <a:avLst/>
                  <a:gdLst>
                    <a:gd name="T0" fmla="*/ 0 w 112"/>
                    <a:gd name="T1" fmla="*/ 0 h 97"/>
                    <a:gd name="T2" fmla="*/ 112 w 112"/>
                    <a:gd name="T3" fmla="*/ 79 h 97"/>
                    <a:gd name="T4" fmla="*/ 42 w 112"/>
                    <a:gd name="T5" fmla="*/ 97 h 97"/>
                    <a:gd name="T6" fmla="*/ 0 w 112"/>
                    <a:gd name="T7" fmla="*/ 0 h 97"/>
                  </a:gdLst>
                  <a:ahLst/>
                  <a:cxnLst>
                    <a:cxn ang="0">
                      <a:pos x="T0" y="T1"/>
                    </a:cxn>
                    <a:cxn ang="0">
                      <a:pos x="T2" y="T3"/>
                    </a:cxn>
                    <a:cxn ang="0">
                      <a:pos x="T4" y="T5"/>
                    </a:cxn>
                    <a:cxn ang="0">
                      <a:pos x="T6" y="T7"/>
                    </a:cxn>
                  </a:cxnLst>
                  <a:rect l="0" t="0" r="r" b="b"/>
                  <a:pathLst>
                    <a:path w="112" h="97">
                      <a:moveTo>
                        <a:pt x="0" y="0"/>
                      </a:moveTo>
                      <a:lnTo>
                        <a:pt x="112" y="79"/>
                      </a:lnTo>
                      <a:lnTo>
                        <a:pt x="42" y="97"/>
                      </a:lnTo>
                      <a:lnTo>
                        <a:pt x="0" y="0"/>
                      </a:lnTo>
                      <a:close/>
                    </a:path>
                  </a:pathLst>
                </a:custGeom>
                <a:solidFill>
                  <a:srgbClr val="F95353"/>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36" name="Freeform 96"/>
                <p:cNvSpPr/>
                <p:nvPr>
                  <p:custDataLst>
                    <p:tags r:id="rId74"/>
                  </p:custDataLst>
                </p:nvPr>
              </p:nvSpPr>
              <p:spPr bwMode="auto">
                <a:xfrm flipH="1">
                  <a:off x="4716463" y="3495675"/>
                  <a:ext cx="149225" cy="34925"/>
                </a:xfrm>
                <a:custGeom>
                  <a:avLst/>
                  <a:gdLst>
                    <a:gd name="T0" fmla="*/ 94 w 94"/>
                    <a:gd name="T1" fmla="*/ 13 h 22"/>
                    <a:gd name="T2" fmla="*/ 2 w 94"/>
                    <a:gd name="T3" fmla="*/ 22 h 22"/>
                    <a:gd name="T4" fmla="*/ 0 w 94"/>
                    <a:gd name="T5" fmla="*/ 9 h 22"/>
                    <a:gd name="T6" fmla="*/ 91 w 94"/>
                    <a:gd name="T7" fmla="*/ 0 h 22"/>
                    <a:gd name="T8" fmla="*/ 94 w 94"/>
                    <a:gd name="T9" fmla="*/ 13 h 22"/>
                  </a:gdLst>
                  <a:ahLst/>
                  <a:cxnLst>
                    <a:cxn ang="0">
                      <a:pos x="T0" y="T1"/>
                    </a:cxn>
                    <a:cxn ang="0">
                      <a:pos x="T2" y="T3"/>
                    </a:cxn>
                    <a:cxn ang="0">
                      <a:pos x="T4" y="T5"/>
                    </a:cxn>
                    <a:cxn ang="0">
                      <a:pos x="T6" y="T7"/>
                    </a:cxn>
                    <a:cxn ang="0">
                      <a:pos x="T8" y="T9"/>
                    </a:cxn>
                  </a:cxnLst>
                  <a:rect l="0" t="0" r="r" b="b"/>
                  <a:pathLst>
                    <a:path w="94" h="22">
                      <a:moveTo>
                        <a:pt x="94" y="13"/>
                      </a:moveTo>
                      <a:lnTo>
                        <a:pt x="2" y="22"/>
                      </a:lnTo>
                      <a:lnTo>
                        <a:pt x="0" y="9"/>
                      </a:lnTo>
                      <a:lnTo>
                        <a:pt x="91" y="0"/>
                      </a:lnTo>
                      <a:lnTo>
                        <a:pt x="94" y="13"/>
                      </a:lnTo>
                      <a:close/>
                    </a:path>
                  </a:pathLst>
                </a:custGeom>
                <a:solidFill>
                  <a:srgbClr val="1D1D1B"/>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37" name="Freeform 97"/>
                <p:cNvSpPr/>
                <p:nvPr>
                  <p:custDataLst>
                    <p:tags r:id="rId75"/>
                  </p:custDataLst>
                </p:nvPr>
              </p:nvSpPr>
              <p:spPr bwMode="auto">
                <a:xfrm flipH="1">
                  <a:off x="4379912" y="3076575"/>
                  <a:ext cx="601663" cy="390525"/>
                </a:xfrm>
                <a:custGeom>
                  <a:avLst/>
                  <a:gdLst>
                    <a:gd name="T0" fmla="*/ 108 w 316"/>
                    <a:gd name="T1" fmla="*/ 185 h 205"/>
                    <a:gd name="T2" fmla="*/ 206 w 316"/>
                    <a:gd name="T3" fmla="*/ 131 h 205"/>
                    <a:gd name="T4" fmla="*/ 268 w 316"/>
                    <a:gd name="T5" fmla="*/ 29 h 205"/>
                    <a:gd name="T6" fmla="*/ 188 w 316"/>
                    <a:gd name="T7" fmla="*/ 50 h 205"/>
                    <a:gd name="T8" fmla="*/ 46 w 316"/>
                    <a:gd name="T9" fmla="*/ 205 h 205"/>
                    <a:gd name="T10" fmla="*/ 108 w 316"/>
                    <a:gd name="T11" fmla="*/ 185 h 205"/>
                  </a:gdLst>
                  <a:ahLst/>
                  <a:cxnLst>
                    <a:cxn ang="0">
                      <a:pos x="T0" y="T1"/>
                    </a:cxn>
                    <a:cxn ang="0">
                      <a:pos x="T2" y="T3"/>
                    </a:cxn>
                    <a:cxn ang="0">
                      <a:pos x="T4" y="T5"/>
                    </a:cxn>
                    <a:cxn ang="0">
                      <a:pos x="T6" y="T7"/>
                    </a:cxn>
                    <a:cxn ang="0">
                      <a:pos x="T8" y="T9"/>
                    </a:cxn>
                    <a:cxn ang="0">
                      <a:pos x="T10" y="T11"/>
                    </a:cxn>
                  </a:cxnLst>
                  <a:rect l="0" t="0" r="r" b="b"/>
                  <a:pathLst>
                    <a:path w="316" h="205">
                      <a:moveTo>
                        <a:pt x="108" y="185"/>
                      </a:moveTo>
                      <a:cubicBezTo>
                        <a:pt x="108" y="185"/>
                        <a:pt x="114" y="122"/>
                        <a:pt x="206" y="131"/>
                      </a:cubicBezTo>
                      <a:cubicBezTo>
                        <a:pt x="298" y="140"/>
                        <a:pt x="316" y="58"/>
                        <a:pt x="268" y="29"/>
                      </a:cubicBezTo>
                      <a:cubicBezTo>
                        <a:pt x="220" y="0"/>
                        <a:pt x="188" y="50"/>
                        <a:pt x="188" y="50"/>
                      </a:cubicBezTo>
                      <a:cubicBezTo>
                        <a:pt x="188" y="50"/>
                        <a:pt x="0" y="98"/>
                        <a:pt x="46" y="205"/>
                      </a:cubicBezTo>
                      <a:lnTo>
                        <a:pt x="108" y="185"/>
                      </a:lnTo>
                      <a:close/>
                    </a:path>
                  </a:pathLst>
                </a:custGeom>
                <a:solidFill>
                  <a:srgbClr val="350C0C"/>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38" name="Freeform 98"/>
                <p:cNvSpPr/>
                <p:nvPr>
                  <p:custDataLst>
                    <p:tags r:id="rId76"/>
                  </p:custDataLst>
                </p:nvPr>
              </p:nvSpPr>
              <p:spPr bwMode="auto">
                <a:xfrm flipH="1">
                  <a:off x="4151312" y="4627563"/>
                  <a:ext cx="808038" cy="260350"/>
                </a:xfrm>
                <a:custGeom>
                  <a:avLst/>
                  <a:gdLst>
                    <a:gd name="T0" fmla="*/ 386 w 424"/>
                    <a:gd name="T1" fmla="*/ 137 h 137"/>
                    <a:gd name="T2" fmla="*/ 422 w 424"/>
                    <a:gd name="T3" fmla="*/ 111 h 137"/>
                    <a:gd name="T4" fmla="*/ 392 w 424"/>
                    <a:gd name="T5" fmla="*/ 62 h 137"/>
                    <a:gd name="T6" fmla="*/ 190 w 424"/>
                    <a:gd name="T7" fmla="*/ 45 h 137"/>
                    <a:gd name="T8" fmla="*/ 50 w 424"/>
                    <a:gd name="T9" fmla="*/ 9 h 137"/>
                    <a:gd name="T10" fmla="*/ 26 w 424"/>
                    <a:gd name="T11" fmla="*/ 85 h 137"/>
                    <a:gd name="T12" fmla="*/ 89 w 424"/>
                    <a:gd name="T13" fmla="*/ 126 h 137"/>
                    <a:gd name="T14" fmla="*/ 386 w 424"/>
                    <a:gd name="T15" fmla="*/ 137 h 13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24" h="137">
                      <a:moveTo>
                        <a:pt x="386" y="137"/>
                      </a:moveTo>
                      <a:cubicBezTo>
                        <a:pt x="403" y="137"/>
                        <a:pt x="419" y="127"/>
                        <a:pt x="422" y="111"/>
                      </a:cubicBezTo>
                      <a:cubicBezTo>
                        <a:pt x="424" y="96"/>
                        <a:pt x="420" y="77"/>
                        <a:pt x="392" y="62"/>
                      </a:cubicBezTo>
                      <a:cubicBezTo>
                        <a:pt x="335" y="31"/>
                        <a:pt x="246" y="35"/>
                        <a:pt x="190" y="45"/>
                      </a:cubicBezTo>
                      <a:cubicBezTo>
                        <a:pt x="137" y="54"/>
                        <a:pt x="98" y="0"/>
                        <a:pt x="50" y="9"/>
                      </a:cubicBezTo>
                      <a:cubicBezTo>
                        <a:pt x="21" y="14"/>
                        <a:pt x="0" y="55"/>
                        <a:pt x="26" y="85"/>
                      </a:cubicBezTo>
                      <a:cubicBezTo>
                        <a:pt x="53" y="114"/>
                        <a:pt x="89" y="126"/>
                        <a:pt x="89" y="126"/>
                      </a:cubicBezTo>
                      <a:lnTo>
                        <a:pt x="386" y="137"/>
                      </a:lnTo>
                      <a:close/>
                    </a:path>
                  </a:pathLst>
                </a:custGeom>
                <a:solidFill>
                  <a:schemeClr val="tx2"/>
                </a:solidFill>
                <a:ln>
                  <a:noFill/>
                </a:ln>
              </p:spPr>
              <p:txBody>
                <a:bodyPr vert="horz" wrap="square" lIns="91440" tIns="45720" rIns="91440" bIns="45720" numCol="1" anchor="t" anchorCtr="0" compatLnSpc="1"/>
                <a:lstStyle/>
                <a:p>
                  <a:endParaRPr lang="zh-CN" altLang="en-US"/>
                </a:p>
              </p:txBody>
            </p:sp>
            <p:sp>
              <p:nvSpPr>
                <p:cNvPr id="239" name="Freeform 99"/>
                <p:cNvSpPr/>
                <p:nvPr>
                  <p:custDataLst>
                    <p:tags r:id="rId77"/>
                  </p:custDataLst>
                </p:nvPr>
              </p:nvSpPr>
              <p:spPr bwMode="auto">
                <a:xfrm flipH="1">
                  <a:off x="4329112" y="5959475"/>
                  <a:ext cx="125413" cy="115888"/>
                </a:xfrm>
                <a:custGeom>
                  <a:avLst/>
                  <a:gdLst>
                    <a:gd name="T0" fmla="*/ 79 w 79"/>
                    <a:gd name="T1" fmla="*/ 15 h 73"/>
                    <a:gd name="T2" fmla="*/ 70 w 79"/>
                    <a:gd name="T3" fmla="*/ 73 h 73"/>
                    <a:gd name="T4" fmla="*/ 0 w 79"/>
                    <a:gd name="T5" fmla="*/ 72 h 73"/>
                    <a:gd name="T6" fmla="*/ 13 w 79"/>
                    <a:gd name="T7" fmla="*/ 0 h 73"/>
                    <a:gd name="T8" fmla="*/ 79 w 79"/>
                    <a:gd name="T9" fmla="*/ 15 h 73"/>
                  </a:gdLst>
                  <a:ahLst/>
                  <a:cxnLst>
                    <a:cxn ang="0">
                      <a:pos x="T0" y="T1"/>
                    </a:cxn>
                    <a:cxn ang="0">
                      <a:pos x="T2" y="T3"/>
                    </a:cxn>
                    <a:cxn ang="0">
                      <a:pos x="T4" y="T5"/>
                    </a:cxn>
                    <a:cxn ang="0">
                      <a:pos x="T6" y="T7"/>
                    </a:cxn>
                    <a:cxn ang="0">
                      <a:pos x="T8" y="T9"/>
                    </a:cxn>
                  </a:cxnLst>
                  <a:rect l="0" t="0" r="r" b="b"/>
                  <a:pathLst>
                    <a:path w="79" h="73">
                      <a:moveTo>
                        <a:pt x="79" y="15"/>
                      </a:moveTo>
                      <a:lnTo>
                        <a:pt x="70" y="73"/>
                      </a:lnTo>
                      <a:lnTo>
                        <a:pt x="0" y="72"/>
                      </a:lnTo>
                      <a:lnTo>
                        <a:pt x="13" y="0"/>
                      </a:lnTo>
                      <a:lnTo>
                        <a:pt x="79" y="15"/>
                      </a:lnTo>
                      <a:close/>
                    </a:path>
                  </a:pathLst>
                </a:custGeom>
                <a:solidFill>
                  <a:srgbClr val="FFE7C5"/>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40" name="Freeform 100"/>
                <p:cNvSpPr/>
                <p:nvPr>
                  <p:custDataLst>
                    <p:tags r:id="rId78"/>
                  </p:custDataLst>
                </p:nvPr>
              </p:nvSpPr>
              <p:spPr bwMode="auto">
                <a:xfrm flipH="1">
                  <a:off x="4319587" y="6018213"/>
                  <a:ext cx="144463" cy="58738"/>
                </a:xfrm>
                <a:custGeom>
                  <a:avLst/>
                  <a:gdLst>
                    <a:gd name="T0" fmla="*/ 79 w 91"/>
                    <a:gd name="T1" fmla="*/ 37 h 37"/>
                    <a:gd name="T2" fmla="*/ 91 w 91"/>
                    <a:gd name="T3" fmla="*/ 0 h 37"/>
                    <a:gd name="T4" fmla="*/ 6 w 91"/>
                    <a:gd name="T5" fmla="*/ 0 h 37"/>
                    <a:gd name="T6" fmla="*/ 0 w 91"/>
                    <a:gd name="T7" fmla="*/ 35 h 37"/>
                    <a:gd name="T8" fmla="*/ 79 w 91"/>
                    <a:gd name="T9" fmla="*/ 37 h 37"/>
                  </a:gdLst>
                  <a:ahLst/>
                  <a:cxnLst>
                    <a:cxn ang="0">
                      <a:pos x="T0" y="T1"/>
                    </a:cxn>
                    <a:cxn ang="0">
                      <a:pos x="T2" y="T3"/>
                    </a:cxn>
                    <a:cxn ang="0">
                      <a:pos x="T4" y="T5"/>
                    </a:cxn>
                    <a:cxn ang="0">
                      <a:pos x="T6" y="T7"/>
                    </a:cxn>
                    <a:cxn ang="0">
                      <a:pos x="T8" y="T9"/>
                    </a:cxn>
                  </a:cxnLst>
                  <a:rect l="0" t="0" r="r" b="b"/>
                  <a:pathLst>
                    <a:path w="91" h="37">
                      <a:moveTo>
                        <a:pt x="79" y="37"/>
                      </a:moveTo>
                      <a:lnTo>
                        <a:pt x="91" y="0"/>
                      </a:lnTo>
                      <a:lnTo>
                        <a:pt x="6" y="0"/>
                      </a:lnTo>
                      <a:lnTo>
                        <a:pt x="0" y="35"/>
                      </a:lnTo>
                      <a:lnTo>
                        <a:pt x="79" y="37"/>
                      </a:lnTo>
                      <a:close/>
                    </a:path>
                  </a:pathLst>
                </a:custGeom>
                <a:solidFill>
                  <a:srgbClr val="F9B233"/>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41" name="Freeform 101"/>
                <p:cNvSpPr/>
                <p:nvPr>
                  <p:custDataLst>
                    <p:tags r:id="rId79"/>
                  </p:custDataLst>
                </p:nvPr>
              </p:nvSpPr>
              <p:spPr bwMode="auto">
                <a:xfrm flipH="1">
                  <a:off x="3925888" y="6069013"/>
                  <a:ext cx="622300" cy="233363"/>
                </a:xfrm>
                <a:custGeom>
                  <a:avLst/>
                  <a:gdLst>
                    <a:gd name="T0" fmla="*/ 118 w 326"/>
                    <a:gd name="T1" fmla="*/ 5 h 123"/>
                    <a:gd name="T2" fmla="*/ 161 w 326"/>
                    <a:gd name="T3" fmla="*/ 65 h 123"/>
                    <a:gd name="T4" fmla="*/ 312 w 326"/>
                    <a:gd name="T5" fmla="*/ 100 h 123"/>
                    <a:gd name="T6" fmla="*/ 309 w 326"/>
                    <a:gd name="T7" fmla="*/ 121 h 123"/>
                    <a:gd name="T8" fmla="*/ 115 w 326"/>
                    <a:gd name="T9" fmla="*/ 123 h 123"/>
                    <a:gd name="T10" fmla="*/ 59 w 326"/>
                    <a:gd name="T11" fmla="*/ 96 h 123"/>
                    <a:gd name="T12" fmla="*/ 44 w 326"/>
                    <a:gd name="T13" fmla="*/ 107 h 123"/>
                    <a:gd name="T14" fmla="*/ 0 w 326"/>
                    <a:gd name="T15" fmla="*/ 91 h 123"/>
                    <a:gd name="T16" fmla="*/ 39 w 326"/>
                    <a:gd name="T17" fmla="*/ 0 h 123"/>
                    <a:gd name="T18" fmla="*/ 118 w 326"/>
                    <a:gd name="T19" fmla="*/ 5 h 1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26" h="123">
                      <a:moveTo>
                        <a:pt x="118" y="5"/>
                      </a:moveTo>
                      <a:cubicBezTo>
                        <a:pt x="161" y="65"/>
                        <a:pt x="161" y="65"/>
                        <a:pt x="161" y="65"/>
                      </a:cubicBezTo>
                      <a:cubicBezTo>
                        <a:pt x="312" y="100"/>
                        <a:pt x="312" y="100"/>
                        <a:pt x="312" y="100"/>
                      </a:cubicBezTo>
                      <a:cubicBezTo>
                        <a:pt x="326" y="103"/>
                        <a:pt x="324" y="121"/>
                        <a:pt x="309" y="121"/>
                      </a:cubicBezTo>
                      <a:cubicBezTo>
                        <a:pt x="115" y="123"/>
                        <a:pt x="115" y="123"/>
                        <a:pt x="115" y="123"/>
                      </a:cubicBezTo>
                      <a:cubicBezTo>
                        <a:pt x="59" y="96"/>
                        <a:pt x="59" y="96"/>
                        <a:pt x="59" y="96"/>
                      </a:cubicBezTo>
                      <a:cubicBezTo>
                        <a:pt x="44" y="107"/>
                        <a:pt x="44" y="107"/>
                        <a:pt x="44" y="107"/>
                      </a:cubicBezTo>
                      <a:cubicBezTo>
                        <a:pt x="0" y="91"/>
                        <a:pt x="0" y="91"/>
                        <a:pt x="0" y="91"/>
                      </a:cubicBezTo>
                      <a:cubicBezTo>
                        <a:pt x="39" y="0"/>
                        <a:pt x="39" y="0"/>
                        <a:pt x="39" y="0"/>
                      </a:cubicBezTo>
                      <a:lnTo>
                        <a:pt x="118" y="5"/>
                      </a:lnTo>
                      <a:close/>
                    </a:path>
                  </a:pathLst>
                </a:custGeom>
                <a:solidFill>
                  <a:srgbClr val="1D1D1B"/>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42" name="Freeform 102"/>
                <p:cNvSpPr/>
                <p:nvPr>
                  <p:custDataLst>
                    <p:tags r:id="rId80"/>
                  </p:custDataLst>
                </p:nvPr>
              </p:nvSpPr>
              <p:spPr bwMode="auto">
                <a:xfrm flipH="1">
                  <a:off x="5221288" y="5546725"/>
                  <a:ext cx="155575" cy="134938"/>
                </a:xfrm>
                <a:custGeom>
                  <a:avLst/>
                  <a:gdLst>
                    <a:gd name="T0" fmla="*/ 98 w 98"/>
                    <a:gd name="T1" fmla="*/ 58 h 85"/>
                    <a:gd name="T2" fmla="*/ 39 w 98"/>
                    <a:gd name="T3" fmla="*/ 85 h 85"/>
                    <a:gd name="T4" fmla="*/ 0 w 98"/>
                    <a:gd name="T5" fmla="*/ 34 h 85"/>
                    <a:gd name="T6" fmla="*/ 71 w 98"/>
                    <a:gd name="T7" fmla="*/ 0 h 85"/>
                    <a:gd name="T8" fmla="*/ 98 w 98"/>
                    <a:gd name="T9" fmla="*/ 58 h 85"/>
                  </a:gdLst>
                  <a:ahLst/>
                  <a:cxnLst>
                    <a:cxn ang="0">
                      <a:pos x="T0" y="T1"/>
                    </a:cxn>
                    <a:cxn ang="0">
                      <a:pos x="T2" y="T3"/>
                    </a:cxn>
                    <a:cxn ang="0">
                      <a:pos x="T4" y="T5"/>
                    </a:cxn>
                    <a:cxn ang="0">
                      <a:pos x="T6" y="T7"/>
                    </a:cxn>
                    <a:cxn ang="0">
                      <a:pos x="T8" y="T9"/>
                    </a:cxn>
                  </a:cxnLst>
                  <a:rect l="0" t="0" r="r" b="b"/>
                  <a:pathLst>
                    <a:path w="98" h="85">
                      <a:moveTo>
                        <a:pt x="98" y="58"/>
                      </a:moveTo>
                      <a:lnTo>
                        <a:pt x="39" y="85"/>
                      </a:lnTo>
                      <a:lnTo>
                        <a:pt x="0" y="34"/>
                      </a:lnTo>
                      <a:lnTo>
                        <a:pt x="71" y="0"/>
                      </a:lnTo>
                      <a:lnTo>
                        <a:pt x="98" y="58"/>
                      </a:lnTo>
                      <a:close/>
                    </a:path>
                  </a:pathLst>
                </a:custGeom>
                <a:solidFill>
                  <a:srgbClr val="FFE7C5"/>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43" name="Freeform 103"/>
                <p:cNvSpPr/>
                <p:nvPr>
                  <p:custDataLst>
                    <p:tags r:id="rId81"/>
                  </p:custDataLst>
                </p:nvPr>
              </p:nvSpPr>
              <p:spPr bwMode="auto">
                <a:xfrm flipH="1">
                  <a:off x="5248275" y="5567363"/>
                  <a:ext cx="133350" cy="120650"/>
                </a:xfrm>
                <a:custGeom>
                  <a:avLst/>
                  <a:gdLst>
                    <a:gd name="T0" fmla="*/ 45 w 84"/>
                    <a:gd name="T1" fmla="*/ 76 h 76"/>
                    <a:gd name="T2" fmla="*/ 84 w 84"/>
                    <a:gd name="T3" fmla="*/ 63 h 76"/>
                    <a:gd name="T4" fmla="*/ 33 w 84"/>
                    <a:gd name="T5" fmla="*/ 0 h 76"/>
                    <a:gd name="T6" fmla="*/ 0 w 84"/>
                    <a:gd name="T7" fmla="*/ 16 h 76"/>
                    <a:gd name="T8" fmla="*/ 45 w 84"/>
                    <a:gd name="T9" fmla="*/ 76 h 76"/>
                  </a:gdLst>
                  <a:ahLst/>
                  <a:cxnLst>
                    <a:cxn ang="0">
                      <a:pos x="T0" y="T1"/>
                    </a:cxn>
                    <a:cxn ang="0">
                      <a:pos x="T2" y="T3"/>
                    </a:cxn>
                    <a:cxn ang="0">
                      <a:pos x="T4" y="T5"/>
                    </a:cxn>
                    <a:cxn ang="0">
                      <a:pos x="T6" y="T7"/>
                    </a:cxn>
                    <a:cxn ang="0">
                      <a:pos x="T8" y="T9"/>
                    </a:cxn>
                  </a:cxnLst>
                  <a:rect l="0" t="0" r="r" b="b"/>
                  <a:pathLst>
                    <a:path w="84" h="76">
                      <a:moveTo>
                        <a:pt x="45" y="76"/>
                      </a:moveTo>
                      <a:lnTo>
                        <a:pt x="84" y="63"/>
                      </a:lnTo>
                      <a:lnTo>
                        <a:pt x="33" y="0"/>
                      </a:lnTo>
                      <a:lnTo>
                        <a:pt x="0" y="16"/>
                      </a:lnTo>
                      <a:lnTo>
                        <a:pt x="45" y="76"/>
                      </a:lnTo>
                      <a:close/>
                    </a:path>
                  </a:pathLst>
                </a:custGeom>
                <a:solidFill>
                  <a:srgbClr val="F9B233"/>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44" name="Freeform 104"/>
                <p:cNvSpPr/>
                <p:nvPr>
                  <p:custDataLst>
                    <p:tags r:id="rId82"/>
                  </p:custDataLst>
                </p:nvPr>
              </p:nvSpPr>
              <p:spPr bwMode="auto">
                <a:xfrm flipH="1">
                  <a:off x="5229225" y="5583238"/>
                  <a:ext cx="350838" cy="536575"/>
                </a:xfrm>
                <a:custGeom>
                  <a:avLst/>
                  <a:gdLst>
                    <a:gd name="T0" fmla="*/ 146 w 184"/>
                    <a:gd name="T1" fmla="*/ 61 h 282"/>
                    <a:gd name="T2" fmla="*/ 118 w 184"/>
                    <a:gd name="T3" fmla="*/ 128 h 282"/>
                    <a:gd name="T4" fmla="*/ 178 w 184"/>
                    <a:gd name="T5" fmla="*/ 261 h 282"/>
                    <a:gd name="T6" fmla="*/ 158 w 184"/>
                    <a:gd name="T7" fmla="*/ 272 h 282"/>
                    <a:gd name="T8" fmla="*/ 40 w 184"/>
                    <a:gd name="T9" fmla="*/ 129 h 282"/>
                    <a:gd name="T10" fmla="*/ 31 w 184"/>
                    <a:gd name="T11" fmla="*/ 72 h 282"/>
                    <a:gd name="T12" fmla="*/ 13 w 184"/>
                    <a:gd name="T13" fmla="*/ 67 h 282"/>
                    <a:gd name="T14" fmla="*/ 0 w 184"/>
                    <a:gd name="T15" fmla="*/ 25 h 282"/>
                    <a:gd name="T16" fmla="*/ 104 w 184"/>
                    <a:gd name="T17" fmla="*/ 0 h 282"/>
                    <a:gd name="T18" fmla="*/ 146 w 184"/>
                    <a:gd name="T19" fmla="*/ 61 h 2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4" h="282">
                      <a:moveTo>
                        <a:pt x="146" y="61"/>
                      </a:moveTo>
                      <a:cubicBezTo>
                        <a:pt x="118" y="128"/>
                        <a:pt x="118" y="128"/>
                        <a:pt x="118" y="128"/>
                      </a:cubicBezTo>
                      <a:cubicBezTo>
                        <a:pt x="178" y="261"/>
                        <a:pt x="178" y="261"/>
                        <a:pt x="178" y="261"/>
                      </a:cubicBezTo>
                      <a:cubicBezTo>
                        <a:pt x="184" y="273"/>
                        <a:pt x="166" y="282"/>
                        <a:pt x="158" y="272"/>
                      </a:cubicBezTo>
                      <a:cubicBezTo>
                        <a:pt x="40" y="129"/>
                        <a:pt x="40" y="129"/>
                        <a:pt x="40" y="129"/>
                      </a:cubicBezTo>
                      <a:cubicBezTo>
                        <a:pt x="31" y="72"/>
                        <a:pt x="31" y="72"/>
                        <a:pt x="31" y="72"/>
                      </a:cubicBezTo>
                      <a:cubicBezTo>
                        <a:pt x="13" y="67"/>
                        <a:pt x="13" y="67"/>
                        <a:pt x="13" y="67"/>
                      </a:cubicBezTo>
                      <a:cubicBezTo>
                        <a:pt x="0" y="25"/>
                        <a:pt x="0" y="25"/>
                        <a:pt x="0" y="25"/>
                      </a:cubicBezTo>
                      <a:cubicBezTo>
                        <a:pt x="104" y="0"/>
                        <a:pt x="104" y="0"/>
                        <a:pt x="104" y="0"/>
                      </a:cubicBezTo>
                      <a:lnTo>
                        <a:pt x="146" y="61"/>
                      </a:lnTo>
                      <a:close/>
                    </a:path>
                  </a:pathLst>
                </a:custGeom>
                <a:solidFill>
                  <a:srgbClr val="1D1D1B"/>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45" name="Freeform 105"/>
                <p:cNvSpPr/>
                <p:nvPr>
                  <p:custDataLst>
                    <p:tags r:id="rId83"/>
                  </p:custDataLst>
                </p:nvPr>
              </p:nvSpPr>
              <p:spPr bwMode="auto">
                <a:xfrm flipH="1">
                  <a:off x="4200525" y="4676775"/>
                  <a:ext cx="552450" cy="122238"/>
                </a:xfrm>
                <a:custGeom>
                  <a:avLst/>
                  <a:gdLst>
                    <a:gd name="T0" fmla="*/ 290 w 290"/>
                    <a:gd name="T1" fmla="*/ 64 h 64"/>
                    <a:gd name="T2" fmla="*/ 283 w 290"/>
                    <a:gd name="T3" fmla="*/ 36 h 64"/>
                    <a:gd name="T4" fmla="*/ 137 w 290"/>
                    <a:gd name="T5" fmla="*/ 12 h 64"/>
                    <a:gd name="T6" fmla="*/ 88 w 290"/>
                    <a:gd name="T7" fmla="*/ 18 h 64"/>
                    <a:gd name="T8" fmla="*/ 60 w 290"/>
                    <a:gd name="T9" fmla="*/ 19 h 64"/>
                    <a:gd name="T10" fmla="*/ 34 w 290"/>
                    <a:gd name="T11" fmla="*/ 12 h 64"/>
                    <a:gd name="T12" fmla="*/ 8 w 290"/>
                    <a:gd name="T13" fmla="*/ 0 h 64"/>
                    <a:gd name="T14" fmla="*/ 0 w 290"/>
                    <a:gd name="T15" fmla="*/ 44 h 64"/>
                    <a:gd name="T16" fmla="*/ 290 w 290"/>
                    <a:gd name="T17" fmla="*/ 64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0" h="64">
                      <a:moveTo>
                        <a:pt x="290" y="64"/>
                      </a:moveTo>
                      <a:cubicBezTo>
                        <a:pt x="283" y="36"/>
                        <a:pt x="283" y="36"/>
                        <a:pt x="283" y="36"/>
                      </a:cubicBezTo>
                      <a:cubicBezTo>
                        <a:pt x="283" y="36"/>
                        <a:pt x="236" y="6"/>
                        <a:pt x="137" y="12"/>
                      </a:cubicBezTo>
                      <a:cubicBezTo>
                        <a:pt x="137" y="12"/>
                        <a:pt x="93" y="17"/>
                        <a:pt x="88" y="18"/>
                      </a:cubicBezTo>
                      <a:cubicBezTo>
                        <a:pt x="82" y="19"/>
                        <a:pt x="69" y="21"/>
                        <a:pt x="60" y="19"/>
                      </a:cubicBezTo>
                      <a:cubicBezTo>
                        <a:pt x="52" y="18"/>
                        <a:pt x="39" y="14"/>
                        <a:pt x="34" y="12"/>
                      </a:cubicBezTo>
                      <a:cubicBezTo>
                        <a:pt x="8" y="0"/>
                        <a:pt x="8" y="0"/>
                        <a:pt x="8" y="0"/>
                      </a:cubicBezTo>
                      <a:cubicBezTo>
                        <a:pt x="0" y="44"/>
                        <a:pt x="0" y="44"/>
                        <a:pt x="0" y="44"/>
                      </a:cubicBezTo>
                      <a:lnTo>
                        <a:pt x="290" y="64"/>
                      </a:lnTo>
                      <a:close/>
                    </a:path>
                  </a:pathLst>
                </a:custGeom>
                <a:solidFill>
                  <a:srgbClr val="FFE7C5"/>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46" name="Freeform 106"/>
                <p:cNvSpPr/>
                <p:nvPr>
                  <p:custDataLst>
                    <p:tags r:id="rId84"/>
                  </p:custDataLst>
                </p:nvPr>
              </p:nvSpPr>
              <p:spPr bwMode="auto">
                <a:xfrm flipH="1">
                  <a:off x="4200525" y="4760913"/>
                  <a:ext cx="1104900" cy="1233488"/>
                </a:xfrm>
                <a:custGeom>
                  <a:avLst/>
                  <a:gdLst>
                    <a:gd name="T0" fmla="*/ 696 w 696"/>
                    <a:gd name="T1" fmla="*/ 24 h 777"/>
                    <a:gd name="T2" fmla="*/ 636 w 696"/>
                    <a:gd name="T3" fmla="*/ 777 h 777"/>
                    <a:gd name="T4" fmla="*/ 541 w 696"/>
                    <a:gd name="T5" fmla="*/ 777 h 777"/>
                    <a:gd name="T6" fmla="*/ 522 w 696"/>
                    <a:gd name="T7" fmla="*/ 164 h 777"/>
                    <a:gd name="T8" fmla="*/ 374 w 696"/>
                    <a:gd name="T9" fmla="*/ 397 h 777"/>
                    <a:gd name="T10" fmla="*/ 43 w 696"/>
                    <a:gd name="T11" fmla="*/ 571 h 777"/>
                    <a:gd name="T12" fmla="*/ 0 w 696"/>
                    <a:gd name="T13" fmla="*/ 499 h 777"/>
                    <a:gd name="T14" fmla="*/ 306 w 696"/>
                    <a:gd name="T15" fmla="*/ 310 h 777"/>
                    <a:gd name="T16" fmla="*/ 348 w 696"/>
                    <a:gd name="T17" fmla="*/ 0 h 777"/>
                    <a:gd name="T18" fmla="*/ 696 w 696"/>
                    <a:gd name="T19" fmla="*/ 24 h 7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96" h="777">
                      <a:moveTo>
                        <a:pt x="696" y="24"/>
                      </a:moveTo>
                      <a:lnTo>
                        <a:pt x="636" y="777"/>
                      </a:lnTo>
                      <a:lnTo>
                        <a:pt x="541" y="777"/>
                      </a:lnTo>
                      <a:lnTo>
                        <a:pt x="522" y="164"/>
                      </a:lnTo>
                      <a:lnTo>
                        <a:pt x="374" y="397"/>
                      </a:lnTo>
                      <a:lnTo>
                        <a:pt x="43" y="571"/>
                      </a:lnTo>
                      <a:lnTo>
                        <a:pt x="0" y="499"/>
                      </a:lnTo>
                      <a:lnTo>
                        <a:pt x="306" y="310"/>
                      </a:lnTo>
                      <a:lnTo>
                        <a:pt x="348" y="0"/>
                      </a:lnTo>
                      <a:lnTo>
                        <a:pt x="696" y="24"/>
                      </a:lnTo>
                      <a:close/>
                    </a:path>
                  </a:pathLst>
                </a:custGeom>
                <a:solidFill>
                  <a:srgbClr val="1D1D1B"/>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47" name="Freeform 107"/>
                <p:cNvSpPr/>
                <p:nvPr>
                  <p:custDataLst>
                    <p:tags r:id="rId85"/>
                  </p:custDataLst>
                </p:nvPr>
              </p:nvSpPr>
              <p:spPr bwMode="auto">
                <a:xfrm flipH="1">
                  <a:off x="5353050" y="5764213"/>
                  <a:ext cx="76200" cy="71438"/>
                </a:xfrm>
                <a:custGeom>
                  <a:avLst/>
                  <a:gdLst>
                    <a:gd name="T0" fmla="*/ 38 w 48"/>
                    <a:gd name="T1" fmla="*/ 45 h 45"/>
                    <a:gd name="T2" fmla="*/ 0 w 48"/>
                    <a:gd name="T3" fmla="*/ 33 h 45"/>
                    <a:gd name="T4" fmla="*/ 5 w 48"/>
                    <a:gd name="T5" fmla="*/ 0 h 45"/>
                    <a:gd name="T6" fmla="*/ 48 w 48"/>
                    <a:gd name="T7" fmla="*/ 12 h 45"/>
                    <a:gd name="T8" fmla="*/ 47 w 48"/>
                    <a:gd name="T9" fmla="*/ 15 h 45"/>
                    <a:gd name="T10" fmla="*/ 9 w 48"/>
                    <a:gd name="T11" fmla="*/ 6 h 45"/>
                    <a:gd name="T12" fmla="*/ 5 w 48"/>
                    <a:gd name="T13" fmla="*/ 31 h 45"/>
                    <a:gd name="T14" fmla="*/ 39 w 48"/>
                    <a:gd name="T15" fmla="*/ 42 h 45"/>
                    <a:gd name="T16" fmla="*/ 38 w 48"/>
                    <a:gd name="T17"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8" h="45">
                      <a:moveTo>
                        <a:pt x="38" y="45"/>
                      </a:moveTo>
                      <a:lnTo>
                        <a:pt x="0" y="33"/>
                      </a:lnTo>
                      <a:lnTo>
                        <a:pt x="5" y="0"/>
                      </a:lnTo>
                      <a:lnTo>
                        <a:pt x="48" y="12"/>
                      </a:lnTo>
                      <a:lnTo>
                        <a:pt x="47" y="15"/>
                      </a:lnTo>
                      <a:lnTo>
                        <a:pt x="9" y="6"/>
                      </a:lnTo>
                      <a:lnTo>
                        <a:pt x="5" y="31"/>
                      </a:lnTo>
                      <a:lnTo>
                        <a:pt x="39" y="42"/>
                      </a:lnTo>
                      <a:lnTo>
                        <a:pt x="38" y="45"/>
                      </a:lnTo>
                      <a:close/>
                    </a:path>
                  </a:pathLst>
                </a:custGeom>
                <a:solidFill>
                  <a:srgbClr val="B2B2B2"/>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48" name="Freeform 108"/>
                <p:cNvSpPr/>
                <p:nvPr>
                  <p:custDataLst>
                    <p:tags r:id="rId86"/>
                  </p:custDataLst>
                </p:nvPr>
              </p:nvSpPr>
              <p:spPr bwMode="auto">
                <a:xfrm flipH="1">
                  <a:off x="5464175" y="4735513"/>
                  <a:ext cx="233363" cy="334963"/>
                </a:xfrm>
                <a:custGeom>
                  <a:avLst/>
                  <a:gdLst>
                    <a:gd name="T0" fmla="*/ 101 w 123"/>
                    <a:gd name="T1" fmla="*/ 75 h 176"/>
                    <a:gd name="T2" fmla="*/ 53 w 123"/>
                    <a:gd name="T3" fmla="*/ 170 h 176"/>
                    <a:gd name="T4" fmla="*/ 46 w 123"/>
                    <a:gd name="T5" fmla="*/ 153 h 176"/>
                    <a:gd name="T6" fmla="*/ 73 w 123"/>
                    <a:gd name="T7" fmla="*/ 91 h 176"/>
                    <a:gd name="T8" fmla="*/ 25 w 123"/>
                    <a:gd name="T9" fmla="*/ 165 h 176"/>
                    <a:gd name="T10" fmla="*/ 20 w 123"/>
                    <a:gd name="T11" fmla="*/ 151 h 176"/>
                    <a:gd name="T12" fmla="*/ 52 w 123"/>
                    <a:gd name="T13" fmla="*/ 91 h 176"/>
                    <a:gd name="T14" fmla="*/ 13 w 123"/>
                    <a:gd name="T15" fmla="*/ 137 h 176"/>
                    <a:gd name="T16" fmla="*/ 13 w 123"/>
                    <a:gd name="T17" fmla="*/ 121 h 176"/>
                    <a:gd name="T18" fmla="*/ 45 w 123"/>
                    <a:gd name="T19" fmla="*/ 79 h 176"/>
                    <a:gd name="T20" fmla="*/ 6 w 123"/>
                    <a:gd name="T21" fmla="*/ 102 h 176"/>
                    <a:gd name="T22" fmla="*/ 4 w 123"/>
                    <a:gd name="T23" fmla="*/ 94 h 176"/>
                    <a:gd name="T24" fmla="*/ 44 w 123"/>
                    <a:gd name="T25" fmla="*/ 65 h 176"/>
                    <a:gd name="T26" fmla="*/ 86 w 123"/>
                    <a:gd name="T27" fmla="*/ 20 h 176"/>
                    <a:gd name="T28" fmla="*/ 122 w 123"/>
                    <a:gd name="T29" fmla="*/ 31 h 176"/>
                    <a:gd name="T30" fmla="*/ 115 w 123"/>
                    <a:gd name="T31" fmla="*/ 119 h 176"/>
                    <a:gd name="T32" fmla="*/ 99 w 123"/>
                    <a:gd name="T33" fmla="*/ 102 h 176"/>
                    <a:gd name="T34" fmla="*/ 101 w 123"/>
                    <a:gd name="T35" fmla="*/ 75 h 1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23" h="176">
                      <a:moveTo>
                        <a:pt x="101" y="75"/>
                      </a:moveTo>
                      <a:cubicBezTo>
                        <a:pt x="101" y="75"/>
                        <a:pt x="60" y="164"/>
                        <a:pt x="53" y="170"/>
                      </a:cubicBezTo>
                      <a:cubicBezTo>
                        <a:pt x="46" y="176"/>
                        <a:pt x="38" y="168"/>
                        <a:pt x="46" y="153"/>
                      </a:cubicBezTo>
                      <a:cubicBezTo>
                        <a:pt x="54" y="138"/>
                        <a:pt x="73" y="91"/>
                        <a:pt x="73" y="91"/>
                      </a:cubicBezTo>
                      <a:cubicBezTo>
                        <a:pt x="73" y="91"/>
                        <a:pt x="31" y="164"/>
                        <a:pt x="25" y="165"/>
                      </a:cubicBezTo>
                      <a:cubicBezTo>
                        <a:pt x="19" y="166"/>
                        <a:pt x="13" y="160"/>
                        <a:pt x="20" y="151"/>
                      </a:cubicBezTo>
                      <a:cubicBezTo>
                        <a:pt x="27" y="141"/>
                        <a:pt x="52" y="91"/>
                        <a:pt x="52" y="91"/>
                      </a:cubicBezTo>
                      <a:cubicBezTo>
                        <a:pt x="52" y="91"/>
                        <a:pt x="22" y="130"/>
                        <a:pt x="13" y="137"/>
                      </a:cubicBezTo>
                      <a:cubicBezTo>
                        <a:pt x="4" y="144"/>
                        <a:pt x="6" y="129"/>
                        <a:pt x="13" y="121"/>
                      </a:cubicBezTo>
                      <a:cubicBezTo>
                        <a:pt x="20" y="112"/>
                        <a:pt x="45" y="79"/>
                        <a:pt x="45" y="79"/>
                      </a:cubicBezTo>
                      <a:cubicBezTo>
                        <a:pt x="45" y="79"/>
                        <a:pt x="13" y="102"/>
                        <a:pt x="6" y="102"/>
                      </a:cubicBezTo>
                      <a:cubicBezTo>
                        <a:pt x="0" y="103"/>
                        <a:pt x="1" y="98"/>
                        <a:pt x="4" y="94"/>
                      </a:cubicBezTo>
                      <a:cubicBezTo>
                        <a:pt x="7" y="91"/>
                        <a:pt x="44" y="65"/>
                        <a:pt x="44" y="65"/>
                      </a:cubicBezTo>
                      <a:cubicBezTo>
                        <a:pt x="44" y="65"/>
                        <a:pt x="53" y="56"/>
                        <a:pt x="86" y="20"/>
                      </a:cubicBezTo>
                      <a:cubicBezTo>
                        <a:pt x="105" y="0"/>
                        <a:pt x="123" y="26"/>
                        <a:pt x="122" y="31"/>
                      </a:cubicBezTo>
                      <a:cubicBezTo>
                        <a:pt x="122" y="35"/>
                        <a:pt x="119" y="109"/>
                        <a:pt x="115" y="119"/>
                      </a:cubicBezTo>
                      <a:cubicBezTo>
                        <a:pt x="110" y="130"/>
                        <a:pt x="96" y="121"/>
                        <a:pt x="99" y="102"/>
                      </a:cubicBezTo>
                      <a:cubicBezTo>
                        <a:pt x="102" y="84"/>
                        <a:pt x="107" y="72"/>
                        <a:pt x="101" y="75"/>
                      </a:cubicBezTo>
                      <a:close/>
                    </a:path>
                  </a:pathLst>
                </a:custGeom>
                <a:solidFill>
                  <a:srgbClr val="FFE7C5"/>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49" name="Freeform 109"/>
                <p:cNvSpPr/>
                <p:nvPr>
                  <p:custDataLst>
                    <p:tags r:id="rId87"/>
                  </p:custDataLst>
                </p:nvPr>
              </p:nvSpPr>
              <p:spPr bwMode="auto">
                <a:xfrm flipH="1">
                  <a:off x="1847850" y="5959475"/>
                  <a:ext cx="125413" cy="115888"/>
                </a:xfrm>
                <a:custGeom>
                  <a:avLst/>
                  <a:gdLst>
                    <a:gd name="T0" fmla="*/ 79 w 79"/>
                    <a:gd name="T1" fmla="*/ 15 h 73"/>
                    <a:gd name="T2" fmla="*/ 68 w 79"/>
                    <a:gd name="T3" fmla="*/ 73 h 73"/>
                    <a:gd name="T4" fmla="*/ 0 w 79"/>
                    <a:gd name="T5" fmla="*/ 72 h 73"/>
                    <a:gd name="T6" fmla="*/ 13 w 79"/>
                    <a:gd name="T7" fmla="*/ 0 h 73"/>
                    <a:gd name="T8" fmla="*/ 79 w 79"/>
                    <a:gd name="T9" fmla="*/ 15 h 73"/>
                  </a:gdLst>
                  <a:ahLst/>
                  <a:cxnLst>
                    <a:cxn ang="0">
                      <a:pos x="T0" y="T1"/>
                    </a:cxn>
                    <a:cxn ang="0">
                      <a:pos x="T2" y="T3"/>
                    </a:cxn>
                    <a:cxn ang="0">
                      <a:pos x="T4" y="T5"/>
                    </a:cxn>
                    <a:cxn ang="0">
                      <a:pos x="T6" y="T7"/>
                    </a:cxn>
                    <a:cxn ang="0">
                      <a:pos x="T8" y="T9"/>
                    </a:cxn>
                  </a:cxnLst>
                  <a:rect l="0" t="0" r="r" b="b"/>
                  <a:pathLst>
                    <a:path w="79" h="73">
                      <a:moveTo>
                        <a:pt x="79" y="15"/>
                      </a:moveTo>
                      <a:lnTo>
                        <a:pt x="68" y="73"/>
                      </a:lnTo>
                      <a:lnTo>
                        <a:pt x="0" y="72"/>
                      </a:lnTo>
                      <a:lnTo>
                        <a:pt x="13" y="0"/>
                      </a:lnTo>
                      <a:lnTo>
                        <a:pt x="79" y="15"/>
                      </a:lnTo>
                      <a:close/>
                    </a:path>
                  </a:pathLst>
                </a:custGeom>
                <a:solidFill>
                  <a:srgbClr val="FFE7C5"/>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50" name="Freeform 110"/>
                <p:cNvSpPr/>
                <p:nvPr>
                  <p:custDataLst>
                    <p:tags r:id="rId88"/>
                  </p:custDataLst>
                </p:nvPr>
              </p:nvSpPr>
              <p:spPr bwMode="auto">
                <a:xfrm flipH="1">
                  <a:off x="1838325" y="6018213"/>
                  <a:ext cx="144463" cy="58738"/>
                </a:xfrm>
                <a:custGeom>
                  <a:avLst/>
                  <a:gdLst>
                    <a:gd name="T0" fmla="*/ 79 w 91"/>
                    <a:gd name="T1" fmla="*/ 37 h 37"/>
                    <a:gd name="T2" fmla="*/ 91 w 91"/>
                    <a:gd name="T3" fmla="*/ 0 h 37"/>
                    <a:gd name="T4" fmla="*/ 6 w 91"/>
                    <a:gd name="T5" fmla="*/ 0 h 37"/>
                    <a:gd name="T6" fmla="*/ 0 w 91"/>
                    <a:gd name="T7" fmla="*/ 35 h 37"/>
                    <a:gd name="T8" fmla="*/ 79 w 91"/>
                    <a:gd name="T9" fmla="*/ 37 h 37"/>
                  </a:gdLst>
                  <a:ahLst/>
                  <a:cxnLst>
                    <a:cxn ang="0">
                      <a:pos x="T0" y="T1"/>
                    </a:cxn>
                    <a:cxn ang="0">
                      <a:pos x="T2" y="T3"/>
                    </a:cxn>
                    <a:cxn ang="0">
                      <a:pos x="T4" y="T5"/>
                    </a:cxn>
                    <a:cxn ang="0">
                      <a:pos x="T6" y="T7"/>
                    </a:cxn>
                    <a:cxn ang="0">
                      <a:pos x="T8" y="T9"/>
                    </a:cxn>
                  </a:cxnLst>
                  <a:rect l="0" t="0" r="r" b="b"/>
                  <a:pathLst>
                    <a:path w="91" h="37">
                      <a:moveTo>
                        <a:pt x="79" y="37"/>
                      </a:moveTo>
                      <a:lnTo>
                        <a:pt x="91" y="0"/>
                      </a:lnTo>
                      <a:lnTo>
                        <a:pt x="6" y="0"/>
                      </a:lnTo>
                      <a:lnTo>
                        <a:pt x="0" y="35"/>
                      </a:lnTo>
                      <a:lnTo>
                        <a:pt x="79" y="37"/>
                      </a:lnTo>
                      <a:close/>
                    </a:path>
                  </a:pathLst>
                </a:custGeom>
                <a:solidFill>
                  <a:srgbClr val="F9B233"/>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51" name="Freeform 111"/>
                <p:cNvSpPr/>
                <p:nvPr>
                  <p:custDataLst>
                    <p:tags r:id="rId89"/>
                  </p:custDataLst>
                </p:nvPr>
              </p:nvSpPr>
              <p:spPr bwMode="auto">
                <a:xfrm flipH="1">
                  <a:off x="1639888" y="6069013"/>
                  <a:ext cx="428625" cy="233363"/>
                </a:xfrm>
                <a:custGeom>
                  <a:avLst/>
                  <a:gdLst>
                    <a:gd name="T0" fmla="*/ 119 w 225"/>
                    <a:gd name="T1" fmla="*/ 5 h 123"/>
                    <a:gd name="T2" fmla="*/ 137 w 225"/>
                    <a:gd name="T3" fmla="*/ 75 h 123"/>
                    <a:gd name="T4" fmla="*/ 212 w 225"/>
                    <a:gd name="T5" fmla="*/ 100 h 123"/>
                    <a:gd name="T6" fmla="*/ 209 w 225"/>
                    <a:gd name="T7" fmla="*/ 121 h 123"/>
                    <a:gd name="T8" fmla="*/ 115 w 225"/>
                    <a:gd name="T9" fmla="*/ 123 h 123"/>
                    <a:gd name="T10" fmla="*/ 60 w 225"/>
                    <a:gd name="T11" fmla="*/ 96 h 123"/>
                    <a:gd name="T12" fmla="*/ 45 w 225"/>
                    <a:gd name="T13" fmla="*/ 107 h 123"/>
                    <a:gd name="T14" fmla="*/ 0 w 225"/>
                    <a:gd name="T15" fmla="*/ 91 h 123"/>
                    <a:gd name="T16" fmla="*/ 40 w 225"/>
                    <a:gd name="T17" fmla="*/ 0 h 123"/>
                    <a:gd name="T18" fmla="*/ 119 w 225"/>
                    <a:gd name="T19" fmla="*/ 5 h 1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25" h="123">
                      <a:moveTo>
                        <a:pt x="119" y="5"/>
                      </a:moveTo>
                      <a:cubicBezTo>
                        <a:pt x="137" y="75"/>
                        <a:pt x="137" y="75"/>
                        <a:pt x="137" y="75"/>
                      </a:cubicBezTo>
                      <a:cubicBezTo>
                        <a:pt x="212" y="100"/>
                        <a:pt x="212" y="100"/>
                        <a:pt x="212" y="100"/>
                      </a:cubicBezTo>
                      <a:cubicBezTo>
                        <a:pt x="225" y="103"/>
                        <a:pt x="223" y="121"/>
                        <a:pt x="209" y="121"/>
                      </a:cubicBezTo>
                      <a:cubicBezTo>
                        <a:pt x="115" y="123"/>
                        <a:pt x="115" y="123"/>
                        <a:pt x="115" y="123"/>
                      </a:cubicBezTo>
                      <a:cubicBezTo>
                        <a:pt x="60" y="96"/>
                        <a:pt x="60" y="96"/>
                        <a:pt x="60" y="96"/>
                      </a:cubicBezTo>
                      <a:cubicBezTo>
                        <a:pt x="45" y="107"/>
                        <a:pt x="45" y="107"/>
                        <a:pt x="45" y="107"/>
                      </a:cubicBezTo>
                      <a:cubicBezTo>
                        <a:pt x="0" y="91"/>
                        <a:pt x="0" y="91"/>
                        <a:pt x="0" y="91"/>
                      </a:cubicBezTo>
                      <a:cubicBezTo>
                        <a:pt x="40" y="0"/>
                        <a:pt x="40" y="0"/>
                        <a:pt x="40" y="0"/>
                      </a:cubicBezTo>
                      <a:lnTo>
                        <a:pt x="119" y="5"/>
                      </a:lnTo>
                      <a:close/>
                    </a:path>
                  </a:pathLst>
                </a:custGeom>
                <a:solidFill>
                  <a:srgbClr val="1D1D1B"/>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52" name="Freeform 112"/>
                <p:cNvSpPr/>
                <p:nvPr>
                  <p:custDataLst>
                    <p:tags r:id="rId90"/>
                  </p:custDataLst>
                </p:nvPr>
              </p:nvSpPr>
              <p:spPr bwMode="auto">
                <a:xfrm flipH="1">
                  <a:off x="2246313" y="5967413"/>
                  <a:ext cx="117475" cy="115888"/>
                </a:xfrm>
                <a:custGeom>
                  <a:avLst/>
                  <a:gdLst>
                    <a:gd name="T0" fmla="*/ 6 w 74"/>
                    <a:gd name="T1" fmla="*/ 0 h 73"/>
                    <a:gd name="T2" fmla="*/ 0 w 74"/>
                    <a:gd name="T3" fmla="*/ 60 h 73"/>
                    <a:gd name="T4" fmla="*/ 67 w 74"/>
                    <a:gd name="T5" fmla="*/ 73 h 73"/>
                    <a:gd name="T6" fmla="*/ 74 w 74"/>
                    <a:gd name="T7" fmla="*/ 1 h 73"/>
                    <a:gd name="T8" fmla="*/ 6 w 74"/>
                    <a:gd name="T9" fmla="*/ 0 h 73"/>
                  </a:gdLst>
                  <a:ahLst/>
                  <a:cxnLst>
                    <a:cxn ang="0">
                      <a:pos x="T0" y="T1"/>
                    </a:cxn>
                    <a:cxn ang="0">
                      <a:pos x="T2" y="T3"/>
                    </a:cxn>
                    <a:cxn ang="0">
                      <a:pos x="T4" y="T5"/>
                    </a:cxn>
                    <a:cxn ang="0">
                      <a:pos x="T6" y="T7"/>
                    </a:cxn>
                    <a:cxn ang="0">
                      <a:pos x="T8" y="T9"/>
                    </a:cxn>
                  </a:cxnLst>
                  <a:rect l="0" t="0" r="r" b="b"/>
                  <a:pathLst>
                    <a:path w="74" h="73">
                      <a:moveTo>
                        <a:pt x="6" y="0"/>
                      </a:moveTo>
                      <a:lnTo>
                        <a:pt x="0" y="60"/>
                      </a:lnTo>
                      <a:lnTo>
                        <a:pt x="67" y="73"/>
                      </a:lnTo>
                      <a:lnTo>
                        <a:pt x="74" y="1"/>
                      </a:lnTo>
                      <a:lnTo>
                        <a:pt x="6" y="0"/>
                      </a:lnTo>
                      <a:close/>
                    </a:path>
                  </a:pathLst>
                </a:custGeom>
                <a:solidFill>
                  <a:srgbClr val="FFE7C5"/>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53" name="Freeform 113"/>
                <p:cNvSpPr/>
                <p:nvPr>
                  <p:custDataLst>
                    <p:tags r:id="rId91"/>
                  </p:custDataLst>
                </p:nvPr>
              </p:nvSpPr>
              <p:spPr bwMode="auto">
                <a:xfrm flipH="1">
                  <a:off x="2241550" y="6002338"/>
                  <a:ext cx="131763" cy="82550"/>
                </a:xfrm>
                <a:custGeom>
                  <a:avLst/>
                  <a:gdLst>
                    <a:gd name="T0" fmla="*/ 2 w 83"/>
                    <a:gd name="T1" fmla="*/ 38 h 52"/>
                    <a:gd name="T2" fmla="*/ 0 w 83"/>
                    <a:gd name="T3" fmla="*/ 0 h 52"/>
                    <a:gd name="T4" fmla="*/ 83 w 83"/>
                    <a:gd name="T5" fmla="*/ 19 h 52"/>
                    <a:gd name="T6" fmla="*/ 79 w 83"/>
                    <a:gd name="T7" fmla="*/ 52 h 52"/>
                    <a:gd name="T8" fmla="*/ 2 w 83"/>
                    <a:gd name="T9" fmla="*/ 38 h 52"/>
                  </a:gdLst>
                  <a:ahLst/>
                  <a:cxnLst>
                    <a:cxn ang="0">
                      <a:pos x="T0" y="T1"/>
                    </a:cxn>
                    <a:cxn ang="0">
                      <a:pos x="T2" y="T3"/>
                    </a:cxn>
                    <a:cxn ang="0">
                      <a:pos x="T4" y="T5"/>
                    </a:cxn>
                    <a:cxn ang="0">
                      <a:pos x="T6" y="T7"/>
                    </a:cxn>
                    <a:cxn ang="0">
                      <a:pos x="T8" y="T9"/>
                    </a:cxn>
                  </a:cxnLst>
                  <a:rect l="0" t="0" r="r" b="b"/>
                  <a:pathLst>
                    <a:path w="83" h="52">
                      <a:moveTo>
                        <a:pt x="2" y="38"/>
                      </a:moveTo>
                      <a:lnTo>
                        <a:pt x="0" y="0"/>
                      </a:lnTo>
                      <a:lnTo>
                        <a:pt x="83" y="19"/>
                      </a:lnTo>
                      <a:lnTo>
                        <a:pt x="79" y="52"/>
                      </a:lnTo>
                      <a:lnTo>
                        <a:pt x="2" y="38"/>
                      </a:lnTo>
                      <a:close/>
                    </a:path>
                  </a:pathLst>
                </a:custGeom>
                <a:solidFill>
                  <a:srgbClr val="F9B233"/>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54" name="Freeform 114"/>
                <p:cNvSpPr/>
                <p:nvPr>
                  <p:custDataLst>
                    <p:tags r:id="rId92"/>
                  </p:custDataLst>
                </p:nvPr>
              </p:nvSpPr>
              <p:spPr bwMode="auto">
                <a:xfrm flipH="1">
                  <a:off x="2209800" y="6059488"/>
                  <a:ext cx="438150" cy="220663"/>
                </a:xfrm>
                <a:custGeom>
                  <a:avLst/>
                  <a:gdLst>
                    <a:gd name="T0" fmla="*/ 138 w 230"/>
                    <a:gd name="T1" fmla="*/ 0 h 116"/>
                    <a:gd name="T2" fmla="*/ 117 w 230"/>
                    <a:gd name="T3" fmla="*/ 58 h 116"/>
                    <a:gd name="T4" fmla="*/ 17 w 230"/>
                    <a:gd name="T5" fmla="*/ 94 h 116"/>
                    <a:gd name="T6" fmla="*/ 14 w 230"/>
                    <a:gd name="T7" fmla="*/ 116 h 116"/>
                    <a:gd name="T8" fmla="*/ 110 w 230"/>
                    <a:gd name="T9" fmla="*/ 116 h 116"/>
                    <a:gd name="T10" fmla="*/ 171 w 230"/>
                    <a:gd name="T11" fmla="*/ 102 h 116"/>
                    <a:gd name="T12" fmla="*/ 182 w 230"/>
                    <a:gd name="T13" fmla="*/ 116 h 116"/>
                    <a:gd name="T14" fmla="*/ 230 w 230"/>
                    <a:gd name="T15" fmla="*/ 110 h 116"/>
                    <a:gd name="T16" fmla="*/ 215 w 230"/>
                    <a:gd name="T17" fmla="*/ 13 h 116"/>
                    <a:gd name="T18" fmla="*/ 138 w 230"/>
                    <a:gd name="T19" fmla="*/ 0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30" h="116">
                      <a:moveTo>
                        <a:pt x="138" y="0"/>
                      </a:moveTo>
                      <a:cubicBezTo>
                        <a:pt x="117" y="58"/>
                        <a:pt x="117" y="58"/>
                        <a:pt x="117" y="58"/>
                      </a:cubicBezTo>
                      <a:cubicBezTo>
                        <a:pt x="17" y="94"/>
                        <a:pt x="17" y="94"/>
                        <a:pt x="17" y="94"/>
                      </a:cubicBezTo>
                      <a:cubicBezTo>
                        <a:pt x="2" y="94"/>
                        <a:pt x="0" y="113"/>
                        <a:pt x="14" y="116"/>
                      </a:cubicBezTo>
                      <a:cubicBezTo>
                        <a:pt x="110" y="116"/>
                        <a:pt x="110" y="116"/>
                        <a:pt x="110" y="116"/>
                      </a:cubicBezTo>
                      <a:cubicBezTo>
                        <a:pt x="171" y="102"/>
                        <a:pt x="171" y="102"/>
                        <a:pt x="171" y="102"/>
                      </a:cubicBezTo>
                      <a:cubicBezTo>
                        <a:pt x="182" y="116"/>
                        <a:pt x="182" y="116"/>
                        <a:pt x="182" y="116"/>
                      </a:cubicBezTo>
                      <a:cubicBezTo>
                        <a:pt x="230" y="110"/>
                        <a:pt x="230" y="110"/>
                        <a:pt x="230" y="110"/>
                      </a:cubicBezTo>
                      <a:cubicBezTo>
                        <a:pt x="215" y="13"/>
                        <a:pt x="215" y="13"/>
                        <a:pt x="215" y="13"/>
                      </a:cubicBezTo>
                      <a:lnTo>
                        <a:pt x="138" y="0"/>
                      </a:lnTo>
                      <a:close/>
                    </a:path>
                  </a:pathLst>
                </a:custGeom>
                <a:solidFill>
                  <a:srgbClr val="1D1D1B"/>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55" name="Freeform 115"/>
                <p:cNvSpPr/>
                <p:nvPr>
                  <p:custDataLst>
                    <p:tags r:id="rId93"/>
                  </p:custDataLst>
                </p:nvPr>
              </p:nvSpPr>
              <p:spPr bwMode="auto">
                <a:xfrm flipH="1">
                  <a:off x="1727200" y="3511550"/>
                  <a:ext cx="377825" cy="169863"/>
                </a:xfrm>
                <a:custGeom>
                  <a:avLst/>
                  <a:gdLst>
                    <a:gd name="T0" fmla="*/ 58 w 198"/>
                    <a:gd name="T1" fmla="*/ 11 h 89"/>
                    <a:gd name="T2" fmla="*/ 56 w 198"/>
                    <a:gd name="T3" fmla="*/ 35 h 89"/>
                    <a:gd name="T4" fmla="*/ 11 w 198"/>
                    <a:gd name="T5" fmla="*/ 86 h 89"/>
                    <a:gd name="T6" fmla="*/ 0 w 198"/>
                    <a:gd name="T7" fmla="*/ 89 h 89"/>
                    <a:gd name="T8" fmla="*/ 198 w 198"/>
                    <a:gd name="T9" fmla="*/ 89 h 89"/>
                    <a:gd name="T10" fmla="*/ 172 w 198"/>
                    <a:gd name="T11" fmla="*/ 88 h 89"/>
                    <a:gd name="T12" fmla="*/ 132 w 198"/>
                    <a:gd name="T13" fmla="*/ 29 h 89"/>
                    <a:gd name="T14" fmla="*/ 135 w 198"/>
                    <a:gd name="T15" fmla="*/ 0 h 89"/>
                    <a:gd name="T16" fmla="*/ 58 w 198"/>
                    <a:gd name="T17" fmla="*/ 11 h 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98" h="89">
                      <a:moveTo>
                        <a:pt x="58" y="11"/>
                      </a:moveTo>
                      <a:cubicBezTo>
                        <a:pt x="56" y="35"/>
                        <a:pt x="56" y="35"/>
                        <a:pt x="56" y="35"/>
                      </a:cubicBezTo>
                      <a:cubicBezTo>
                        <a:pt x="53" y="59"/>
                        <a:pt x="36" y="79"/>
                        <a:pt x="11" y="86"/>
                      </a:cubicBezTo>
                      <a:cubicBezTo>
                        <a:pt x="0" y="89"/>
                        <a:pt x="0" y="89"/>
                        <a:pt x="0" y="89"/>
                      </a:cubicBezTo>
                      <a:cubicBezTo>
                        <a:pt x="198" y="89"/>
                        <a:pt x="198" y="89"/>
                        <a:pt x="198" y="89"/>
                      </a:cubicBezTo>
                      <a:cubicBezTo>
                        <a:pt x="172" y="88"/>
                        <a:pt x="172" y="88"/>
                        <a:pt x="172" y="88"/>
                      </a:cubicBezTo>
                      <a:cubicBezTo>
                        <a:pt x="146" y="79"/>
                        <a:pt x="130" y="55"/>
                        <a:pt x="132" y="29"/>
                      </a:cubicBezTo>
                      <a:cubicBezTo>
                        <a:pt x="135" y="0"/>
                        <a:pt x="135" y="0"/>
                        <a:pt x="135" y="0"/>
                      </a:cubicBezTo>
                      <a:lnTo>
                        <a:pt x="58" y="11"/>
                      </a:lnTo>
                      <a:close/>
                    </a:path>
                  </a:pathLst>
                </a:custGeom>
                <a:solidFill>
                  <a:srgbClr val="FFE7C5"/>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56" name="Freeform 116"/>
                <p:cNvSpPr/>
                <p:nvPr>
                  <p:custDataLst>
                    <p:tags r:id="rId94"/>
                  </p:custDataLst>
                </p:nvPr>
              </p:nvSpPr>
              <p:spPr bwMode="auto">
                <a:xfrm flipH="1">
                  <a:off x="1714500" y="4703763"/>
                  <a:ext cx="693738" cy="1276350"/>
                </a:xfrm>
                <a:custGeom>
                  <a:avLst/>
                  <a:gdLst>
                    <a:gd name="T0" fmla="*/ 364 w 364"/>
                    <a:gd name="T1" fmla="*/ 42 h 671"/>
                    <a:gd name="T2" fmla="*/ 314 w 364"/>
                    <a:gd name="T3" fmla="*/ 671 h 671"/>
                    <a:gd name="T4" fmla="*/ 235 w 364"/>
                    <a:gd name="T5" fmla="*/ 671 h 671"/>
                    <a:gd name="T6" fmla="*/ 219 w 364"/>
                    <a:gd name="T7" fmla="*/ 159 h 671"/>
                    <a:gd name="T8" fmla="*/ 145 w 364"/>
                    <a:gd name="T9" fmla="*/ 372 h 671"/>
                    <a:gd name="T10" fmla="*/ 88 w 364"/>
                    <a:gd name="T11" fmla="*/ 671 h 671"/>
                    <a:gd name="T12" fmla="*/ 0 w 364"/>
                    <a:gd name="T13" fmla="*/ 671 h 671"/>
                    <a:gd name="T14" fmla="*/ 48 w 364"/>
                    <a:gd name="T15" fmla="*/ 329 h 671"/>
                    <a:gd name="T16" fmla="*/ 75 w 364"/>
                    <a:gd name="T17" fmla="*/ 25 h 671"/>
                    <a:gd name="T18" fmla="*/ 344 w 364"/>
                    <a:gd name="T19" fmla="*/ 34 h 671"/>
                    <a:gd name="T20" fmla="*/ 364 w 364"/>
                    <a:gd name="T21" fmla="*/ 42 h 6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64" h="671">
                      <a:moveTo>
                        <a:pt x="364" y="42"/>
                      </a:moveTo>
                      <a:cubicBezTo>
                        <a:pt x="314" y="671"/>
                        <a:pt x="314" y="671"/>
                        <a:pt x="314" y="671"/>
                      </a:cubicBezTo>
                      <a:cubicBezTo>
                        <a:pt x="235" y="671"/>
                        <a:pt x="235" y="671"/>
                        <a:pt x="235" y="671"/>
                      </a:cubicBezTo>
                      <a:cubicBezTo>
                        <a:pt x="219" y="159"/>
                        <a:pt x="219" y="159"/>
                        <a:pt x="219" y="159"/>
                      </a:cubicBezTo>
                      <a:cubicBezTo>
                        <a:pt x="145" y="372"/>
                        <a:pt x="145" y="372"/>
                        <a:pt x="145" y="372"/>
                      </a:cubicBezTo>
                      <a:cubicBezTo>
                        <a:pt x="88" y="671"/>
                        <a:pt x="88" y="671"/>
                        <a:pt x="88" y="671"/>
                      </a:cubicBezTo>
                      <a:cubicBezTo>
                        <a:pt x="0" y="671"/>
                        <a:pt x="0" y="671"/>
                        <a:pt x="0" y="671"/>
                      </a:cubicBezTo>
                      <a:cubicBezTo>
                        <a:pt x="48" y="329"/>
                        <a:pt x="48" y="329"/>
                        <a:pt x="48" y="329"/>
                      </a:cubicBezTo>
                      <a:cubicBezTo>
                        <a:pt x="75" y="25"/>
                        <a:pt x="75" y="25"/>
                        <a:pt x="75" y="25"/>
                      </a:cubicBezTo>
                      <a:cubicBezTo>
                        <a:pt x="163" y="0"/>
                        <a:pt x="258" y="3"/>
                        <a:pt x="344" y="34"/>
                      </a:cubicBezTo>
                      <a:lnTo>
                        <a:pt x="364" y="42"/>
                      </a:lnTo>
                      <a:close/>
                    </a:path>
                  </a:pathLst>
                </a:custGeom>
                <a:solidFill>
                  <a:srgbClr val="1D1D1B"/>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57" name="Freeform 117"/>
                <p:cNvSpPr/>
                <p:nvPr>
                  <p:custDataLst>
                    <p:tags r:id="rId95"/>
                  </p:custDataLst>
                </p:nvPr>
              </p:nvSpPr>
              <p:spPr bwMode="auto">
                <a:xfrm flipH="1">
                  <a:off x="1725612" y="3051175"/>
                  <a:ext cx="509588" cy="549275"/>
                </a:xfrm>
                <a:custGeom>
                  <a:avLst/>
                  <a:gdLst>
                    <a:gd name="T0" fmla="*/ 0 w 267"/>
                    <a:gd name="T1" fmla="*/ 21 h 288"/>
                    <a:gd name="T2" fmla="*/ 86 w 267"/>
                    <a:gd name="T3" fmla="*/ 239 h 288"/>
                    <a:gd name="T4" fmla="*/ 257 w 267"/>
                    <a:gd name="T5" fmla="*/ 204 h 288"/>
                    <a:gd name="T6" fmla="*/ 236 w 267"/>
                    <a:gd name="T7" fmla="*/ 0 h 288"/>
                    <a:gd name="T8" fmla="*/ 0 w 267"/>
                    <a:gd name="T9" fmla="*/ 21 h 288"/>
                  </a:gdLst>
                  <a:ahLst/>
                  <a:cxnLst>
                    <a:cxn ang="0">
                      <a:pos x="T0" y="T1"/>
                    </a:cxn>
                    <a:cxn ang="0">
                      <a:pos x="T2" y="T3"/>
                    </a:cxn>
                    <a:cxn ang="0">
                      <a:pos x="T4" y="T5"/>
                    </a:cxn>
                    <a:cxn ang="0">
                      <a:pos x="T6" y="T7"/>
                    </a:cxn>
                    <a:cxn ang="0">
                      <a:pos x="T8" y="T9"/>
                    </a:cxn>
                  </a:cxnLst>
                  <a:rect l="0" t="0" r="r" b="b"/>
                  <a:pathLst>
                    <a:path w="267" h="288">
                      <a:moveTo>
                        <a:pt x="0" y="21"/>
                      </a:moveTo>
                      <a:cubicBezTo>
                        <a:pt x="0" y="21"/>
                        <a:pt x="26" y="190"/>
                        <a:pt x="86" y="239"/>
                      </a:cubicBezTo>
                      <a:cubicBezTo>
                        <a:pt x="147" y="288"/>
                        <a:pt x="248" y="240"/>
                        <a:pt x="257" y="204"/>
                      </a:cubicBezTo>
                      <a:cubicBezTo>
                        <a:pt x="267" y="168"/>
                        <a:pt x="236" y="0"/>
                        <a:pt x="236" y="0"/>
                      </a:cubicBezTo>
                      <a:lnTo>
                        <a:pt x="0" y="21"/>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58" name="Freeform 118"/>
                <p:cNvSpPr/>
                <p:nvPr>
                  <p:custDataLst>
                    <p:tags r:id="rId96"/>
                  </p:custDataLst>
                </p:nvPr>
              </p:nvSpPr>
              <p:spPr bwMode="auto">
                <a:xfrm flipH="1">
                  <a:off x="1681162" y="3195638"/>
                  <a:ext cx="80963" cy="169863"/>
                </a:xfrm>
                <a:custGeom>
                  <a:avLst/>
                  <a:gdLst>
                    <a:gd name="T0" fmla="*/ 11 w 42"/>
                    <a:gd name="T1" fmla="*/ 89 h 89"/>
                    <a:gd name="T2" fmla="*/ 18 w 42"/>
                    <a:gd name="T3" fmla="*/ 87 h 89"/>
                    <a:gd name="T4" fmla="*/ 25 w 42"/>
                    <a:gd name="T5" fmla="*/ 32 h 89"/>
                    <a:gd name="T6" fmla="*/ 0 w 42"/>
                    <a:gd name="T7" fmla="*/ 0 h 89"/>
                    <a:gd name="T8" fmla="*/ 11 w 42"/>
                    <a:gd name="T9" fmla="*/ 89 h 89"/>
                  </a:gdLst>
                  <a:ahLst/>
                  <a:cxnLst>
                    <a:cxn ang="0">
                      <a:pos x="T0" y="T1"/>
                    </a:cxn>
                    <a:cxn ang="0">
                      <a:pos x="T2" y="T3"/>
                    </a:cxn>
                    <a:cxn ang="0">
                      <a:pos x="T4" y="T5"/>
                    </a:cxn>
                    <a:cxn ang="0">
                      <a:pos x="T6" y="T7"/>
                    </a:cxn>
                    <a:cxn ang="0">
                      <a:pos x="T8" y="T9"/>
                    </a:cxn>
                  </a:cxnLst>
                  <a:rect l="0" t="0" r="r" b="b"/>
                  <a:pathLst>
                    <a:path w="42" h="89">
                      <a:moveTo>
                        <a:pt x="11" y="89"/>
                      </a:moveTo>
                      <a:cubicBezTo>
                        <a:pt x="13" y="89"/>
                        <a:pt x="15" y="88"/>
                        <a:pt x="18" y="87"/>
                      </a:cubicBezTo>
                      <a:cubicBezTo>
                        <a:pt x="42" y="76"/>
                        <a:pt x="37" y="54"/>
                        <a:pt x="25" y="32"/>
                      </a:cubicBezTo>
                      <a:cubicBezTo>
                        <a:pt x="17" y="17"/>
                        <a:pt x="17" y="2"/>
                        <a:pt x="0" y="0"/>
                      </a:cubicBezTo>
                      <a:lnTo>
                        <a:pt x="11" y="89"/>
                      </a:lnTo>
                      <a:close/>
                    </a:path>
                  </a:pathLst>
                </a:custGeom>
                <a:solidFill>
                  <a:srgbClr val="FFE7C5"/>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59" name="Freeform 119"/>
                <p:cNvSpPr/>
                <p:nvPr>
                  <p:custDataLst>
                    <p:tags r:id="rId97"/>
                  </p:custDataLst>
                </p:nvPr>
              </p:nvSpPr>
              <p:spPr bwMode="auto">
                <a:xfrm flipH="1">
                  <a:off x="1614488" y="2828925"/>
                  <a:ext cx="631825" cy="403225"/>
                </a:xfrm>
                <a:custGeom>
                  <a:avLst/>
                  <a:gdLst>
                    <a:gd name="T0" fmla="*/ 47 w 331"/>
                    <a:gd name="T1" fmla="*/ 191 h 212"/>
                    <a:gd name="T2" fmla="*/ 6 w 331"/>
                    <a:gd name="T3" fmla="*/ 128 h 212"/>
                    <a:gd name="T4" fmla="*/ 60 w 331"/>
                    <a:gd name="T5" fmla="*/ 50 h 212"/>
                    <a:gd name="T6" fmla="*/ 189 w 331"/>
                    <a:gd name="T7" fmla="*/ 36 h 212"/>
                    <a:gd name="T8" fmla="*/ 241 w 331"/>
                    <a:gd name="T9" fmla="*/ 16 h 212"/>
                    <a:gd name="T10" fmla="*/ 314 w 331"/>
                    <a:gd name="T11" fmla="*/ 41 h 212"/>
                    <a:gd name="T12" fmla="*/ 290 w 331"/>
                    <a:gd name="T13" fmla="*/ 151 h 212"/>
                    <a:gd name="T14" fmla="*/ 98 w 331"/>
                    <a:gd name="T15" fmla="*/ 201 h 212"/>
                    <a:gd name="T16" fmla="*/ 47 w 331"/>
                    <a:gd name="T17" fmla="*/ 191 h 2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31" h="212">
                      <a:moveTo>
                        <a:pt x="47" y="191"/>
                      </a:moveTo>
                      <a:cubicBezTo>
                        <a:pt x="18" y="183"/>
                        <a:pt x="0" y="155"/>
                        <a:pt x="6" y="128"/>
                      </a:cubicBezTo>
                      <a:cubicBezTo>
                        <a:pt x="12" y="105"/>
                        <a:pt x="20" y="67"/>
                        <a:pt x="60" y="50"/>
                      </a:cubicBezTo>
                      <a:cubicBezTo>
                        <a:pt x="136" y="18"/>
                        <a:pt x="164" y="36"/>
                        <a:pt x="189" y="36"/>
                      </a:cubicBezTo>
                      <a:cubicBezTo>
                        <a:pt x="214" y="36"/>
                        <a:pt x="227" y="22"/>
                        <a:pt x="241" y="16"/>
                      </a:cubicBezTo>
                      <a:cubicBezTo>
                        <a:pt x="274" y="0"/>
                        <a:pt x="304" y="27"/>
                        <a:pt x="314" y="41"/>
                      </a:cubicBezTo>
                      <a:cubicBezTo>
                        <a:pt x="324" y="55"/>
                        <a:pt x="331" y="123"/>
                        <a:pt x="290" y="151"/>
                      </a:cubicBezTo>
                      <a:cubicBezTo>
                        <a:pt x="249" y="179"/>
                        <a:pt x="171" y="212"/>
                        <a:pt x="98" y="201"/>
                      </a:cubicBezTo>
                      <a:cubicBezTo>
                        <a:pt x="76" y="198"/>
                        <a:pt x="59" y="195"/>
                        <a:pt x="47" y="191"/>
                      </a:cubicBezTo>
                      <a:close/>
                    </a:path>
                  </a:pathLst>
                </a:custGeom>
                <a:solidFill>
                  <a:srgbClr val="1D1D1B"/>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60" name="Freeform 120"/>
                <p:cNvSpPr/>
                <p:nvPr>
                  <p:custDataLst>
                    <p:tags r:id="rId98"/>
                  </p:custDataLst>
                </p:nvPr>
              </p:nvSpPr>
              <p:spPr bwMode="auto">
                <a:xfrm flipH="1">
                  <a:off x="2127250" y="3265488"/>
                  <a:ext cx="98425" cy="173038"/>
                </a:xfrm>
                <a:custGeom>
                  <a:avLst/>
                  <a:gdLst>
                    <a:gd name="T0" fmla="*/ 51 w 51"/>
                    <a:gd name="T1" fmla="*/ 91 h 91"/>
                    <a:gd name="T2" fmla="*/ 43 w 51"/>
                    <a:gd name="T3" fmla="*/ 91 h 91"/>
                    <a:gd name="T4" fmla="*/ 11 w 51"/>
                    <a:gd name="T5" fmla="*/ 46 h 91"/>
                    <a:gd name="T6" fmla="*/ 15 w 51"/>
                    <a:gd name="T7" fmla="*/ 0 h 91"/>
                    <a:gd name="T8" fmla="*/ 51 w 51"/>
                    <a:gd name="T9" fmla="*/ 91 h 91"/>
                  </a:gdLst>
                  <a:ahLst/>
                  <a:cxnLst>
                    <a:cxn ang="0">
                      <a:pos x="T0" y="T1"/>
                    </a:cxn>
                    <a:cxn ang="0">
                      <a:pos x="T2" y="T3"/>
                    </a:cxn>
                    <a:cxn ang="0">
                      <a:pos x="T4" y="T5"/>
                    </a:cxn>
                    <a:cxn ang="0">
                      <a:pos x="T6" y="T7"/>
                    </a:cxn>
                    <a:cxn ang="0">
                      <a:pos x="T8" y="T9"/>
                    </a:cxn>
                  </a:cxnLst>
                  <a:rect l="0" t="0" r="r" b="b"/>
                  <a:pathLst>
                    <a:path w="51" h="91">
                      <a:moveTo>
                        <a:pt x="51" y="91"/>
                      </a:moveTo>
                      <a:cubicBezTo>
                        <a:pt x="48" y="91"/>
                        <a:pt x="46" y="91"/>
                        <a:pt x="43" y="91"/>
                      </a:cubicBezTo>
                      <a:cubicBezTo>
                        <a:pt x="14" y="91"/>
                        <a:pt x="11" y="73"/>
                        <a:pt x="11" y="46"/>
                      </a:cubicBezTo>
                      <a:cubicBezTo>
                        <a:pt x="11" y="28"/>
                        <a:pt x="0" y="9"/>
                        <a:pt x="15" y="0"/>
                      </a:cubicBezTo>
                      <a:lnTo>
                        <a:pt x="51" y="91"/>
                      </a:lnTo>
                      <a:close/>
                    </a:path>
                  </a:pathLst>
                </a:custGeom>
                <a:solidFill>
                  <a:srgbClr val="FFE7C5"/>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61" name="Freeform 121"/>
                <p:cNvSpPr/>
                <p:nvPr>
                  <p:custDataLst>
                    <p:tags r:id="rId99"/>
                  </p:custDataLst>
                </p:nvPr>
              </p:nvSpPr>
              <p:spPr bwMode="auto">
                <a:xfrm flipH="1">
                  <a:off x="1393825" y="2892425"/>
                  <a:ext cx="228600" cy="712788"/>
                </a:xfrm>
                <a:custGeom>
                  <a:avLst/>
                  <a:gdLst>
                    <a:gd name="T0" fmla="*/ 0 w 144"/>
                    <a:gd name="T1" fmla="*/ 384 h 449"/>
                    <a:gd name="T2" fmla="*/ 72 w 144"/>
                    <a:gd name="T3" fmla="*/ 281 h 449"/>
                    <a:gd name="T4" fmla="*/ 63 w 144"/>
                    <a:gd name="T5" fmla="*/ 7 h 449"/>
                    <a:gd name="T6" fmla="*/ 110 w 144"/>
                    <a:gd name="T7" fmla="*/ 0 h 449"/>
                    <a:gd name="T8" fmla="*/ 144 w 144"/>
                    <a:gd name="T9" fmla="*/ 284 h 449"/>
                    <a:gd name="T10" fmla="*/ 86 w 144"/>
                    <a:gd name="T11" fmla="*/ 449 h 449"/>
                    <a:gd name="T12" fmla="*/ 0 w 144"/>
                    <a:gd name="T13" fmla="*/ 384 h 449"/>
                  </a:gdLst>
                  <a:ahLst/>
                  <a:cxnLst>
                    <a:cxn ang="0">
                      <a:pos x="T0" y="T1"/>
                    </a:cxn>
                    <a:cxn ang="0">
                      <a:pos x="T2" y="T3"/>
                    </a:cxn>
                    <a:cxn ang="0">
                      <a:pos x="T4" y="T5"/>
                    </a:cxn>
                    <a:cxn ang="0">
                      <a:pos x="T6" y="T7"/>
                    </a:cxn>
                    <a:cxn ang="0">
                      <a:pos x="T8" y="T9"/>
                    </a:cxn>
                    <a:cxn ang="0">
                      <a:pos x="T10" y="T11"/>
                    </a:cxn>
                    <a:cxn ang="0">
                      <a:pos x="T12" y="T13"/>
                    </a:cxn>
                  </a:cxnLst>
                  <a:rect l="0" t="0" r="r" b="b"/>
                  <a:pathLst>
                    <a:path w="144" h="449">
                      <a:moveTo>
                        <a:pt x="0" y="384"/>
                      </a:moveTo>
                      <a:lnTo>
                        <a:pt x="72" y="281"/>
                      </a:lnTo>
                      <a:lnTo>
                        <a:pt x="63" y="7"/>
                      </a:lnTo>
                      <a:lnTo>
                        <a:pt x="110" y="0"/>
                      </a:lnTo>
                      <a:lnTo>
                        <a:pt x="144" y="284"/>
                      </a:lnTo>
                      <a:lnTo>
                        <a:pt x="86" y="449"/>
                      </a:lnTo>
                      <a:lnTo>
                        <a:pt x="0" y="384"/>
                      </a:lnTo>
                      <a:close/>
                    </a:path>
                  </a:pathLst>
                </a:custGeom>
                <a:solidFill>
                  <a:srgbClr val="FFE7C5"/>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62" name="Freeform 122"/>
                <p:cNvSpPr/>
                <p:nvPr>
                  <p:custDataLst>
                    <p:tags r:id="rId100"/>
                  </p:custDataLst>
                </p:nvPr>
              </p:nvSpPr>
              <p:spPr bwMode="auto">
                <a:xfrm flipH="1">
                  <a:off x="2305050" y="2908300"/>
                  <a:ext cx="228600" cy="714375"/>
                </a:xfrm>
                <a:custGeom>
                  <a:avLst/>
                  <a:gdLst>
                    <a:gd name="T0" fmla="*/ 144 w 144"/>
                    <a:gd name="T1" fmla="*/ 385 h 450"/>
                    <a:gd name="T2" fmla="*/ 72 w 144"/>
                    <a:gd name="T3" fmla="*/ 282 h 450"/>
                    <a:gd name="T4" fmla="*/ 80 w 144"/>
                    <a:gd name="T5" fmla="*/ 8 h 450"/>
                    <a:gd name="T6" fmla="*/ 34 w 144"/>
                    <a:gd name="T7" fmla="*/ 0 h 450"/>
                    <a:gd name="T8" fmla="*/ 0 w 144"/>
                    <a:gd name="T9" fmla="*/ 285 h 450"/>
                    <a:gd name="T10" fmla="*/ 58 w 144"/>
                    <a:gd name="T11" fmla="*/ 450 h 450"/>
                    <a:gd name="T12" fmla="*/ 144 w 144"/>
                    <a:gd name="T13" fmla="*/ 385 h 450"/>
                  </a:gdLst>
                  <a:ahLst/>
                  <a:cxnLst>
                    <a:cxn ang="0">
                      <a:pos x="T0" y="T1"/>
                    </a:cxn>
                    <a:cxn ang="0">
                      <a:pos x="T2" y="T3"/>
                    </a:cxn>
                    <a:cxn ang="0">
                      <a:pos x="T4" y="T5"/>
                    </a:cxn>
                    <a:cxn ang="0">
                      <a:pos x="T6" y="T7"/>
                    </a:cxn>
                    <a:cxn ang="0">
                      <a:pos x="T8" y="T9"/>
                    </a:cxn>
                    <a:cxn ang="0">
                      <a:pos x="T10" y="T11"/>
                    </a:cxn>
                    <a:cxn ang="0">
                      <a:pos x="T12" y="T13"/>
                    </a:cxn>
                  </a:cxnLst>
                  <a:rect l="0" t="0" r="r" b="b"/>
                  <a:pathLst>
                    <a:path w="144" h="450">
                      <a:moveTo>
                        <a:pt x="144" y="385"/>
                      </a:moveTo>
                      <a:lnTo>
                        <a:pt x="72" y="282"/>
                      </a:lnTo>
                      <a:lnTo>
                        <a:pt x="80" y="8"/>
                      </a:lnTo>
                      <a:lnTo>
                        <a:pt x="34" y="0"/>
                      </a:lnTo>
                      <a:lnTo>
                        <a:pt x="0" y="285"/>
                      </a:lnTo>
                      <a:lnTo>
                        <a:pt x="58" y="450"/>
                      </a:lnTo>
                      <a:lnTo>
                        <a:pt x="144" y="385"/>
                      </a:lnTo>
                      <a:close/>
                    </a:path>
                  </a:pathLst>
                </a:custGeom>
                <a:solidFill>
                  <a:srgbClr val="FFE7C5"/>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63" name="Freeform 123"/>
                <p:cNvSpPr/>
                <p:nvPr>
                  <p:custDataLst>
                    <p:tags r:id="rId101"/>
                  </p:custDataLst>
                </p:nvPr>
              </p:nvSpPr>
              <p:spPr bwMode="auto">
                <a:xfrm flipH="1">
                  <a:off x="1571625" y="3951288"/>
                  <a:ext cx="727075" cy="890588"/>
                </a:xfrm>
                <a:custGeom>
                  <a:avLst/>
                  <a:gdLst>
                    <a:gd name="T0" fmla="*/ 350 w 382"/>
                    <a:gd name="T1" fmla="*/ 34 h 468"/>
                    <a:gd name="T2" fmla="*/ 55 w 382"/>
                    <a:gd name="T3" fmla="*/ 0 h 468"/>
                    <a:gd name="T4" fmla="*/ 0 w 382"/>
                    <a:gd name="T5" fmla="*/ 445 h 468"/>
                    <a:gd name="T6" fmla="*/ 10 w 382"/>
                    <a:gd name="T7" fmla="*/ 446 h 468"/>
                    <a:gd name="T8" fmla="*/ 48 w 382"/>
                    <a:gd name="T9" fmla="*/ 421 h 468"/>
                    <a:gd name="T10" fmla="*/ 76 w 382"/>
                    <a:gd name="T11" fmla="*/ 414 h 468"/>
                    <a:gd name="T12" fmla="*/ 119 w 382"/>
                    <a:gd name="T13" fmla="*/ 404 h 468"/>
                    <a:gd name="T14" fmla="*/ 163 w 382"/>
                    <a:gd name="T15" fmla="*/ 405 h 468"/>
                    <a:gd name="T16" fmla="*/ 259 w 382"/>
                    <a:gd name="T17" fmla="*/ 422 h 468"/>
                    <a:gd name="T18" fmla="*/ 271 w 382"/>
                    <a:gd name="T19" fmla="*/ 427 h 468"/>
                    <a:gd name="T20" fmla="*/ 274 w 382"/>
                    <a:gd name="T21" fmla="*/ 427 h 468"/>
                    <a:gd name="T22" fmla="*/ 320 w 382"/>
                    <a:gd name="T23" fmla="*/ 464 h 468"/>
                    <a:gd name="T24" fmla="*/ 382 w 382"/>
                    <a:gd name="T25" fmla="*/ 468 h 468"/>
                    <a:gd name="T26" fmla="*/ 350 w 382"/>
                    <a:gd name="T27" fmla="*/ 34 h 4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82" h="468">
                      <a:moveTo>
                        <a:pt x="350" y="34"/>
                      </a:moveTo>
                      <a:cubicBezTo>
                        <a:pt x="55" y="0"/>
                        <a:pt x="55" y="0"/>
                        <a:pt x="55" y="0"/>
                      </a:cubicBezTo>
                      <a:cubicBezTo>
                        <a:pt x="0" y="445"/>
                        <a:pt x="0" y="445"/>
                        <a:pt x="0" y="445"/>
                      </a:cubicBezTo>
                      <a:cubicBezTo>
                        <a:pt x="10" y="446"/>
                        <a:pt x="10" y="446"/>
                        <a:pt x="10" y="446"/>
                      </a:cubicBezTo>
                      <a:cubicBezTo>
                        <a:pt x="16" y="433"/>
                        <a:pt x="29" y="422"/>
                        <a:pt x="48" y="421"/>
                      </a:cubicBezTo>
                      <a:cubicBezTo>
                        <a:pt x="55" y="416"/>
                        <a:pt x="64" y="413"/>
                        <a:pt x="76" y="414"/>
                      </a:cubicBezTo>
                      <a:cubicBezTo>
                        <a:pt x="91" y="414"/>
                        <a:pt x="103" y="404"/>
                        <a:pt x="119" y="404"/>
                      </a:cubicBezTo>
                      <a:cubicBezTo>
                        <a:pt x="134" y="404"/>
                        <a:pt x="149" y="405"/>
                        <a:pt x="163" y="405"/>
                      </a:cubicBezTo>
                      <a:cubicBezTo>
                        <a:pt x="195" y="406"/>
                        <a:pt x="228" y="413"/>
                        <a:pt x="259" y="422"/>
                      </a:cubicBezTo>
                      <a:cubicBezTo>
                        <a:pt x="263" y="423"/>
                        <a:pt x="268" y="425"/>
                        <a:pt x="271" y="427"/>
                      </a:cubicBezTo>
                      <a:cubicBezTo>
                        <a:pt x="272" y="427"/>
                        <a:pt x="273" y="427"/>
                        <a:pt x="274" y="427"/>
                      </a:cubicBezTo>
                      <a:cubicBezTo>
                        <a:pt x="304" y="425"/>
                        <a:pt x="319" y="443"/>
                        <a:pt x="320" y="464"/>
                      </a:cubicBezTo>
                      <a:cubicBezTo>
                        <a:pt x="382" y="468"/>
                        <a:pt x="382" y="468"/>
                        <a:pt x="382" y="468"/>
                      </a:cubicBezTo>
                      <a:lnTo>
                        <a:pt x="350" y="34"/>
                      </a:lnTo>
                      <a:close/>
                    </a:path>
                  </a:pathLst>
                </a:custGeom>
                <a:solidFill>
                  <a:schemeClr val="tx2"/>
                </a:solidFill>
                <a:ln>
                  <a:noFill/>
                </a:ln>
              </p:spPr>
              <p:txBody>
                <a:bodyPr vert="horz" wrap="square" lIns="91440" tIns="45720" rIns="91440" bIns="45720" numCol="1" anchor="t" anchorCtr="0" compatLnSpc="1"/>
                <a:lstStyle/>
                <a:p>
                  <a:endParaRPr lang="zh-CN" altLang="en-US"/>
                </a:p>
              </p:txBody>
            </p:sp>
            <p:sp>
              <p:nvSpPr>
                <p:cNvPr id="264" name="Freeform 124"/>
                <p:cNvSpPr/>
                <p:nvPr>
                  <p:custDataLst>
                    <p:tags r:id="rId102"/>
                  </p:custDataLst>
                </p:nvPr>
              </p:nvSpPr>
              <p:spPr bwMode="auto">
                <a:xfrm flipH="1">
                  <a:off x="1458912" y="3460750"/>
                  <a:ext cx="995363" cy="669925"/>
                </a:xfrm>
                <a:custGeom>
                  <a:avLst/>
                  <a:gdLst>
                    <a:gd name="T0" fmla="*/ 0 w 522"/>
                    <a:gd name="T1" fmla="*/ 85 h 352"/>
                    <a:gd name="T2" fmla="*/ 127 w 522"/>
                    <a:gd name="T3" fmla="*/ 331 h 352"/>
                    <a:gd name="T4" fmla="*/ 435 w 522"/>
                    <a:gd name="T5" fmla="*/ 352 h 352"/>
                    <a:gd name="T6" fmla="*/ 522 w 522"/>
                    <a:gd name="T7" fmla="*/ 67 h 352"/>
                    <a:gd name="T8" fmla="*/ 431 w 522"/>
                    <a:gd name="T9" fmla="*/ 0 h 352"/>
                    <a:gd name="T10" fmla="*/ 380 w 522"/>
                    <a:gd name="T11" fmla="*/ 75 h 352"/>
                    <a:gd name="T12" fmla="*/ 309 w 522"/>
                    <a:gd name="T13" fmla="*/ 112 h 352"/>
                    <a:gd name="T14" fmla="*/ 221 w 522"/>
                    <a:gd name="T15" fmla="*/ 112 h 352"/>
                    <a:gd name="T16" fmla="*/ 168 w 522"/>
                    <a:gd name="T17" fmla="*/ 95 h 352"/>
                    <a:gd name="T18" fmla="*/ 81 w 522"/>
                    <a:gd name="T19" fmla="*/ 19 h 352"/>
                    <a:gd name="T20" fmla="*/ 0 w 522"/>
                    <a:gd name="T21" fmla="*/ 85 h 3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22" h="352">
                      <a:moveTo>
                        <a:pt x="0" y="85"/>
                      </a:moveTo>
                      <a:cubicBezTo>
                        <a:pt x="127" y="331"/>
                        <a:pt x="127" y="331"/>
                        <a:pt x="127" y="331"/>
                      </a:cubicBezTo>
                      <a:cubicBezTo>
                        <a:pt x="435" y="352"/>
                        <a:pt x="435" y="352"/>
                        <a:pt x="435" y="352"/>
                      </a:cubicBezTo>
                      <a:cubicBezTo>
                        <a:pt x="522" y="67"/>
                        <a:pt x="522" y="67"/>
                        <a:pt x="522" y="67"/>
                      </a:cubicBezTo>
                      <a:cubicBezTo>
                        <a:pt x="431" y="0"/>
                        <a:pt x="431" y="0"/>
                        <a:pt x="431" y="0"/>
                      </a:cubicBezTo>
                      <a:cubicBezTo>
                        <a:pt x="380" y="75"/>
                        <a:pt x="380" y="75"/>
                        <a:pt x="380" y="75"/>
                      </a:cubicBezTo>
                      <a:cubicBezTo>
                        <a:pt x="365" y="98"/>
                        <a:pt x="338" y="112"/>
                        <a:pt x="309" y="112"/>
                      </a:cubicBezTo>
                      <a:cubicBezTo>
                        <a:pt x="221" y="112"/>
                        <a:pt x="221" y="112"/>
                        <a:pt x="221" y="112"/>
                      </a:cubicBezTo>
                      <a:cubicBezTo>
                        <a:pt x="202" y="112"/>
                        <a:pt x="183" y="106"/>
                        <a:pt x="168" y="95"/>
                      </a:cubicBezTo>
                      <a:cubicBezTo>
                        <a:pt x="81" y="19"/>
                        <a:pt x="81" y="19"/>
                        <a:pt x="81" y="19"/>
                      </a:cubicBezTo>
                      <a:lnTo>
                        <a:pt x="0" y="85"/>
                      </a:lnTo>
                      <a:close/>
                    </a:path>
                  </a:pathLst>
                </a:custGeom>
                <a:solidFill>
                  <a:schemeClr val="tx2"/>
                </a:solidFill>
                <a:ln>
                  <a:noFill/>
                </a:ln>
              </p:spPr>
              <p:txBody>
                <a:bodyPr vert="horz" wrap="square" lIns="91440" tIns="45720" rIns="91440" bIns="45720" numCol="1" anchor="t" anchorCtr="0" compatLnSpc="1"/>
                <a:lstStyle/>
                <a:p>
                  <a:endParaRPr lang="zh-CN" altLang="en-US"/>
                </a:p>
              </p:txBody>
            </p:sp>
            <p:sp>
              <p:nvSpPr>
                <p:cNvPr id="265" name="Freeform 125"/>
                <p:cNvSpPr/>
                <p:nvPr>
                  <p:custDataLst>
                    <p:tags r:id="rId103"/>
                  </p:custDataLst>
                </p:nvPr>
              </p:nvSpPr>
              <p:spPr bwMode="auto">
                <a:xfrm flipH="1">
                  <a:off x="1562100" y="4681538"/>
                  <a:ext cx="736600" cy="203200"/>
                </a:xfrm>
                <a:custGeom>
                  <a:avLst/>
                  <a:gdLst>
                    <a:gd name="T0" fmla="*/ 0 w 387"/>
                    <a:gd name="T1" fmla="*/ 62 h 107"/>
                    <a:gd name="T2" fmla="*/ 200 w 387"/>
                    <a:gd name="T3" fmla="*/ 27 h 107"/>
                    <a:gd name="T4" fmla="*/ 382 w 387"/>
                    <a:gd name="T5" fmla="*/ 85 h 107"/>
                    <a:gd name="T6" fmla="*/ 303 w 387"/>
                    <a:gd name="T7" fmla="*/ 107 h 107"/>
                    <a:gd name="T8" fmla="*/ 307 w 387"/>
                    <a:gd name="T9" fmla="*/ 61 h 107"/>
                    <a:gd name="T10" fmla="*/ 27 w 387"/>
                    <a:gd name="T11" fmla="*/ 47 h 107"/>
                    <a:gd name="T12" fmla="*/ 18 w 387"/>
                    <a:gd name="T13" fmla="*/ 51 h 107"/>
                    <a:gd name="T14" fmla="*/ 14 w 387"/>
                    <a:gd name="T15" fmla="*/ 78 h 107"/>
                    <a:gd name="T16" fmla="*/ 0 w 387"/>
                    <a:gd name="T17" fmla="*/ 62 h 1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87" h="107">
                      <a:moveTo>
                        <a:pt x="0" y="62"/>
                      </a:moveTo>
                      <a:cubicBezTo>
                        <a:pt x="0" y="62"/>
                        <a:pt x="38" y="0"/>
                        <a:pt x="200" y="27"/>
                      </a:cubicBezTo>
                      <a:cubicBezTo>
                        <a:pt x="363" y="55"/>
                        <a:pt x="387" y="67"/>
                        <a:pt x="382" y="85"/>
                      </a:cubicBezTo>
                      <a:cubicBezTo>
                        <a:pt x="378" y="103"/>
                        <a:pt x="303" y="107"/>
                        <a:pt x="303" y="107"/>
                      </a:cubicBezTo>
                      <a:cubicBezTo>
                        <a:pt x="307" y="61"/>
                        <a:pt x="307" y="61"/>
                        <a:pt x="307" y="61"/>
                      </a:cubicBezTo>
                      <a:cubicBezTo>
                        <a:pt x="221" y="14"/>
                        <a:pt x="117" y="9"/>
                        <a:pt x="27" y="47"/>
                      </a:cubicBezTo>
                      <a:cubicBezTo>
                        <a:pt x="18" y="51"/>
                        <a:pt x="18" y="51"/>
                        <a:pt x="18" y="51"/>
                      </a:cubicBezTo>
                      <a:cubicBezTo>
                        <a:pt x="14" y="78"/>
                        <a:pt x="14" y="78"/>
                        <a:pt x="14" y="78"/>
                      </a:cubicBezTo>
                      <a:cubicBezTo>
                        <a:pt x="14" y="78"/>
                        <a:pt x="2" y="74"/>
                        <a:pt x="0" y="62"/>
                      </a:cubicBezTo>
                      <a:close/>
                    </a:path>
                  </a:pathLst>
                </a:custGeom>
                <a:solidFill>
                  <a:schemeClr val="tx2"/>
                </a:solidFill>
                <a:ln>
                  <a:noFill/>
                </a:ln>
              </p:spPr>
              <p:txBody>
                <a:bodyPr vert="horz" wrap="square" lIns="91440" tIns="45720" rIns="91440" bIns="45720" numCol="1" anchor="t" anchorCtr="0" compatLnSpc="1"/>
                <a:lstStyle/>
                <a:p>
                  <a:endParaRPr lang="zh-CN" altLang="en-US"/>
                </a:p>
              </p:txBody>
            </p:sp>
            <p:sp>
              <p:nvSpPr>
                <p:cNvPr id="266" name="Freeform 126"/>
                <p:cNvSpPr/>
                <p:nvPr>
                  <p:custDataLst>
                    <p:tags r:id="rId104"/>
                  </p:custDataLst>
                </p:nvPr>
              </p:nvSpPr>
              <p:spPr bwMode="auto">
                <a:xfrm flipH="1">
                  <a:off x="1308100" y="2322513"/>
                  <a:ext cx="1355725" cy="525463"/>
                </a:xfrm>
                <a:custGeom>
                  <a:avLst/>
                  <a:gdLst>
                    <a:gd name="T0" fmla="*/ 698 w 711"/>
                    <a:gd name="T1" fmla="*/ 236 h 276"/>
                    <a:gd name="T2" fmla="*/ 29 w 711"/>
                    <a:gd name="T3" fmla="*/ 276 h 276"/>
                    <a:gd name="T4" fmla="*/ 15 w 711"/>
                    <a:gd name="T5" fmla="*/ 264 h 276"/>
                    <a:gd name="T6" fmla="*/ 0 w 711"/>
                    <a:gd name="T7" fmla="*/ 54 h 276"/>
                    <a:gd name="T8" fmla="*/ 13 w 711"/>
                    <a:gd name="T9" fmla="*/ 41 h 276"/>
                    <a:gd name="T10" fmla="*/ 681 w 711"/>
                    <a:gd name="T11" fmla="*/ 1 h 276"/>
                    <a:gd name="T12" fmla="*/ 696 w 711"/>
                    <a:gd name="T13" fmla="*/ 12 h 276"/>
                    <a:gd name="T14" fmla="*/ 711 w 711"/>
                    <a:gd name="T15" fmla="*/ 222 h 276"/>
                    <a:gd name="T16" fmla="*/ 698 w 711"/>
                    <a:gd name="T17" fmla="*/ 236 h 2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11" h="276">
                      <a:moveTo>
                        <a:pt x="698" y="236"/>
                      </a:moveTo>
                      <a:cubicBezTo>
                        <a:pt x="29" y="276"/>
                        <a:pt x="29" y="276"/>
                        <a:pt x="29" y="276"/>
                      </a:cubicBezTo>
                      <a:cubicBezTo>
                        <a:pt x="22" y="276"/>
                        <a:pt x="16" y="271"/>
                        <a:pt x="15" y="264"/>
                      </a:cubicBezTo>
                      <a:cubicBezTo>
                        <a:pt x="0" y="54"/>
                        <a:pt x="0" y="54"/>
                        <a:pt x="0" y="54"/>
                      </a:cubicBezTo>
                      <a:cubicBezTo>
                        <a:pt x="0" y="48"/>
                        <a:pt x="5" y="42"/>
                        <a:pt x="13" y="41"/>
                      </a:cubicBezTo>
                      <a:cubicBezTo>
                        <a:pt x="681" y="1"/>
                        <a:pt x="681" y="1"/>
                        <a:pt x="681" y="1"/>
                      </a:cubicBezTo>
                      <a:cubicBezTo>
                        <a:pt x="689" y="0"/>
                        <a:pt x="695" y="6"/>
                        <a:pt x="696" y="12"/>
                      </a:cubicBezTo>
                      <a:cubicBezTo>
                        <a:pt x="711" y="222"/>
                        <a:pt x="711" y="222"/>
                        <a:pt x="711" y="222"/>
                      </a:cubicBezTo>
                      <a:cubicBezTo>
                        <a:pt x="711" y="229"/>
                        <a:pt x="706" y="235"/>
                        <a:pt x="698" y="236"/>
                      </a:cubicBezTo>
                      <a:close/>
                    </a:path>
                  </a:pathLst>
                </a:custGeom>
                <a:solidFill>
                  <a:srgbClr val="00DDFE"/>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67" name="Freeform 127"/>
                <p:cNvSpPr/>
                <p:nvPr>
                  <p:custDataLst>
                    <p:tags r:id="rId105"/>
                  </p:custDataLst>
                </p:nvPr>
              </p:nvSpPr>
              <p:spPr bwMode="auto">
                <a:xfrm flipH="1">
                  <a:off x="1462088" y="2422525"/>
                  <a:ext cx="1060450" cy="146050"/>
                </a:xfrm>
                <a:custGeom>
                  <a:avLst/>
                  <a:gdLst>
                    <a:gd name="T0" fmla="*/ 668 w 668"/>
                    <a:gd name="T1" fmla="*/ 52 h 92"/>
                    <a:gd name="T2" fmla="*/ 4 w 668"/>
                    <a:gd name="T3" fmla="*/ 92 h 92"/>
                    <a:gd name="T4" fmla="*/ 0 w 668"/>
                    <a:gd name="T5" fmla="*/ 39 h 92"/>
                    <a:gd name="T6" fmla="*/ 664 w 668"/>
                    <a:gd name="T7" fmla="*/ 0 h 92"/>
                    <a:gd name="T8" fmla="*/ 668 w 668"/>
                    <a:gd name="T9" fmla="*/ 52 h 92"/>
                  </a:gdLst>
                  <a:ahLst/>
                  <a:cxnLst>
                    <a:cxn ang="0">
                      <a:pos x="T0" y="T1"/>
                    </a:cxn>
                    <a:cxn ang="0">
                      <a:pos x="T2" y="T3"/>
                    </a:cxn>
                    <a:cxn ang="0">
                      <a:pos x="T4" y="T5"/>
                    </a:cxn>
                    <a:cxn ang="0">
                      <a:pos x="T6" y="T7"/>
                    </a:cxn>
                    <a:cxn ang="0">
                      <a:pos x="T8" y="T9"/>
                    </a:cxn>
                  </a:cxnLst>
                  <a:rect l="0" t="0" r="r" b="b"/>
                  <a:pathLst>
                    <a:path w="668" h="92">
                      <a:moveTo>
                        <a:pt x="668" y="52"/>
                      </a:moveTo>
                      <a:lnTo>
                        <a:pt x="4" y="92"/>
                      </a:lnTo>
                      <a:lnTo>
                        <a:pt x="0" y="39"/>
                      </a:lnTo>
                      <a:lnTo>
                        <a:pt x="664" y="0"/>
                      </a:lnTo>
                      <a:lnTo>
                        <a:pt x="668" y="52"/>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68" name="Freeform 128"/>
                <p:cNvSpPr/>
                <p:nvPr>
                  <p:custDataLst>
                    <p:tags r:id="rId106"/>
                  </p:custDataLst>
                </p:nvPr>
              </p:nvSpPr>
              <p:spPr bwMode="auto">
                <a:xfrm flipH="1">
                  <a:off x="1839912" y="2598738"/>
                  <a:ext cx="671513" cy="123825"/>
                </a:xfrm>
                <a:custGeom>
                  <a:avLst/>
                  <a:gdLst>
                    <a:gd name="T0" fmla="*/ 423 w 423"/>
                    <a:gd name="T1" fmla="*/ 53 h 78"/>
                    <a:gd name="T2" fmla="*/ 4 w 423"/>
                    <a:gd name="T3" fmla="*/ 78 h 78"/>
                    <a:gd name="T4" fmla="*/ 0 w 423"/>
                    <a:gd name="T5" fmla="*/ 25 h 78"/>
                    <a:gd name="T6" fmla="*/ 419 w 423"/>
                    <a:gd name="T7" fmla="*/ 0 h 78"/>
                    <a:gd name="T8" fmla="*/ 423 w 423"/>
                    <a:gd name="T9" fmla="*/ 53 h 78"/>
                  </a:gdLst>
                  <a:ahLst/>
                  <a:cxnLst>
                    <a:cxn ang="0">
                      <a:pos x="T0" y="T1"/>
                    </a:cxn>
                    <a:cxn ang="0">
                      <a:pos x="T2" y="T3"/>
                    </a:cxn>
                    <a:cxn ang="0">
                      <a:pos x="T4" y="T5"/>
                    </a:cxn>
                    <a:cxn ang="0">
                      <a:pos x="T6" y="T7"/>
                    </a:cxn>
                    <a:cxn ang="0">
                      <a:pos x="T8" y="T9"/>
                    </a:cxn>
                  </a:cxnLst>
                  <a:rect l="0" t="0" r="r" b="b"/>
                  <a:pathLst>
                    <a:path w="423" h="78">
                      <a:moveTo>
                        <a:pt x="423" y="53"/>
                      </a:moveTo>
                      <a:lnTo>
                        <a:pt x="4" y="78"/>
                      </a:lnTo>
                      <a:lnTo>
                        <a:pt x="0" y="25"/>
                      </a:lnTo>
                      <a:lnTo>
                        <a:pt x="419" y="0"/>
                      </a:lnTo>
                      <a:lnTo>
                        <a:pt x="423" y="53"/>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69" name="Freeform 129"/>
                <p:cNvSpPr/>
                <p:nvPr>
                  <p:custDataLst>
                    <p:tags r:id="rId107"/>
                  </p:custDataLst>
                </p:nvPr>
              </p:nvSpPr>
              <p:spPr bwMode="auto">
                <a:xfrm flipH="1">
                  <a:off x="1423987" y="2608263"/>
                  <a:ext cx="195263" cy="338138"/>
                </a:xfrm>
                <a:custGeom>
                  <a:avLst/>
                  <a:gdLst>
                    <a:gd name="T0" fmla="*/ 33 w 102"/>
                    <a:gd name="T1" fmla="*/ 101 h 178"/>
                    <a:gd name="T2" fmla="*/ 12 w 102"/>
                    <a:gd name="T3" fmla="*/ 16 h 178"/>
                    <a:gd name="T4" fmla="*/ 29 w 102"/>
                    <a:gd name="T5" fmla="*/ 25 h 178"/>
                    <a:gd name="T6" fmla="*/ 50 w 102"/>
                    <a:gd name="T7" fmla="*/ 90 h 178"/>
                    <a:gd name="T8" fmla="*/ 37 w 102"/>
                    <a:gd name="T9" fmla="*/ 4 h 178"/>
                    <a:gd name="T10" fmla="*/ 51 w 102"/>
                    <a:gd name="T11" fmla="*/ 12 h 178"/>
                    <a:gd name="T12" fmla="*/ 67 w 102"/>
                    <a:gd name="T13" fmla="*/ 77 h 178"/>
                    <a:gd name="T14" fmla="*/ 65 w 102"/>
                    <a:gd name="T15" fmla="*/ 19 h 178"/>
                    <a:gd name="T16" fmla="*/ 77 w 102"/>
                    <a:gd name="T17" fmla="*/ 31 h 178"/>
                    <a:gd name="T18" fmla="*/ 81 w 102"/>
                    <a:gd name="T19" fmla="*/ 82 h 178"/>
                    <a:gd name="T20" fmla="*/ 94 w 102"/>
                    <a:gd name="T21" fmla="*/ 42 h 178"/>
                    <a:gd name="T22" fmla="*/ 102 w 102"/>
                    <a:gd name="T23" fmla="*/ 47 h 178"/>
                    <a:gd name="T24" fmla="*/ 91 w 102"/>
                    <a:gd name="T25" fmla="*/ 93 h 178"/>
                    <a:gd name="T26" fmla="*/ 89 w 102"/>
                    <a:gd name="T27" fmla="*/ 152 h 178"/>
                    <a:gd name="T28" fmla="*/ 54 w 102"/>
                    <a:gd name="T29" fmla="*/ 165 h 178"/>
                    <a:gd name="T30" fmla="*/ 0 w 102"/>
                    <a:gd name="T31" fmla="*/ 95 h 178"/>
                    <a:gd name="T32" fmla="*/ 23 w 102"/>
                    <a:gd name="T33" fmla="*/ 93 h 178"/>
                    <a:gd name="T34" fmla="*/ 33 w 102"/>
                    <a:gd name="T35" fmla="*/ 101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02" h="178">
                      <a:moveTo>
                        <a:pt x="33" y="101"/>
                      </a:moveTo>
                      <a:cubicBezTo>
                        <a:pt x="33" y="101"/>
                        <a:pt x="10" y="25"/>
                        <a:pt x="12" y="16"/>
                      </a:cubicBezTo>
                      <a:cubicBezTo>
                        <a:pt x="13" y="7"/>
                        <a:pt x="24" y="9"/>
                        <a:pt x="29" y="25"/>
                      </a:cubicBezTo>
                      <a:cubicBezTo>
                        <a:pt x="33" y="41"/>
                        <a:pt x="50" y="90"/>
                        <a:pt x="50" y="90"/>
                      </a:cubicBezTo>
                      <a:cubicBezTo>
                        <a:pt x="50" y="90"/>
                        <a:pt x="33" y="9"/>
                        <a:pt x="37" y="4"/>
                      </a:cubicBezTo>
                      <a:cubicBezTo>
                        <a:pt x="41" y="0"/>
                        <a:pt x="50" y="1"/>
                        <a:pt x="51" y="12"/>
                      </a:cubicBezTo>
                      <a:cubicBezTo>
                        <a:pt x="52" y="24"/>
                        <a:pt x="67" y="77"/>
                        <a:pt x="67" y="77"/>
                      </a:cubicBezTo>
                      <a:cubicBezTo>
                        <a:pt x="67" y="77"/>
                        <a:pt x="63" y="29"/>
                        <a:pt x="65" y="19"/>
                      </a:cubicBezTo>
                      <a:cubicBezTo>
                        <a:pt x="67" y="8"/>
                        <a:pt x="77" y="21"/>
                        <a:pt x="77" y="31"/>
                      </a:cubicBezTo>
                      <a:cubicBezTo>
                        <a:pt x="77" y="42"/>
                        <a:pt x="81" y="82"/>
                        <a:pt x="81" y="82"/>
                      </a:cubicBezTo>
                      <a:cubicBezTo>
                        <a:pt x="81" y="82"/>
                        <a:pt x="90" y="46"/>
                        <a:pt x="94" y="42"/>
                      </a:cubicBezTo>
                      <a:cubicBezTo>
                        <a:pt x="99" y="38"/>
                        <a:pt x="102" y="42"/>
                        <a:pt x="102" y="47"/>
                      </a:cubicBezTo>
                      <a:cubicBezTo>
                        <a:pt x="102" y="51"/>
                        <a:pt x="91" y="93"/>
                        <a:pt x="91" y="93"/>
                      </a:cubicBezTo>
                      <a:cubicBezTo>
                        <a:pt x="91" y="93"/>
                        <a:pt x="90" y="105"/>
                        <a:pt x="89" y="152"/>
                      </a:cubicBezTo>
                      <a:cubicBezTo>
                        <a:pt x="89" y="178"/>
                        <a:pt x="57" y="168"/>
                        <a:pt x="54" y="165"/>
                      </a:cubicBezTo>
                      <a:cubicBezTo>
                        <a:pt x="51" y="161"/>
                        <a:pt x="4" y="105"/>
                        <a:pt x="0" y="95"/>
                      </a:cubicBezTo>
                      <a:cubicBezTo>
                        <a:pt x="23" y="93"/>
                        <a:pt x="23" y="93"/>
                        <a:pt x="23" y="93"/>
                      </a:cubicBezTo>
                      <a:cubicBezTo>
                        <a:pt x="33" y="109"/>
                        <a:pt x="34" y="105"/>
                        <a:pt x="33" y="101"/>
                      </a:cubicBezTo>
                      <a:close/>
                    </a:path>
                  </a:pathLst>
                </a:custGeom>
                <a:solidFill>
                  <a:srgbClr val="FFE7C5"/>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70" name="Freeform 130"/>
                <p:cNvSpPr/>
                <p:nvPr>
                  <p:custDataLst>
                    <p:tags r:id="rId108"/>
                  </p:custDataLst>
                </p:nvPr>
              </p:nvSpPr>
              <p:spPr bwMode="auto">
                <a:xfrm flipH="1">
                  <a:off x="2317750" y="2636838"/>
                  <a:ext cx="187325" cy="341313"/>
                </a:xfrm>
                <a:custGeom>
                  <a:avLst/>
                  <a:gdLst>
                    <a:gd name="T0" fmla="*/ 69 w 98"/>
                    <a:gd name="T1" fmla="*/ 101 h 179"/>
                    <a:gd name="T2" fmla="*/ 91 w 98"/>
                    <a:gd name="T3" fmla="*/ 17 h 179"/>
                    <a:gd name="T4" fmla="*/ 74 w 98"/>
                    <a:gd name="T5" fmla="*/ 26 h 179"/>
                    <a:gd name="T6" fmla="*/ 52 w 98"/>
                    <a:gd name="T7" fmla="*/ 90 h 179"/>
                    <a:gd name="T8" fmla="*/ 66 w 98"/>
                    <a:gd name="T9" fmla="*/ 5 h 179"/>
                    <a:gd name="T10" fmla="*/ 52 w 98"/>
                    <a:gd name="T11" fmla="*/ 13 h 179"/>
                    <a:gd name="T12" fmla="*/ 35 w 98"/>
                    <a:gd name="T13" fmla="*/ 77 h 179"/>
                    <a:gd name="T14" fmla="*/ 37 w 98"/>
                    <a:gd name="T15" fmla="*/ 19 h 179"/>
                    <a:gd name="T16" fmla="*/ 26 w 98"/>
                    <a:gd name="T17" fmla="*/ 32 h 179"/>
                    <a:gd name="T18" fmla="*/ 21 w 98"/>
                    <a:gd name="T19" fmla="*/ 83 h 179"/>
                    <a:gd name="T20" fmla="*/ 8 w 98"/>
                    <a:gd name="T21" fmla="*/ 43 h 179"/>
                    <a:gd name="T22" fmla="*/ 0 w 98"/>
                    <a:gd name="T23" fmla="*/ 47 h 179"/>
                    <a:gd name="T24" fmla="*/ 11 w 98"/>
                    <a:gd name="T25" fmla="*/ 93 h 179"/>
                    <a:gd name="T26" fmla="*/ 13 w 98"/>
                    <a:gd name="T27" fmla="*/ 152 h 179"/>
                    <a:gd name="T28" fmla="*/ 48 w 98"/>
                    <a:gd name="T29" fmla="*/ 165 h 179"/>
                    <a:gd name="T30" fmla="*/ 98 w 98"/>
                    <a:gd name="T31" fmla="*/ 102 h 179"/>
                    <a:gd name="T32" fmla="*/ 72 w 98"/>
                    <a:gd name="T33" fmla="*/ 103 h 179"/>
                    <a:gd name="T34" fmla="*/ 69 w 98"/>
                    <a:gd name="T35" fmla="*/ 101 h 1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98" h="179">
                      <a:moveTo>
                        <a:pt x="69" y="101"/>
                      </a:moveTo>
                      <a:cubicBezTo>
                        <a:pt x="69" y="101"/>
                        <a:pt x="92" y="26"/>
                        <a:pt x="91" y="17"/>
                      </a:cubicBezTo>
                      <a:cubicBezTo>
                        <a:pt x="90" y="8"/>
                        <a:pt x="78" y="9"/>
                        <a:pt x="74" y="26"/>
                      </a:cubicBezTo>
                      <a:cubicBezTo>
                        <a:pt x="69" y="42"/>
                        <a:pt x="52" y="90"/>
                        <a:pt x="52" y="90"/>
                      </a:cubicBezTo>
                      <a:cubicBezTo>
                        <a:pt x="52" y="90"/>
                        <a:pt x="70" y="10"/>
                        <a:pt x="66" y="5"/>
                      </a:cubicBezTo>
                      <a:cubicBezTo>
                        <a:pt x="62" y="0"/>
                        <a:pt x="53" y="2"/>
                        <a:pt x="52" y="13"/>
                      </a:cubicBezTo>
                      <a:cubicBezTo>
                        <a:pt x="50" y="24"/>
                        <a:pt x="35" y="77"/>
                        <a:pt x="35" y="77"/>
                      </a:cubicBezTo>
                      <a:cubicBezTo>
                        <a:pt x="35" y="77"/>
                        <a:pt x="39" y="30"/>
                        <a:pt x="37" y="19"/>
                      </a:cubicBezTo>
                      <a:cubicBezTo>
                        <a:pt x="35" y="9"/>
                        <a:pt x="26" y="22"/>
                        <a:pt x="26" y="32"/>
                      </a:cubicBezTo>
                      <a:cubicBezTo>
                        <a:pt x="25" y="43"/>
                        <a:pt x="21" y="83"/>
                        <a:pt x="21" y="83"/>
                      </a:cubicBezTo>
                      <a:cubicBezTo>
                        <a:pt x="21" y="83"/>
                        <a:pt x="13" y="47"/>
                        <a:pt x="8" y="43"/>
                      </a:cubicBezTo>
                      <a:cubicBezTo>
                        <a:pt x="3" y="39"/>
                        <a:pt x="0" y="43"/>
                        <a:pt x="0" y="47"/>
                      </a:cubicBezTo>
                      <a:cubicBezTo>
                        <a:pt x="1" y="52"/>
                        <a:pt x="11" y="93"/>
                        <a:pt x="11" y="93"/>
                      </a:cubicBezTo>
                      <a:cubicBezTo>
                        <a:pt x="11" y="93"/>
                        <a:pt x="12" y="106"/>
                        <a:pt x="13" y="152"/>
                      </a:cubicBezTo>
                      <a:cubicBezTo>
                        <a:pt x="14" y="179"/>
                        <a:pt x="46" y="169"/>
                        <a:pt x="48" y="165"/>
                      </a:cubicBezTo>
                      <a:cubicBezTo>
                        <a:pt x="51" y="162"/>
                        <a:pt x="94" y="113"/>
                        <a:pt x="98" y="102"/>
                      </a:cubicBezTo>
                      <a:cubicBezTo>
                        <a:pt x="72" y="103"/>
                        <a:pt x="72" y="103"/>
                        <a:pt x="72" y="103"/>
                      </a:cubicBezTo>
                      <a:cubicBezTo>
                        <a:pt x="71" y="106"/>
                        <a:pt x="69" y="105"/>
                        <a:pt x="69" y="101"/>
                      </a:cubicBezTo>
                      <a:close/>
                    </a:path>
                  </a:pathLst>
                </a:custGeom>
                <a:solidFill>
                  <a:srgbClr val="FFE7C5"/>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72" name="Freeform 132"/>
                <p:cNvSpPr/>
                <p:nvPr>
                  <p:custDataLst>
                    <p:tags r:id="rId109"/>
                  </p:custDataLst>
                </p:nvPr>
              </p:nvSpPr>
              <p:spPr bwMode="auto">
                <a:xfrm flipH="1">
                  <a:off x="4700588" y="1639888"/>
                  <a:ext cx="1050925" cy="280988"/>
                </a:xfrm>
                <a:custGeom>
                  <a:avLst/>
                  <a:gdLst>
                    <a:gd name="T0" fmla="*/ 650 w 662"/>
                    <a:gd name="T1" fmla="*/ 177 h 177"/>
                    <a:gd name="T2" fmla="*/ 0 w 662"/>
                    <a:gd name="T3" fmla="*/ 51 h 177"/>
                    <a:gd name="T4" fmla="*/ 12 w 662"/>
                    <a:gd name="T5" fmla="*/ 0 h 177"/>
                    <a:gd name="T6" fmla="*/ 662 w 662"/>
                    <a:gd name="T7" fmla="*/ 126 h 177"/>
                    <a:gd name="T8" fmla="*/ 650 w 662"/>
                    <a:gd name="T9" fmla="*/ 177 h 177"/>
                  </a:gdLst>
                  <a:ahLst/>
                  <a:cxnLst>
                    <a:cxn ang="0">
                      <a:pos x="T0" y="T1"/>
                    </a:cxn>
                    <a:cxn ang="0">
                      <a:pos x="T2" y="T3"/>
                    </a:cxn>
                    <a:cxn ang="0">
                      <a:pos x="T4" y="T5"/>
                    </a:cxn>
                    <a:cxn ang="0">
                      <a:pos x="T6" y="T7"/>
                    </a:cxn>
                    <a:cxn ang="0">
                      <a:pos x="T8" y="T9"/>
                    </a:cxn>
                  </a:cxnLst>
                  <a:rect l="0" t="0" r="r" b="b"/>
                  <a:pathLst>
                    <a:path w="662" h="177">
                      <a:moveTo>
                        <a:pt x="650" y="177"/>
                      </a:moveTo>
                      <a:lnTo>
                        <a:pt x="0" y="51"/>
                      </a:lnTo>
                      <a:lnTo>
                        <a:pt x="12" y="0"/>
                      </a:lnTo>
                      <a:lnTo>
                        <a:pt x="662" y="126"/>
                      </a:lnTo>
                      <a:lnTo>
                        <a:pt x="650" y="177"/>
                      </a:lnTo>
                      <a:close/>
                    </a:path>
                  </a:pathLst>
                </a:custGeom>
                <a:solidFill>
                  <a:srgbClr val="F9B233"/>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73" name="Freeform 133"/>
                <p:cNvSpPr/>
                <p:nvPr>
                  <p:custDataLst>
                    <p:tags r:id="rId110"/>
                  </p:custDataLst>
                </p:nvPr>
              </p:nvSpPr>
              <p:spPr bwMode="auto">
                <a:xfrm flipH="1">
                  <a:off x="4735513" y="1792288"/>
                  <a:ext cx="1050925" cy="280988"/>
                </a:xfrm>
                <a:custGeom>
                  <a:avLst/>
                  <a:gdLst>
                    <a:gd name="T0" fmla="*/ 650 w 662"/>
                    <a:gd name="T1" fmla="*/ 177 h 177"/>
                    <a:gd name="T2" fmla="*/ 0 w 662"/>
                    <a:gd name="T3" fmla="*/ 51 h 177"/>
                    <a:gd name="T4" fmla="*/ 12 w 662"/>
                    <a:gd name="T5" fmla="*/ 0 h 177"/>
                    <a:gd name="T6" fmla="*/ 662 w 662"/>
                    <a:gd name="T7" fmla="*/ 126 h 177"/>
                    <a:gd name="T8" fmla="*/ 650 w 662"/>
                    <a:gd name="T9" fmla="*/ 177 h 177"/>
                  </a:gdLst>
                  <a:ahLst/>
                  <a:cxnLst>
                    <a:cxn ang="0">
                      <a:pos x="T0" y="T1"/>
                    </a:cxn>
                    <a:cxn ang="0">
                      <a:pos x="T2" y="T3"/>
                    </a:cxn>
                    <a:cxn ang="0">
                      <a:pos x="T4" y="T5"/>
                    </a:cxn>
                    <a:cxn ang="0">
                      <a:pos x="T6" y="T7"/>
                    </a:cxn>
                    <a:cxn ang="0">
                      <a:pos x="T8" y="T9"/>
                    </a:cxn>
                  </a:cxnLst>
                  <a:rect l="0" t="0" r="r" b="b"/>
                  <a:pathLst>
                    <a:path w="662" h="177">
                      <a:moveTo>
                        <a:pt x="650" y="177"/>
                      </a:moveTo>
                      <a:lnTo>
                        <a:pt x="0" y="51"/>
                      </a:lnTo>
                      <a:lnTo>
                        <a:pt x="12" y="0"/>
                      </a:lnTo>
                      <a:lnTo>
                        <a:pt x="662" y="126"/>
                      </a:lnTo>
                      <a:lnTo>
                        <a:pt x="650" y="177"/>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74" name="Freeform 134"/>
                <p:cNvSpPr/>
                <p:nvPr>
                  <p:custDataLst>
                    <p:tags r:id="rId111"/>
                  </p:custDataLst>
                </p:nvPr>
              </p:nvSpPr>
              <p:spPr bwMode="auto">
                <a:xfrm flipH="1">
                  <a:off x="5364163" y="1941513"/>
                  <a:ext cx="457200" cy="168275"/>
                </a:xfrm>
                <a:custGeom>
                  <a:avLst/>
                  <a:gdLst>
                    <a:gd name="T0" fmla="*/ 276 w 288"/>
                    <a:gd name="T1" fmla="*/ 106 h 106"/>
                    <a:gd name="T2" fmla="*/ 0 w 288"/>
                    <a:gd name="T3" fmla="*/ 52 h 106"/>
                    <a:gd name="T4" fmla="*/ 12 w 288"/>
                    <a:gd name="T5" fmla="*/ 0 h 106"/>
                    <a:gd name="T6" fmla="*/ 288 w 288"/>
                    <a:gd name="T7" fmla="*/ 54 h 106"/>
                    <a:gd name="T8" fmla="*/ 276 w 288"/>
                    <a:gd name="T9" fmla="*/ 106 h 106"/>
                  </a:gdLst>
                  <a:ahLst/>
                  <a:cxnLst>
                    <a:cxn ang="0">
                      <a:pos x="T0" y="T1"/>
                    </a:cxn>
                    <a:cxn ang="0">
                      <a:pos x="T2" y="T3"/>
                    </a:cxn>
                    <a:cxn ang="0">
                      <a:pos x="T4" y="T5"/>
                    </a:cxn>
                    <a:cxn ang="0">
                      <a:pos x="T6" y="T7"/>
                    </a:cxn>
                    <a:cxn ang="0">
                      <a:pos x="T8" y="T9"/>
                    </a:cxn>
                  </a:cxnLst>
                  <a:rect l="0" t="0" r="r" b="b"/>
                  <a:pathLst>
                    <a:path w="288" h="106">
                      <a:moveTo>
                        <a:pt x="276" y="106"/>
                      </a:moveTo>
                      <a:lnTo>
                        <a:pt x="0" y="52"/>
                      </a:lnTo>
                      <a:lnTo>
                        <a:pt x="12" y="0"/>
                      </a:lnTo>
                      <a:lnTo>
                        <a:pt x="288" y="54"/>
                      </a:lnTo>
                      <a:lnTo>
                        <a:pt x="276" y="106"/>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75" name="Freeform 135"/>
                <p:cNvSpPr/>
                <p:nvPr>
                  <p:custDataLst>
                    <p:tags r:id="rId112"/>
                  </p:custDataLst>
                </p:nvPr>
              </p:nvSpPr>
              <p:spPr bwMode="auto">
                <a:xfrm flipH="1">
                  <a:off x="4805363" y="2093913"/>
                  <a:ext cx="1050925" cy="282575"/>
                </a:xfrm>
                <a:custGeom>
                  <a:avLst/>
                  <a:gdLst>
                    <a:gd name="T0" fmla="*/ 650 w 662"/>
                    <a:gd name="T1" fmla="*/ 178 h 178"/>
                    <a:gd name="T2" fmla="*/ 0 w 662"/>
                    <a:gd name="T3" fmla="*/ 52 h 178"/>
                    <a:gd name="T4" fmla="*/ 12 w 662"/>
                    <a:gd name="T5" fmla="*/ 0 h 178"/>
                    <a:gd name="T6" fmla="*/ 662 w 662"/>
                    <a:gd name="T7" fmla="*/ 126 h 178"/>
                    <a:gd name="T8" fmla="*/ 650 w 662"/>
                    <a:gd name="T9" fmla="*/ 178 h 178"/>
                  </a:gdLst>
                  <a:ahLst/>
                  <a:cxnLst>
                    <a:cxn ang="0">
                      <a:pos x="T0" y="T1"/>
                    </a:cxn>
                    <a:cxn ang="0">
                      <a:pos x="T2" y="T3"/>
                    </a:cxn>
                    <a:cxn ang="0">
                      <a:pos x="T4" y="T5"/>
                    </a:cxn>
                    <a:cxn ang="0">
                      <a:pos x="T6" y="T7"/>
                    </a:cxn>
                    <a:cxn ang="0">
                      <a:pos x="T8" y="T9"/>
                    </a:cxn>
                  </a:cxnLst>
                  <a:rect l="0" t="0" r="r" b="b"/>
                  <a:pathLst>
                    <a:path w="662" h="178">
                      <a:moveTo>
                        <a:pt x="650" y="178"/>
                      </a:moveTo>
                      <a:lnTo>
                        <a:pt x="0" y="52"/>
                      </a:lnTo>
                      <a:lnTo>
                        <a:pt x="12" y="0"/>
                      </a:lnTo>
                      <a:lnTo>
                        <a:pt x="662" y="126"/>
                      </a:lnTo>
                      <a:lnTo>
                        <a:pt x="650" y="178"/>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76" name="Freeform 136"/>
                <p:cNvSpPr/>
                <p:nvPr>
                  <p:custDataLst>
                    <p:tags r:id="rId113"/>
                  </p:custDataLst>
                </p:nvPr>
              </p:nvSpPr>
              <p:spPr bwMode="auto">
                <a:xfrm flipH="1">
                  <a:off x="4840288" y="2246313"/>
                  <a:ext cx="1050925" cy="279400"/>
                </a:xfrm>
                <a:custGeom>
                  <a:avLst/>
                  <a:gdLst>
                    <a:gd name="T0" fmla="*/ 650 w 662"/>
                    <a:gd name="T1" fmla="*/ 176 h 176"/>
                    <a:gd name="T2" fmla="*/ 0 w 662"/>
                    <a:gd name="T3" fmla="*/ 51 h 176"/>
                    <a:gd name="T4" fmla="*/ 12 w 662"/>
                    <a:gd name="T5" fmla="*/ 0 h 176"/>
                    <a:gd name="T6" fmla="*/ 662 w 662"/>
                    <a:gd name="T7" fmla="*/ 126 h 176"/>
                    <a:gd name="T8" fmla="*/ 650 w 662"/>
                    <a:gd name="T9" fmla="*/ 176 h 176"/>
                  </a:gdLst>
                  <a:ahLst/>
                  <a:cxnLst>
                    <a:cxn ang="0">
                      <a:pos x="T0" y="T1"/>
                    </a:cxn>
                    <a:cxn ang="0">
                      <a:pos x="T2" y="T3"/>
                    </a:cxn>
                    <a:cxn ang="0">
                      <a:pos x="T4" y="T5"/>
                    </a:cxn>
                    <a:cxn ang="0">
                      <a:pos x="T6" y="T7"/>
                    </a:cxn>
                    <a:cxn ang="0">
                      <a:pos x="T8" y="T9"/>
                    </a:cxn>
                  </a:cxnLst>
                  <a:rect l="0" t="0" r="r" b="b"/>
                  <a:pathLst>
                    <a:path w="662" h="176">
                      <a:moveTo>
                        <a:pt x="650" y="176"/>
                      </a:moveTo>
                      <a:lnTo>
                        <a:pt x="0" y="51"/>
                      </a:lnTo>
                      <a:lnTo>
                        <a:pt x="12" y="0"/>
                      </a:lnTo>
                      <a:lnTo>
                        <a:pt x="662" y="126"/>
                      </a:lnTo>
                      <a:lnTo>
                        <a:pt x="650" y="176"/>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grpSp>
      </p:grpSp>
      <p:sp>
        <p:nvSpPr>
          <p:cNvPr id="13" name="标题 1"/>
          <p:cNvSpPr>
            <a:spLocks noGrp="1"/>
          </p:cNvSpPr>
          <p:nvPr>
            <p:ph type="ctrTitle" hasCustomPrompt="1"/>
            <p:custDataLst>
              <p:tags r:id="rId114"/>
            </p:custDataLst>
          </p:nvPr>
        </p:nvSpPr>
        <p:spPr>
          <a:xfrm>
            <a:off x="4950618" y="1842391"/>
            <a:ext cx="3565924" cy="1216132"/>
          </a:xfrm>
        </p:spPr>
        <p:txBody>
          <a:bodyPr anchor="ctr">
            <a:normAutofit/>
          </a:bodyPr>
          <a:lstStyle>
            <a:lvl1pPr marL="0" indent="0" algn="ctr">
              <a:buFont typeface="Arial" panose="020B0604020202020204" pitchFamily="34" charset="0"/>
              <a:buNone/>
              <a:defRPr sz="6600" baseline="0">
                <a:solidFill>
                  <a:schemeClr val="tx1">
                    <a:lumMod val="85000"/>
                    <a:lumOff val="15000"/>
                  </a:schemeClr>
                </a:solidFill>
                <a:latin typeface="Arial" panose="020B0604020202020204" pitchFamily="34" charset="0"/>
                <a:ea typeface="汉仪旗黑-85S" panose="00020600040101010101" pitchFamily="18" charset="-122"/>
                <a:cs typeface="Arial" panose="020B0604020202020204" pitchFamily="34" charset="0"/>
              </a:defRPr>
            </a:lvl1pPr>
          </a:lstStyle>
          <a:p>
            <a:r>
              <a:rPr lang="zh-CN" altLang="en-US" dirty="0"/>
              <a:t>编辑标题</a:t>
            </a:r>
            <a:endParaRPr lang="zh-CN" altLang="en-US" dirty="0"/>
          </a:p>
        </p:txBody>
      </p:sp>
      <p:sp>
        <p:nvSpPr>
          <p:cNvPr id="2" name="日期占位符 1"/>
          <p:cNvSpPr>
            <a:spLocks noGrp="1"/>
          </p:cNvSpPr>
          <p:nvPr>
            <p:ph type="dt" sz="half" idx="19"/>
            <p:custDataLst>
              <p:tags r:id="rId115"/>
            </p:custDataLst>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20"/>
            <p:custDataLst>
              <p:tags r:id="rId116"/>
            </p:custDataLst>
          </p:nvPr>
        </p:nvSpPr>
        <p:spPr/>
        <p:txBody>
          <a:bodyPr/>
          <a:lstStyle/>
          <a:p>
            <a:endParaRPr lang="zh-CN" altLang="en-US" dirty="0"/>
          </a:p>
        </p:txBody>
      </p:sp>
      <p:sp>
        <p:nvSpPr>
          <p:cNvPr id="4" name="灯片编号占位符 3"/>
          <p:cNvSpPr>
            <a:spLocks noGrp="1"/>
          </p:cNvSpPr>
          <p:nvPr>
            <p:ph type="sldNum" sz="quarter" idx="21"/>
            <p:custDataLst>
              <p:tags r:id="rId117"/>
            </p:custDataLst>
          </p:nvPr>
        </p:nvSpPr>
        <p:spPr/>
        <p:txBody>
          <a:bodyPr/>
          <a:lstStyle/>
          <a:p>
            <a:fld id="{49AE70B2-8BF9-45C0-BB95-33D1B9D3A854}" type="slidenum">
              <a:rPr lang="zh-CN" altLang="en-US" smtClean="0"/>
            </a:fld>
            <a:endParaRPr lang="zh-CN" alt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通用">
    <p:bg>
      <p:bgPr>
        <a:solidFill>
          <a:schemeClr val="bg2"/>
        </a:solidFill>
        <a:effectLst/>
      </p:bgPr>
    </p:bg>
    <p:spTree>
      <p:nvGrpSpPr>
        <p:cNvPr id="1" name=""/>
        <p:cNvGrpSpPr/>
        <p:nvPr/>
      </p:nvGrpSpPr>
      <p:grpSpPr>
        <a:xfrm>
          <a:off x="0" y="0"/>
          <a:ext cx="0" cy="0"/>
          <a:chOff x="0" y="0"/>
          <a:chExt cx="0" cy="0"/>
        </a:xfrm>
      </p:grpSpPr>
      <p:pic>
        <p:nvPicPr>
          <p:cNvPr id="160" name="图片 159"/>
          <p:cNvPicPr>
            <a:picLocks noChangeAspect="1"/>
          </p:cNvPicPr>
          <p:nvPr userDrawn="1">
            <p:custDataLst>
              <p:tags r:id="rId2"/>
            </p:custDataLst>
          </p:nvPr>
        </p:nvPicPr>
        <p:blipFill>
          <a:blip r:embed="rId3">
            <a:extLst>
              <a:ext uri="{28A0092B-C50C-407E-A947-70E740481C1C}">
                <a14:useLocalDpi xmlns:a14="http://schemas.microsoft.com/office/drawing/2010/main" val="0"/>
              </a:ext>
            </a:extLst>
          </a:blip>
          <a:stretch>
            <a:fillRect/>
          </a:stretch>
        </p:blipFill>
        <p:spPr>
          <a:xfrm>
            <a:off x="7931976" y="3954677"/>
            <a:ext cx="1101947" cy="1188823"/>
          </a:xfrm>
          <a:prstGeom prst="rect">
            <a:avLst/>
          </a:prstGeom>
        </p:spPr>
      </p:pic>
      <p:sp>
        <p:nvSpPr>
          <p:cNvPr id="2" name="标题 1"/>
          <p:cNvSpPr>
            <a:spLocks noGrp="1"/>
          </p:cNvSpPr>
          <p:nvPr>
            <p:ph type="title"/>
            <p:custDataLst>
              <p:tags r:id="rId4"/>
            </p:custDataLst>
          </p:nvPr>
        </p:nvSpPr>
        <p:spPr/>
        <p:txBody>
          <a:bodyPr/>
          <a:lstStyle>
            <a:lvl1pPr>
              <a:defRPr baseline="0">
                <a:solidFill>
                  <a:schemeClr val="accent1"/>
                </a:solidFill>
                <a:latin typeface="Arial" panose="020B0604020202020204" pitchFamily="34" charset="0"/>
                <a:ea typeface="微软雅黑" panose="020B0503020204020204" pitchFamily="34" charset="-122"/>
              </a:defRPr>
            </a:lvl1pPr>
          </a:lstStyle>
          <a:p>
            <a:r>
              <a:rPr lang="zh-CN" altLang="en-US" dirty="0"/>
              <a:t>单击此处编辑母版标题样式</a:t>
            </a:r>
            <a:endParaRPr lang="zh-CN" altLang="en-US" dirty="0"/>
          </a:p>
        </p:txBody>
      </p:sp>
      <p:sp>
        <p:nvSpPr>
          <p:cNvPr id="3" name="日期占位符 2"/>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6"/>
            </p:custDataLst>
          </p:nvPr>
        </p:nvSpPr>
        <p:spPr/>
        <p:txBody>
          <a:bodyPr/>
          <a:lstStyle/>
          <a:p>
            <a:endParaRPr lang="zh-CN" altLang="en-US" dirty="0"/>
          </a:p>
        </p:txBody>
      </p:sp>
      <p:sp>
        <p:nvSpPr>
          <p:cNvPr id="5" name="灯片编号占位符 4"/>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相框">
    <p:bg>
      <p:bgPr>
        <a:solidFill>
          <a:schemeClr val="bg1"/>
        </a:solidFill>
        <a:effectLst/>
      </p:bgPr>
    </p:bg>
    <p:spTree>
      <p:nvGrpSpPr>
        <p:cNvPr id="1" name=""/>
        <p:cNvGrpSpPr/>
        <p:nvPr/>
      </p:nvGrpSpPr>
      <p:grpSpPr>
        <a:xfrm>
          <a:off x="0" y="0"/>
          <a:ext cx="0" cy="0"/>
          <a:chOff x="0" y="0"/>
          <a:chExt cx="0" cy="0"/>
        </a:xfrm>
      </p:grpSpPr>
      <p:grpSp>
        <p:nvGrpSpPr>
          <p:cNvPr id="20" name="组合 19"/>
          <p:cNvGrpSpPr/>
          <p:nvPr userDrawn="1">
            <p:custDataLst>
              <p:tags r:id="rId2"/>
            </p:custDataLst>
          </p:nvPr>
        </p:nvGrpSpPr>
        <p:grpSpPr>
          <a:xfrm rot="20310956">
            <a:off x="219227" y="260732"/>
            <a:ext cx="881159" cy="522149"/>
            <a:chOff x="4175125" y="1726565"/>
            <a:chExt cx="1094105" cy="648335"/>
          </a:xfrm>
        </p:grpSpPr>
        <p:sp>
          <p:nvSpPr>
            <p:cNvPr id="21" name="Freeform 64"/>
            <p:cNvSpPr/>
            <p:nvPr userDrawn="1">
              <p:custDataLst>
                <p:tags r:id="rId3"/>
              </p:custDataLst>
            </p:nvPr>
          </p:nvSpPr>
          <p:spPr bwMode="auto">
            <a:xfrm>
              <a:off x="4175125" y="1726565"/>
              <a:ext cx="1094105" cy="648335"/>
            </a:xfrm>
            <a:custGeom>
              <a:avLst/>
              <a:gdLst>
                <a:gd name="T0" fmla="*/ 660 w 675"/>
                <a:gd name="T1" fmla="*/ 401 h 401"/>
                <a:gd name="T2" fmla="*/ 15 w 675"/>
                <a:gd name="T3" fmla="*/ 401 h 401"/>
                <a:gd name="T4" fmla="*/ 0 w 675"/>
                <a:gd name="T5" fmla="*/ 387 h 401"/>
                <a:gd name="T6" fmla="*/ 0 w 675"/>
                <a:gd name="T7" fmla="*/ 14 h 401"/>
                <a:gd name="T8" fmla="*/ 15 w 675"/>
                <a:gd name="T9" fmla="*/ 0 h 401"/>
                <a:gd name="T10" fmla="*/ 660 w 675"/>
                <a:gd name="T11" fmla="*/ 0 h 401"/>
                <a:gd name="T12" fmla="*/ 675 w 675"/>
                <a:gd name="T13" fmla="*/ 14 h 401"/>
                <a:gd name="T14" fmla="*/ 675 w 675"/>
                <a:gd name="T15" fmla="*/ 387 h 401"/>
                <a:gd name="T16" fmla="*/ 660 w 675"/>
                <a:gd name="T17" fmla="*/ 401 h 4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75" h="401">
                  <a:moveTo>
                    <a:pt x="660" y="401"/>
                  </a:moveTo>
                  <a:cubicBezTo>
                    <a:pt x="15" y="401"/>
                    <a:pt x="15" y="401"/>
                    <a:pt x="15" y="401"/>
                  </a:cubicBezTo>
                  <a:cubicBezTo>
                    <a:pt x="7" y="401"/>
                    <a:pt x="0" y="395"/>
                    <a:pt x="0" y="387"/>
                  </a:cubicBezTo>
                  <a:cubicBezTo>
                    <a:pt x="0" y="14"/>
                    <a:pt x="0" y="14"/>
                    <a:pt x="0" y="14"/>
                  </a:cubicBezTo>
                  <a:cubicBezTo>
                    <a:pt x="0" y="6"/>
                    <a:pt x="7" y="0"/>
                    <a:pt x="15" y="0"/>
                  </a:cubicBezTo>
                  <a:cubicBezTo>
                    <a:pt x="660" y="0"/>
                    <a:pt x="660" y="0"/>
                    <a:pt x="660" y="0"/>
                  </a:cubicBezTo>
                  <a:cubicBezTo>
                    <a:pt x="668" y="0"/>
                    <a:pt x="675" y="6"/>
                    <a:pt x="675" y="14"/>
                  </a:cubicBezTo>
                  <a:cubicBezTo>
                    <a:pt x="675" y="387"/>
                    <a:pt x="675" y="387"/>
                    <a:pt x="675" y="387"/>
                  </a:cubicBezTo>
                  <a:cubicBezTo>
                    <a:pt x="675" y="395"/>
                    <a:pt x="668" y="401"/>
                    <a:pt x="660" y="401"/>
                  </a:cubicBezTo>
                  <a:close/>
                </a:path>
              </a:pathLst>
            </a:custGeom>
            <a:solidFill>
              <a:srgbClr val="DADADA"/>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2" name="Rectangle 66"/>
            <p:cNvSpPr>
              <a:spLocks noChangeArrowheads="1"/>
            </p:cNvSpPr>
            <p:nvPr userDrawn="1">
              <p:custDataLst>
                <p:tags r:id="rId4"/>
              </p:custDataLst>
            </p:nvPr>
          </p:nvSpPr>
          <p:spPr bwMode="auto">
            <a:xfrm>
              <a:off x="4249420" y="2235382"/>
              <a:ext cx="897255" cy="7048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23" name="Rectangle 67"/>
            <p:cNvSpPr>
              <a:spLocks noChangeArrowheads="1"/>
            </p:cNvSpPr>
            <p:nvPr userDrawn="1">
              <p:custDataLst>
                <p:tags r:id="rId5"/>
              </p:custDataLst>
            </p:nvPr>
          </p:nvSpPr>
          <p:spPr bwMode="auto">
            <a:xfrm>
              <a:off x="4249420" y="2116728"/>
              <a:ext cx="504190" cy="7175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24" name="Rectangle 68"/>
            <p:cNvSpPr>
              <a:spLocks noChangeArrowheads="1"/>
            </p:cNvSpPr>
            <p:nvPr userDrawn="1">
              <p:custDataLst>
                <p:tags r:id="rId6"/>
              </p:custDataLst>
            </p:nvPr>
          </p:nvSpPr>
          <p:spPr bwMode="auto">
            <a:xfrm>
              <a:off x="4245610" y="1786255"/>
              <a:ext cx="275590" cy="226695"/>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25" name="Rectangle 69"/>
            <p:cNvSpPr>
              <a:spLocks noChangeArrowheads="1"/>
            </p:cNvSpPr>
            <p:nvPr userDrawn="1">
              <p:custDataLst>
                <p:tags r:id="rId7"/>
              </p:custDataLst>
            </p:nvPr>
          </p:nvSpPr>
          <p:spPr bwMode="auto">
            <a:xfrm>
              <a:off x="4573905" y="1786255"/>
              <a:ext cx="276860" cy="226695"/>
            </a:xfrm>
            <a:prstGeom prst="rect">
              <a:avLst/>
            </a:prstGeom>
            <a:solidFill>
              <a:schemeClr val="accent3"/>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26" name="Rectangle 70"/>
            <p:cNvSpPr>
              <a:spLocks noChangeArrowheads="1"/>
            </p:cNvSpPr>
            <p:nvPr userDrawn="1">
              <p:custDataLst>
                <p:tags r:id="rId8"/>
              </p:custDataLst>
            </p:nvPr>
          </p:nvSpPr>
          <p:spPr bwMode="auto">
            <a:xfrm>
              <a:off x="4903470" y="1786255"/>
              <a:ext cx="275590" cy="226695"/>
            </a:xfrm>
            <a:prstGeom prst="rect">
              <a:avLst/>
            </a:prstGeom>
            <a:solidFill>
              <a:schemeClr val="accent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grpSp>
      <p:sp>
        <p:nvSpPr>
          <p:cNvPr id="9" name="矩形 8"/>
          <p:cNvSpPr/>
          <p:nvPr userDrawn="1">
            <p:custDataLst>
              <p:tags r:id="rId9"/>
            </p:custDataLst>
          </p:nvPr>
        </p:nvSpPr>
        <p:spPr>
          <a:xfrm>
            <a:off x="0" y="4437380"/>
            <a:ext cx="9144000" cy="720000"/>
          </a:xfrm>
          <a:prstGeom prst="rect">
            <a:avLst/>
          </a:prstGeom>
          <a:solidFill>
            <a:schemeClr val="tx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latin typeface="微软雅黑" panose="020B0503020204020204" pitchFamily="34" charset="-122"/>
              <a:ea typeface="微软雅黑" panose="020B0503020204020204" pitchFamily="34" charset="-122"/>
              <a:sym typeface="+mn-ea"/>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左右">
    <p:bg>
      <p:bgPr>
        <a:solidFill>
          <a:schemeClr val="bg2"/>
        </a:solidFill>
        <a:effectLst/>
      </p:bgPr>
    </p:bg>
    <p:spTree>
      <p:nvGrpSpPr>
        <p:cNvPr id="1" name=""/>
        <p:cNvGrpSpPr/>
        <p:nvPr/>
      </p:nvGrpSpPr>
      <p:grpSpPr>
        <a:xfrm>
          <a:off x="0" y="0"/>
          <a:ext cx="0" cy="0"/>
          <a:chOff x="0" y="0"/>
          <a:chExt cx="0" cy="0"/>
        </a:xfrm>
      </p:grpSpPr>
      <p:sp>
        <p:nvSpPr>
          <p:cNvPr id="8" name="矩形 7"/>
          <p:cNvSpPr/>
          <p:nvPr userDrawn="1">
            <p:custDataLst>
              <p:tags r:id="rId2"/>
            </p:custDataLst>
          </p:nvPr>
        </p:nvSpPr>
        <p:spPr>
          <a:xfrm>
            <a:off x="0" y="1"/>
            <a:ext cx="3617595" cy="5143500"/>
          </a:xfrm>
          <a:prstGeom prst="rect">
            <a:avLst/>
          </a:prstGeom>
          <a:solidFill>
            <a:schemeClr val="tx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dirty="0">
              <a:latin typeface="微软雅黑" panose="020B0503020204020204" pitchFamily="34" charset="-122"/>
              <a:ea typeface="微软雅黑" panose="020B0503020204020204" pitchFamily="34" charset="-122"/>
              <a:sym typeface="+mn-ea"/>
            </a:endParaRPr>
          </a:p>
        </p:txBody>
      </p:sp>
      <p:grpSp>
        <p:nvGrpSpPr>
          <p:cNvPr id="14" name="组合 13"/>
          <p:cNvGrpSpPr/>
          <p:nvPr userDrawn="1">
            <p:custDataLst>
              <p:tags r:id="rId3"/>
            </p:custDataLst>
          </p:nvPr>
        </p:nvGrpSpPr>
        <p:grpSpPr>
          <a:xfrm>
            <a:off x="67487" y="71105"/>
            <a:ext cx="8965498" cy="5053346"/>
            <a:chOff x="89982" y="94806"/>
            <a:chExt cx="11953997" cy="6737794"/>
          </a:xfrm>
        </p:grpSpPr>
        <p:pic>
          <p:nvPicPr>
            <p:cNvPr id="24" name="图片 23"/>
            <p:cNvPicPr>
              <a:picLocks noChangeAspect="1"/>
            </p:cNvPicPr>
            <p:nvPr userDrawn="1">
              <p:custDataLst>
                <p:tags r:id="rId4"/>
              </p:custDataLst>
            </p:nvPr>
          </p:nvPicPr>
          <p:blipFill>
            <a:blip r:embed="rId5">
              <a:extLst>
                <a:ext uri="{28A0092B-C50C-407E-A947-70E740481C1C}">
                  <a14:useLocalDpi xmlns:a14="http://schemas.microsoft.com/office/drawing/2010/main" val="0"/>
                </a:ext>
              </a:extLst>
            </a:blip>
            <a:stretch>
              <a:fillRect/>
            </a:stretch>
          </p:blipFill>
          <p:spPr>
            <a:xfrm>
              <a:off x="89982" y="94806"/>
              <a:ext cx="786452" cy="865707"/>
            </a:xfrm>
            <a:prstGeom prst="rect">
              <a:avLst/>
            </a:prstGeom>
          </p:spPr>
        </p:pic>
        <p:pic>
          <p:nvPicPr>
            <p:cNvPr id="13" name="图片 12"/>
            <p:cNvPicPr>
              <a:picLocks noChangeAspect="1"/>
            </p:cNvPicPr>
            <p:nvPr userDrawn="1">
              <p:custDataLst>
                <p:tags r:id="rId6"/>
              </p:custDataLst>
            </p:nvPr>
          </p:nvPicPr>
          <p:blipFill>
            <a:blip r:embed="rId7">
              <a:extLst>
                <a:ext uri="{28A0092B-C50C-407E-A947-70E740481C1C}">
                  <a14:useLocalDpi xmlns:a14="http://schemas.microsoft.com/office/drawing/2010/main" val="0"/>
                </a:ext>
              </a:extLst>
            </a:blip>
            <a:stretch>
              <a:fillRect/>
            </a:stretch>
          </p:blipFill>
          <p:spPr>
            <a:xfrm>
              <a:off x="10577221" y="5249238"/>
              <a:ext cx="1466758" cy="1583362"/>
            </a:xfrm>
            <a:prstGeom prst="rect">
              <a:avLst/>
            </a:prstGeom>
          </p:spPr>
        </p:pic>
      </p:grpSp>
      <p:sp>
        <p:nvSpPr>
          <p:cNvPr id="2" name="标题 1"/>
          <p:cNvSpPr>
            <a:spLocks noGrp="1"/>
          </p:cNvSpPr>
          <p:nvPr userDrawn="1">
            <p:ph type="title" hasCustomPrompt="1"/>
            <p:custDataLst>
              <p:tags r:id="rId8"/>
            </p:custDataLst>
          </p:nvPr>
        </p:nvSpPr>
        <p:spPr>
          <a:xfrm>
            <a:off x="437400" y="577800"/>
            <a:ext cx="2970000" cy="661500"/>
          </a:xfrm>
        </p:spPr>
        <p:txBody>
          <a:bodyPr anchor="ctr"/>
          <a:lstStyle>
            <a:lvl1pPr>
              <a:defRPr sz="2700" baseline="0">
                <a:solidFill>
                  <a:schemeClr val="accent1"/>
                </a:solidFill>
                <a:latin typeface="Arial" panose="020B0604020202020204" pitchFamily="34" charset="0"/>
                <a:ea typeface="微软雅黑" panose="020B0503020204020204" pitchFamily="34" charset="-122"/>
              </a:defRPr>
            </a:lvl1pPr>
          </a:lstStyle>
          <a:p>
            <a:r>
              <a:rPr lang="zh-CN" altLang="en-US" dirty="0"/>
              <a:t>单击编辑标题</a:t>
            </a:r>
            <a:endParaRPr lang="zh-CN" altLang="en-US" dirty="0"/>
          </a:p>
        </p:txBody>
      </p:sp>
      <p:sp>
        <p:nvSpPr>
          <p:cNvPr id="3" name="日期占位符 2"/>
          <p:cNvSpPr>
            <a:spLocks noGrp="1"/>
          </p:cNvSpPr>
          <p:nvPr userDrawn="1">
            <p:ph type="dt" sz="half" idx="10"/>
            <p:custDataLst>
              <p:tags r:id="rId9"/>
            </p:custDataLst>
          </p:nvPr>
        </p:nvSpPr>
        <p:spPr/>
        <p:txBody>
          <a:bodyPr/>
          <a:lstStyle>
            <a:lvl1pPr>
              <a:defRPr>
                <a:latin typeface="微软雅黑" panose="020B0503020204020204" pitchFamily="34" charset="-122"/>
                <a:ea typeface="微软雅黑" panose="020B0503020204020204" pitchFamily="34" charset="-122"/>
              </a:defRPr>
            </a:lvl1pPr>
          </a:lstStyle>
          <a:p>
            <a:fld id="{760FBDFE-C587-4B4C-A407-44438C67B59E}" type="datetimeFigureOut">
              <a:rPr lang="zh-CN" altLang="en-US" smtClean="0"/>
            </a:fld>
            <a:endParaRPr lang="zh-CN" altLang="en-US"/>
          </a:p>
        </p:txBody>
      </p:sp>
      <p:sp>
        <p:nvSpPr>
          <p:cNvPr id="4" name="页脚占位符 3"/>
          <p:cNvSpPr>
            <a:spLocks noGrp="1"/>
          </p:cNvSpPr>
          <p:nvPr userDrawn="1">
            <p:ph type="ftr" sz="quarter" idx="11"/>
            <p:custDataLst>
              <p:tags r:id="rId10"/>
            </p:custDataLst>
          </p:nvPr>
        </p:nvSpPr>
        <p:spPr/>
        <p:txBody>
          <a:bodyPr/>
          <a:lstStyle>
            <a:lvl1pPr>
              <a:defRPr>
                <a:latin typeface="微软雅黑" panose="020B0503020204020204" pitchFamily="34" charset="-122"/>
                <a:ea typeface="微软雅黑" panose="020B0503020204020204" pitchFamily="34" charset="-122"/>
              </a:defRPr>
            </a:lvl1pPr>
          </a:lstStyle>
          <a:p>
            <a:endParaRPr lang="zh-CN" altLang="en-US" dirty="0"/>
          </a:p>
        </p:txBody>
      </p:sp>
      <p:sp>
        <p:nvSpPr>
          <p:cNvPr id="5" name="灯片编号占位符 4"/>
          <p:cNvSpPr>
            <a:spLocks noGrp="1"/>
          </p:cNvSpPr>
          <p:nvPr userDrawn="1">
            <p:ph type="sldNum" sz="quarter" idx="12"/>
            <p:custDataLst>
              <p:tags r:id="rId11"/>
            </p:custDataLst>
          </p:nvPr>
        </p:nvSpPr>
        <p:spPr/>
        <p:txBody>
          <a:bodyPr/>
          <a:lstStyle>
            <a:lvl1pPr>
              <a:defRPr>
                <a:latin typeface="微软雅黑" panose="020B0503020204020204" pitchFamily="34" charset="-122"/>
                <a:ea typeface="微软雅黑" panose="020B0503020204020204" pitchFamily="34" charset="-122"/>
              </a:defRPr>
            </a:lvl1pPr>
          </a:lstStyle>
          <a:p>
            <a:fld id="{49AE70B2-8BF9-45C0-BB95-33D1B9D3A854}" type="slidenum">
              <a:rPr lang="zh-CN" altLang="en-US" smtClean="0"/>
            </a:fld>
            <a:endParaRPr lang="zh-CN" altLang="en-US" dirty="0"/>
          </a:p>
        </p:txBody>
      </p:sp>
      <p:sp>
        <p:nvSpPr>
          <p:cNvPr id="7" name="文本占位符 6"/>
          <p:cNvSpPr>
            <a:spLocks noGrp="1"/>
          </p:cNvSpPr>
          <p:nvPr userDrawn="1">
            <p:ph type="body" sz="quarter" idx="13"/>
            <p:custDataLst>
              <p:tags r:id="rId12"/>
            </p:custDataLst>
          </p:nvPr>
        </p:nvSpPr>
        <p:spPr>
          <a:xfrm>
            <a:off x="440100" y="1323000"/>
            <a:ext cx="2967300" cy="3069900"/>
          </a:xfrm>
        </p:spPr>
        <p:txBody>
          <a:bodyPr/>
          <a:lstStyle>
            <a:lvl1pPr>
              <a:defRPr baseline="0">
                <a:solidFill>
                  <a:schemeClr val="tx1">
                    <a:lumMod val="85000"/>
                    <a:lumOff val="15000"/>
                  </a:schemeClr>
                </a:solidFill>
                <a:latin typeface="Arial" panose="020B0604020202020204" pitchFamily="34" charset="0"/>
                <a:ea typeface="微软雅黑" panose="020B0503020204020204" pitchFamily="34" charset="-122"/>
              </a:defRPr>
            </a:lvl1pPr>
            <a:lvl2pPr>
              <a:defRPr baseline="0">
                <a:solidFill>
                  <a:schemeClr val="tx1">
                    <a:lumMod val="85000"/>
                    <a:lumOff val="15000"/>
                  </a:schemeClr>
                </a:solidFill>
                <a:latin typeface="Arial" panose="020B0604020202020204" pitchFamily="34" charset="0"/>
                <a:ea typeface="微软雅黑" panose="020B0503020204020204" pitchFamily="34" charset="-122"/>
              </a:defRPr>
            </a:lvl2pPr>
            <a:lvl3pPr>
              <a:defRPr baseline="0">
                <a:solidFill>
                  <a:schemeClr val="tx1">
                    <a:lumMod val="85000"/>
                    <a:lumOff val="15000"/>
                  </a:schemeClr>
                </a:solidFill>
                <a:latin typeface="Arial" panose="020B0604020202020204" pitchFamily="34" charset="0"/>
                <a:ea typeface="微软雅黑" panose="020B0503020204020204" pitchFamily="34" charset="-122"/>
              </a:defRPr>
            </a:lvl3pPr>
            <a:lvl4pPr>
              <a:defRPr baseline="0">
                <a:solidFill>
                  <a:schemeClr val="tx1">
                    <a:lumMod val="85000"/>
                    <a:lumOff val="15000"/>
                  </a:schemeClr>
                </a:solidFill>
                <a:latin typeface="Arial" panose="020B0604020202020204" pitchFamily="34" charset="0"/>
                <a:ea typeface="微软雅黑" panose="020B0503020204020204" pitchFamily="34" charset="-122"/>
              </a:defRPr>
            </a:lvl4pPr>
            <a:lvl5pPr>
              <a:defRPr baseline="0">
                <a:solidFill>
                  <a:schemeClr val="tx1">
                    <a:lumMod val="85000"/>
                    <a:lumOff val="15000"/>
                  </a:schemeClr>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9" name="内容占位符 8"/>
          <p:cNvSpPr>
            <a:spLocks noGrp="1"/>
          </p:cNvSpPr>
          <p:nvPr userDrawn="1">
            <p:ph sz="quarter" idx="14"/>
            <p:custDataLst>
              <p:tags r:id="rId13"/>
            </p:custDataLst>
          </p:nvPr>
        </p:nvSpPr>
        <p:spPr>
          <a:xfrm>
            <a:off x="3825900" y="577454"/>
            <a:ext cx="4860000" cy="3815953"/>
          </a:xfrm>
        </p:spPr>
        <p:txBody>
          <a:bodyPr/>
          <a:lstStyle>
            <a:lvl1pPr>
              <a:defRPr baseline="0">
                <a:solidFill>
                  <a:schemeClr val="tx1">
                    <a:lumMod val="85000"/>
                    <a:lumOff val="15000"/>
                  </a:schemeClr>
                </a:solidFill>
                <a:latin typeface="Arial" panose="020B0604020202020204" pitchFamily="34" charset="0"/>
                <a:ea typeface="微软雅黑" panose="020B0503020204020204" pitchFamily="34" charset="-122"/>
              </a:defRPr>
            </a:lvl1pPr>
            <a:lvl2pPr>
              <a:defRPr baseline="0">
                <a:solidFill>
                  <a:schemeClr val="tx1">
                    <a:lumMod val="85000"/>
                    <a:lumOff val="15000"/>
                  </a:schemeClr>
                </a:solidFill>
                <a:latin typeface="Arial" panose="020B0604020202020204" pitchFamily="34" charset="0"/>
                <a:ea typeface="微软雅黑" panose="020B0503020204020204" pitchFamily="34" charset="-122"/>
              </a:defRPr>
            </a:lvl2pPr>
            <a:lvl3pPr>
              <a:defRPr baseline="0">
                <a:solidFill>
                  <a:schemeClr val="tx1">
                    <a:lumMod val="85000"/>
                    <a:lumOff val="15000"/>
                  </a:schemeClr>
                </a:solidFill>
                <a:latin typeface="Arial" panose="020B0604020202020204" pitchFamily="34" charset="0"/>
                <a:ea typeface="微软雅黑" panose="020B0503020204020204" pitchFamily="34" charset="-122"/>
              </a:defRPr>
            </a:lvl3pPr>
            <a:lvl4pPr>
              <a:defRPr baseline="0">
                <a:solidFill>
                  <a:schemeClr val="tx1">
                    <a:lumMod val="85000"/>
                    <a:lumOff val="15000"/>
                  </a:schemeClr>
                </a:solidFill>
                <a:latin typeface="Arial" panose="020B0604020202020204" pitchFamily="34" charset="0"/>
                <a:ea typeface="微软雅黑" panose="020B0503020204020204" pitchFamily="34" charset="-122"/>
              </a:defRPr>
            </a:lvl4pPr>
            <a:lvl5pPr>
              <a:defRPr baseline="0">
                <a:solidFill>
                  <a:schemeClr val="tx1">
                    <a:lumMod val="85000"/>
                    <a:lumOff val="15000"/>
                  </a:schemeClr>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上下">
    <p:bg>
      <p:bgPr>
        <a:solidFill>
          <a:schemeClr val="bg2"/>
        </a:solidFill>
        <a:effectLst/>
      </p:bgPr>
    </p:bg>
    <p:spTree>
      <p:nvGrpSpPr>
        <p:cNvPr id="1" name=""/>
        <p:cNvGrpSpPr/>
        <p:nvPr/>
      </p:nvGrpSpPr>
      <p:grpSpPr>
        <a:xfrm>
          <a:off x="0" y="0"/>
          <a:ext cx="0" cy="0"/>
          <a:chOff x="0" y="0"/>
          <a:chExt cx="0" cy="0"/>
        </a:xfrm>
      </p:grpSpPr>
      <p:sp>
        <p:nvSpPr>
          <p:cNvPr id="10" name="矩形 9"/>
          <p:cNvSpPr/>
          <p:nvPr userDrawn="1">
            <p:custDataLst>
              <p:tags r:id="rId2"/>
            </p:custDataLst>
          </p:nvPr>
        </p:nvSpPr>
        <p:spPr>
          <a:xfrm>
            <a:off x="0" y="0"/>
            <a:ext cx="9144000" cy="1998000"/>
          </a:xfrm>
          <a:prstGeom prst="rect">
            <a:avLst/>
          </a:prstGeom>
          <a:solidFill>
            <a:schemeClr val="tx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latin typeface="微软雅黑" panose="020B0503020204020204" pitchFamily="34" charset="-122"/>
              <a:ea typeface="微软雅黑" panose="020B0503020204020204" pitchFamily="34" charset="-122"/>
              <a:sym typeface="+mn-ea"/>
            </a:endParaRPr>
          </a:p>
        </p:txBody>
      </p:sp>
      <p:grpSp>
        <p:nvGrpSpPr>
          <p:cNvPr id="22" name="组合 21"/>
          <p:cNvGrpSpPr/>
          <p:nvPr userDrawn="1">
            <p:custDataLst>
              <p:tags r:id="rId3"/>
            </p:custDataLst>
          </p:nvPr>
        </p:nvGrpSpPr>
        <p:grpSpPr>
          <a:xfrm>
            <a:off x="67487" y="71105"/>
            <a:ext cx="8965498" cy="5053346"/>
            <a:chOff x="89982" y="94806"/>
            <a:chExt cx="11953997" cy="6737794"/>
          </a:xfrm>
        </p:grpSpPr>
        <p:pic>
          <p:nvPicPr>
            <p:cNvPr id="23" name="图片 22"/>
            <p:cNvPicPr>
              <a:picLocks noChangeAspect="1"/>
            </p:cNvPicPr>
            <p:nvPr userDrawn="1">
              <p:custDataLst>
                <p:tags r:id="rId4"/>
              </p:custDataLst>
            </p:nvPr>
          </p:nvPicPr>
          <p:blipFill>
            <a:blip r:embed="rId5">
              <a:extLst>
                <a:ext uri="{28A0092B-C50C-407E-A947-70E740481C1C}">
                  <a14:useLocalDpi xmlns:a14="http://schemas.microsoft.com/office/drawing/2010/main" val="0"/>
                </a:ext>
              </a:extLst>
            </a:blip>
            <a:stretch>
              <a:fillRect/>
            </a:stretch>
          </p:blipFill>
          <p:spPr>
            <a:xfrm>
              <a:off x="89982" y="94806"/>
              <a:ext cx="786452" cy="865707"/>
            </a:xfrm>
            <a:prstGeom prst="rect">
              <a:avLst/>
            </a:prstGeom>
          </p:spPr>
        </p:pic>
        <p:pic>
          <p:nvPicPr>
            <p:cNvPr id="24" name="图片 23"/>
            <p:cNvPicPr>
              <a:picLocks noChangeAspect="1"/>
            </p:cNvPicPr>
            <p:nvPr userDrawn="1">
              <p:custDataLst>
                <p:tags r:id="rId6"/>
              </p:custDataLst>
            </p:nvPr>
          </p:nvPicPr>
          <p:blipFill>
            <a:blip r:embed="rId7">
              <a:extLst>
                <a:ext uri="{28A0092B-C50C-407E-A947-70E740481C1C}">
                  <a14:useLocalDpi xmlns:a14="http://schemas.microsoft.com/office/drawing/2010/main" val="0"/>
                </a:ext>
              </a:extLst>
            </a:blip>
            <a:stretch>
              <a:fillRect/>
            </a:stretch>
          </p:blipFill>
          <p:spPr>
            <a:xfrm>
              <a:off x="10577221" y="5249238"/>
              <a:ext cx="1466758" cy="1583362"/>
            </a:xfrm>
            <a:prstGeom prst="rect">
              <a:avLst/>
            </a:prstGeom>
          </p:spPr>
        </p:pic>
      </p:grpSp>
      <p:sp>
        <p:nvSpPr>
          <p:cNvPr id="2" name="标题 1"/>
          <p:cNvSpPr>
            <a:spLocks noGrp="1"/>
          </p:cNvSpPr>
          <p:nvPr>
            <p:ph type="title"/>
            <p:custDataLst>
              <p:tags r:id="rId8"/>
            </p:custDataLst>
          </p:nvPr>
        </p:nvSpPr>
        <p:spPr>
          <a:xfrm>
            <a:off x="459000" y="585900"/>
            <a:ext cx="8232300" cy="469800"/>
          </a:xfrm>
        </p:spPr>
        <p:txBody>
          <a:bodyPr anchor="ctr"/>
          <a:lstStyle>
            <a:lvl1pPr algn="ctr">
              <a:defRPr sz="2700" baseline="0">
                <a:solidFill>
                  <a:schemeClr val="accent1"/>
                </a:solidFill>
                <a:latin typeface="Arial" panose="020B0604020202020204" pitchFamily="34" charset="0"/>
                <a:ea typeface="微软雅黑" panose="020B0503020204020204" pitchFamily="34" charset="-122"/>
              </a:defRPr>
            </a:lvl1pPr>
          </a:lstStyle>
          <a:p>
            <a:r>
              <a:rPr lang="zh-CN" altLang="en-US" dirty="0"/>
              <a:t>单击此处编辑母版标题样式</a:t>
            </a:r>
            <a:endParaRPr lang="zh-CN" altLang="en-US" dirty="0"/>
          </a:p>
        </p:txBody>
      </p:sp>
      <p:sp>
        <p:nvSpPr>
          <p:cNvPr id="3" name="日期占位符 2"/>
          <p:cNvSpPr>
            <a:spLocks noGrp="1"/>
          </p:cNvSpPr>
          <p:nvPr>
            <p:ph type="dt" sz="half" idx="10"/>
            <p:custDataLst>
              <p:tags r:id="rId9"/>
            </p:custDataLst>
          </p:nvPr>
        </p:nvSpPr>
        <p:spPr/>
        <p:txBody>
          <a:bodyPr/>
          <a:lstStyle>
            <a:lvl1pPr>
              <a:defRPr>
                <a:latin typeface="微软雅黑" panose="020B0503020204020204" pitchFamily="34" charset="-122"/>
                <a:ea typeface="微软雅黑" panose="020B0503020204020204" pitchFamily="34" charset="-122"/>
              </a:defRPr>
            </a:lvl1p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10"/>
            </p:custDataLst>
          </p:nvPr>
        </p:nvSpPr>
        <p:spPr/>
        <p:txBody>
          <a:bodyPr/>
          <a:lstStyle>
            <a:lvl1pPr>
              <a:defRPr>
                <a:latin typeface="微软雅黑" panose="020B0503020204020204" pitchFamily="34" charset="-122"/>
                <a:ea typeface="微软雅黑" panose="020B0503020204020204" pitchFamily="34" charset="-122"/>
              </a:defRPr>
            </a:lvl1pPr>
          </a:lstStyle>
          <a:p>
            <a:endParaRPr lang="zh-CN" altLang="en-US" dirty="0"/>
          </a:p>
        </p:txBody>
      </p:sp>
      <p:sp>
        <p:nvSpPr>
          <p:cNvPr id="5" name="灯片编号占位符 4"/>
          <p:cNvSpPr>
            <a:spLocks noGrp="1"/>
          </p:cNvSpPr>
          <p:nvPr>
            <p:ph type="sldNum" sz="quarter" idx="12"/>
            <p:custDataLst>
              <p:tags r:id="rId11"/>
            </p:custDataLst>
          </p:nvPr>
        </p:nvSpPr>
        <p:spPr/>
        <p:txBody>
          <a:bodyPr/>
          <a:lstStyle>
            <a:lvl1pPr>
              <a:defRPr>
                <a:latin typeface="微软雅黑" panose="020B0503020204020204" pitchFamily="34" charset="-122"/>
                <a:ea typeface="微软雅黑" panose="020B0503020204020204" pitchFamily="34" charset="-122"/>
              </a:defRPr>
            </a:lvl1pPr>
          </a:lstStyle>
          <a:p>
            <a:fld id="{49AE70B2-8BF9-45C0-BB95-33D1B9D3A854}" type="slidenum">
              <a:rPr lang="zh-CN" altLang="en-US" smtClean="0"/>
            </a:fld>
            <a:endParaRPr lang="zh-CN" altLang="en-US" dirty="0"/>
          </a:p>
        </p:txBody>
      </p:sp>
      <p:sp>
        <p:nvSpPr>
          <p:cNvPr id="7" name="文本占位符 6"/>
          <p:cNvSpPr>
            <a:spLocks noGrp="1"/>
          </p:cNvSpPr>
          <p:nvPr>
            <p:ph type="body" sz="quarter" idx="13"/>
            <p:custDataLst>
              <p:tags r:id="rId12"/>
            </p:custDataLst>
          </p:nvPr>
        </p:nvSpPr>
        <p:spPr>
          <a:xfrm>
            <a:off x="459000" y="1244700"/>
            <a:ext cx="8231981" cy="621000"/>
          </a:xfrm>
        </p:spPr>
        <p:txBody>
          <a:bodyPr/>
          <a:lstStyle>
            <a:lvl1pPr algn="ctr">
              <a:defRPr baseline="0">
                <a:solidFill>
                  <a:schemeClr val="tx1">
                    <a:lumMod val="85000"/>
                    <a:lumOff val="15000"/>
                  </a:schemeClr>
                </a:solidFill>
                <a:latin typeface="Arial" panose="020B0604020202020204" pitchFamily="34" charset="0"/>
                <a:ea typeface="微软雅黑" panose="020B0503020204020204" pitchFamily="34" charset="-122"/>
              </a:defRPr>
            </a:lvl1pPr>
          </a:lstStyle>
          <a:p>
            <a:pPr lvl="0"/>
            <a:r>
              <a:rPr lang="zh-CN" altLang="en-US" dirty="0"/>
              <a:t>单击此处编辑母版文本样式</a:t>
            </a:r>
            <a:endParaRPr lang="zh-CN" altLang="en-US" dirty="0"/>
          </a:p>
        </p:txBody>
      </p:sp>
      <p:sp>
        <p:nvSpPr>
          <p:cNvPr id="9" name="内容占位符 8"/>
          <p:cNvSpPr>
            <a:spLocks noGrp="1"/>
          </p:cNvSpPr>
          <p:nvPr>
            <p:ph sz="quarter" idx="14"/>
            <p:custDataLst>
              <p:tags r:id="rId13"/>
            </p:custDataLst>
          </p:nvPr>
        </p:nvSpPr>
        <p:spPr>
          <a:xfrm>
            <a:off x="459581" y="2106000"/>
            <a:ext cx="8224200" cy="2573100"/>
          </a:xfrm>
        </p:spPr>
        <p:txBody>
          <a:bodyPr/>
          <a:lstStyle>
            <a:lvl1pPr>
              <a:defRPr baseline="0">
                <a:solidFill>
                  <a:schemeClr val="tx1">
                    <a:lumMod val="85000"/>
                    <a:lumOff val="15000"/>
                  </a:schemeClr>
                </a:solidFill>
                <a:latin typeface="Arial" panose="020B0604020202020204" pitchFamily="34" charset="0"/>
                <a:ea typeface="微软雅黑" panose="020B0503020204020204" pitchFamily="34" charset="-122"/>
              </a:defRPr>
            </a:lvl1pPr>
            <a:lvl2pPr>
              <a:defRPr baseline="0">
                <a:solidFill>
                  <a:schemeClr val="tx1">
                    <a:lumMod val="85000"/>
                    <a:lumOff val="15000"/>
                  </a:schemeClr>
                </a:solidFill>
                <a:latin typeface="Arial" panose="020B0604020202020204" pitchFamily="34" charset="0"/>
                <a:ea typeface="微软雅黑" panose="020B0503020204020204" pitchFamily="34" charset="-122"/>
              </a:defRPr>
            </a:lvl2pPr>
            <a:lvl3pPr>
              <a:defRPr baseline="0">
                <a:solidFill>
                  <a:schemeClr val="tx1">
                    <a:lumMod val="85000"/>
                    <a:lumOff val="15000"/>
                  </a:schemeClr>
                </a:solidFill>
                <a:latin typeface="Arial" panose="020B0604020202020204" pitchFamily="34" charset="0"/>
                <a:ea typeface="微软雅黑" panose="020B0503020204020204" pitchFamily="34" charset="-122"/>
              </a:defRPr>
            </a:lvl3pPr>
            <a:lvl4pPr>
              <a:defRPr baseline="0">
                <a:solidFill>
                  <a:schemeClr val="tx1">
                    <a:lumMod val="85000"/>
                    <a:lumOff val="15000"/>
                  </a:schemeClr>
                </a:solidFill>
                <a:latin typeface="Arial" panose="020B0604020202020204" pitchFamily="34" charset="0"/>
                <a:ea typeface="微软雅黑" panose="020B0503020204020204" pitchFamily="34" charset="-122"/>
              </a:defRPr>
            </a:lvl4pPr>
            <a:lvl5pPr>
              <a:defRPr baseline="0">
                <a:solidFill>
                  <a:schemeClr val="tx1">
                    <a:lumMod val="85000"/>
                    <a:lumOff val="15000"/>
                  </a:schemeClr>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下上">
    <p:bg>
      <p:bgPr>
        <a:solidFill>
          <a:schemeClr val="bg2"/>
        </a:solidFill>
        <a:effectLst/>
      </p:bgPr>
    </p:bg>
    <p:spTree>
      <p:nvGrpSpPr>
        <p:cNvPr id="1" name=""/>
        <p:cNvGrpSpPr/>
        <p:nvPr/>
      </p:nvGrpSpPr>
      <p:grpSpPr>
        <a:xfrm>
          <a:off x="0" y="0"/>
          <a:ext cx="0" cy="0"/>
          <a:chOff x="0" y="0"/>
          <a:chExt cx="0" cy="0"/>
        </a:xfrm>
      </p:grpSpPr>
      <p:grpSp>
        <p:nvGrpSpPr>
          <p:cNvPr id="20" name="组合 19"/>
          <p:cNvGrpSpPr/>
          <p:nvPr userDrawn="1">
            <p:custDataLst>
              <p:tags r:id="rId2"/>
            </p:custDataLst>
          </p:nvPr>
        </p:nvGrpSpPr>
        <p:grpSpPr>
          <a:xfrm rot="20310956">
            <a:off x="219227" y="260732"/>
            <a:ext cx="881159" cy="522149"/>
            <a:chOff x="4175125" y="1726565"/>
            <a:chExt cx="1094105" cy="648335"/>
          </a:xfrm>
        </p:grpSpPr>
        <p:sp>
          <p:nvSpPr>
            <p:cNvPr id="21" name="Freeform 64"/>
            <p:cNvSpPr/>
            <p:nvPr userDrawn="1">
              <p:custDataLst>
                <p:tags r:id="rId3"/>
              </p:custDataLst>
            </p:nvPr>
          </p:nvSpPr>
          <p:spPr bwMode="auto">
            <a:xfrm>
              <a:off x="4175125" y="1726565"/>
              <a:ext cx="1094105" cy="648335"/>
            </a:xfrm>
            <a:custGeom>
              <a:avLst/>
              <a:gdLst>
                <a:gd name="T0" fmla="*/ 660 w 675"/>
                <a:gd name="T1" fmla="*/ 401 h 401"/>
                <a:gd name="T2" fmla="*/ 15 w 675"/>
                <a:gd name="T3" fmla="*/ 401 h 401"/>
                <a:gd name="T4" fmla="*/ 0 w 675"/>
                <a:gd name="T5" fmla="*/ 387 h 401"/>
                <a:gd name="T6" fmla="*/ 0 w 675"/>
                <a:gd name="T7" fmla="*/ 14 h 401"/>
                <a:gd name="T8" fmla="*/ 15 w 675"/>
                <a:gd name="T9" fmla="*/ 0 h 401"/>
                <a:gd name="T10" fmla="*/ 660 w 675"/>
                <a:gd name="T11" fmla="*/ 0 h 401"/>
                <a:gd name="T12" fmla="*/ 675 w 675"/>
                <a:gd name="T13" fmla="*/ 14 h 401"/>
                <a:gd name="T14" fmla="*/ 675 w 675"/>
                <a:gd name="T15" fmla="*/ 387 h 401"/>
                <a:gd name="T16" fmla="*/ 660 w 675"/>
                <a:gd name="T17" fmla="*/ 401 h 4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75" h="401">
                  <a:moveTo>
                    <a:pt x="660" y="401"/>
                  </a:moveTo>
                  <a:cubicBezTo>
                    <a:pt x="15" y="401"/>
                    <a:pt x="15" y="401"/>
                    <a:pt x="15" y="401"/>
                  </a:cubicBezTo>
                  <a:cubicBezTo>
                    <a:pt x="7" y="401"/>
                    <a:pt x="0" y="395"/>
                    <a:pt x="0" y="387"/>
                  </a:cubicBezTo>
                  <a:cubicBezTo>
                    <a:pt x="0" y="14"/>
                    <a:pt x="0" y="14"/>
                    <a:pt x="0" y="14"/>
                  </a:cubicBezTo>
                  <a:cubicBezTo>
                    <a:pt x="0" y="6"/>
                    <a:pt x="7" y="0"/>
                    <a:pt x="15" y="0"/>
                  </a:cubicBezTo>
                  <a:cubicBezTo>
                    <a:pt x="660" y="0"/>
                    <a:pt x="660" y="0"/>
                    <a:pt x="660" y="0"/>
                  </a:cubicBezTo>
                  <a:cubicBezTo>
                    <a:pt x="668" y="0"/>
                    <a:pt x="675" y="6"/>
                    <a:pt x="675" y="14"/>
                  </a:cubicBezTo>
                  <a:cubicBezTo>
                    <a:pt x="675" y="387"/>
                    <a:pt x="675" y="387"/>
                    <a:pt x="675" y="387"/>
                  </a:cubicBezTo>
                  <a:cubicBezTo>
                    <a:pt x="675" y="395"/>
                    <a:pt x="668" y="401"/>
                    <a:pt x="660" y="401"/>
                  </a:cubicBezTo>
                  <a:close/>
                </a:path>
              </a:pathLst>
            </a:custGeom>
            <a:solidFill>
              <a:srgbClr val="DADADA"/>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2" name="Rectangle 66"/>
            <p:cNvSpPr>
              <a:spLocks noChangeArrowheads="1"/>
            </p:cNvSpPr>
            <p:nvPr userDrawn="1">
              <p:custDataLst>
                <p:tags r:id="rId4"/>
              </p:custDataLst>
            </p:nvPr>
          </p:nvSpPr>
          <p:spPr bwMode="auto">
            <a:xfrm>
              <a:off x="4249420" y="2235382"/>
              <a:ext cx="897255" cy="7048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23" name="Rectangle 67"/>
            <p:cNvSpPr>
              <a:spLocks noChangeArrowheads="1"/>
            </p:cNvSpPr>
            <p:nvPr userDrawn="1">
              <p:custDataLst>
                <p:tags r:id="rId5"/>
              </p:custDataLst>
            </p:nvPr>
          </p:nvSpPr>
          <p:spPr bwMode="auto">
            <a:xfrm>
              <a:off x="4249420" y="2116728"/>
              <a:ext cx="504190" cy="7175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24" name="Rectangle 68"/>
            <p:cNvSpPr>
              <a:spLocks noChangeArrowheads="1"/>
            </p:cNvSpPr>
            <p:nvPr userDrawn="1">
              <p:custDataLst>
                <p:tags r:id="rId6"/>
              </p:custDataLst>
            </p:nvPr>
          </p:nvSpPr>
          <p:spPr bwMode="auto">
            <a:xfrm>
              <a:off x="4245610" y="1786255"/>
              <a:ext cx="275590" cy="226695"/>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25" name="Rectangle 69"/>
            <p:cNvSpPr>
              <a:spLocks noChangeArrowheads="1"/>
            </p:cNvSpPr>
            <p:nvPr userDrawn="1">
              <p:custDataLst>
                <p:tags r:id="rId7"/>
              </p:custDataLst>
            </p:nvPr>
          </p:nvSpPr>
          <p:spPr bwMode="auto">
            <a:xfrm>
              <a:off x="4573905" y="1786255"/>
              <a:ext cx="276860" cy="226695"/>
            </a:xfrm>
            <a:prstGeom prst="rect">
              <a:avLst/>
            </a:prstGeom>
            <a:solidFill>
              <a:schemeClr val="accent3"/>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26" name="Rectangle 70"/>
            <p:cNvSpPr>
              <a:spLocks noChangeArrowheads="1"/>
            </p:cNvSpPr>
            <p:nvPr userDrawn="1">
              <p:custDataLst>
                <p:tags r:id="rId8"/>
              </p:custDataLst>
            </p:nvPr>
          </p:nvSpPr>
          <p:spPr bwMode="auto">
            <a:xfrm>
              <a:off x="4903470" y="1786255"/>
              <a:ext cx="275590" cy="226695"/>
            </a:xfrm>
            <a:prstGeom prst="rect">
              <a:avLst/>
            </a:prstGeom>
            <a:solidFill>
              <a:schemeClr val="accent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grpSp>
      <p:sp>
        <p:nvSpPr>
          <p:cNvPr id="8" name="矩形 7"/>
          <p:cNvSpPr/>
          <p:nvPr userDrawn="1">
            <p:custDataLst>
              <p:tags r:id="rId9"/>
            </p:custDataLst>
          </p:nvPr>
        </p:nvSpPr>
        <p:spPr>
          <a:xfrm>
            <a:off x="0" y="3771901"/>
            <a:ext cx="9144000" cy="1371599"/>
          </a:xfrm>
          <a:prstGeom prst="rect">
            <a:avLst/>
          </a:prstGeom>
          <a:solidFill>
            <a:schemeClr val="tx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latin typeface="微软雅黑" panose="020B0503020204020204" pitchFamily="34" charset="-122"/>
              <a:ea typeface="微软雅黑" panose="020B0503020204020204" pitchFamily="34" charset="-122"/>
              <a:sym typeface="+mn-ea"/>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导航">
    <p:bg>
      <p:bgPr>
        <a:solidFill>
          <a:schemeClr val="bg2"/>
        </a:solidFill>
        <a:effectLst/>
      </p:bgPr>
    </p:bg>
    <p:spTree>
      <p:nvGrpSpPr>
        <p:cNvPr id="1" name=""/>
        <p:cNvGrpSpPr/>
        <p:nvPr/>
      </p:nvGrpSpPr>
      <p:grpSpPr>
        <a:xfrm>
          <a:off x="0" y="0"/>
          <a:ext cx="0" cy="0"/>
          <a:chOff x="0" y="0"/>
          <a:chExt cx="0" cy="0"/>
        </a:xfrm>
      </p:grpSpPr>
      <p:pic>
        <p:nvPicPr>
          <p:cNvPr id="63" name="图片 62"/>
          <p:cNvPicPr>
            <a:picLocks noChangeAspect="1"/>
          </p:cNvPicPr>
          <p:nvPr userDrawn="1">
            <p:custDataLst>
              <p:tags r:id="rId2"/>
            </p:custDataLst>
          </p:nvPr>
        </p:nvPicPr>
        <p:blipFill>
          <a:blip r:embed="rId3">
            <a:extLst>
              <a:ext uri="{28A0092B-C50C-407E-A947-70E740481C1C}">
                <a14:useLocalDpi xmlns:a14="http://schemas.microsoft.com/office/drawing/2010/main" val="0"/>
              </a:ext>
            </a:extLst>
          </a:blip>
          <a:stretch>
            <a:fillRect/>
          </a:stretch>
        </p:blipFill>
        <p:spPr>
          <a:xfrm>
            <a:off x="7931976" y="3954677"/>
            <a:ext cx="1101947" cy="1188823"/>
          </a:xfrm>
          <a:prstGeom prst="rect">
            <a:avLst/>
          </a:prstGeom>
        </p:spPr>
      </p:pic>
      <p:sp>
        <p:nvSpPr>
          <p:cNvPr id="10" name="矩形 9"/>
          <p:cNvSpPr/>
          <p:nvPr userDrawn="1">
            <p:custDataLst>
              <p:tags r:id="rId4"/>
            </p:custDataLst>
          </p:nvPr>
        </p:nvSpPr>
        <p:spPr>
          <a:xfrm>
            <a:off x="0" y="0"/>
            <a:ext cx="9144000" cy="685800"/>
          </a:xfrm>
          <a:prstGeom prst="rect">
            <a:avLst/>
          </a:prstGeom>
          <a:solidFill>
            <a:schemeClr val="tx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latin typeface="微软雅黑" panose="020B0503020204020204" pitchFamily="34" charset="-122"/>
              <a:ea typeface="微软雅黑" panose="020B0503020204020204" pitchFamily="34" charset="-122"/>
              <a:sym typeface="+mn-ea"/>
            </a:endParaRPr>
          </a:p>
        </p:txBody>
      </p:sp>
      <p:sp>
        <p:nvSpPr>
          <p:cNvPr id="2" name="标题 1"/>
          <p:cNvSpPr>
            <a:spLocks noGrp="1"/>
          </p:cNvSpPr>
          <p:nvPr>
            <p:ph type="title"/>
            <p:custDataLst>
              <p:tags r:id="rId5"/>
            </p:custDataLst>
          </p:nvPr>
        </p:nvSpPr>
        <p:spPr>
          <a:xfrm>
            <a:off x="434700" y="178200"/>
            <a:ext cx="8278200" cy="331473"/>
          </a:xfrm>
        </p:spPr>
        <p:txBody>
          <a:bodyPr/>
          <a:lstStyle>
            <a:lvl1pPr>
              <a:defRPr baseline="0">
                <a:solidFill>
                  <a:schemeClr val="accent1"/>
                </a:solidFill>
                <a:latin typeface="Arial" panose="020B0604020202020204" pitchFamily="34" charset="0"/>
                <a:ea typeface="微软雅黑" panose="020B0503020204020204" pitchFamily="34" charset="-122"/>
              </a:defRPr>
            </a:lvl1pPr>
          </a:lstStyle>
          <a:p>
            <a:r>
              <a:rPr lang="zh-CN" altLang="en-US" dirty="0"/>
              <a:t>单击此处编辑母版标题样式</a:t>
            </a:r>
            <a:endParaRPr lang="zh-CN" altLang="en-US" dirty="0"/>
          </a:p>
        </p:txBody>
      </p:sp>
      <p:sp>
        <p:nvSpPr>
          <p:cNvPr id="3" name="日期占位符 2"/>
          <p:cNvSpPr>
            <a:spLocks noGrp="1"/>
          </p:cNvSpPr>
          <p:nvPr>
            <p:ph type="dt" sz="half" idx="10"/>
            <p:custDataLst>
              <p:tags r:id="rId6"/>
            </p:custDataLst>
          </p:nvPr>
        </p:nvSpPr>
        <p:spPr/>
        <p:txBody>
          <a:bodyPr/>
          <a:lstStyle>
            <a:lvl1pPr>
              <a:defRPr>
                <a:latin typeface="微软雅黑" panose="020B0503020204020204" pitchFamily="34" charset="-122"/>
                <a:ea typeface="微软雅黑" panose="020B0503020204020204" pitchFamily="34" charset="-122"/>
              </a:defRPr>
            </a:lvl1p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7"/>
            </p:custDataLst>
          </p:nvPr>
        </p:nvSpPr>
        <p:spPr/>
        <p:txBody>
          <a:bodyPr/>
          <a:lstStyle>
            <a:lvl1pPr>
              <a:defRPr>
                <a:latin typeface="微软雅黑" panose="020B0503020204020204" pitchFamily="34" charset="-122"/>
                <a:ea typeface="微软雅黑" panose="020B0503020204020204" pitchFamily="34" charset="-122"/>
              </a:defRPr>
            </a:lvl1pPr>
          </a:lstStyle>
          <a:p>
            <a:endParaRPr lang="zh-CN" altLang="en-US" dirty="0"/>
          </a:p>
        </p:txBody>
      </p:sp>
      <p:sp>
        <p:nvSpPr>
          <p:cNvPr id="5" name="灯片编号占位符 4"/>
          <p:cNvSpPr>
            <a:spLocks noGrp="1"/>
          </p:cNvSpPr>
          <p:nvPr>
            <p:ph type="sldNum" sz="quarter" idx="12"/>
            <p:custDataLst>
              <p:tags r:id="rId8"/>
            </p:custDataLst>
          </p:nvPr>
        </p:nvSpPr>
        <p:spPr/>
        <p:txBody>
          <a:bodyPr/>
          <a:lstStyle>
            <a:lvl1pPr>
              <a:defRPr>
                <a:latin typeface="微软雅黑" panose="020B0503020204020204" pitchFamily="34" charset="-122"/>
                <a:ea typeface="微软雅黑" panose="020B0503020204020204" pitchFamily="34" charset="-122"/>
              </a:defRPr>
            </a:lvl1pPr>
          </a:lstStyle>
          <a:p>
            <a:fld id="{49AE70B2-8BF9-45C0-BB95-33D1B9D3A854}" type="slidenum">
              <a:rPr lang="zh-CN" altLang="en-US" smtClean="0"/>
            </a:fld>
            <a:endParaRPr lang="zh-CN" altLang="en-US" dirty="0"/>
          </a:p>
        </p:txBody>
      </p:sp>
      <p:sp>
        <p:nvSpPr>
          <p:cNvPr id="7" name="内容占位符 6"/>
          <p:cNvSpPr>
            <a:spLocks noGrp="1"/>
          </p:cNvSpPr>
          <p:nvPr>
            <p:ph sz="quarter" idx="13"/>
            <p:custDataLst>
              <p:tags r:id="rId9"/>
            </p:custDataLst>
          </p:nvPr>
        </p:nvSpPr>
        <p:spPr>
          <a:xfrm>
            <a:off x="434700" y="1247400"/>
            <a:ext cx="4006800" cy="2170800"/>
          </a:xfrm>
        </p:spPr>
        <p:txBody>
          <a:bodyPr/>
          <a:lstStyle>
            <a:lvl1pPr>
              <a:defRPr baseline="0">
                <a:solidFill>
                  <a:schemeClr val="tx1">
                    <a:lumMod val="85000"/>
                    <a:lumOff val="15000"/>
                  </a:schemeClr>
                </a:solidFill>
                <a:latin typeface="Arial" panose="020B0604020202020204" pitchFamily="34" charset="0"/>
                <a:ea typeface="微软雅黑" panose="020B0503020204020204" pitchFamily="34" charset="-122"/>
              </a:defRPr>
            </a:lvl1pPr>
            <a:lvl2pPr>
              <a:defRPr baseline="0">
                <a:solidFill>
                  <a:schemeClr val="tx1">
                    <a:lumMod val="85000"/>
                    <a:lumOff val="15000"/>
                  </a:schemeClr>
                </a:solidFill>
                <a:latin typeface="Arial" panose="020B0604020202020204" pitchFamily="34" charset="0"/>
                <a:ea typeface="微软雅黑" panose="020B0503020204020204" pitchFamily="34" charset="-122"/>
              </a:defRPr>
            </a:lvl2pPr>
            <a:lvl3pPr>
              <a:defRPr baseline="0">
                <a:solidFill>
                  <a:schemeClr val="tx1">
                    <a:lumMod val="85000"/>
                    <a:lumOff val="15000"/>
                  </a:schemeClr>
                </a:solidFill>
                <a:latin typeface="Arial" panose="020B0604020202020204" pitchFamily="34" charset="0"/>
                <a:ea typeface="微软雅黑" panose="020B0503020204020204" pitchFamily="34" charset="-122"/>
              </a:defRPr>
            </a:lvl3pPr>
            <a:lvl4pPr>
              <a:defRPr baseline="0">
                <a:solidFill>
                  <a:schemeClr val="tx1">
                    <a:lumMod val="85000"/>
                    <a:lumOff val="15000"/>
                  </a:schemeClr>
                </a:solidFill>
                <a:latin typeface="Arial" panose="020B0604020202020204" pitchFamily="34" charset="0"/>
                <a:ea typeface="微软雅黑" panose="020B0503020204020204" pitchFamily="34" charset="-122"/>
              </a:defRPr>
            </a:lvl4pPr>
            <a:lvl5pPr>
              <a:defRPr baseline="0">
                <a:solidFill>
                  <a:schemeClr val="tx1">
                    <a:lumMod val="85000"/>
                    <a:lumOff val="15000"/>
                  </a:schemeClr>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9" name="内容占位符 8"/>
          <p:cNvSpPr>
            <a:spLocks noGrp="1"/>
          </p:cNvSpPr>
          <p:nvPr>
            <p:ph sz="quarter" idx="14"/>
            <p:custDataLst>
              <p:tags r:id="rId10"/>
            </p:custDataLst>
          </p:nvPr>
        </p:nvSpPr>
        <p:spPr>
          <a:xfrm>
            <a:off x="4681800" y="1247400"/>
            <a:ext cx="4025700" cy="2170800"/>
          </a:xfrm>
        </p:spPr>
        <p:txBody>
          <a:bodyPr/>
          <a:lstStyle>
            <a:lvl1pPr>
              <a:defRPr baseline="0">
                <a:solidFill>
                  <a:schemeClr val="tx1">
                    <a:lumMod val="85000"/>
                    <a:lumOff val="15000"/>
                  </a:schemeClr>
                </a:solidFill>
                <a:latin typeface="Arial" panose="020B0604020202020204" pitchFamily="34" charset="0"/>
                <a:ea typeface="微软雅黑" panose="020B0503020204020204" pitchFamily="34" charset="-122"/>
              </a:defRPr>
            </a:lvl1pPr>
            <a:lvl2pPr>
              <a:defRPr baseline="0">
                <a:solidFill>
                  <a:schemeClr val="tx1">
                    <a:lumMod val="85000"/>
                    <a:lumOff val="15000"/>
                  </a:schemeClr>
                </a:solidFill>
                <a:latin typeface="Arial" panose="020B0604020202020204" pitchFamily="34" charset="0"/>
                <a:ea typeface="微软雅黑" panose="020B0503020204020204" pitchFamily="34" charset="-122"/>
              </a:defRPr>
            </a:lvl2pPr>
            <a:lvl3pPr>
              <a:defRPr baseline="0">
                <a:solidFill>
                  <a:schemeClr val="tx1">
                    <a:lumMod val="85000"/>
                    <a:lumOff val="15000"/>
                  </a:schemeClr>
                </a:solidFill>
                <a:latin typeface="Arial" panose="020B0604020202020204" pitchFamily="34" charset="0"/>
                <a:ea typeface="微软雅黑" panose="020B0503020204020204" pitchFamily="34" charset="-122"/>
              </a:defRPr>
            </a:lvl3pPr>
            <a:lvl4pPr>
              <a:defRPr baseline="0">
                <a:solidFill>
                  <a:schemeClr val="tx1">
                    <a:lumMod val="85000"/>
                    <a:lumOff val="15000"/>
                  </a:schemeClr>
                </a:solidFill>
                <a:latin typeface="Arial" panose="020B0604020202020204" pitchFamily="34" charset="0"/>
                <a:ea typeface="微软雅黑" panose="020B0503020204020204" pitchFamily="34" charset="-122"/>
              </a:defRPr>
            </a:lvl4pPr>
            <a:lvl5pPr>
              <a:defRPr baseline="0">
                <a:solidFill>
                  <a:schemeClr val="tx1">
                    <a:lumMod val="85000"/>
                    <a:lumOff val="15000"/>
                  </a:schemeClr>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11" name="文本占位符 10"/>
          <p:cNvSpPr>
            <a:spLocks noGrp="1"/>
          </p:cNvSpPr>
          <p:nvPr>
            <p:ph type="body" sz="quarter" idx="15"/>
            <p:custDataLst>
              <p:tags r:id="rId11"/>
            </p:custDataLst>
          </p:nvPr>
        </p:nvSpPr>
        <p:spPr>
          <a:xfrm>
            <a:off x="429300" y="3612600"/>
            <a:ext cx="4006800" cy="585900"/>
          </a:xfrm>
        </p:spPr>
        <p:txBody>
          <a:bodyPr/>
          <a:lstStyle>
            <a:lvl1pPr>
              <a:defRPr baseline="0">
                <a:solidFill>
                  <a:schemeClr val="tx1">
                    <a:lumMod val="85000"/>
                    <a:lumOff val="15000"/>
                  </a:schemeClr>
                </a:solidFill>
                <a:latin typeface="Arial" panose="020B0604020202020204" pitchFamily="34" charset="0"/>
                <a:ea typeface="微软雅黑" panose="020B0503020204020204" pitchFamily="34" charset="-122"/>
              </a:defRPr>
            </a:lvl1pPr>
          </a:lstStyle>
          <a:p>
            <a:pPr lvl="0"/>
            <a:r>
              <a:rPr lang="zh-CN" altLang="en-US" dirty="0"/>
              <a:t>单击此处编辑母版文本样式</a:t>
            </a:r>
            <a:endParaRPr lang="zh-CN" altLang="en-US" dirty="0"/>
          </a:p>
        </p:txBody>
      </p:sp>
      <p:sp>
        <p:nvSpPr>
          <p:cNvPr id="13" name="文本占位符 12"/>
          <p:cNvSpPr>
            <a:spLocks noGrp="1"/>
          </p:cNvSpPr>
          <p:nvPr>
            <p:ph type="body" sz="quarter" idx="16"/>
            <p:custDataLst>
              <p:tags r:id="rId12"/>
            </p:custDataLst>
          </p:nvPr>
        </p:nvSpPr>
        <p:spPr>
          <a:xfrm>
            <a:off x="4689900" y="3609900"/>
            <a:ext cx="4025700" cy="585900"/>
          </a:xfrm>
        </p:spPr>
        <p:txBody>
          <a:bodyPr/>
          <a:lstStyle>
            <a:lvl1pPr>
              <a:defRPr baseline="0">
                <a:solidFill>
                  <a:schemeClr val="tx1">
                    <a:lumMod val="85000"/>
                    <a:lumOff val="15000"/>
                  </a:schemeClr>
                </a:solidFill>
                <a:latin typeface="Arial" panose="020B0604020202020204" pitchFamily="34" charset="0"/>
                <a:ea typeface="微软雅黑" panose="020B0503020204020204" pitchFamily="34" charset="-122"/>
              </a:defRPr>
            </a:lvl1pPr>
          </a:lstStyle>
          <a:p>
            <a:pPr lvl="0"/>
            <a:r>
              <a:rPr lang="zh-CN" altLang="en-US" dirty="0"/>
              <a:t>单击此处编辑母版文本样式</a:t>
            </a:r>
            <a:endParaRPr lang="zh-CN" altLang="en-US" dirty="0"/>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腰带">
    <p:bg>
      <p:bgPr>
        <a:pattFill prst="wdUpDiag">
          <a:fgClr>
            <a:schemeClr val="tx2"/>
          </a:fgClr>
          <a:bgClr>
            <a:schemeClr val="bg2"/>
          </a:bgClr>
        </a:pattFill>
        <a:effectLst/>
      </p:bgPr>
    </p:bg>
    <p:spTree>
      <p:nvGrpSpPr>
        <p:cNvPr id="1" name=""/>
        <p:cNvGrpSpPr/>
        <p:nvPr/>
      </p:nvGrpSpPr>
      <p:grpSpPr>
        <a:xfrm>
          <a:off x="0" y="0"/>
          <a:ext cx="0" cy="0"/>
          <a:chOff x="0" y="0"/>
          <a:chExt cx="0" cy="0"/>
        </a:xfrm>
      </p:grpSpPr>
      <p:sp>
        <p:nvSpPr>
          <p:cNvPr id="10" name="矩形 9"/>
          <p:cNvSpPr/>
          <p:nvPr userDrawn="1">
            <p:custDataLst>
              <p:tags r:id="rId2"/>
            </p:custDataLst>
          </p:nvPr>
        </p:nvSpPr>
        <p:spPr>
          <a:xfrm>
            <a:off x="0" y="719418"/>
            <a:ext cx="9144000" cy="3704665"/>
          </a:xfrm>
          <a:prstGeom prst="rect">
            <a:avLst/>
          </a:prstGeom>
          <a:solidFill>
            <a:schemeClr val="bg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latin typeface="微软雅黑" panose="020B0503020204020204" pitchFamily="34" charset="-122"/>
              <a:ea typeface="微软雅黑" panose="020B0503020204020204" pitchFamily="34" charset="-122"/>
              <a:sym typeface="+mn-ea"/>
            </a:endParaRPr>
          </a:p>
        </p:txBody>
      </p:sp>
      <p:sp>
        <p:nvSpPr>
          <p:cNvPr id="2" name="标题 1"/>
          <p:cNvSpPr>
            <a:spLocks noGrp="1"/>
          </p:cNvSpPr>
          <p:nvPr userDrawn="1">
            <p:ph type="title" hasCustomPrompt="1"/>
            <p:custDataLst>
              <p:tags r:id="rId3"/>
            </p:custDataLst>
          </p:nvPr>
        </p:nvSpPr>
        <p:spPr>
          <a:xfrm>
            <a:off x="1142100" y="1004400"/>
            <a:ext cx="6858000" cy="1790100"/>
          </a:xfrm>
        </p:spPr>
        <p:txBody>
          <a:bodyPr anchor="b"/>
          <a:lstStyle>
            <a:lvl1pPr algn="ctr">
              <a:defRPr sz="4500" baseline="0">
                <a:solidFill>
                  <a:schemeClr val="accent1"/>
                </a:solidFill>
                <a:latin typeface="Arial" panose="020B0604020202020204" pitchFamily="34" charset="0"/>
                <a:ea typeface="微软雅黑" panose="020B0503020204020204" pitchFamily="34" charset="-122"/>
              </a:defRPr>
            </a:lvl1pPr>
          </a:lstStyle>
          <a:p>
            <a:r>
              <a:rPr lang="zh-CN" altLang="en-US" dirty="0"/>
              <a:t>单击此处编辑标题</a:t>
            </a:r>
            <a:endParaRPr lang="zh-CN" altLang="en-US" dirty="0"/>
          </a:p>
        </p:txBody>
      </p:sp>
      <p:sp>
        <p:nvSpPr>
          <p:cNvPr id="3" name="日期占位符 2"/>
          <p:cNvSpPr>
            <a:spLocks noGrp="1"/>
          </p:cNvSpPr>
          <p:nvPr userDrawn="1">
            <p:ph type="dt" sz="half" idx="10"/>
            <p:custDataLst>
              <p:tags r:id="rId4"/>
            </p:custDataLst>
          </p:nvPr>
        </p:nvSpPr>
        <p:spPr/>
        <p:txBody>
          <a:bodyPr/>
          <a:lstStyle>
            <a:lvl1pPr>
              <a:defRPr>
                <a:latin typeface="微软雅黑" panose="020B0503020204020204" pitchFamily="34" charset="-122"/>
                <a:ea typeface="微软雅黑" panose="020B0503020204020204" pitchFamily="34" charset="-122"/>
              </a:defRPr>
            </a:lvl1pPr>
          </a:lstStyle>
          <a:p>
            <a:fld id="{760FBDFE-C587-4B4C-A407-44438C67B59E}" type="datetimeFigureOut">
              <a:rPr lang="zh-CN" altLang="en-US" smtClean="0"/>
            </a:fld>
            <a:endParaRPr lang="zh-CN" altLang="en-US"/>
          </a:p>
        </p:txBody>
      </p:sp>
      <p:sp>
        <p:nvSpPr>
          <p:cNvPr id="4" name="页脚占位符 3"/>
          <p:cNvSpPr>
            <a:spLocks noGrp="1"/>
          </p:cNvSpPr>
          <p:nvPr userDrawn="1">
            <p:ph type="ftr" sz="quarter" idx="11"/>
            <p:custDataLst>
              <p:tags r:id="rId5"/>
            </p:custDataLst>
          </p:nvPr>
        </p:nvSpPr>
        <p:spPr/>
        <p:txBody>
          <a:bodyPr/>
          <a:lstStyle>
            <a:lvl1pPr>
              <a:defRPr>
                <a:latin typeface="微软雅黑" panose="020B0503020204020204" pitchFamily="34" charset="-122"/>
                <a:ea typeface="微软雅黑" panose="020B0503020204020204" pitchFamily="34" charset="-122"/>
              </a:defRPr>
            </a:lvl1pPr>
          </a:lstStyle>
          <a:p>
            <a:endParaRPr lang="zh-CN" altLang="en-US" dirty="0"/>
          </a:p>
        </p:txBody>
      </p:sp>
      <p:sp>
        <p:nvSpPr>
          <p:cNvPr id="5" name="灯片编号占位符 4"/>
          <p:cNvSpPr>
            <a:spLocks noGrp="1"/>
          </p:cNvSpPr>
          <p:nvPr userDrawn="1">
            <p:ph type="sldNum" sz="quarter" idx="12"/>
            <p:custDataLst>
              <p:tags r:id="rId6"/>
            </p:custDataLst>
          </p:nvPr>
        </p:nvSpPr>
        <p:spPr/>
        <p:txBody>
          <a:bodyPr/>
          <a:lstStyle>
            <a:lvl1pPr>
              <a:defRPr>
                <a:latin typeface="微软雅黑" panose="020B0503020204020204" pitchFamily="34" charset="-122"/>
                <a:ea typeface="微软雅黑" panose="020B0503020204020204" pitchFamily="34" charset="-122"/>
              </a:defRPr>
            </a:lvl1pPr>
          </a:lstStyle>
          <a:p>
            <a:fld id="{49AE70B2-8BF9-45C0-BB95-33D1B9D3A854}" type="slidenum">
              <a:rPr lang="zh-CN" altLang="en-US" smtClean="0"/>
            </a:fld>
            <a:endParaRPr lang="zh-CN" altLang="en-US" dirty="0"/>
          </a:p>
        </p:txBody>
      </p:sp>
      <p:sp>
        <p:nvSpPr>
          <p:cNvPr id="7" name="文本占位符 6"/>
          <p:cNvSpPr>
            <a:spLocks noGrp="1"/>
          </p:cNvSpPr>
          <p:nvPr userDrawn="1">
            <p:ph type="body" sz="quarter" idx="13"/>
            <p:custDataLst>
              <p:tags r:id="rId7"/>
            </p:custDataLst>
          </p:nvPr>
        </p:nvSpPr>
        <p:spPr>
          <a:xfrm>
            <a:off x="1141810" y="2897100"/>
            <a:ext cx="6858000" cy="1242000"/>
          </a:xfrm>
        </p:spPr>
        <p:txBody>
          <a:bodyPr/>
          <a:lstStyle>
            <a:lvl1pPr algn="ctr">
              <a:defRPr baseline="0">
                <a:solidFill>
                  <a:schemeClr val="tx1">
                    <a:lumMod val="85000"/>
                    <a:lumOff val="15000"/>
                  </a:schemeClr>
                </a:solidFill>
                <a:latin typeface="Arial" panose="020B0604020202020204" pitchFamily="34" charset="0"/>
                <a:ea typeface="微软雅黑" panose="020B0503020204020204" pitchFamily="34" charset="-122"/>
              </a:defRPr>
            </a:lvl1pPr>
          </a:lstStyle>
          <a:p>
            <a:pPr lvl="0"/>
            <a:r>
              <a:rPr lang="zh-CN" altLang="en-US" dirty="0"/>
              <a:t>单击此处编辑母版文本样式</a:t>
            </a:r>
            <a:endParaRPr lang="zh-CN" altLang="en-US" dirty="0"/>
          </a:p>
        </p:txBody>
      </p:sp>
      <p:grpSp>
        <p:nvGrpSpPr>
          <p:cNvPr id="13" name="组合 12"/>
          <p:cNvGrpSpPr/>
          <p:nvPr userDrawn="1">
            <p:custDataLst>
              <p:tags r:id="rId8"/>
            </p:custDataLst>
          </p:nvPr>
        </p:nvGrpSpPr>
        <p:grpSpPr>
          <a:xfrm>
            <a:off x="235350" y="260661"/>
            <a:ext cx="8775474" cy="4882839"/>
            <a:chOff x="313800" y="347548"/>
            <a:chExt cx="11700632" cy="6510452"/>
          </a:xfrm>
        </p:grpSpPr>
        <p:grpSp>
          <p:nvGrpSpPr>
            <p:cNvPr id="168" name="组合 167"/>
            <p:cNvGrpSpPr/>
            <p:nvPr userDrawn="1"/>
          </p:nvGrpSpPr>
          <p:grpSpPr>
            <a:xfrm rot="20310956">
              <a:off x="356063" y="347548"/>
              <a:ext cx="1824574" cy="1081190"/>
              <a:chOff x="4175125" y="1726565"/>
              <a:chExt cx="1094105" cy="648335"/>
            </a:xfrm>
          </p:grpSpPr>
          <p:sp>
            <p:nvSpPr>
              <p:cNvPr id="169" name="Freeform 64"/>
              <p:cNvSpPr/>
              <p:nvPr userDrawn="1">
                <p:custDataLst>
                  <p:tags r:id="rId9"/>
                </p:custDataLst>
              </p:nvPr>
            </p:nvSpPr>
            <p:spPr bwMode="auto">
              <a:xfrm>
                <a:off x="4175125" y="1726565"/>
                <a:ext cx="1094105" cy="648335"/>
              </a:xfrm>
              <a:custGeom>
                <a:avLst/>
                <a:gdLst>
                  <a:gd name="T0" fmla="*/ 660 w 675"/>
                  <a:gd name="T1" fmla="*/ 401 h 401"/>
                  <a:gd name="T2" fmla="*/ 15 w 675"/>
                  <a:gd name="T3" fmla="*/ 401 h 401"/>
                  <a:gd name="T4" fmla="*/ 0 w 675"/>
                  <a:gd name="T5" fmla="*/ 387 h 401"/>
                  <a:gd name="T6" fmla="*/ 0 w 675"/>
                  <a:gd name="T7" fmla="*/ 14 h 401"/>
                  <a:gd name="T8" fmla="*/ 15 w 675"/>
                  <a:gd name="T9" fmla="*/ 0 h 401"/>
                  <a:gd name="T10" fmla="*/ 660 w 675"/>
                  <a:gd name="T11" fmla="*/ 0 h 401"/>
                  <a:gd name="T12" fmla="*/ 675 w 675"/>
                  <a:gd name="T13" fmla="*/ 14 h 401"/>
                  <a:gd name="T14" fmla="*/ 675 w 675"/>
                  <a:gd name="T15" fmla="*/ 387 h 401"/>
                  <a:gd name="T16" fmla="*/ 660 w 675"/>
                  <a:gd name="T17" fmla="*/ 401 h 4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75" h="401">
                    <a:moveTo>
                      <a:pt x="660" y="401"/>
                    </a:moveTo>
                    <a:cubicBezTo>
                      <a:pt x="15" y="401"/>
                      <a:pt x="15" y="401"/>
                      <a:pt x="15" y="401"/>
                    </a:cubicBezTo>
                    <a:cubicBezTo>
                      <a:pt x="7" y="401"/>
                      <a:pt x="0" y="395"/>
                      <a:pt x="0" y="387"/>
                    </a:cubicBezTo>
                    <a:cubicBezTo>
                      <a:pt x="0" y="14"/>
                      <a:pt x="0" y="14"/>
                      <a:pt x="0" y="14"/>
                    </a:cubicBezTo>
                    <a:cubicBezTo>
                      <a:pt x="0" y="6"/>
                      <a:pt x="7" y="0"/>
                      <a:pt x="15" y="0"/>
                    </a:cubicBezTo>
                    <a:cubicBezTo>
                      <a:pt x="660" y="0"/>
                      <a:pt x="660" y="0"/>
                      <a:pt x="660" y="0"/>
                    </a:cubicBezTo>
                    <a:cubicBezTo>
                      <a:pt x="668" y="0"/>
                      <a:pt x="675" y="6"/>
                      <a:pt x="675" y="14"/>
                    </a:cubicBezTo>
                    <a:cubicBezTo>
                      <a:pt x="675" y="387"/>
                      <a:pt x="675" y="387"/>
                      <a:pt x="675" y="387"/>
                    </a:cubicBezTo>
                    <a:cubicBezTo>
                      <a:pt x="675" y="395"/>
                      <a:pt x="668" y="401"/>
                      <a:pt x="660" y="401"/>
                    </a:cubicBezTo>
                    <a:close/>
                  </a:path>
                </a:pathLst>
              </a:custGeom>
              <a:solidFill>
                <a:srgbClr val="DADADA"/>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70" name="Rectangle 66"/>
              <p:cNvSpPr>
                <a:spLocks noChangeArrowheads="1"/>
              </p:cNvSpPr>
              <p:nvPr userDrawn="1">
                <p:custDataLst>
                  <p:tags r:id="rId10"/>
                </p:custDataLst>
              </p:nvPr>
            </p:nvSpPr>
            <p:spPr bwMode="auto">
              <a:xfrm>
                <a:off x="4249420" y="2235382"/>
                <a:ext cx="897255" cy="7048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171" name="Rectangle 67"/>
              <p:cNvSpPr>
                <a:spLocks noChangeArrowheads="1"/>
              </p:cNvSpPr>
              <p:nvPr userDrawn="1">
                <p:custDataLst>
                  <p:tags r:id="rId11"/>
                </p:custDataLst>
              </p:nvPr>
            </p:nvSpPr>
            <p:spPr bwMode="auto">
              <a:xfrm>
                <a:off x="4249420" y="2116728"/>
                <a:ext cx="504190" cy="7175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172" name="Rectangle 68"/>
              <p:cNvSpPr>
                <a:spLocks noChangeArrowheads="1"/>
              </p:cNvSpPr>
              <p:nvPr userDrawn="1">
                <p:custDataLst>
                  <p:tags r:id="rId12"/>
                </p:custDataLst>
              </p:nvPr>
            </p:nvSpPr>
            <p:spPr bwMode="auto">
              <a:xfrm>
                <a:off x="4245610" y="1786255"/>
                <a:ext cx="275590" cy="226695"/>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173" name="Rectangle 69"/>
              <p:cNvSpPr>
                <a:spLocks noChangeArrowheads="1"/>
              </p:cNvSpPr>
              <p:nvPr userDrawn="1">
                <p:custDataLst>
                  <p:tags r:id="rId13"/>
                </p:custDataLst>
              </p:nvPr>
            </p:nvSpPr>
            <p:spPr bwMode="auto">
              <a:xfrm>
                <a:off x="4573905" y="1786255"/>
                <a:ext cx="276860" cy="226695"/>
              </a:xfrm>
              <a:prstGeom prst="rect">
                <a:avLst/>
              </a:prstGeom>
              <a:solidFill>
                <a:schemeClr val="accent3"/>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174" name="Rectangle 70"/>
              <p:cNvSpPr>
                <a:spLocks noChangeArrowheads="1"/>
              </p:cNvSpPr>
              <p:nvPr userDrawn="1">
                <p:custDataLst>
                  <p:tags r:id="rId14"/>
                </p:custDataLst>
              </p:nvPr>
            </p:nvSpPr>
            <p:spPr bwMode="auto">
              <a:xfrm>
                <a:off x="4903470" y="1786255"/>
                <a:ext cx="275590" cy="226695"/>
              </a:xfrm>
              <a:prstGeom prst="rect">
                <a:avLst/>
              </a:prstGeom>
              <a:solidFill>
                <a:schemeClr val="accent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grpSp>
        <p:pic>
          <p:nvPicPr>
            <p:cNvPr id="48" name="图片 47"/>
            <p:cNvPicPr>
              <a:picLocks noChangeAspect="1"/>
            </p:cNvPicPr>
            <p:nvPr userDrawn="1">
              <p:custDataLst>
                <p:tags r:id="rId15"/>
              </p:custDataLst>
            </p:nvPr>
          </p:nvPicPr>
          <p:blipFill>
            <a:blip r:embed="rId16">
              <a:extLst>
                <a:ext uri="{28A0092B-C50C-407E-A947-70E740481C1C}">
                  <a14:useLocalDpi xmlns:a14="http://schemas.microsoft.com/office/drawing/2010/main" val="0"/>
                </a:ext>
              </a:extLst>
            </a:blip>
            <a:stretch>
              <a:fillRect/>
            </a:stretch>
          </p:blipFill>
          <p:spPr>
            <a:xfrm>
              <a:off x="10105396" y="4729291"/>
              <a:ext cx="1909036" cy="2060800"/>
            </a:xfrm>
            <a:prstGeom prst="rect">
              <a:avLst/>
            </a:prstGeom>
          </p:spPr>
        </p:pic>
        <p:pic>
          <p:nvPicPr>
            <p:cNvPr id="51" name="图片 50"/>
            <p:cNvPicPr>
              <a:picLocks noChangeAspect="1"/>
            </p:cNvPicPr>
            <p:nvPr userDrawn="1">
              <p:custDataLst>
                <p:tags r:id="rId17"/>
              </p:custDataLst>
            </p:nvPr>
          </p:nvPicPr>
          <p:blipFill>
            <a:blip r:embed="rId18">
              <a:extLst>
                <a:ext uri="{28A0092B-C50C-407E-A947-70E740481C1C}">
                  <a14:useLocalDpi xmlns:a14="http://schemas.microsoft.com/office/drawing/2010/main" val="0"/>
                </a:ext>
              </a:extLst>
            </a:blip>
            <a:stretch>
              <a:fillRect/>
            </a:stretch>
          </p:blipFill>
          <p:spPr>
            <a:xfrm>
              <a:off x="313800" y="4590091"/>
              <a:ext cx="737680" cy="2267909"/>
            </a:xfrm>
            <a:prstGeom prst="rect">
              <a:avLst/>
            </a:prstGeom>
          </p:spPr>
        </p:pic>
      </p:gr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标题幻灯片">
    <p:bg>
      <p:bgPr>
        <a:solidFill>
          <a:schemeClr val="bg2"/>
        </a:solidFill>
        <a:effectLst/>
      </p:bgPr>
    </p:bg>
    <p:spTree>
      <p:nvGrpSpPr>
        <p:cNvPr id="1" name=""/>
        <p:cNvGrpSpPr/>
        <p:nvPr/>
      </p:nvGrpSpPr>
      <p:grpSpPr>
        <a:xfrm>
          <a:off x="0" y="0"/>
          <a:ext cx="0" cy="0"/>
          <a:chOff x="0" y="0"/>
          <a:chExt cx="0" cy="0"/>
        </a:xfrm>
      </p:grpSpPr>
      <p:sp>
        <p:nvSpPr>
          <p:cNvPr id="7" name="Rectangle 13"/>
          <p:cNvSpPr>
            <a:spLocks noChangeArrowheads="1"/>
          </p:cNvSpPr>
          <p:nvPr>
            <p:custDataLst>
              <p:tags r:id="rId2"/>
            </p:custDataLst>
          </p:nvPr>
        </p:nvSpPr>
        <p:spPr bwMode="auto">
          <a:xfrm>
            <a:off x="0" y="3757613"/>
            <a:ext cx="9145191" cy="1385888"/>
          </a:xfrm>
          <a:prstGeom prst="rect">
            <a:avLst/>
          </a:prstGeom>
          <a:solidFill>
            <a:schemeClr val="accent1"/>
          </a:solidFill>
          <a:ln>
            <a:noFill/>
          </a:ln>
        </p:spPr>
        <p:txBody>
          <a:bodyPr vert="horz" wrap="square" lIns="68580" tIns="34290" rIns="68580" bIns="34290" numCol="1" anchor="t" anchorCtr="0" compatLnSpc="1"/>
          <a:lstStyle/>
          <a:p>
            <a:endParaRPr lang="zh-CN" altLang="en-US" sz="1350"/>
          </a:p>
        </p:txBody>
      </p:sp>
      <p:sp>
        <p:nvSpPr>
          <p:cNvPr id="8" name="Rectangle 14"/>
          <p:cNvSpPr>
            <a:spLocks noChangeArrowheads="1"/>
          </p:cNvSpPr>
          <p:nvPr>
            <p:custDataLst>
              <p:tags r:id="rId3"/>
            </p:custDataLst>
          </p:nvPr>
        </p:nvSpPr>
        <p:spPr bwMode="auto">
          <a:xfrm>
            <a:off x="0" y="3757613"/>
            <a:ext cx="9145191" cy="1385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lstStyle/>
          <a:p>
            <a:endParaRPr lang="zh-CN" altLang="en-US" sz="1350"/>
          </a:p>
        </p:txBody>
      </p:sp>
      <p:grpSp>
        <p:nvGrpSpPr>
          <p:cNvPr id="5" name="组合 4"/>
          <p:cNvGrpSpPr/>
          <p:nvPr userDrawn="1">
            <p:custDataLst>
              <p:tags r:id="rId4"/>
            </p:custDataLst>
          </p:nvPr>
        </p:nvGrpSpPr>
        <p:grpSpPr>
          <a:xfrm>
            <a:off x="2634854" y="327422"/>
            <a:ext cx="6211490" cy="4600575"/>
            <a:chOff x="3513138" y="436563"/>
            <a:chExt cx="8281987" cy="6134100"/>
          </a:xfrm>
        </p:grpSpPr>
        <p:sp>
          <p:nvSpPr>
            <p:cNvPr id="11" name="Oval 17"/>
            <p:cNvSpPr>
              <a:spLocks noChangeArrowheads="1"/>
            </p:cNvSpPr>
            <p:nvPr>
              <p:custDataLst>
                <p:tags r:id="rId5"/>
              </p:custDataLst>
            </p:nvPr>
          </p:nvSpPr>
          <p:spPr bwMode="auto">
            <a:xfrm>
              <a:off x="11664950" y="503238"/>
              <a:ext cx="79375" cy="84138"/>
            </a:xfrm>
            <a:prstGeom prst="ellipse">
              <a:avLst/>
            </a:prstGeom>
            <a:solidFill>
              <a:schemeClr val="accent1">
                <a:lumMod val="60000"/>
                <a:lumOff val="40000"/>
              </a:schemeClr>
            </a:solidFill>
            <a:ln>
              <a:noFill/>
            </a:ln>
          </p:spPr>
          <p:txBody>
            <a:bodyPr vert="horz" wrap="square" lIns="68580" tIns="34290" rIns="68580" bIns="34290" numCol="1" anchor="t" anchorCtr="0" compatLnSpc="1"/>
            <a:lstStyle/>
            <a:p>
              <a:endParaRPr lang="zh-CN" altLang="en-US" sz="1350"/>
            </a:p>
          </p:txBody>
        </p:sp>
        <p:sp>
          <p:nvSpPr>
            <p:cNvPr id="14" name="Oval 18"/>
            <p:cNvSpPr>
              <a:spLocks noChangeArrowheads="1"/>
            </p:cNvSpPr>
            <p:nvPr>
              <p:custDataLst>
                <p:tags r:id="rId6"/>
              </p:custDataLst>
            </p:nvPr>
          </p:nvSpPr>
          <p:spPr bwMode="auto">
            <a:xfrm>
              <a:off x="10515600" y="436563"/>
              <a:ext cx="79375" cy="84138"/>
            </a:xfrm>
            <a:prstGeom prst="ellipse">
              <a:avLst/>
            </a:prstGeom>
            <a:solidFill>
              <a:schemeClr val="accent1">
                <a:lumMod val="60000"/>
                <a:lumOff val="40000"/>
              </a:schemeClr>
            </a:solidFill>
            <a:ln>
              <a:noFill/>
            </a:ln>
          </p:spPr>
          <p:txBody>
            <a:bodyPr vert="horz" wrap="square" lIns="68580" tIns="34290" rIns="68580" bIns="34290" numCol="1" anchor="t" anchorCtr="0" compatLnSpc="1"/>
            <a:lstStyle/>
            <a:p>
              <a:endParaRPr lang="zh-CN" altLang="en-US" sz="1350"/>
            </a:p>
          </p:txBody>
        </p:sp>
        <p:sp>
          <p:nvSpPr>
            <p:cNvPr id="9" name="Oval 15"/>
            <p:cNvSpPr>
              <a:spLocks noChangeArrowheads="1"/>
            </p:cNvSpPr>
            <p:nvPr>
              <p:custDataLst>
                <p:tags r:id="rId7"/>
              </p:custDataLst>
            </p:nvPr>
          </p:nvSpPr>
          <p:spPr bwMode="auto">
            <a:xfrm>
              <a:off x="4919663" y="2586038"/>
              <a:ext cx="79375" cy="85725"/>
            </a:xfrm>
            <a:prstGeom prst="ellipse">
              <a:avLst/>
            </a:prstGeom>
            <a:solidFill>
              <a:schemeClr val="accent1">
                <a:lumMod val="60000"/>
                <a:lumOff val="40000"/>
              </a:schemeClr>
            </a:solidFill>
            <a:ln>
              <a:noFill/>
            </a:ln>
          </p:spPr>
          <p:txBody>
            <a:bodyPr vert="horz" wrap="square" lIns="68580" tIns="34290" rIns="68580" bIns="34290" numCol="1" anchor="t" anchorCtr="0" compatLnSpc="1"/>
            <a:lstStyle/>
            <a:p>
              <a:endParaRPr lang="zh-CN" altLang="en-US" sz="1350"/>
            </a:p>
          </p:txBody>
        </p:sp>
        <p:sp>
          <p:nvSpPr>
            <p:cNvPr id="10" name="Oval 16"/>
            <p:cNvSpPr>
              <a:spLocks noChangeArrowheads="1"/>
            </p:cNvSpPr>
            <p:nvPr>
              <p:custDataLst>
                <p:tags r:id="rId8"/>
              </p:custDataLst>
            </p:nvPr>
          </p:nvSpPr>
          <p:spPr bwMode="auto">
            <a:xfrm>
              <a:off x="5575300" y="2809875"/>
              <a:ext cx="79375" cy="85725"/>
            </a:xfrm>
            <a:prstGeom prst="ellipse">
              <a:avLst/>
            </a:prstGeom>
            <a:solidFill>
              <a:schemeClr val="accent1">
                <a:lumMod val="60000"/>
                <a:lumOff val="40000"/>
              </a:schemeClr>
            </a:solidFill>
            <a:ln>
              <a:noFill/>
            </a:ln>
          </p:spPr>
          <p:txBody>
            <a:bodyPr vert="horz" wrap="square" lIns="68580" tIns="34290" rIns="68580" bIns="34290" numCol="1" anchor="t" anchorCtr="0" compatLnSpc="1"/>
            <a:lstStyle/>
            <a:p>
              <a:endParaRPr lang="zh-CN" altLang="en-US" sz="1350"/>
            </a:p>
          </p:txBody>
        </p:sp>
        <p:sp>
          <p:nvSpPr>
            <p:cNvPr id="15" name="Oval 19"/>
            <p:cNvSpPr>
              <a:spLocks noChangeArrowheads="1"/>
            </p:cNvSpPr>
            <p:nvPr>
              <p:custDataLst>
                <p:tags r:id="rId9"/>
              </p:custDataLst>
            </p:nvPr>
          </p:nvSpPr>
          <p:spPr bwMode="auto">
            <a:xfrm>
              <a:off x="11245850" y="2284413"/>
              <a:ext cx="79375" cy="85725"/>
            </a:xfrm>
            <a:prstGeom prst="ellipse">
              <a:avLst/>
            </a:prstGeom>
            <a:solidFill>
              <a:schemeClr val="accent1">
                <a:lumMod val="60000"/>
                <a:lumOff val="40000"/>
              </a:schemeClr>
            </a:solidFill>
            <a:ln>
              <a:noFill/>
            </a:ln>
          </p:spPr>
          <p:txBody>
            <a:bodyPr vert="horz" wrap="square" lIns="68580" tIns="34290" rIns="68580" bIns="34290" numCol="1" anchor="t" anchorCtr="0" compatLnSpc="1"/>
            <a:lstStyle/>
            <a:p>
              <a:endParaRPr lang="zh-CN" altLang="en-US" sz="1350"/>
            </a:p>
          </p:txBody>
        </p:sp>
        <p:sp>
          <p:nvSpPr>
            <p:cNvPr id="16" name="Oval 20"/>
            <p:cNvSpPr>
              <a:spLocks noChangeArrowheads="1"/>
            </p:cNvSpPr>
            <p:nvPr>
              <p:custDataLst>
                <p:tags r:id="rId10"/>
              </p:custDataLst>
            </p:nvPr>
          </p:nvSpPr>
          <p:spPr bwMode="auto">
            <a:xfrm>
              <a:off x="11250613" y="809625"/>
              <a:ext cx="80963" cy="84138"/>
            </a:xfrm>
            <a:prstGeom prst="ellipse">
              <a:avLst/>
            </a:prstGeom>
            <a:solidFill>
              <a:schemeClr val="accent1">
                <a:lumMod val="60000"/>
                <a:lumOff val="40000"/>
              </a:schemeClr>
            </a:solidFill>
            <a:ln>
              <a:noFill/>
            </a:ln>
          </p:spPr>
          <p:txBody>
            <a:bodyPr vert="horz" wrap="square" lIns="68580" tIns="34290" rIns="68580" bIns="34290" numCol="1" anchor="t" anchorCtr="0" compatLnSpc="1"/>
            <a:lstStyle/>
            <a:p>
              <a:endParaRPr lang="zh-CN" altLang="en-US" sz="1350"/>
            </a:p>
          </p:txBody>
        </p:sp>
        <p:sp>
          <p:nvSpPr>
            <p:cNvPr id="17" name="Oval 21"/>
            <p:cNvSpPr>
              <a:spLocks noChangeArrowheads="1"/>
            </p:cNvSpPr>
            <p:nvPr>
              <p:custDataLst>
                <p:tags r:id="rId11"/>
              </p:custDataLst>
            </p:nvPr>
          </p:nvSpPr>
          <p:spPr bwMode="auto">
            <a:xfrm>
              <a:off x="8562975" y="771525"/>
              <a:ext cx="79375" cy="85725"/>
            </a:xfrm>
            <a:prstGeom prst="ellipse">
              <a:avLst/>
            </a:prstGeom>
            <a:solidFill>
              <a:schemeClr val="accent1">
                <a:lumMod val="60000"/>
                <a:lumOff val="40000"/>
              </a:schemeClr>
            </a:solidFill>
            <a:ln>
              <a:noFill/>
            </a:ln>
          </p:spPr>
          <p:txBody>
            <a:bodyPr vert="horz" wrap="square" lIns="68580" tIns="34290" rIns="68580" bIns="34290" numCol="1" anchor="t" anchorCtr="0" compatLnSpc="1"/>
            <a:lstStyle/>
            <a:p>
              <a:endParaRPr lang="zh-CN" altLang="en-US" sz="1350"/>
            </a:p>
          </p:txBody>
        </p:sp>
        <p:sp>
          <p:nvSpPr>
            <p:cNvPr id="18" name="Oval 22"/>
            <p:cNvSpPr>
              <a:spLocks noChangeArrowheads="1"/>
            </p:cNvSpPr>
            <p:nvPr>
              <p:custDataLst>
                <p:tags r:id="rId12"/>
              </p:custDataLst>
            </p:nvPr>
          </p:nvSpPr>
          <p:spPr bwMode="auto">
            <a:xfrm>
              <a:off x="5265738" y="3357563"/>
              <a:ext cx="80963" cy="84138"/>
            </a:xfrm>
            <a:prstGeom prst="ellipse">
              <a:avLst/>
            </a:prstGeom>
            <a:solidFill>
              <a:schemeClr val="accent1">
                <a:lumMod val="60000"/>
                <a:lumOff val="40000"/>
              </a:schemeClr>
            </a:solidFill>
            <a:ln>
              <a:noFill/>
            </a:ln>
          </p:spPr>
          <p:txBody>
            <a:bodyPr vert="horz" wrap="square" lIns="68580" tIns="34290" rIns="68580" bIns="34290" numCol="1" anchor="t" anchorCtr="0" compatLnSpc="1"/>
            <a:lstStyle/>
            <a:p>
              <a:endParaRPr lang="zh-CN" altLang="en-US" sz="1350"/>
            </a:p>
          </p:txBody>
        </p:sp>
        <p:sp>
          <p:nvSpPr>
            <p:cNvPr id="19" name="Oval 23"/>
            <p:cNvSpPr>
              <a:spLocks noChangeArrowheads="1"/>
            </p:cNvSpPr>
            <p:nvPr>
              <p:custDataLst>
                <p:tags r:id="rId13"/>
              </p:custDataLst>
            </p:nvPr>
          </p:nvSpPr>
          <p:spPr bwMode="auto">
            <a:xfrm>
              <a:off x="3513138" y="4232275"/>
              <a:ext cx="80963" cy="82550"/>
            </a:xfrm>
            <a:prstGeom prst="ellipse">
              <a:avLst/>
            </a:prstGeom>
            <a:solidFill>
              <a:schemeClr val="accent1">
                <a:lumMod val="60000"/>
                <a:lumOff val="40000"/>
              </a:schemeClr>
            </a:solidFill>
            <a:ln>
              <a:noFill/>
            </a:ln>
          </p:spPr>
          <p:txBody>
            <a:bodyPr vert="horz" wrap="square" lIns="68580" tIns="34290" rIns="68580" bIns="34290" numCol="1" anchor="t" anchorCtr="0" compatLnSpc="1"/>
            <a:lstStyle/>
            <a:p>
              <a:endParaRPr lang="zh-CN" altLang="en-US" sz="1350"/>
            </a:p>
          </p:txBody>
        </p:sp>
        <p:sp>
          <p:nvSpPr>
            <p:cNvPr id="20" name="Oval 24"/>
            <p:cNvSpPr>
              <a:spLocks noChangeArrowheads="1"/>
            </p:cNvSpPr>
            <p:nvPr>
              <p:custDataLst>
                <p:tags r:id="rId14"/>
              </p:custDataLst>
            </p:nvPr>
          </p:nvSpPr>
          <p:spPr bwMode="auto">
            <a:xfrm>
              <a:off x="6319838" y="4406900"/>
              <a:ext cx="80963" cy="85725"/>
            </a:xfrm>
            <a:prstGeom prst="ellipse">
              <a:avLst/>
            </a:prstGeom>
            <a:solidFill>
              <a:schemeClr val="accent1">
                <a:lumMod val="60000"/>
                <a:lumOff val="40000"/>
              </a:schemeClr>
            </a:solidFill>
            <a:ln>
              <a:noFill/>
            </a:ln>
          </p:spPr>
          <p:txBody>
            <a:bodyPr vert="horz" wrap="square" lIns="68580" tIns="34290" rIns="68580" bIns="34290" numCol="1" anchor="t" anchorCtr="0" compatLnSpc="1"/>
            <a:lstStyle/>
            <a:p>
              <a:endParaRPr lang="zh-CN" altLang="en-US" sz="1350"/>
            </a:p>
          </p:txBody>
        </p:sp>
        <p:sp>
          <p:nvSpPr>
            <p:cNvPr id="21" name="Oval 25"/>
            <p:cNvSpPr>
              <a:spLocks noChangeArrowheads="1"/>
            </p:cNvSpPr>
            <p:nvPr>
              <p:custDataLst>
                <p:tags r:id="rId15"/>
              </p:custDataLst>
            </p:nvPr>
          </p:nvSpPr>
          <p:spPr bwMode="auto">
            <a:xfrm>
              <a:off x="5840413" y="4041775"/>
              <a:ext cx="79375" cy="84138"/>
            </a:xfrm>
            <a:prstGeom prst="ellipse">
              <a:avLst/>
            </a:prstGeom>
            <a:solidFill>
              <a:schemeClr val="accent1">
                <a:lumMod val="60000"/>
                <a:lumOff val="40000"/>
              </a:schemeClr>
            </a:solidFill>
            <a:ln>
              <a:noFill/>
            </a:ln>
          </p:spPr>
          <p:txBody>
            <a:bodyPr vert="horz" wrap="square" lIns="68580" tIns="34290" rIns="68580" bIns="34290" numCol="1" anchor="t" anchorCtr="0" compatLnSpc="1"/>
            <a:lstStyle/>
            <a:p>
              <a:endParaRPr lang="zh-CN" altLang="en-US" sz="1350"/>
            </a:p>
          </p:txBody>
        </p:sp>
        <p:sp>
          <p:nvSpPr>
            <p:cNvPr id="22" name="Oval 26"/>
            <p:cNvSpPr>
              <a:spLocks noChangeArrowheads="1"/>
            </p:cNvSpPr>
            <p:nvPr>
              <p:custDataLst>
                <p:tags r:id="rId16"/>
              </p:custDataLst>
            </p:nvPr>
          </p:nvSpPr>
          <p:spPr bwMode="auto">
            <a:xfrm>
              <a:off x="11458575" y="4291013"/>
              <a:ext cx="79375" cy="85725"/>
            </a:xfrm>
            <a:prstGeom prst="ellipse">
              <a:avLst/>
            </a:prstGeom>
            <a:solidFill>
              <a:schemeClr val="accent1">
                <a:lumMod val="60000"/>
                <a:lumOff val="40000"/>
              </a:schemeClr>
            </a:solidFill>
            <a:ln>
              <a:noFill/>
            </a:ln>
          </p:spPr>
          <p:txBody>
            <a:bodyPr vert="horz" wrap="square" lIns="68580" tIns="34290" rIns="68580" bIns="34290" numCol="1" anchor="t" anchorCtr="0" compatLnSpc="1"/>
            <a:lstStyle/>
            <a:p>
              <a:endParaRPr lang="zh-CN" altLang="en-US" sz="1350"/>
            </a:p>
          </p:txBody>
        </p:sp>
        <p:sp>
          <p:nvSpPr>
            <p:cNvPr id="23" name="Oval 27"/>
            <p:cNvSpPr>
              <a:spLocks noChangeArrowheads="1"/>
            </p:cNvSpPr>
            <p:nvPr>
              <p:custDataLst>
                <p:tags r:id="rId17"/>
              </p:custDataLst>
            </p:nvPr>
          </p:nvSpPr>
          <p:spPr bwMode="auto">
            <a:xfrm>
              <a:off x="11715750" y="3781425"/>
              <a:ext cx="79375" cy="82550"/>
            </a:xfrm>
            <a:prstGeom prst="ellipse">
              <a:avLst/>
            </a:prstGeom>
            <a:solidFill>
              <a:schemeClr val="accent1">
                <a:lumMod val="60000"/>
                <a:lumOff val="40000"/>
              </a:schemeClr>
            </a:solidFill>
            <a:ln>
              <a:noFill/>
            </a:ln>
          </p:spPr>
          <p:txBody>
            <a:bodyPr vert="horz" wrap="square" lIns="68580" tIns="34290" rIns="68580" bIns="34290" numCol="1" anchor="t" anchorCtr="0" compatLnSpc="1"/>
            <a:lstStyle/>
            <a:p>
              <a:endParaRPr lang="zh-CN" altLang="en-US" sz="1350"/>
            </a:p>
          </p:txBody>
        </p:sp>
        <p:sp>
          <p:nvSpPr>
            <p:cNvPr id="24" name="Oval 28"/>
            <p:cNvSpPr>
              <a:spLocks noChangeArrowheads="1"/>
            </p:cNvSpPr>
            <p:nvPr>
              <p:custDataLst>
                <p:tags r:id="rId18"/>
              </p:custDataLst>
            </p:nvPr>
          </p:nvSpPr>
          <p:spPr bwMode="auto">
            <a:xfrm>
              <a:off x="9496425" y="4206875"/>
              <a:ext cx="79375" cy="84138"/>
            </a:xfrm>
            <a:prstGeom prst="ellipse">
              <a:avLst/>
            </a:prstGeom>
            <a:solidFill>
              <a:schemeClr val="accent1">
                <a:lumMod val="60000"/>
                <a:lumOff val="40000"/>
              </a:schemeClr>
            </a:solidFill>
            <a:ln>
              <a:noFill/>
            </a:ln>
          </p:spPr>
          <p:txBody>
            <a:bodyPr vert="horz" wrap="square" lIns="68580" tIns="34290" rIns="68580" bIns="34290" numCol="1" anchor="t" anchorCtr="0" compatLnSpc="1"/>
            <a:lstStyle/>
            <a:p>
              <a:endParaRPr lang="zh-CN" altLang="en-US" sz="1350"/>
            </a:p>
          </p:txBody>
        </p:sp>
        <p:sp>
          <p:nvSpPr>
            <p:cNvPr id="25" name="Oval 29"/>
            <p:cNvSpPr>
              <a:spLocks noChangeArrowheads="1"/>
            </p:cNvSpPr>
            <p:nvPr>
              <p:custDataLst>
                <p:tags r:id="rId19"/>
              </p:custDataLst>
            </p:nvPr>
          </p:nvSpPr>
          <p:spPr bwMode="auto">
            <a:xfrm>
              <a:off x="10896600" y="4011613"/>
              <a:ext cx="79375" cy="82550"/>
            </a:xfrm>
            <a:prstGeom prst="ellipse">
              <a:avLst/>
            </a:prstGeom>
            <a:solidFill>
              <a:schemeClr val="accent1">
                <a:lumMod val="60000"/>
                <a:lumOff val="40000"/>
              </a:schemeClr>
            </a:solidFill>
            <a:ln>
              <a:noFill/>
            </a:ln>
          </p:spPr>
          <p:txBody>
            <a:bodyPr vert="horz" wrap="square" lIns="68580" tIns="34290" rIns="68580" bIns="34290" numCol="1" anchor="t" anchorCtr="0" compatLnSpc="1"/>
            <a:lstStyle/>
            <a:p>
              <a:endParaRPr lang="zh-CN" altLang="en-US" sz="1350"/>
            </a:p>
          </p:txBody>
        </p:sp>
        <p:sp>
          <p:nvSpPr>
            <p:cNvPr id="26" name="Oval 30"/>
            <p:cNvSpPr>
              <a:spLocks noChangeArrowheads="1"/>
            </p:cNvSpPr>
            <p:nvPr>
              <p:custDataLst>
                <p:tags r:id="rId20"/>
              </p:custDataLst>
            </p:nvPr>
          </p:nvSpPr>
          <p:spPr bwMode="auto">
            <a:xfrm>
              <a:off x="11049000" y="4762500"/>
              <a:ext cx="79375" cy="85725"/>
            </a:xfrm>
            <a:prstGeom prst="ellipse">
              <a:avLst/>
            </a:prstGeom>
            <a:solidFill>
              <a:schemeClr val="accent1">
                <a:lumMod val="60000"/>
                <a:lumOff val="40000"/>
              </a:schemeClr>
            </a:solidFill>
            <a:ln>
              <a:noFill/>
            </a:ln>
          </p:spPr>
          <p:txBody>
            <a:bodyPr vert="horz" wrap="square" lIns="68580" tIns="34290" rIns="68580" bIns="34290" numCol="1" anchor="t" anchorCtr="0" compatLnSpc="1"/>
            <a:lstStyle/>
            <a:p>
              <a:endParaRPr lang="zh-CN" altLang="en-US" sz="1350"/>
            </a:p>
          </p:txBody>
        </p:sp>
        <p:sp>
          <p:nvSpPr>
            <p:cNvPr id="27" name="Oval 31"/>
            <p:cNvSpPr>
              <a:spLocks noChangeArrowheads="1"/>
            </p:cNvSpPr>
            <p:nvPr>
              <p:custDataLst>
                <p:tags r:id="rId21"/>
              </p:custDataLst>
            </p:nvPr>
          </p:nvSpPr>
          <p:spPr bwMode="auto">
            <a:xfrm>
              <a:off x="5795963" y="2409825"/>
              <a:ext cx="79375" cy="84138"/>
            </a:xfrm>
            <a:prstGeom prst="ellipse">
              <a:avLst/>
            </a:prstGeom>
            <a:solidFill>
              <a:schemeClr val="accent1">
                <a:lumMod val="60000"/>
                <a:lumOff val="40000"/>
              </a:schemeClr>
            </a:solidFill>
            <a:ln>
              <a:noFill/>
            </a:ln>
          </p:spPr>
          <p:txBody>
            <a:bodyPr vert="horz" wrap="square" lIns="68580" tIns="34290" rIns="68580" bIns="34290" numCol="1" anchor="t" anchorCtr="0" compatLnSpc="1"/>
            <a:lstStyle/>
            <a:p>
              <a:endParaRPr lang="zh-CN" altLang="en-US" sz="1350"/>
            </a:p>
          </p:txBody>
        </p:sp>
        <p:sp>
          <p:nvSpPr>
            <p:cNvPr id="28" name="Oval 32"/>
            <p:cNvSpPr>
              <a:spLocks noChangeArrowheads="1"/>
            </p:cNvSpPr>
            <p:nvPr>
              <p:custDataLst>
                <p:tags r:id="rId22"/>
              </p:custDataLst>
            </p:nvPr>
          </p:nvSpPr>
          <p:spPr bwMode="auto">
            <a:xfrm>
              <a:off x="6507163" y="6224588"/>
              <a:ext cx="1831975" cy="109538"/>
            </a:xfrm>
            <a:prstGeom prst="ellipse">
              <a:avLst/>
            </a:prstGeom>
            <a:solidFill>
              <a:schemeClr val="tx2">
                <a:alpha val="70000"/>
              </a:schemeClr>
            </a:solidFill>
            <a:ln>
              <a:noFill/>
            </a:ln>
          </p:spPr>
          <p:txBody>
            <a:bodyPr vert="horz" wrap="square" lIns="68580" tIns="34290" rIns="68580" bIns="34290" numCol="1" anchor="t" anchorCtr="0" compatLnSpc="1"/>
            <a:lstStyle/>
            <a:p>
              <a:endParaRPr lang="zh-CN" altLang="en-US" sz="1350"/>
            </a:p>
          </p:txBody>
        </p:sp>
        <p:sp>
          <p:nvSpPr>
            <p:cNvPr id="29" name="Oval 33"/>
            <p:cNvSpPr>
              <a:spLocks noChangeArrowheads="1"/>
            </p:cNvSpPr>
            <p:nvPr>
              <p:custDataLst>
                <p:tags r:id="rId23"/>
              </p:custDataLst>
            </p:nvPr>
          </p:nvSpPr>
          <p:spPr bwMode="auto">
            <a:xfrm>
              <a:off x="9201150" y="6210300"/>
              <a:ext cx="1831975" cy="111125"/>
            </a:xfrm>
            <a:prstGeom prst="ellipse">
              <a:avLst/>
            </a:prstGeom>
            <a:solidFill>
              <a:schemeClr val="tx2">
                <a:alpha val="70000"/>
              </a:schemeClr>
            </a:solidFill>
            <a:ln>
              <a:noFill/>
            </a:ln>
          </p:spPr>
          <p:txBody>
            <a:bodyPr vert="horz" wrap="square" lIns="68580" tIns="34290" rIns="68580" bIns="34290" numCol="1" anchor="t" anchorCtr="0" compatLnSpc="1"/>
            <a:lstStyle/>
            <a:p>
              <a:endParaRPr lang="zh-CN" altLang="en-US" sz="1350"/>
            </a:p>
          </p:txBody>
        </p:sp>
        <p:sp>
          <p:nvSpPr>
            <p:cNvPr id="30" name="Freeform 34"/>
            <p:cNvSpPr/>
            <p:nvPr>
              <p:custDataLst>
                <p:tags r:id="rId24"/>
              </p:custDataLst>
            </p:nvPr>
          </p:nvSpPr>
          <p:spPr bwMode="auto">
            <a:xfrm>
              <a:off x="5875338" y="6007100"/>
              <a:ext cx="92075" cy="146050"/>
            </a:xfrm>
            <a:custGeom>
              <a:avLst/>
              <a:gdLst>
                <a:gd name="T0" fmla="*/ 44 w 48"/>
                <a:gd name="T1" fmla="*/ 77 h 77"/>
                <a:gd name="T2" fmla="*/ 7 w 48"/>
                <a:gd name="T3" fmla="*/ 0 h 77"/>
                <a:gd name="T4" fmla="*/ 44 w 48"/>
                <a:gd name="T5" fmla="*/ 77 h 77"/>
              </a:gdLst>
              <a:ahLst/>
              <a:cxnLst>
                <a:cxn ang="0">
                  <a:pos x="T0" y="T1"/>
                </a:cxn>
                <a:cxn ang="0">
                  <a:pos x="T2" y="T3"/>
                </a:cxn>
                <a:cxn ang="0">
                  <a:pos x="T4" y="T5"/>
                </a:cxn>
              </a:cxnLst>
              <a:rect l="0" t="0" r="r" b="b"/>
              <a:pathLst>
                <a:path w="48" h="77">
                  <a:moveTo>
                    <a:pt x="44" y="77"/>
                  </a:moveTo>
                  <a:cubicBezTo>
                    <a:pt x="44" y="77"/>
                    <a:pt x="0" y="64"/>
                    <a:pt x="7" y="0"/>
                  </a:cubicBezTo>
                  <a:cubicBezTo>
                    <a:pt x="7" y="0"/>
                    <a:pt x="48" y="21"/>
                    <a:pt x="44" y="77"/>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31" name="Freeform 35"/>
            <p:cNvSpPr/>
            <p:nvPr>
              <p:custDataLst>
                <p:tags r:id="rId25"/>
              </p:custDataLst>
            </p:nvPr>
          </p:nvSpPr>
          <p:spPr bwMode="auto">
            <a:xfrm>
              <a:off x="5951538" y="6008688"/>
              <a:ext cx="92075" cy="144463"/>
            </a:xfrm>
            <a:custGeom>
              <a:avLst/>
              <a:gdLst>
                <a:gd name="T0" fmla="*/ 4 w 48"/>
                <a:gd name="T1" fmla="*/ 76 h 76"/>
                <a:gd name="T2" fmla="*/ 42 w 48"/>
                <a:gd name="T3" fmla="*/ 0 h 76"/>
                <a:gd name="T4" fmla="*/ 4 w 48"/>
                <a:gd name="T5" fmla="*/ 76 h 76"/>
              </a:gdLst>
              <a:ahLst/>
              <a:cxnLst>
                <a:cxn ang="0">
                  <a:pos x="T0" y="T1"/>
                </a:cxn>
                <a:cxn ang="0">
                  <a:pos x="T2" y="T3"/>
                </a:cxn>
                <a:cxn ang="0">
                  <a:pos x="T4" y="T5"/>
                </a:cxn>
              </a:cxnLst>
              <a:rect l="0" t="0" r="r" b="b"/>
              <a:pathLst>
                <a:path w="48" h="76">
                  <a:moveTo>
                    <a:pt x="4" y="76"/>
                  </a:moveTo>
                  <a:cubicBezTo>
                    <a:pt x="4" y="76"/>
                    <a:pt x="48" y="64"/>
                    <a:pt x="42" y="0"/>
                  </a:cubicBezTo>
                  <a:cubicBezTo>
                    <a:pt x="42" y="0"/>
                    <a:pt x="0" y="20"/>
                    <a:pt x="4" y="76"/>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11649" name="Freeform 36"/>
            <p:cNvSpPr/>
            <p:nvPr>
              <p:custDataLst>
                <p:tags r:id="rId26"/>
              </p:custDataLst>
            </p:nvPr>
          </p:nvSpPr>
          <p:spPr bwMode="auto">
            <a:xfrm>
              <a:off x="5903913" y="5932488"/>
              <a:ext cx="117475" cy="163513"/>
            </a:xfrm>
            <a:custGeom>
              <a:avLst/>
              <a:gdLst>
                <a:gd name="T0" fmla="*/ 28 w 61"/>
                <a:gd name="T1" fmla="*/ 86 h 86"/>
                <a:gd name="T2" fmla="*/ 27 w 61"/>
                <a:gd name="T3" fmla="*/ 0 h 86"/>
                <a:gd name="T4" fmla="*/ 28 w 61"/>
                <a:gd name="T5" fmla="*/ 86 h 86"/>
              </a:gdLst>
              <a:ahLst/>
              <a:cxnLst>
                <a:cxn ang="0">
                  <a:pos x="T0" y="T1"/>
                </a:cxn>
                <a:cxn ang="0">
                  <a:pos x="T2" y="T3"/>
                </a:cxn>
                <a:cxn ang="0">
                  <a:pos x="T4" y="T5"/>
                </a:cxn>
              </a:cxnLst>
              <a:rect l="0" t="0" r="r" b="b"/>
              <a:pathLst>
                <a:path w="61" h="86">
                  <a:moveTo>
                    <a:pt x="28" y="86"/>
                  </a:moveTo>
                  <a:cubicBezTo>
                    <a:pt x="28" y="86"/>
                    <a:pt x="61" y="54"/>
                    <a:pt x="27" y="0"/>
                  </a:cubicBezTo>
                  <a:cubicBezTo>
                    <a:pt x="27" y="0"/>
                    <a:pt x="0" y="40"/>
                    <a:pt x="28" y="86"/>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11653" name="Freeform 37"/>
            <p:cNvSpPr/>
            <p:nvPr>
              <p:custDataLst>
                <p:tags r:id="rId27"/>
              </p:custDataLst>
            </p:nvPr>
          </p:nvSpPr>
          <p:spPr bwMode="auto">
            <a:xfrm>
              <a:off x="6651625" y="6453188"/>
              <a:ext cx="74613" cy="117475"/>
            </a:xfrm>
            <a:custGeom>
              <a:avLst/>
              <a:gdLst>
                <a:gd name="T0" fmla="*/ 35 w 39"/>
                <a:gd name="T1" fmla="*/ 62 h 62"/>
                <a:gd name="T2" fmla="*/ 5 w 39"/>
                <a:gd name="T3" fmla="*/ 0 h 62"/>
                <a:gd name="T4" fmla="*/ 35 w 39"/>
                <a:gd name="T5" fmla="*/ 62 h 62"/>
              </a:gdLst>
              <a:ahLst/>
              <a:cxnLst>
                <a:cxn ang="0">
                  <a:pos x="T0" y="T1"/>
                </a:cxn>
                <a:cxn ang="0">
                  <a:pos x="T2" y="T3"/>
                </a:cxn>
                <a:cxn ang="0">
                  <a:pos x="T4" y="T5"/>
                </a:cxn>
              </a:cxnLst>
              <a:rect l="0" t="0" r="r" b="b"/>
              <a:pathLst>
                <a:path w="39" h="62">
                  <a:moveTo>
                    <a:pt x="35" y="62"/>
                  </a:moveTo>
                  <a:cubicBezTo>
                    <a:pt x="35" y="62"/>
                    <a:pt x="0" y="52"/>
                    <a:pt x="5" y="0"/>
                  </a:cubicBezTo>
                  <a:cubicBezTo>
                    <a:pt x="5" y="0"/>
                    <a:pt x="39" y="17"/>
                    <a:pt x="35" y="62"/>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11691" name="Freeform 38"/>
            <p:cNvSpPr/>
            <p:nvPr>
              <p:custDataLst>
                <p:tags r:id="rId28"/>
              </p:custDataLst>
            </p:nvPr>
          </p:nvSpPr>
          <p:spPr bwMode="auto">
            <a:xfrm>
              <a:off x="6711950" y="6454775"/>
              <a:ext cx="73025" cy="115888"/>
            </a:xfrm>
            <a:custGeom>
              <a:avLst/>
              <a:gdLst>
                <a:gd name="T0" fmla="*/ 3 w 38"/>
                <a:gd name="T1" fmla="*/ 61 h 61"/>
                <a:gd name="T2" fmla="*/ 34 w 38"/>
                <a:gd name="T3" fmla="*/ 0 h 61"/>
                <a:gd name="T4" fmla="*/ 3 w 38"/>
                <a:gd name="T5" fmla="*/ 61 h 61"/>
              </a:gdLst>
              <a:ahLst/>
              <a:cxnLst>
                <a:cxn ang="0">
                  <a:pos x="T0" y="T1"/>
                </a:cxn>
                <a:cxn ang="0">
                  <a:pos x="T2" y="T3"/>
                </a:cxn>
                <a:cxn ang="0">
                  <a:pos x="T4" y="T5"/>
                </a:cxn>
              </a:cxnLst>
              <a:rect l="0" t="0" r="r" b="b"/>
              <a:pathLst>
                <a:path w="38" h="61">
                  <a:moveTo>
                    <a:pt x="3" y="61"/>
                  </a:moveTo>
                  <a:cubicBezTo>
                    <a:pt x="3" y="61"/>
                    <a:pt x="38" y="52"/>
                    <a:pt x="34" y="0"/>
                  </a:cubicBezTo>
                  <a:cubicBezTo>
                    <a:pt x="34" y="0"/>
                    <a:pt x="0" y="16"/>
                    <a:pt x="3" y="61"/>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11692" name="Freeform 39"/>
            <p:cNvSpPr/>
            <p:nvPr>
              <p:custDataLst>
                <p:tags r:id="rId29"/>
              </p:custDataLst>
            </p:nvPr>
          </p:nvSpPr>
          <p:spPr bwMode="auto">
            <a:xfrm>
              <a:off x="6672263" y="6394450"/>
              <a:ext cx="95250" cy="130175"/>
            </a:xfrm>
            <a:custGeom>
              <a:avLst/>
              <a:gdLst>
                <a:gd name="T0" fmla="*/ 24 w 50"/>
                <a:gd name="T1" fmla="*/ 69 h 69"/>
                <a:gd name="T2" fmla="*/ 22 w 50"/>
                <a:gd name="T3" fmla="*/ 0 h 69"/>
                <a:gd name="T4" fmla="*/ 24 w 50"/>
                <a:gd name="T5" fmla="*/ 69 h 69"/>
              </a:gdLst>
              <a:ahLst/>
              <a:cxnLst>
                <a:cxn ang="0">
                  <a:pos x="T0" y="T1"/>
                </a:cxn>
                <a:cxn ang="0">
                  <a:pos x="T2" y="T3"/>
                </a:cxn>
                <a:cxn ang="0">
                  <a:pos x="T4" y="T5"/>
                </a:cxn>
              </a:cxnLst>
              <a:rect l="0" t="0" r="r" b="b"/>
              <a:pathLst>
                <a:path w="50" h="69">
                  <a:moveTo>
                    <a:pt x="24" y="69"/>
                  </a:moveTo>
                  <a:cubicBezTo>
                    <a:pt x="24" y="69"/>
                    <a:pt x="50" y="43"/>
                    <a:pt x="22" y="0"/>
                  </a:cubicBezTo>
                  <a:cubicBezTo>
                    <a:pt x="22" y="0"/>
                    <a:pt x="0" y="32"/>
                    <a:pt x="24" y="69"/>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11693" name="Freeform 40"/>
            <p:cNvSpPr/>
            <p:nvPr>
              <p:custDataLst>
                <p:tags r:id="rId30"/>
              </p:custDataLst>
            </p:nvPr>
          </p:nvSpPr>
          <p:spPr bwMode="auto">
            <a:xfrm>
              <a:off x="9780588" y="6389688"/>
              <a:ext cx="73025" cy="117475"/>
            </a:xfrm>
            <a:custGeom>
              <a:avLst/>
              <a:gdLst>
                <a:gd name="T0" fmla="*/ 35 w 39"/>
                <a:gd name="T1" fmla="*/ 62 h 62"/>
                <a:gd name="T2" fmla="*/ 5 w 39"/>
                <a:gd name="T3" fmla="*/ 0 h 62"/>
                <a:gd name="T4" fmla="*/ 35 w 39"/>
                <a:gd name="T5" fmla="*/ 62 h 62"/>
              </a:gdLst>
              <a:ahLst/>
              <a:cxnLst>
                <a:cxn ang="0">
                  <a:pos x="T0" y="T1"/>
                </a:cxn>
                <a:cxn ang="0">
                  <a:pos x="T2" y="T3"/>
                </a:cxn>
                <a:cxn ang="0">
                  <a:pos x="T4" y="T5"/>
                </a:cxn>
              </a:cxnLst>
              <a:rect l="0" t="0" r="r" b="b"/>
              <a:pathLst>
                <a:path w="39" h="62">
                  <a:moveTo>
                    <a:pt x="35" y="62"/>
                  </a:moveTo>
                  <a:cubicBezTo>
                    <a:pt x="35" y="62"/>
                    <a:pt x="0" y="52"/>
                    <a:pt x="5" y="0"/>
                  </a:cubicBezTo>
                  <a:cubicBezTo>
                    <a:pt x="5" y="0"/>
                    <a:pt x="39" y="17"/>
                    <a:pt x="35" y="62"/>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11694" name="Freeform 41"/>
            <p:cNvSpPr/>
            <p:nvPr>
              <p:custDataLst>
                <p:tags r:id="rId31"/>
              </p:custDataLst>
            </p:nvPr>
          </p:nvSpPr>
          <p:spPr bwMode="auto">
            <a:xfrm>
              <a:off x="9840913" y="6389688"/>
              <a:ext cx="74613" cy="117475"/>
            </a:xfrm>
            <a:custGeom>
              <a:avLst/>
              <a:gdLst>
                <a:gd name="T0" fmla="*/ 3 w 39"/>
                <a:gd name="T1" fmla="*/ 62 h 62"/>
                <a:gd name="T2" fmla="*/ 34 w 39"/>
                <a:gd name="T3" fmla="*/ 0 h 62"/>
                <a:gd name="T4" fmla="*/ 3 w 39"/>
                <a:gd name="T5" fmla="*/ 62 h 62"/>
              </a:gdLst>
              <a:ahLst/>
              <a:cxnLst>
                <a:cxn ang="0">
                  <a:pos x="T0" y="T1"/>
                </a:cxn>
                <a:cxn ang="0">
                  <a:pos x="T2" y="T3"/>
                </a:cxn>
                <a:cxn ang="0">
                  <a:pos x="T4" y="T5"/>
                </a:cxn>
              </a:cxnLst>
              <a:rect l="0" t="0" r="r" b="b"/>
              <a:pathLst>
                <a:path w="39" h="62">
                  <a:moveTo>
                    <a:pt x="3" y="62"/>
                  </a:moveTo>
                  <a:cubicBezTo>
                    <a:pt x="3" y="62"/>
                    <a:pt x="39" y="52"/>
                    <a:pt x="34" y="0"/>
                  </a:cubicBezTo>
                  <a:cubicBezTo>
                    <a:pt x="34" y="0"/>
                    <a:pt x="0" y="17"/>
                    <a:pt x="3" y="62"/>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11695" name="Freeform 42"/>
            <p:cNvSpPr/>
            <p:nvPr>
              <p:custDataLst>
                <p:tags r:id="rId32"/>
              </p:custDataLst>
            </p:nvPr>
          </p:nvSpPr>
          <p:spPr bwMode="auto">
            <a:xfrm>
              <a:off x="9802813" y="6330950"/>
              <a:ext cx="95250" cy="131763"/>
            </a:xfrm>
            <a:custGeom>
              <a:avLst/>
              <a:gdLst>
                <a:gd name="T0" fmla="*/ 23 w 50"/>
                <a:gd name="T1" fmla="*/ 69 h 69"/>
                <a:gd name="T2" fmla="*/ 22 w 50"/>
                <a:gd name="T3" fmla="*/ 0 h 69"/>
                <a:gd name="T4" fmla="*/ 23 w 50"/>
                <a:gd name="T5" fmla="*/ 69 h 69"/>
              </a:gdLst>
              <a:ahLst/>
              <a:cxnLst>
                <a:cxn ang="0">
                  <a:pos x="T0" y="T1"/>
                </a:cxn>
                <a:cxn ang="0">
                  <a:pos x="T2" y="T3"/>
                </a:cxn>
                <a:cxn ang="0">
                  <a:pos x="T4" y="T5"/>
                </a:cxn>
              </a:cxnLst>
              <a:rect l="0" t="0" r="r" b="b"/>
              <a:pathLst>
                <a:path w="50" h="69">
                  <a:moveTo>
                    <a:pt x="23" y="69"/>
                  </a:moveTo>
                  <a:cubicBezTo>
                    <a:pt x="23" y="69"/>
                    <a:pt x="50" y="43"/>
                    <a:pt x="22" y="0"/>
                  </a:cubicBezTo>
                  <a:cubicBezTo>
                    <a:pt x="22" y="0"/>
                    <a:pt x="0" y="32"/>
                    <a:pt x="23" y="69"/>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11696" name="Freeform 43"/>
            <p:cNvSpPr/>
            <p:nvPr>
              <p:custDataLst>
                <p:tags r:id="rId33"/>
              </p:custDataLst>
            </p:nvPr>
          </p:nvSpPr>
          <p:spPr bwMode="auto">
            <a:xfrm>
              <a:off x="8364538" y="6008688"/>
              <a:ext cx="87313" cy="138113"/>
            </a:xfrm>
            <a:custGeom>
              <a:avLst/>
              <a:gdLst>
                <a:gd name="T0" fmla="*/ 41 w 46"/>
                <a:gd name="T1" fmla="*/ 72 h 72"/>
                <a:gd name="T2" fmla="*/ 6 w 46"/>
                <a:gd name="T3" fmla="*/ 0 h 72"/>
                <a:gd name="T4" fmla="*/ 41 w 46"/>
                <a:gd name="T5" fmla="*/ 72 h 72"/>
              </a:gdLst>
              <a:ahLst/>
              <a:cxnLst>
                <a:cxn ang="0">
                  <a:pos x="T0" y="T1"/>
                </a:cxn>
                <a:cxn ang="0">
                  <a:pos x="T2" y="T3"/>
                </a:cxn>
                <a:cxn ang="0">
                  <a:pos x="T4" y="T5"/>
                </a:cxn>
              </a:cxnLst>
              <a:rect l="0" t="0" r="r" b="b"/>
              <a:pathLst>
                <a:path w="46" h="72">
                  <a:moveTo>
                    <a:pt x="41" y="72"/>
                  </a:moveTo>
                  <a:cubicBezTo>
                    <a:pt x="41" y="72"/>
                    <a:pt x="0" y="61"/>
                    <a:pt x="6" y="0"/>
                  </a:cubicBezTo>
                  <a:cubicBezTo>
                    <a:pt x="6" y="0"/>
                    <a:pt x="46" y="20"/>
                    <a:pt x="41" y="72"/>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11698" name="Freeform 44"/>
            <p:cNvSpPr/>
            <p:nvPr>
              <p:custDataLst>
                <p:tags r:id="rId34"/>
              </p:custDataLst>
            </p:nvPr>
          </p:nvSpPr>
          <p:spPr bwMode="auto">
            <a:xfrm>
              <a:off x="8434388" y="6011863"/>
              <a:ext cx="88900" cy="134938"/>
            </a:xfrm>
            <a:custGeom>
              <a:avLst/>
              <a:gdLst>
                <a:gd name="T0" fmla="*/ 4 w 46"/>
                <a:gd name="T1" fmla="*/ 71 h 71"/>
                <a:gd name="T2" fmla="*/ 40 w 46"/>
                <a:gd name="T3" fmla="*/ 0 h 71"/>
                <a:gd name="T4" fmla="*/ 4 w 46"/>
                <a:gd name="T5" fmla="*/ 71 h 71"/>
              </a:gdLst>
              <a:ahLst/>
              <a:cxnLst>
                <a:cxn ang="0">
                  <a:pos x="T0" y="T1"/>
                </a:cxn>
                <a:cxn ang="0">
                  <a:pos x="T2" y="T3"/>
                </a:cxn>
                <a:cxn ang="0">
                  <a:pos x="T4" y="T5"/>
                </a:cxn>
              </a:cxnLst>
              <a:rect l="0" t="0" r="r" b="b"/>
              <a:pathLst>
                <a:path w="46" h="71">
                  <a:moveTo>
                    <a:pt x="4" y="71"/>
                  </a:moveTo>
                  <a:cubicBezTo>
                    <a:pt x="4" y="71"/>
                    <a:pt x="46" y="60"/>
                    <a:pt x="40" y="0"/>
                  </a:cubicBezTo>
                  <a:cubicBezTo>
                    <a:pt x="40" y="0"/>
                    <a:pt x="0" y="19"/>
                    <a:pt x="4" y="71"/>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11699" name="Freeform 45"/>
            <p:cNvSpPr/>
            <p:nvPr>
              <p:custDataLst>
                <p:tags r:id="rId35"/>
              </p:custDataLst>
            </p:nvPr>
          </p:nvSpPr>
          <p:spPr bwMode="auto">
            <a:xfrm>
              <a:off x="8391525" y="5940425"/>
              <a:ext cx="109538" cy="153988"/>
            </a:xfrm>
            <a:custGeom>
              <a:avLst/>
              <a:gdLst>
                <a:gd name="T0" fmla="*/ 27 w 58"/>
                <a:gd name="T1" fmla="*/ 81 h 81"/>
                <a:gd name="T2" fmla="*/ 26 w 58"/>
                <a:gd name="T3" fmla="*/ 0 h 81"/>
                <a:gd name="T4" fmla="*/ 27 w 58"/>
                <a:gd name="T5" fmla="*/ 81 h 81"/>
              </a:gdLst>
              <a:ahLst/>
              <a:cxnLst>
                <a:cxn ang="0">
                  <a:pos x="T0" y="T1"/>
                </a:cxn>
                <a:cxn ang="0">
                  <a:pos x="T2" y="T3"/>
                </a:cxn>
                <a:cxn ang="0">
                  <a:pos x="T4" y="T5"/>
                </a:cxn>
              </a:cxnLst>
              <a:rect l="0" t="0" r="r" b="b"/>
              <a:pathLst>
                <a:path w="58" h="81">
                  <a:moveTo>
                    <a:pt x="27" y="81"/>
                  </a:moveTo>
                  <a:cubicBezTo>
                    <a:pt x="27" y="81"/>
                    <a:pt x="58" y="50"/>
                    <a:pt x="26" y="0"/>
                  </a:cubicBezTo>
                  <a:cubicBezTo>
                    <a:pt x="26" y="0"/>
                    <a:pt x="0" y="37"/>
                    <a:pt x="27" y="81"/>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11700" name="Freeform 46"/>
            <p:cNvSpPr/>
            <p:nvPr>
              <p:custDataLst>
                <p:tags r:id="rId36"/>
              </p:custDataLst>
            </p:nvPr>
          </p:nvSpPr>
          <p:spPr bwMode="auto">
            <a:xfrm>
              <a:off x="10642600" y="6045200"/>
              <a:ext cx="88900" cy="139700"/>
            </a:xfrm>
            <a:custGeom>
              <a:avLst/>
              <a:gdLst>
                <a:gd name="T0" fmla="*/ 41 w 46"/>
                <a:gd name="T1" fmla="*/ 73 h 73"/>
                <a:gd name="T2" fmla="*/ 6 w 46"/>
                <a:gd name="T3" fmla="*/ 0 h 73"/>
                <a:gd name="T4" fmla="*/ 41 w 46"/>
                <a:gd name="T5" fmla="*/ 73 h 73"/>
              </a:gdLst>
              <a:ahLst/>
              <a:cxnLst>
                <a:cxn ang="0">
                  <a:pos x="T0" y="T1"/>
                </a:cxn>
                <a:cxn ang="0">
                  <a:pos x="T2" y="T3"/>
                </a:cxn>
                <a:cxn ang="0">
                  <a:pos x="T4" y="T5"/>
                </a:cxn>
              </a:cxnLst>
              <a:rect l="0" t="0" r="r" b="b"/>
              <a:pathLst>
                <a:path w="46" h="73">
                  <a:moveTo>
                    <a:pt x="41" y="73"/>
                  </a:moveTo>
                  <a:cubicBezTo>
                    <a:pt x="41" y="73"/>
                    <a:pt x="0" y="61"/>
                    <a:pt x="6" y="0"/>
                  </a:cubicBezTo>
                  <a:cubicBezTo>
                    <a:pt x="6" y="0"/>
                    <a:pt x="46" y="20"/>
                    <a:pt x="41" y="73"/>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11701" name="Freeform 47"/>
            <p:cNvSpPr/>
            <p:nvPr>
              <p:custDataLst>
                <p:tags r:id="rId37"/>
              </p:custDataLst>
            </p:nvPr>
          </p:nvSpPr>
          <p:spPr bwMode="auto">
            <a:xfrm>
              <a:off x="10714038" y="6045200"/>
              <a:ext cx="87313" cy="139700"/>
            </a:xfrm>
            <a:custGeom>
              <a:avLst/>
              <a:gdLst>
                <a:gd name="T0" fmla="*/ 4 w 46"/>
                <a:gd name="T1" fmla="*/ 73 h 73"/>
                <a:gd name="T2" fmla="*/ 41 w 46"/>
                <a:gd name="T3" fmla="*/ 0 h 73"/>
                <a:gd name="T4" fmla="*/ 4 w 46"/>
                <a:gd name="T5" fmla="*/ 73 h 73"/>
              </a:gdLst>
              <a:ahLst/>
              <a:cxnLst>
                <a:cxn ang="0">
                  <a:pos x="T0" y="T1"/>
                </a:cxn>
                <a:cxn ang="0">
                  <a:pos x="T2" y="T3"/>
                </a:cxn>
                <a:cxn ang="0">
                  <a:pos x="T4" y="T5"/>
                </a:cxn>
              </a:cxnLst>
              <a:rect l="0" t="0" r="r" b="b"/>
              <a:pathLst>
                <a:path w="46" h="73">
                  <a:moveTo>
                    <a:pt x="4" y="73"/>
                  </a:moveTo>
                  <a:cubicBezTo>
                    <a:pt x="4" y="73"/>
                    <a:pt x="46" y="61"/>
                    <a:pt x="41" y="0"/>
                  </a:cubicBezTo>
                  <a:cubicBezTo>
                    <a:pt x="41" y="0"/>
                    <a:pt x="0" y="20"/>
                    <a:pt x="4" y="73"/>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11702" name="Freeform 48"/>
            <p:cNvSpPr/>
            <p:nvPr>
              <p:custDataLst>
                <p:tags r:id="rId38"/>
              </p:custDataLst>
            </p:nvPr>
          </p:nvSpPr>
          <p:spPr bwMode="auto">
            <a:xfrm>
              <a:off x="10668000" y="5975350"/>
              <a:ext cx="112713" cy="155575"/>
            </a:xfrm>
            <a:custGeom>
              <a:avLst/>
              <a:gdLst>
                <a:gd name="T0" fmla="*/ 28 w 59"/>
                <a:gd name="T1" fmla="*/ 82 h 82"/>
                <a:gd name="T2" fmla="*/ 27 w 59"/>
                <a:gd name="T3" fmla="*/ 0 h 82"/>
                <a:gd name="T4" fmla="*/ 28 w 59"/>
                <a:gd name="T5" fmla="*/ 82 h 82"/>
              </a:gdLst>
              <a:ahLst/>
              <a:cxnLst>
                <a:cxn ang="0">
                  <a:pos x="T0" y="T1"/>
                </a:cxn>
                <a:cxn ang="0">
                  <a:pos x="T2" y="T3"/>
                </a:cxn>
                <a:cxn ang="0">
                  <a:pos x="T4" y="T5"/>
                </a:cxn>
              </a:cxnLst>
              <a:rect l="0" t="0" r="r" b="b"/>
              <a:pathLst>
                <a:path w="59" h="82">
                  <a:moveTo>
                    <a:pt x="28" y="82"/>
                  </a:moveTo>
                  <a:cubicBezTo>
                    <a:pt x="28" y="82"/>
                    <a:pt x="59" y="51"/>
                    <a:pt x="27" y="0"/>
                  </a:cubicBezTo>
                  <a:cubicBezTo>
                    <a:pt x="27" y="0"/>
                    <a:pt x="0" y="37"/>
                    <a:pt x="28" y="82"/>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11703" name="Freeform 49"/>
            <p:cNvSpPr/>
            <p:nvPr>
              <p:custDataLst>
                <p:tags r:id="rId39"/>
              </p:custDataLst>
            </p:nvPr>
          </p:nvSpPr>
          <p:spPr bwMode="auto">
            <a:xfrm>
              <a:off x="6091238" y="1143000"/>
              <a:ext cx="4940300" cy="2841625"/>
            </a:xfrm>
            <a:custGeom>
              <a:avLst/>
              <a:gdLst>
                <a:gd name="T0" fmla="*/ 2551 w 2593"/>
                <a:gd name="T1" fmla="*/ 1493 h 1493"/>
                <a:gd name="T2" fmla="*/ 41 w 2593"/>
                <a:gd name="T3" fmla="*/ 1493 h 1493"/>
                <a:gd name="T4" fmla="*/ 0 w 2593"/>
                <a:gd name="T5" fmla="*/ 1451 h 1493"/>
                <a:gd name="T6" fmla="*/ 0 w 2593"/>
                <a:gd name="T7" fmla="*/ 41 h 1493"/>
                <a:gd name="T8" fmla="*/ 41 w 2593"/>
                <a:gd name="T9" fmla="*/ 0 h 1493"/>
                <a:gd name="T10" fmla="*/ 2551 w 2593"/>
                <a:gd name="T11" fmla="*/ 0 h 1493"/>
                <a:gd name="T12" fmla="*/ 2593 w 2593"/>
                <a:gd name="T13" fmla="*/ 41 h 1493"/>
                <a:gd name="T14" fmla="*/ 2593 w 2593"/>
                <a:gd name="T15" fmla="*/ 1451 h 1493"/>
                <a:gd name="T16" fmla="*/ 2551 w 2593"/>
                <a:gd name="T17" fmla="*/ 1493 h 14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593" h="1493">
                  <a:moveTo>
                    <a:pt x="2551" y="1493"/>
                  </a:moveTo>
                  <a:cubicBezTo>
                    <a:pt x="41" y="1493"/>
                    <a:pt x="41" y="1493"/>
                    <a:pt x="41" y="1493"/>
                  </a:cubicBezTo>
                  <a:cubicBezTo>
                    <a:pt x="19" y="1493"/>
                    <a:pt x="0" y="1474"/>
                    <a:pt x="0" y="1451"/>
                  </a:cubicBezTo>
                  <a:cubicBezTo>
                    <a:pt x="0" y="41"/>
                    <a:pt x="0" y="41"/>
                    <a:pt x="0" y="41"/>
                  </a:cubicBezTo>
                  <a:cubicBezTo>
                    <a:pt x="0" y="18"/>
                    <a:pt x="19" y="0"/>
                    <a:pt x="41" y="0"/>
                  </a:cubicBezTo>
                  <a:cubicBezTo>
                    <a:pt x="2551" y="0"/>
                    <a:pt x="2551" y="0"/>
                    <a:pt x="2551" y="0"/>
                  </a:cubicBezTo>
                  <a:cubicBezTo>
                    <a:pt x="2574" y="0"/>
                    <a:pt x="2593" y="18"/>
                    <a:pt x="2593" y="41"/>
                  </a:cubicBezTo>
                  <a:cubicBezTo>
                    <a:pt x="2593" y="1451"/>
                    <a:pt x="2593" y="1451"/>
                    <a:pt x="2593" y="1451"/>
                  </a:cubicBezTo>
                  <a:cubicBezTo>
                    <a:pt x="2593" y="1474"/>
                    <a:pt x="2574" y="1493"/>
                    <a:pt x="2551" y="1493"/>
                  </a:cubicBezTo>
                  <a:close/>
                </a:path>
              </a:pathLst>
            </a:custGeom>
            <a:solidFill>
              <a:srgbClr val="FADD74"/>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11704" name="Freeform 50"/>
            <p:cNvSpPr/>
            <p:nvPr>
              <p:custDataLst>
                <p:tags r:id="rId40"/>
              </p:custDataLst>
            </p:nvPr>
          </p:nvSpPr>
          <p:spPr bwMode="auto">
            <a:xfrm>
              <a:off x="6091238" y="1409700"/>
              <a:ext cx="1646238" cy="2574925"/>
            </a:xfrm>
            <a:custGeom>
              <a:avLst/>
              <a:gdLst>
                <a:gd name="T0" fmla="*/ 864 w 864"/>
                <a:gd name="T1" fmla="*/ 1353 h 1353"/>
                <a:gd name="T2" fmla="*/ 24 w 864"/>
                <a:gd name="T3" fmla="*/ 1353 h 1353"/>
                <a:gd name="T4" fmla="*/ 0 w 864"/>
                <a:gd name="T5" fmla="*/ 1329 h 1353"/>
                <a:gd name="T6" fmla="*/ 0 w 864"/>
                <a:gd name="T7" fmla="*/ 0 h 1353"/>
                <a:gd name="T8" fmla="*/ 864 w 864"/>
                <a:gd name="T9" fmla="*/ 0 h 1353"/>
                <a:gd name="T10" fmla="*/ 864 w 864"/>
                <a:gd name="T11" fmla="*/ 1353 h 1353"/>
              </a:gdLst>
              <a:ahLst/>
              <a:cxnLst>
                <a:cxn ang="0">
                  <a:pos x="T0" y="T1"/>
                </a:cxn>
                <a:cxn ang="0">
                  <a:pos x="T2" y="T3"/>
                </a:cxn>
                <a:cxn ang="0">
                  <a:pos x="T4" y="T5"/>
                </a:cxn>
                <a:cxn ang="0">
                  <a:pos x="T6" y="T7"/>
                </a:cxn>
                <a:cxn ang="0">
                  <a:pos x="T8" y="T9"/>
                </a:cxn>
                <a:cxn ang="0">
                  <a:pos x="T10" y="T11"/>
                </a:cxn>
              </a:cxnLst>
              <a:rect l="0" t="0" r="r" b="b"/>
              <a:pathLst>
                <a:path w="864" h="1353">
                  <a:moveTo>
                    <a:pt x="864" y="1353"/>
                  </a:moveTo>
                  <a:cubicBezTo>
                    <a:pt x="24" y="1353"/>
                    <a:pt x="24" y="1353"/>
                    <a:pt x="24" y="1353"/>
                  </a:cubicBezTo>
                  <a:cubicBezTo>
                    <a:pt x="11" y="1353"/>
                    <a:pt x="0" y="1342"/>
                    <a:pt x="0" y="1329"/>
                  </a:cubicBezTo>
                  <a:cubicBezTo>
                    <a:pt x="0" y="0"/>
                    <a:pt x="0" y="0"/>
                    <a:pt x="0" y="0"/>
                  </a:cubicBezTo>
                  <a:cubicBezTo>
                    <a:pt x="864" y="0"/>
                    <a:pt x="864" y="0"/>
                    <a:pt x="864" y="0"/>
                  </a:cubicBezTo>
                  <a:lnTo>
                    <a:pt x="864" y="1353"/>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11705" name="Freeform 51"/>
            <p:cNvSpPr/>
            <p:nvPr>
              <p:custDataLst>
                <p:tags r:id="rId41"/>
              </p:custDataLst>
            </p:nvPr>
          </p:nvSpPr>
          <p:spPr bwMode="auto">
            <a:xfrm>
              <a:off x="9383713" y="1409700"/>
              <a:ext cx="1647825" cy="2574925"/>
            </a:xfrm>
            <a:custGeom>
              <a:avLst/>
              <a:gdLst>
                <a:gd name="T0" fmla="*/ 825 w 865"/>
                <a:gd name="T1" fmla="*/ 1353 h 1353"/>
                <a:gd name="T2" fmla="*/ 0 w 865"/>
                <a:gd name="T3" fmla="*/ 1353 h 1353"/>
                <a:gd name="T4" fmla="*/ 0 w 865"/>
                <a:gd name="T5" fmla="*/ 0 h 1353"/>
                <a:gd name="T6" fmla="*/ 865 w 865"/>
                <a:gd name="T7" fmla="*/ 0 h 1353"/>
                <a:gd name="T8" fmla="*/ 865 w 865"/>
                <a:gd name="T9" fmla="*/ 1313 h 1353"/>
                <a:gd name="T10" fmla="*/ 825 w 865"/>
                <a:gd name="T11" fmla="*/ 1353 h 1353"/>
              </a:gdLst>
              <a:ahLst/>
              <a:cxnLst>
                <a:cxn ang="0">
                  <a:pos x="T0" y="T1"/>
                </a:cxn>
                <a:cxn ang="0">
                  <a:pos x="T2" y="T3"/>
                </a:cxn>
                <a:cxn ang="0">
                  <a:pos x="T4" y="T5"/>
                </a:cxn>
                <a:cxn ang="0">
                  <a:pos x="T6" y="T7"/>
                </a:cxn>
                <a:cxn ang="0">
                  <a:pos x="T8" y="T9"/>
                </a:cxn>
                <a:cxn ang="0">
                  <a:pos x="T10" y="T11"/>
                </a:cxn>
              </a:cxnLst>
              <a:rect l="0" t="0" r="r" b="b"/>
              <a:pathLst>
                <a:path w="865" h="1353">
                  <a:moveTo>
                    <a:pt x="825" y="1353"/>
                  </a:moveTo>
                  <a:cubicBezTo>
                    <a:pt x="0" y="1353"/>
                    <a:pt x="0" y="1353"/>
                    <a:pt x="0" y="1353"/>
                  </a:cubicBezTo>
                  <a:cubicBezTo>
                    <a:pt x="0" y="0"/>
                    <a:pt x="0" y="0"/>
                    <a:pt x="0" y="0"/>
                  </a:cubicBezTo>
                  <a:cubicBezTo>
                    <a:pt x="865" y="0"/>
                    <a:pt x="865" y="0"/>
                    <a:pt x="865" y="0"/>
                  </a:cubicBezTo>
                  <a:cubicBezTo>
                    <a:pt x="865" y="1313"/>
                    <a:pt x="865" y="1313"/>
                    <a:pt x="865" y="1313"/>
                  </a:cubicBezTo>
                  <a:cubicBezTo>
                    <a:pt x="865" y="1335"/>
                    <a:pt x="847" y="1353"/>
                    <a:pt x="825" y="1353"/>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11706" name="Freeform 52"/>
            <p:cNvSpPr/>
            <p:nvPr>
              <p:custDataLst>
                <p:tags r:id="rId42"/>
              </p:custDataLst>
            </p:nvPr>
          </p:nvSpPr>
          <p:spPr bwMode="auto">
            <a:xfrm>
              <a:off x="6081713" y="1136650"/>
              <a:ext cx="4954588" cy="273050"/>
            </a:xfrm>
            <a:custGeom>
              <a:avLst/>
              <a:gdLst>
                <a:gd name="T0" fmla="*/ 5 w 2600"/>
                <a:gd name="T1" fmla="*/ 143 h 143"/>
                <a:gd name="T2" fmla="*/ 2598 w 2600"/>
                <a:gd name="T3" fmla="*/ 143 h 143"/>
                <a:gd name="T4" fmla="*/ 2598 w 2600"/>
                <a:gd name="T5" fmla="*/ 93 h 143"/>
                <a:gd name="T6" fmla="*/ 2569 w 2600"/>
                <a:gd name="T7" fmla="*/ 27 h 143"/>
                <a:gd name="T8" fmla="*/ 2504 w 2600"/>
                <a:gd name="T9" fmla="*/ 3 h 143"/>
                <a:gd name="T10" fmla="*/ 103 w 2600"/>
                <a:gd name="T11" fmla="*/ 3 h 143"/>
                <a:gd name="T12" fmla="*/ 34 w 2600"/>
                <a:gd name="T13" fmla="*/ 29 h 143"/>
                <a:gd name="T14" fmla="*/ 5 w 2600"/>
                <a:gd name="T15" fmla="*/ 104 h 143"/>
                <a:gd name="T16" fmla="*/ 5 w 2600"/>
                <a:gd name="T17" fmla="*/ 143 h 1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600" h="143">
                  <a:moveTo>
                    <a:pt x="5" y="143"/>
                  </a:moveTo>
                  <a:cubicBezTo>
                    <a:pt x="2598" y="143"/>
                    <a:pt x="2598" y="143"/>
                    <a:pt x="2598" y="143"/>
                  </a:cubicBezTo>
                  <a:cubicBezTo>
                    <a:pt x="2598" y="93"/>
                    <a:pt x="2598" y="93"/>
                    <a:pt x="2598" y="93"/>
                  </a:cubicBezTo>
                  <a:cubicBezTo>
                    <a:pt x="2598" y="93"/>
                    <a:pt x="2600" y="52"/>
                    <a:pt x="2569" y="27"/>
                  </a:cubicBezTo>
                  <a:cubicBezTo>
                    <a:pt x="2538" y="3"/>
                    <a:pt x="2511" y="3"/>
                    <a:pt x="2504" y="3"/>
                  </a:cubicBezTo>
                  <a:cubicBezTo>
                    <a:pt x="2498" y="3"/>
                    <a:pt x="103" y="3"/>
                    <a:pt x="103" y="3"/>
                  </a:cubicBezTo>
                  <a:cubicBezTo>
                    <a:pt x="103" y="3"/>
                    <a:pt x="68" y="0"/>
                    <a:pt x="34" y="29"/>
                  </a:cubicBezTo>
                  <a:cubicBezTo>
                    <a:pt x="0" y="58"/>
                    <a:pt x="5" y="104"/>
                    <a:pt x="5" y="104"/>
                  </a:cubicBezTo>
                  <a:lnTo>
                    <a:pt x="5" y="143"/>
                  </a:lnTo>
                  <a:close/>
                </a:path>
              </a:pathLst>
            </a:custGeom>
            <a:solidFill>
              <a:srgbClr val="34525C"/>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11707" name="Oval 53"/>
            <p:cNvSpPr>
              <a:spLocks noChangeArrowheads="1"/>
            </p:cNvSpPr>
            <p:nvPr>
              <p:custDataLst>
                <p:tags r:id="rId43"/>
              </p:custDataLst>
            </p:nvPr>
          </p:nvSpPr>
          <p:spPr bwMode="auto">
            <a:xfrm>
              <a:off x="6324600" y="1230313"/>
              <a:ext cx="98425" cy="92075"/>
            </a:xfrm>
            <a:prstGeom prst="ellipse">
              <a:avLst/>
            </a:prstGeom>
            <a:solidFill>
              <a:srgbClr val="E6332A"/>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11708" name="Oval 54"/>
            <p:cNvSpPr>
              <a:spLocks noChangeArrowheads="1"/>
            </p:cNvSpPr>
            <p:nvPr>
              <p:custDataLst>
                <p:tags r:id="rId44"/>
              </p:custDataLst>
            </p:nvPr>
          </p:nvSpPr>
          <p:spPr bwMode="auto">
            <a:xfrm>
              <a:off x="6607175" y="1230313"/>
              <a:ext cx="101600" cy="92075"/>
            </a:xfrm>
            <a:prstGeom prst="ellipse">
              <a:avLst/>
            </a:prstGeom>
            <a:solidFill>
              <a:srgbClr val="74C8D6"/>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11709" name="Oval 55"/>
            <p:cNvSpPr>
              <a:spLocks noChangeArrowheads="1"/>
            </p:cNvSpPr>
            <p:nvPr>
              <p:custDataLst>
                <p:tags r:id="rId45"/>
              </p:custDataLst>
            </p:nvPr>
          </p:nvSpPr>
          <p:spPr bwMode="auto">
            <a:xfrm>
              <a:off x="6892925" y="1230313"/>
              <a:ext cx="100013" cy="92075"/>
            </a:xfrm>
            <a:prstGeom prst="ellipse">
              <a:avLst/>
            </a:prstGeom>
            <a:solidFill>
              <a:srgbClr val="FADD74"/>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11710" name="Freeform 56"/>
            <p:cNvSpPr/>
            <p:nvPr>
              <p:custDataLst>
                <p:tags r:id="rId46"/>
              </p:custDataLst>
            </p:nvPr>
          </p:nvSpPr>
          <p:spPr bwMode="auto">
            <a:xfrm>
              <a:off x="7175500" y="1206500"/>
              <a:ext cx="3327400" cy="144463"/>
            </a:xfrm>
            <a:custGeom>
              <a:avLst/>
              <a:gdLst>
                <a:gd name="T0" fmla="*/ 1738 w 1746"/>
                <a:gd name="T1" fmla="*/ 76 h 76"/>
                <a:gd name="T2" fmla="*/ 8 w 1746"/>
                <a:gd name="T3" fmla="*/ 76 h 76"/>
                <a:gd name="T4" fmla="*/ 0 w 1746"/>
                <a:gd name="T5" fmla="*/ 67 h 76"/>
                <a:gd name="T6" fmla="*/ 0 w 1746"/>
                <a:gd name="T7" fmla="*/ 8 h 76"/>
                <a:gd name="T8" fmla="*/ 8 w 1746"/>
                <a:gd name="T9" fmla="*/ 0 h 76"/>
                <a:gd name="T10" fmla="*/ 1738 w 1746"/>
                <a:gd name="T11" fmla="*/ 0 h 76"/>
                <a:gd name="T12" fmla="*/ 1746 w 1746"/>
                <a:gd name="T13" fmla="*/ 8 h 76"/>
                <a:gd name="T14" fmla="*/ 1746 w 1746"/>
                <a:gd name="T15" fmla="*/ 67 h 76"/>
                <a:gd name="T16" fmla="*/ 1738 w 1746"/>
                <a:gd name="T17" fmla="*/ 76 h 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46" h="76">
                  <a:moveTo>
                    <a:pt x="1738" y="76"/>
                  </a:moveTo>
                  <a:cubicBezTo>
                    <a:pt x="8" y="76"/>
                    <a:pt x="8" y="76"/>
                    <a:pt x="8" y="76"/>
                  </a:cubicBezTo>
                  <a:cubicBezTo>
                    <a:pt x="3" y="76"/>
                    <a:pt x="0" y="72"/>
                    <a:pt x="0" y="67"/>
                  </a:cubicBezTo>
                  <a:cubicBezTo>
                    <a:pt x="0" y="8"/>
                    <a:pt x="0" y="8"/>
                    <a:pt x="0" y="8"/>
                  </a:cubicBezTo>
                  <a:cubicBezTo>
                    <a:pt x="0" y="4"/>
                    <a:pt x="3" y="0"/>
                    <a:pt x="8" y="0"/>
                  </a:cubicBezTo>
                  <a:cubicBezTo>
                    <a:pt x="1738" y="0"/>
                    <a:pt x="1738" y="0"/>
                    <a:pt x="1738" y="0"/>
                  </a:cubicBezTo>
                  <a:cubicBezTo>
                    <a:pt x="1742" y="0"/>
                    <a:pt x="1746" y="4"/>
                    <a:pt x="1746" y="8"/>
                  </a:cubicBezTo>
                  <a:cubicBezTo>
                    <a:pt x="1746" y="67"/>
                    <a:pt x="1746" y="67"/>
                    <a:pt x="1746" y="67"/>
                  </a:cubicBezTo>
                  <a:cubicBezTo>
                    <a:pt x="1746" y="72"/>
                    <a:pt x="1742" y="76"/>
                    <a:pt x="1738" y="76"/>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11711" name="Freeform 57"/>
            <p:cNvSpPr/>
            <p:nvPr>
              <p:custDataLst>
                <p:tags r:id="rId47"/>
              </p:custDataLst>
            </p:nvPr>
          </p:nvSpPr>
          <p:spPr bwMode="auto">
            <a:xfrm>
              <a:off x="6289675" y="2874963"/>
              <a:ext cx="1284288" cy="765175"/>
            </a:xfrm>
            <a:custGeom>
              <a:avLst/>
              <a:gdLst>
                <a:gd name="T0" fmla="*/ 660 w 674"/>
                <a:gd name="T1" fmla="*/ 402 h 402"/>
                <a:gd name="T2" fmla="*/ 14 w 674"/>
                <a:gd name="T3" fmla="*/ 402 h 402"/>
                <a:gd name="T4" fmla="*/ 0 w 674"/>
                <a:gd name="T5" fmla="*/ 388 h 402"/>
                <a:gd name="T6" fmla="*/ 0 w 674"/>
                <a:gd name="T7" fmla="*/ 15 h 402"/>
                <a:gd name="T8" fmla="*/ 14 w 674"/>
                <a:gd name="T9" fmla="*/ 0 h 402"/>
                <a:gd name="T10" fmla="*/ 660 w 674"/>
                <a:gd name="T11" fmla="*/ 0 h 402"/>
                <a:gd name="T12" fmla="*/ 674 w 674"/>
                <a:gd name="T13" fmla="*/ 15 h 402"/>
                <a:gd name="T14" fmla="*/ 674 w 674"/>
                <a:gd name="T15" fmla="*/ 388 h 402"/>
                <a:gd name="T16" fmla="*/ 660 w 674"/>
                <a:gd name="T17" fmla="*/ 402 h 4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74" h="402">
                  <a:moveTo>
                    <a:pt x="660" y="402"/>
                  </a:moveTo>
                  <a:cubicBezTo>
                    <a:pt x="14" y="402"/>
                    <a:pt x="14" y="402"/>
                    <a:pt x="14" y="402"/>
                  </a:cubicBezTo>
                  <a:cubicBezTo>
                    <a:pt x="6" y="402"/>
                    <a:pt x="0" y="396"/>
                    <a:pt x="0" y="388"/>
                  </a:cubicBezTo>
                  <a:cubicBezTo>
                    <a:pt x="0" y="15"/>
                    <a:pt x="0" y="15"/>
                    <a:pt x="0" y="15"/>
                  </a:cubicBezTo>
                  <a:cubicBezTo>
                    <a:pt x="0" y="7"/>
                    <a:pt x="6" y="0"/>
                    <a:pt x="14" y="0"/>
                  </a:cubicBezTo>
                  <a:cubicBezTo>
                    <a:pt x="660" y="0"/>
                    <a:pt x="660" y="0"/>
                    <a:pt x="660" y="0"/>
                  </a:cubicBezTo>
                  <a:cubicBezTo>
                    <a:pt x="668" y="0"/>
                    <a:pt x="674" y="7"/>
                    <a:pt x="674" y="15"/>
                  </a:cubicBezTo>
                  <a:cubicBezTo>
                    <a:pt x="674" y="388"/>
                    <a:pt x="674" y="388"/>
                    <a:pt x="674" y="388"/>
                  </a:cubicBezTo>
                  <a:cubicBezTo>
                    <a:pt x="674" y="396"/>
                    <a:pt x="668" y="402"/>
                    <a:pt x="660" y="402"/>
                  </a:cubicBezTo>
                  <a:close/>
                </a:path>
              </a:pathLst>
            </a:custGeom>
            <a:solidFill>
              <a:srgbClr val="DADADA"/>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1376" name="Rectangle 58"/>
            <p:cNvSpPr>
              <a:spLocks noChangeArrowheads="1"/>
            </p:cNvSpPr>
            <p:nvPr>
              <p:custDataLst>
                <p:tags r:id="rId48"/>
              </p:custDataLst>
            </p:nvPr>
          </p:nvSpPr>
          <p:spPr bwMode="auto">
            <a:xfrm>
              <a:off x="6375400" y="3257550"/>
              <a:ext cx="682625" cy="84138"/>
            </a:xfrm>
            <a:prstGeom prst="rect">
              <a:avLst/>
            </a:prstGeom>
            <a:solidFill>
              <a:srgbClr val="E6332A"/>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lstStyle/>
            <a:p>
              <a:endParaRPr lang="zh-CN" altLang="en-US" sz="1350"/>
            </a:p>
          </p:txBody>
        </p:sp>
        <p:sp>
          <p:nvSpPr>
            <p:cNvPr id="1377" name="Rectangle 59"/>
            <p:cNvSpPr>
              <a:spLocks noChangeArrowheads="1"/>
            </p:cNvSpPr>
            <p:nvPr>
              <p:custDataLst>
                <p:tags r:id="rId49"/>
              </p:custDataLst>
            </p:nvPr>
          </p:nvSpPr>
          <p:spPr bwMode="auto">
            <a:xfrm>
              <a:off x="6375400" y="3508375"/>
              <a:ext cx="1055688" cy="84138"/>
            </a:xfrm>
            <a:prstGeom prst="rect">
              <a:avLst/>
            </a:prstGeom>
            <a:solidFill>
              <a:srgbClr val="FADD7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lstStyle/>
            <a:p>
              <a:endParaRPr lang="zh-CN" altLang="en-US" sz="1350"/>
            </a:p>
          </p:txBody>
        </p:sp>
        <p:sp>
          <p:nvSpPr>
            <p:cNvPr id="1378" name="Rectangle 60"/>
            <p:cNvSpPr>
              <a:spLocks noChangeArrowheads="1"/>
            </p:cNvSpPr>
            <p:nvPr>
              <p:custDataLst>
                <p:tags r:id="rId50"/>
              </p:custDataLst>
            </p:nvPr>
          </p:nvSpPr>
          <p:spPr bwMode="auto">
            <a:xfrm>
              <a:off x="6375400" y="3386138"/>
              <a:ext cx="590550" cy="8413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lstStyle/>
            <a:p>
              <a:endParaRPr lang="zh-CN" altLang="en-US" sz="1350"/>
            </a:p>
          </p:txBody>
        </p:sp>
        <p:sp>
          <p:nvSpPr>
            <p:cNvPr id="1379" name="Rectangle 61"/>
            <p:cNvSpPr>
              <a:spLocks noChangeArrowheads="1"/>
            </p:cNvSpPr>
            <p:nvPr>
              <p:custDataLst>
                <p:tags r:id="rId51"/>
              </p:custDataLst>
            </p:nvPr>
          </p:nvSpPr>
          <p:spPr bwMode="auto">
            <a:xfrm>
              <a:off x="6369050" y="2944813"/>
              <a:ext cx="327025" cy="268288"/>
            </a:xfrm>
            <a:prstGeom prst="rect">
              <a:avLst/>
            </a:prstGeom>
            <a:solidFill>
              <a:srgbClr val="00DDFE"/>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lstStyle/>
            <a:p>
              <a:endParaRPr lang="zh-CN" altLang="en-US" sz="1350"/>
            </a:p>
          </p:txBody>
        </p:sp>
        <p:sp>
          <p:nvSpPr>
            <p:cNvPr id="1380" name="Rectangle 62"/>
            <p:cNvSpPr>
              <a:spLocks noChangeArrowheads="1"/>
            </p:cNvSpPr>
            <p:nvPr>
              <p:custDataLst>
                <p:tags r:id="rId52"/>
              </p:custDataLst>
            </p:nvPr>
          </p:nvSpPr>
          <p:spPr bwMode="auto">
            <a:xfrm>
              <a:off x="6756400" y="2944813"/>
              <a:ext cx="325438" cy="268288"/>
            </a:xfrm>
            <a:prstGeom prst="rect">
              <a:avLst/>
            </a:prstGeom>
            <a:solidFill>
              <a:srgbClr val="FADD7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lstStyle/>
            <a:p>
              <a:endParaRPr lang="zh-CN" altLang="en-US" sz="1350"/>
            </a:p>
          </p:txBody>
        </p:sp>
        <p:sp>
          <p:nvSpPr>
            <p:cNvPr id="1381" name="Rectangle 63"/>
            <p:cNvSpPr>
              <a:spLocks noChangeArrowheads="1"/>
            </p:cNvSpPr>
            <p:nvPr>
              <p:custDataLst>
                <p:tags r:id="rId53"/>
              </p:custDataLst>
            </p:nvPr>
          </p:nvSpPr>
          <p:spPr bwMode="auto">
            <a:xfrm>
              <a:off x="7143750" y="2944813"/>
              <a:ext cx="325438" cy="268288"/>
            </a:xfrm>
            <a:prstGeom prst="rect">
              <a:avLst/>
            </a:prstGeom>
            <a:solidFill>
              <a:srgbClr val="34525C"/>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lstStyle/>
            <a:p>
              <a:endParaRPr lang="zh-CN" altLang="en-US" sz="1350"/>
            </a:p>
          </p:txBody>
        </p:sp>
        <p:sp>
          <p:nvSpPr>
            <p:cNvPr id="1382" name="Freeform 64"/>
            <p:cNvSpPr/>
            <p:nvPr>
              <p:custDataLst>
                <p:tags r:id="rId54"/>
              </p:custDataLst>
            </p:nvPr>
          </p:nvSpPr>
          <p:spPr bwMode="auto">
            <a:xfrm>
              <a:off x="9566275" y="1562100"/>
              <a:ext cx="1285875" cy="762000"/>
            </a:xfrm>
            <a:custGeom>
              <a:avLst/>
              <a:gdLst>
                <a:gd name="T0" fmla="*/ 660 w 675"/>
                <a:gd name="T1" fmla="*/ 401 h 401"/>
                <a:gd name="T2" fmla="*/ 15 w 675"/>
                <a:gd name="T3" fmla="*/ 401 h 401"/>
                <a:gd name="T4" fmla="*/ 0 w 675"/>
                <a:gd name="T5" fmla="*/ 387 h 401"/>
                <a:gd name="T6" fmla="*/ 0 w 675"/>
                <a:gd name="T7" fmla="*/ 14 h 401"/>
                <a:gd name="T8" fmla="*/ 15 w 675"/>
                <a:gd name="T9" fmla="*/ 0 h 401"/>
                <a:gd name="T10" fmla="*/ 660 w 675"/>
                <a:gd name="T11" fmla="*/ 0 h 401"/>
                <a:gd name="T12" fmla="*/ 675 w 675"/>
                <a:gd name="T13" fmla="*/ 14 h 401"/>
                <a:gd name="T14" fmla="*/ 675 w 675"/>
                <a:gd name="T15" fmla="*/ 387 h 401"/>
                <a:gd name="T16" fmla="*/ 660 w 675"/>
                <a:gd name="T17" fmla="*/ 401 h 4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75" h="401">
                  <a:moveTo>
                    <a:pt x="660" y="401"/>
                  </a:moveTo>
                  <a:cubicBezTo>
                    <a:pt x="15" y="401"/>
                    <a:pt x="15" y="401"/>
                    <a:pt x="15" y="401"/>
                  </a:cubicBezTo>
                  <a:cubicBezTo>
                    <a:pt x="7" y="401"/>
                    <a:pt x="0" y="395"/>
                    <a:pt x="0" y="387"/>
                  </a:cubicBezTo>
                  <a:cubicBezTo>
                    <a:pt x="0" y="14"/>
                    <a:pt x="0" y="14"/>
                    <a:pt x="0" y="14"/>
                  </a:cubicBezTo>
                  <a:cubicBezTo>
                    <a:pt x="0" y="6"/>
                    <a:pt x="7" y="0"/>
                    <a:pt x="15" y="0"/>
                  </a:cubicBezTo>
                  <a:cubicBezTo>
                    <a:pt x="660" y="0"/>
                    <a:pt x="660" y="0"/>
                    <a:pt x="660" y="0"/>
                  </a:cubicBezTo>
                  <a:cubicBezTo>
                    <a:pt x="668" y="0"/>
                    <a:pt x="675" y="6"/>
                    <a:pt x="675" y="14"/>
                  </a:cubicBezTo>
                  <a:cubicBezTo>
                    <a:pt x="675" y="387"/>
                    <a:pt x="675" y="387"/>
                    <a:pt x="675" y="387"/>
                  </a:cubicBezTo>
                  <a:cubicBezTo>
                    <a:pt x="675" y="395"/>
                    <a:pt x="668" y="401"/>
                    <a:pt x="660" y="401"/>
                  </a:cubicBezTo>
                  <a:close/>
                </a:path>
              </a:pathLst>
            </a:custGeom>
            <a:solidFill>
              <a:srgbClr val="DADADA"/>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1383" name="Rectangle 65"/>
            <p:cNvSpPr>
              <a:spLocks noChangeArrowheads="1"/>
            </p:cNvSpPr>
            <p:nvPr>
              <p:custDataLst>
                <p:tags r:id="rId55"/>
              </p:custDataLst>
            </p:nvPr>
          </p:nvSpPr>
          <p:spPr bwMode="auto">
            <a:xfrm>
              <a:off x="9653588" y="1941513"/>
              <a:ext cx="682625" cy="84138"/>
            </a:xfrm>
            <a:prstGeom prst="rect">
              <a:avLst/>
            </a:prstGeom>
            <a:solidFill>
              <a:srgbClr val="E6332A"/>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lstStyle/>
            <a:p>
              <a:endParaRPr lang="zh-CN" altLang="en-US" sz="1350"/>
            </a:p>
          </p:txBody>
        </p:sp>
        <p:sp>
          <p:nvSpPr>
            <p:cNvPr id="1384" name="Rectangle 66"/>
            <p:cNvSpPr>
              <a:spLocks noChangeArrowheads="1"/>
            </p:cNvSpPr>
            <p:nvPr>
              <p:custDataLst>
                <p:tags r:id="rId56"/>
              </p:custDataLst>
            </p:nvPr>
          </p:nvSpPr>
          <p:spPr bwMode="auto">
            <a:xfrm>
              <a:off x="9653588" y="2193925"/>
              <a:ext cx="1054100" cy="82550"/>
            </a:xfrm>
            <a:prstGeom prst="rect">
              <a:avLst/>
            </a:prstGeom>
            <a:solidFill>
              <a:srgbClr val="FADD7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lstStyle/>
            <a:p>
              <a:endParaRPr lang="zh-CN" altLang="en-US" sz="1350"/>
            </a:p>
          </p:txBody>
        </p:sp>
        <p:sp>
          <p:nvSpPr>
            <p:cNvPr id="1385" name="Rectangle 67"/>
            <p:cNvSpPr>
              <a:spLocks noChangeArrowheads="1"/>
            </p:cNvSpPr>
            <p:nvPr>
              <p:custDataLst>
                <p:tags r:id="rId57"/>
              </p:custDataLst>
            </p:nvPr>
          </p:nvSpPr>
          <p:spPr bwMode="auto">
            <a:xfrm>
              <a:off x="9653588" y="2071688"/>
              <a:ext cx="592138" cy="8413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lstStyle/>
            <a:p>
              <a:endParaRPr lang="zh-CN" altLang="en-US" sz="1350"/>
            </a:p>
          </p:txBody>
        </p:sp>
        <p:sp>
          <p:nvSpPr>
            <p:cNvPr id="1386" name="Rectangle 68"/>
            <p:cNvSpPr>
              <a:spLocks noChangeArrowheads="1"/>
            </p:cNvSpPr>
            <p:nvPr>
              <p:custDataLst>
                <p:tags r:id="rId58"/>
              </p:custDataLst>
            </p:nvPr>
          </p:nvSpPr>
          <p:spPr bwMode="auto">
            <a:xfrm>
              <a:off x="9648825" y="1631950"/>
              <a:ext cx="323850" cy="266700"/>
            </a:xfrm>
            <a:prstGeom prst="rect">
              <a:avLst/>
            </a:prstGeom>
            <a:solidFill>
              <a:srgbClr val="00DDFE"/>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lstStyle/>
            <a:p>
              <a:endParaRPr lang="zh-CN" altLang="en-US" sz="1350"/>
            </a:p>
          </p:txBody>
        </p:sp>
        <p:sp>
          <p:nvSpPr>
            <p:cNvPr id="1387" name="Rectangle 69"/>
            <p:cNvSpPr>
              <a:spLocks noChangeArrowheads="1"/>
            </p:cNvSpPr>
            <p:nvPr>
              <p:custDataLst>
                <p:tags r:id="rId59"/>
              </p:custDataLst>
            </p:nvPr>
          </p:nvSpPr>
          <p:spPr bwMode="auto">
            <a:xfrm>
              <a:off x="10034588" y="1631950"/>
              <a:ext cx="325438" cy="266700"/>
            </a:xfrm>
            <a:prstGeom prst="rect">
              <a:avLst/>
            </a:prstGeom>
            <a:solidFill>
              <a:srgbClr val="FADD7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lstStyle/>
            <a:p>
              <a:endParaRPr lang="zh-CN" altLang="en-US" sz="1350"/>
            </a:p>
          </p:txBody>
        </p:sp>
        <p:sp>
          <p:nvSpPr>
            <p:cNvPr id="1389" name="Rectangle 70"/>
            <p:cNvSpPr>
              <a:spLocks noChangeArrowheads="1"/>
            </p:cNvSpPr>
            <p:nvPr>
              <p:custDataLst>
                <p:tags r:id="rId60"/>
              </p:custDataLst>
            </p:nvPr>
          </p:nvSpPr>
          <p:spPr bwMode="auto">
            <a:xfrm>
              <a:off x="10421938" y="1631950"/>
              <a:ext cx="323850" cy="266700"/>
            </a:xfrm>
            <a:prstGeom prst="rect">
              <a:avLst/>
            </a:prstGeom>
            <a:solidFill>
              <a:srgbClr val="34525C"/>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lstStyle/>
            <a:p>
              <a:endParaRPr lang="zh-CN" altLang="en-US" sz="1350"/>
            </a:p>
          </p:txBody>
        </p:sp>
        <p:sp>
          <p:nvSpPr>
            <p:cNvPr id="1391" name="Freeform 71"/>
            <p:cNvSpPr/>
            <p:nvPr>
              <p:custDataLst>
                <p:tags r:id="rId61"/>
              </p:custDataLst>
            </p:nvPr>
          </p:nvSpPr>
          <p:spPr bwMode="auto">
            <a:xfrm>
              <a:off x="8016875" y="3190875"/>
              <a:ext cx="436563" cy="652463"/>
            </a:xfrm>
            <a:custGeom>
              <a:avLst/>
              <a:gdLst>
                <a:gd name="T0" fmla="*/ 0 w 275"/>
                <a:gd name="T1" fmla="*/ 319 h 411"/>
                <a:gd name="T2" fmla="*/ 113 w 275"/>
                <a:gd name="T3" fmla="*/ 253 h 411"/>
                <a:gd name="T4" fmla="*/ 230 w 275"/>
                <a:gd name="T5" fmla="*/ 0 h 411"/>
                <a:gd name="T6" fmla="*/ 275 w 275"/>
                <a:gd name="T7" fmla="*/ 11 h 411"/>
                <a:gd name="T8" fmla="*/ 177 w 275"/>
                <a:gd name="T9" fmla="*/ 283 h 411"/>
                <a:gd name="T10" fmla="*/ 50 w 275"/>
                <a:gd name="T11" fmla="*/ 411 h 411"/>
                <a:gd name="T12" fmla="*/ 0 w 275"/>
                <a:gd name="T13" fmla="*/ 319 h 411"/>
              </a:gdLst>
              <a:ahLst/>
              <a:cxnLst>
                <a:cxn ang="0">
                  <a:pos x="T0" y="T1"/>
                </a:cxn>
                <a:cxn ang="0">
                  <a:pos x="T2" y="T3"/>
                </a:cxn>
                <a:cxn ang="0">
                  <a:pos x="T4" y="T5"/>
                </a:cxn>
                <a:cxn ang="0">
                  <a:pos x="T6" y="T7"/>
                </a:cxn>
                <a:cxn ang="0">
                  <a:pos x="T8" y="T9"/>
                </a:cxn>
                <a:cxn ang="0">
                  <a:pos x="T10" y="T11"/>
                </a:cxn>
                <a:cxn ang="0">
                  <a:pos x="T12" y="T13"/>
                </a:cxn>
              </a:cxnLst>
              <a:rect l="0" t="0" r="r" b="b"/>
              <a:pathLst>
                <a:path w="275" h="411">
                  <a:moveTo>
                    <a:pt x="0" y="319"/>
                  </a:moveTo>
                  <a:lnTo>
                    <a:pt x="113" y="253"/>
                  </a:lnTo>
                  <a:lnTo>
                    <a:pt x="230" y="0"/>
                  </a:lnTo>
                  <a:lnTo>
                    <a:pt x="275" y="11"/>
                  </a:lnTo>
                  <a:lnTo>
                    <a:pt x="177" y="283"/>
                  </a:lnTo>
                  <a:lnTo>
                    <a:pt x="50" y="411"/>
                  </a:lnTo>
                  <a:lnTo>
                    <a:pt x="0" y="319"/>
                  </a:lnTo>
                  <a:close/>
                </a:path>
              </a:pathLst>
            </a:custGeom>
            <a:solidFill>
              <a:srgbClr val="FFE7C5"/>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1392" name="Freeform 72"/>
            <p:cNvSpPr/>
            <p:nvPr>
              <p:custDataLst>
                <p:tags r:id="rId62"/>
              </p:custDataLst>
            </p:nvPr>
          </p:nvSpPr>
          <p:spPr bwMode="auto">
            <a:xfrm>
              <a:off x="7669213" y="1638300"/>
              <a:ext cx="1455738" cy="1565275"/>
            </a:xfrm>
            <a:custGeom>
              <a:avLst/>
              <a:gdLst>
                <a:gd name="T0" fmla="*/ 650 w 764"/>
                <a:gd name="T1" fmla="*/ 822 h 823"/>
                <a:gd name="T2" fmla="*/ 12 w 764"/>
                <a:gd name="T3" fmla="*/ 749 h 823"/>
                <a:gd name="T4" fmla="*/ 1 w 764"/>
                <a:gd name="T5" fmla="*/ 735 h 823"/>
                <a:gd name="T6" fmla="*/ 99 w 764"/>
                <a:gd name="T7" fmla="*/ 12 h 823"/>
                <a:gd name="T8" fmla="*/ 115 w 764"/>
                <a:gd name="T9" fmla="*/ 1 h 823"/>
                <a:gd name="T10" fmla="*/ 752 w 764"/>
                <a:gd name="T11" fmla="*/ 74 h 823"/>
                <a:gd name="T12" fmla="*/ 763 w 764"/>
                <a:gd name="T13" fmla="*/ 88 h 823"/>
                <a:gd name="T14" fmla="*/ 665 w 764"/>
                <a:gd name="T15" fmla="*/ 811 h 823"/>
                <a:gd name="T16" fmla="*/ 650 w 764"/>
                <a:gd name="T17" fmla="*/ 822 h 8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64" h="823">
                  <a:moveTo>
                    <a:pt x="650" y="822"/>
                  </a:moveTo>
                  <a:cubicBezTo>
                    <a:pt x="12" y="749"/>
                    <a:pt x="12" y="749"/>
                    <a:pt x="12" y="749"/>
                  </a:cubicBezTo>
                  <a:cubicBezTo>
                    <a:pt x="5" y="748"/>
                    <a:pt x="0" y="742"/>
                    <a:pt x="1" y="735"/>
                  </a:cubicBezTo>
                  <a:cubicBezTo>
                    <a:pt x="99" y="12"/>
                    <a:pt x="99" y="12"/>
                    <a:pt x="99" y="12"/>
                  </a:cubicBezTo>
                  <a:cubicBezTo>
                    <a:pt x="100" y="5"/>
                    <a:pt x="107" y="0"/>
                    <a:pt x="115" y="1"/>
                  </a:cubicBezTo>
                  <a:cubicBezTo>
                    <a:pt x="752" y="74"/>
                    <a:pt x="752" y="74"/>
                    <a:pt x="752" y="74"/>
                  </a:cubicBezTo>
                  <a:cubicBezTo>
                    <a:pt x="759" y="75"/>
                    <a:pt x="764" y="82"/>
                    <a:pt x="763" y="88"/>
                  </a:cubicBezTo>
                  <a:cubicBezTo>
                    <a:pt x="665" y="811"/>
                    <a:pt x="665" y="811"/>
                    <a:pt x="665" y="811"/>
                  </a:cubicBezTo>
                  <a:cubicBezTo>
                    <a:pt x="664" y="818"/>
                    <a:pt x="657" y="823"/>
                    <a:pt x="650" y="822"/>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1393" name="Freeform 73"/>
            <p:cNvSpPr/>
            <p:nvPr>
              <p:custDataLst>
                <p:tags r:id="rId63"/>
              </p:custDataLst>
            </p:nvPr>
          </p:nvSpPr>
          <p:spPr bwMode="auto">
            <a:xfrm>
              <a:off x="7878763" y="2238375"/>
              <a:ext cx="1057275" cy="207963"/>
            </a:xfrm>
            <a:custGeom>
              <a:avLst/>
              <a:gdLst>
                <a:gd name="T0" fmla="*/ 659 w 666"/>
                <a:gd name="T1" fmla="*/ 131 h 131"/>
                <a:gd name="T2" fmla="*/ 0 w 666"/>
                <a:gd name="T3" fmla="*/ 52 h 131"/>
                <a:gd name="T4" fmla="*/ 8 w 666"/>
                <a:gd name="T5" fmla="*/ 0 h 131"/>
                <a:gd name="T6" fmla="*/ 666 w 666"/>
                <a:gd name="T7" fmla="*/ 80 h 131"/>
                <a:gd name="T8" fmla="*/ 659 w 666"/>
                <a:gd name="T9" fmla="*/ 131 h 131"/>
              </a:gdLst>
              <a:ahLst/>
              <a:cxnLst>
                <a:cxn ang="0">
                  <a:pos x="T0" y="T1"/>
                </a:cxn>
                <a:cxn ang="0">
                  <a:pos x="T2" y="T3"/>
                </a:cxn>
                <a:cxn ang="0">
                  <a:pos x="T4" y="T5"/>
                </a:cxn>
                <a:cxn ang="0">
                  <a:pos x="T6" y="T7"/>
                </a:cxn>
                <a:cxn ang="0">
                  <a:pos x="T8" y="T9"/>
                </a:cxn>
              </a:cxnLst>
              <a:rect l="0" t="0" r="r" b="b"/>
              <a:pathLst>
                <a:path w="666" h="131">
                  <a:moveTo>
                    <a:pt x="659" y="131"/>
                  </a:moveTo>
                  <a:lnTo>
                    <a:pt x="0" y="52"/>
                  </a:lnTo>
                  <a:lnTo>
                    <a:pt x="8" y="0"/>
                  </a:lnTo>
                  <a:lnTo>
                    <a:pt x="666" y="80"/>
                  </a:lnTo>
                  <a:lnTo>
                    <a:pt x="659" y="131"/>
                  </a:lnTo>
                  <a:close/>
                </a:path>
              </a:pathLst>
            </a:custGeom>
            <a:solidFill>
              <a:srgbClr val="DADADA"/>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1394" name="Freeform 74"/>
            <p:cNvSpPr/>
            <p:nvPr>
              <p:custDataLst>
                <p:tags r:id="rId64"/>
              </p:custDataLst>
            </p:nvPr>
          </p:nvSpPr>
          <p:spPr bwMode="auto">
            <a:xfrm>
              <a:off x="7858125" y="2390775"/>
              <a:ext cx="509588" cy="142875"/>
            </a:xfrm>
            <a:custGeom>
              <a:avLst/>
              <a:gdLst>
                <a:gd name="T0" fmla="*/ 314 w 321"/>
                <a:gd name="T1" fmla="*/ 90 h 90"/>
                <a:gd name="T2" fmla="*/ 0 w 321"/>
                <a:gd name="T3" fmla="*/ 52 h 90"/>
                <a:gd name="T4" fmla="*/ 7 w 321"/>
                <a:gd name="T5" fmla="*/ 0 h 90"/>
                <a:gd name="T6" fmla="*/ 321 w 321"/>
                <a:gd name="T7" fmla="*/ 39 h 90"/>
                <a:gd name="T8" fmla="*/ 314 w 321"/>
                <a:gd name="T9" fmla="*/ 90 h 90"/>
              </a:gdLst>
              <a:ahLst/>
              <a:cxnLst>
                <a:cxn ang="0">
                  <a:pos x="T0" y="T1"/>
                </a:cxn>
                <a:cxn ang="0">
                  <a:pos x="T2" y="T3"/>
                </a:cxn>
                <a:cxn ang="0">
                  <a:pos x="T4" y="T5"/>
                </a:cxn>
                <a:cxn ang="0">
                  <a:pos x="T6" y="T7"/>
                </a:cxn>
                <a:cxn ang="0">
                  <a:pos x="T8" y="T9"/>
                </a:cxn>
              </a:cxnLst>
              <a:rect l="0" t="0" r="r" b="b"/>
              <a:pathLst>
                <a:path w="321" h="90">
                  <a:moveTo>
                    <a:pt x="314" y="90"/>
                  </a:moveTo>
                  <a:lnTo>
                    <a:pt x="0" y="52"/>
                  </a:lnTo>
                  <a:lnTo>
                    <a:pt x="7" y="0"/>
                  </a:lnTo>
                  <a:lnTo>
                    <a:pt x="321" y="39"/>
                  </a:lnTo>
                  <a:lnTo>
                    <a:pt x="314" y="90"/>
                  </a:lnTo>
                  <a:close/>
                </a:path>
              </a:pathLst>
            </a:custGeom>
            <a:solidFill>
              <a:srgbClr val="DADADA"/>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1395" name="Freeform 75"/>
            <p:cNvSpPr/>
            <p:nvPr>
              <p:custDataLst>
                <p:tags r:id="rId65"/>
              </p:custDataLst>
            </p:nvPr>
          </p:nvSpPr>
          <p:spPr bwMode="auto">
            <a:xfrm>
              <a:off x="7834313" y="2543175"/>
              <a:ext cx="1060450" cy="209550"/>
            </a:xfrm>
            <a:custGeom>
              <a:avLst/>
              <a:gdLst>
                <a:gd name="T0" fmla="*/ 659 w 668"/>
                <a:gd name="T1" fmla="*/ 132 h 132"/>
                <a:gd name="T2" fmla="*/ 0 w 668"/>
                <a:gd name="T3" fmla="*/ 53 h 132"/>
                <a:gd name="T4" fmla="*/ 9 w 668"/>
                <a:gd name="T5" fmla="*/ 0 h 132"/>
                <a:gd name="T6" fmla="*/ 668 w 668"/>
                <a:gd name="T7" fmla="*/ 79 h 132"/>
                <a:gd name="T8" fmla="*/ 659 w 668"/>
                <a:gd name="T9" fmla="*/ 132 h 132"/>
              </a:gdLst>
              <a:ahLst/>
              <a:cxnLst>
                <a:cxn ang="0">
                  <a:pos x="T0" y="T1"/>
                </a:cxn>
                <a:cxn ang="0">
                  <a:pos x="T2" y="T3"/>
                </a:cxn>
                <a:cxn ang="0">
                  <a:pos x="T4" y="T5"/>
                </a:cxn>
                <a:cxn ang="0">
                  <a:pos x="T6" y="T7"/>
                </a:cxn>
                <a:cxn ang="0">
                  <a:pos x="T8" y="T9"/>
                </a:cxn>
              </a:cxnLst>
              <a:rect l="0" t="0" r="r" b="b"/>
              <a:pathLst>
                <a:path w="668" h="132">
                  <a:moveTo>
                    <a:pt x="659" y="132"/>
                  </a:moveTo>
                  <a:lnTo>
                    <a:pt x="0" y="53"/>
                  </a:lnTo>
                  <a:lnTo>
                    <a:pt x="9" y="0"/>
                  </a:lnTo>
                  <a:lnTo>
                    <a:pt x="668" y="79"/>
                  </a:lnTo>
                  <a:lnTo>
                    <a:pt x="659" y="132"/>
                  </a:lnTo>
                  <a:close/>
                </a:path>
              </a:pathLst>
            </a:custGeom>
            <a:solidFill>
              <a:srgbClr val="FADD74"/>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1396" name="Freeform 76"/>
            <p:cNvSpPr/>
            <p:nvPr>
              <p:custDataLst>
                <p:tags r:id="rId66"/>
              </p:custDataLst>
            </p:nvPr>
          </p:nvSpPr>
          <p:spPr bwMode="auto">
            <a:xfrm>
              <a:off x="7813675" y="2697163"/>
              <a:ext cx="1057275" cy="207963"/>
            </a:xfrm>
            <a:custGeom>
              <a:avLst/>
              <a:gdLst>
                <a:gd name="T0" fmla="*/ 659 w 666"/>
                <a:gd name="T1" fmla="*/ 131 h 131"/>
                <a:gd name="T2" fmla="*/ 0 w 666"/>
                <a:gd name="T3" fmla="*/ 52 h 131"/>
                <a:gd name="T4" fmla="*/ 7 w 666"/>
                <a:gd name="T5" fmla="*/ 0 h 131"/>
                <a:gd name="T6" fmla="*/ 666 w 666"/>
                <a:gd name="T7" fmla="*/ 80 h 131"/>
                <a:gd name="T8" fmla="*/ 659 w 666"/>
                <a:gd name="T9" fmla="*/ 131 h 131"/>
              </a:gdLst>
              <a:ahLst/>
              <a:cxnLst>
                <a:cxn ang="0">
                  <a:pos x="T0" y="T1"/>
                </a:cxn>
                <a:cxn ang="0">
                  <a:pos x="T2" y="T3"/>
                </a:cxn>
                <a:cxn ang="0">
                  <a:pos x="T4" y="T5"/>
                </a:cxn>
                <a:cxn ang="0">
                  <a:pos x="T6" y="T7"/>
                </a:cxn>
                <a:cxn ang="0">
                  <a:pos x="T8" y="T9"/>
                </a:cxn>
              </a:cxnLst>
              <a:rect l="0" t="0" r="r" b="b"/>
              <a:pathLst>
                <a:path w="666" h="131">
                  <a:moveTo>
                    <a:pt x="659" y="131"/>
                  </a:moveTo>
                  <a:lnTo>
                    <a:pt x="0" y="52"/>
                  </a:lnTo>
                  <a:lnTo>
                    <a:pt x="7" y="0"/>
                  </a:lnTo>
                  <a:lnTo>
                    <a:pt x="666" y="80"/>
                  </a:lnTo>
                  <a:lnTo>
                    <a:pt x="659" y="131"/>
                  </a:lnTo>
                  <a:close/>
                </a:path>
              </a:pathLst>
            </a:custGeom>
            <a:solidFill>
              <a:srgbClr val="DADADA"/>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1397" name="Freeform 77"/>
            <p:cNvSpPr/>
            <p:nvPr>
              <p:custDataLst>
                <p:tags r:id="rId67"/>
              </p:custDataLst>
            </p:nvPr>
          </p:nvSpPr>
          <p:spPr bwMode="auto">
            <a:xfrm>
              <a:off x="7793038" y="2849563"/>
              <a:ext cx="669925" cy="161925"/>
            </a:xfrm>
            <a:custGeom>
              <a:avLst/>
              <a:gdLst>
                <a:gd name="T0" fmla="*/ 415 w 422"/>
                <a:gd name="T1" fmla="*/ 102 h 102"/>
                <a:gd name="T2" fmla="*/ 0 w 422"/>
                <a:gd name="T3" fmla="*/ 52 h 102"/>
                <a:gd name="T4" fmla="*/ 7 w 422"/>
                <a:gd name="T5" fmla="*/ 0 h 102"/>
                <a:gd name="T6" fmla="*/ 422 w 422"/>
                <a:gd name="T7" fmla="*/ 51 h 102"/>
                <a:gd name="T8" fmla="*/ 415 w 422"/>
                <a:gd name="T9" fmla="*/ 102 h 102"/>
              </a:gdLst>
              <a:ahLst/>
              <a:cxnLst>
                <a:cxn ang="0">
                  <a:pos x="T0" y="T1"/>
                </a:cxn>
                <a:cxn ang="0">
                  <a:pos x="T2" y="T3"/>
                </a:cxn>
                <a:cxn ang="0">
                  <a:pos x="T4" y="T5"/>
                </a:cxn>
                <a:cxn ang="0">
                  <a:pos x="T6" y="T7"/>
                </a:cxn>
                <a:cxn ang="0">
                  <a:pos x="T8" y="T9"/>
                </a:cxn>
              </a:cxnLst>
              <a:rect l="0" t="0" r="r" b="b"/>
              <a:pathLst>
                <a:path w="422" h="102">
                  <a:moveTo>
                    <a:pt x="415" y="102"/>
                  </a:moveTo>
                  <a:lnTo>
                    <a:pt x="0" y="52"/>
                  </a:lnTo>
                  <a:lnTo>
                    <a:pt x="7" y="0"/>
                  </a:lnTo>
                  <a:lnTo>
                    <a:pt x="422" y="51"/>
                  </a:lnTo>
                  <a:lnTo>
                    <a:pt x="415" y="102"/>
                  </a:lnTo>
                  <a:close/>
                </a:path>
              </a:pathLst>
            </a:custGeom>
            <a:solidFill>
              <a:srgbClr val="DADADA"/>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1398" name="Freeform 78"/>
            <p:cNvSpPr/>
            <p:nvPr>
              <p:custDataLst>
                <p:tags r:id="rId68"/>
              </p:custDataLst>
            </p:nvPr>
          </p:nvSpPr>
          <p:spPr bwMode="auto">
            <a:xfrm>
              <a:off x="7975600" y="2049463"/>
              <a:ext cx="163513" cy="125413"/>
            </a:xfrm>
            <a:custGeom>
              <a:avLst/>
              <a:gdLst>
                <a:gd name="T0" fmla="*/ 94 w 103"/>
                <a:gd name="T1" fmla="*/ 79 h 79"/>
                <a:gd name="T2" fmla="*/ 0 w 103"/>
                <a:gd name="T3" fmla="*/ 67 h 79"/>
                <a:gd name="T4" fmla="*/ 10 w 103"/>
                <a:gd name="T5" fmla="*/ 0 h 79"/>
                <a:gd name="T6" fmla="*/ 103 w 103"/>
                <a:gd name="T7" fmla="*/ 12 h 79"/>
                <a:gd name="T8" fmla="*/ 94 w 103"/>
                <a:gd name="T9" fmla="*/ 79 h 79"/>
              </a:gdLst>
              <a:ahLst/>
              <a:cxnLst>
                <a:cxn ang="0">
                  <a:pos x="T0" y="T1"/>
                </a:cxn>
                <a:cxn ang="0">
                  <a:pos x="T2" y="T3"/>
                </a:cxn>
                <a:cxn ang="0">
                  <a:pos x="T4" y="T5"/>
                </a:cxn>
                <a:cxn ang="0">
                  <a:pos x="T6" y="T7"/>
                </a:cxn>
                <a:cxn ang="0">
                  <a:pos x="T8" y="T9"/>
                </a:cxn>
              </a:cxnLst>
              <a:rect l="0" t="0" r="r" b="b"/>
              <a:pathLst>
                <a:path w="103" h="79">
                  <a:moveTo>
                    <a:pt x="94" y="79"/>
                  </a:moveTo>
                  <a:lnTo>
                    <a:pt x="0" y="67"/>
                  </a:lnTo>
                  <a:lnTo>
                    <a:pt x="10" y="0"/>
                  </a:lnTo>
                  <a:lnTo>
                    <a:pt x="103" y="12"/>
                  </a:lnTo>
                  <a:lnTo>
                    <a:pt x="94" y="79"/>
                  </a:lnTo>
                  <a:close/>
                </a:path>
              </a:pathLst>
            </a:custGeom>
            <a:solidFill>
              <a:srgbClr val="E6332A"/>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1399" name="Freeform 79"/>
            <p:cNvSpPr/>
            <p:nvPr>
              <p:custDataLst>
                <p:tags r:id="rId69"/>
              </p:custDataLst>
            </p:nvPr>
          </p:nvSpPr>
          <p:spPr bwMode="auto">
            <a:xfrm>
              <a:off x="8228013" y="1992313"/>
              <a:ext cx="174625" cy="212725"/>
            </a:xfrm>
            <a:custGeom>
              <a:avLst/>
              <a:gdLst>
                <a:gd name="T0" fmla="*/ 93 w 110"/>
                <a:gd name="T1" fmla="*/ 134 h 134"/>
                <a:gd name="T2" fmla="*/ 0 w 110"/>
                <a:gd name="T3" fmla="*/ 122 h 134"/>
                <a:gd name="T4" fmla="*/ 18 w 110"/>
                <a:gd name="T5" fmla="*/ 0 h 134"/>
                <a:gd name="T6" fmla="*/ 110 w 110"/>
                <a:gd name="T7" fmla="*/ 12 h 134"/>
                <a:gd name="T8" fmla="*/ 93 w 110"/>
                <a:gd name="T9" fmla="*/ 134 h 134"/>
              </a:gdLst>
              <a:ahLst/>
              <a:cxnLst>
                <a:cxn ang="0">
                  <a:pos x="T0" y="T1"/>
                </a:cxn>
                <a:cxn ang="0">
                  <a:pos x="T2" y="T3"/>
                </a:cxn>
                <a:cxn ang="0">
                  <a:pos x="T4" y="T5"/>
                </a:cxn>
                <a:cxn ang="0">
                  <a:pos x="T6" y="T7"/>
                </a:cxn>
                <a:cxn ang="0">
                  <a:pos x="T8" y="T9"/>
                </a:cxn>
              </a:cxnLst>
              <a:rect l="0" t="0" r="r" b="b"/>
              <a:pathLst>
                <a:path w="110" h="134">
                  <a:moveTo>
                    <a:pt x="93" y="134"/>
                  </a:moveTo>
                  <a:lnTo>
                    <a:pt x="0" y="122"/>
                  </a:lnTo>
                  <a:lnTo>
                    <a:pt x="18" y="0"/>
                  </a:lnTo>
                  <a:lnTo>
                    <a:pt x="110" y="12"/>
                  </a:lnTo>
                  <a:lnTo>
                    <a:pt x="93" y="134"/>
                  </a:lnTo>
                  <a:close/>
                </a:path>
              </a:pathLst>
            </a:custGeom>
            <a:solidFill>
              <a:srgbClr val="E6332A"/>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1400" name="Freeform 80"/>
            <p:cNvSpPr/>
            <p:nvPr>
              <p:custDataLst>
                <p:tags r:id="rId70"/>
              </p:custDataLst>
            </p:nvPr>
          </p:nvSpPr>
          <p:spPr bwMode="auto">
            <a:xfrm>
              <a:off x="8478838" y="1890713"/>
              <a:ext cx="193675" cy="342900"/>
            </a:xfrm>
            <a:custGeom>
              <a:avLst/>
              <a:gdLst>
                <a:gd name="T0" fmla="*/ 94 w 122"/>
                <a:gd name="T1" fmla="*/ 216 h 216"/>
                <a:gd name="T2" fmla="*/ 0 w 122"/>
                <a:gd name="T3" fmla="*/ 205 h 216"/>
                <a:gd name="T4" fmla="*/ 29 w 122"/>
                <a:gd name="T5" fmla="*/ 0 h 216"/>
                <a:gd name="T6" fmla="*/ 122 w 122"/>
                <a:gd name="T7" fmla="*/ 11 h 216"/>
                <a:gd name="T8" fmla="*/ 94 w 122"/>
                <a:gd name="T9" fmla="*/ 216 h 216"/>
              </a:gdLst>
              <a:ahLst/>
              <a:cxnLst>
                <a:cxn ang="0">
                  <a:pos x="T0" y="T1"/>
                </a:cxn>
                <a:cxn ang="0">
                  <a:pos x="T2" y="T3"/>
                </a:cxn>
                <a:cxn ang="0">
                  <a:pos x="T4" y="T5"/>
                </a:cxn>
                <a:cxn ang="0">
                  <a:pos x="T6" y="T7"/>
                </a:cxn>
                <a:cxn ang="0">
                  <a:pos x="T8" y="T9"/>
                </a:cxn>
              </a:cxnLst>
              <a:rect l="0" t="0" r="r" b="b"/>
              <a:pathLst>
                <a:path w="122" h="216">
                  <a:moveTo>
                    <a:pt x="94" y="216"/>
                  </a:moveTo>
                  <a:lnTo>
                    <a:pt x="0" y="205"/>
                  </a:lnTo>
                  <a:lnTo>
                    <a:pt x="29" y="0"/>
                  </a:lnTo>
                  <a:lnTo>
                    <a:pt x="122" y="11"/>
                  </a:lnTo>
                  <a:lnTo>
                    <a:pt x="94" y="216"/>
                  </a:lnTo>
                  <a:close/>
                </a:path>
              </a:pathLst>
            </a:custGeom>
            <a:solidFill>
              <a:srgbClr val="E6332A"/>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1401" name="Freeform 81"/>
            <p:cNvSpPr/>
            <p:nvPr>
              <p:custDataLst>
                <p:tags r:id="rId71"/>
              </p:custDataLst>
            </p:nvPr>
          </p:nvSpPr>
          <p:spPr bwMode="auto">
            <a:xfrm>
              <a:off x="8729663" y="1858963"/>
              <a:ext cx="203200" cy="404813"/>
            </a:xfrm>
            <a:custGeom>
              <a:avLst/>
              <a:gdLst>
                <a:gd name="T0" fmla="*/ 93 w 128"/>
                <a:gd name="T1" fmla="*/ 255 h 255"/>
                <a:gd name="T2" fmla="*/ 0 w 128"/>
                <a:gd name="T3" fmla="*/ 244 h 255"/>
                <a:gd name="T4" fmla="*/ 35 w 128"/>
                <a:gd name="T5" fmla="*/ 0 h 255"/>
                <a:gd name="T6" fmla="*/ 128 w 128"/>
                <a:gd name="T7" fmla="*/ 10 h 255"/>
                <a:gd name="T8" fmla="*/ 93 w 128"/>
                <a:gd name="T9" fmla="*/ 255 h 255"/>
              </a:gdLst>
              <a:ahLst/>
              <a:cxnLst>
                <a:cxn ang="0">
                  <a:pos x="T0" y="T1"/>
                </a:cxn>
                <a:cxn ang="0">
                  <a:pos x="T2" y="T3"/>
                </a:cxn>
                <a:cxn ang="0">
                  <a:pos x="T4" y="T5"/>
                </a:cxn>
                <a:cxn ang="0">
                  <a:pos x="T6" y="T7"/>
                </a:cxn>
                <a:cxn ang="0">
                  <a:pos x="T8" y="T9"/>
                </a:cxn>
              </a:cxnLst>
              <a:rect l="0" t="0" r="r" b="b"/>
              <a:pathLst>
                <a:path w="128" h="255">
                  <a:moveTo>
                    <a:pt x="93" y="255"/>
                  </a:moveTo>
                  <a:lnTo>
                    <a:pt x="0" y="244"/>
                  </a:lnTo>
                  <a:lnTo>
                    <a:pt x="35" y="0"/>
                  </a:lnTo>
                  <a:lnTo>
                    <a:pt x="128" y="10"/>
                  </a:lnTo>
                  <a:lnTo>
                    <a:pt x="93" y="255"/>
                  </a:lnTo>
                  <a:close/>
                </a:path>
              </a:pathLst>
            </a:custGeom>
            <a:solidFill>
              <a:srgbClr val="E6332A"/>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1402" name="Freeform 82"/>
            <p:cNvSpPr/>
            <p:nvPr>
              <p:custDataLst>
                <p:tags r:id="rId72"/>
              </p:custDataLst>
            </p:nvPr>
          </p:nvSpPr>
          <p:spPr bwMode="auto">
            <a:xfrm>
              <a:off x="8323263" y="3070225"/>
              <a:ext cx="171450" cy="157163"/>
            </a:xfrm>
            <a:custGeom>
              <a:avLst/>
              <a:gdLst>
                <a:gd name="T0" fmla="*/ 31 w 90"/>
                <a:gd name="T1" fmla="*/ 63 h 82"/>
                <a:gd name="T2" fmla="*/ 10 w 90"/>
                <a:gd name="T3" fmla="*/ 5 h 82"/>
                <a:gd name="T4" fmla="*/ 28 w 90"/>
                <a:gd name="T5" fmla="*/ 21 h 82"/>
                <a:gd name="T6" fmla="*/ 56 w 90"/>
                <a:gd name="T7" fmla="*/ 40 h 82"/>
                <a:gd name="T8" fmla="*/ 90 w 90"/>
                <a:gd name="T9" fmla="*/ 44 h 82"/>
                <a:gd name="T10" fmla="*/ 69 w 90"/>
                <a:gd name="T11" fmla="*/ 72 h 82"/>
                <a:gd name="T12" fmla="*/ 31 w 90"/>
                <a:gd name="T13" fmla="*/ 63 h 82"/>
              </a:gdLst>
              <a:ahLst/>
              <a:cxnLst>
                <a:cxn ang="0">
                  <a:pos x="T0" y="T1"/>
                </a:cxn>
                <a:cxn ang="0">
                  <a:pos x="T2" y="T3"/>
                </a:cxn>
                <a:cxn ang="0">
                  <a:pos x="T4" y="T5"/>
                </a:cxn>
                <a:cxn ang="0">
                  <a:pos x="T6" y="T7"/>
                </a:cxn>
                <a:cxn ang="0">
                  <a:pos x="T8" y="T9"/>
                </a:cxn>
                <a:cxn ang="0">
                  <a:pos x="T10" y="T11"/>
                </a:cxn>
                <a:cxn ang="0">
                  <a:pos x="T12" y="T13"/>
                </a:cxn>
              </a:cxnLst>
              <a:rect l="0" t="0" r="r" b="b"/>
              <a:pathLst>
                <a:path w="90" h="82">
                  <a:moveTo>
                    <a:pt x="31" y="63"/>
                  </a:moveTo>
                  <a:cubicBezTo>
                    <a:pt x="31" y="63"/>
                    <a:pt x="0" y="14"/>
                    <a:pt x="10" y="5"/>
                  </a:cubicBezTo>
                  <a:cubicBezTo>
                    <a:pt x="15" y="0"/>
                    <a:pt x="22" y="9"/>
                    <a:pt x="28" y="21"/>
                  </a:cubicBezTo>
                  <a:cubicBezTo>
                    <a:pt x="33" y="31"/>
                    <a:pt x="44" y="39"/>
                    <a:pt x="56" y="40"/>
                  </a:cubicBezTo>
                  <a:cubicBezTo>
                    <a:pt x="90" y="44"/>
                    <a:pt x="90" y="44"/>
                    <a:pt x="90" y="44"/>
                  </a:cubicBezTo>
                  <a:cubicBezTo>
                    <a:pt x="90" y="44"/>
                    <a:pt x="81" y="62"/>
                    <a:pt x="69" y="72"/>
                  </a:cubicBezTo>
                  <a:cubicBezTo>
                    <a:pt x="57" y="82"/>
                    <a:pt x="31" y="63"/>
                    <a:pt x="31" y="63"/>
                  </a:cubicBezTo>
                  <a:close/>
                </a:path>
              </a:pathLst>
            </a:custGeom>
            <a:solidFill>
              <a:srgbClr val="FFE7C5"/>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1403" name="Freeform 83"/>
            <p:cNvSpPr/>
            <p:nvPr>
              <p:custDataLst>
                <p:tags r:id="rId73"/>
              </p:custDataLst>
            </p:nvPr>
          </p:nvSpPr>
          <p:spPr bwMode="auto">
            <a:xfrm>
              <a:off x="6650038" y="4167188"/>
              <a:ext cx="461963" cy="636588"/>
            </a:xfrm>
            <a:custGeom>
              <a:avLst/>
              <a:gdLst>
                <a:gd name="T0" fmla="*/ 291 w 291"/>
                <a:gd name="T1" fmla="*/ 93 h 401"/>
                <a:gd name="T2" fmla="*/ 175 w 291"/>
                <a:gd name="T3" fmla="*/ 155 h 401"/>
                <a:gd name="T4" fmla="*/ 45 w 291"/>
                <a:gd name="T5" fmla="*/ 401 h 401"/>
                <a:gd name="T6" fmla="*/ 0 w 291"/>
                <a:gd name="T7" fmla="*/ 388 h 401"/>
                <a:gd name="T8" fmla="*/ 114 w 291"/>
                <a:gd name="T9" fmla="*/ 122 h 401"/>
                <a:gd name="T10" fmla="*/ 248 w 291"/>
                <a:gd name="T11" fmla="*/ 0 h 401"/>
                <a:gd name="T12" fmla="*/ 291 w 291"/>
                <a:gd name="T13" fmla="*/ 93 h 401"/>
              </a:gdLst>
              <a:ahLst/>
              <a:cxnLst>
                <a:cxn ang="0">
                  <a:pos x="T0" y="T1"/>
                </a:cxn>
                <a:cxn ang="0">
                  <a:pos x="T2" y="T3"/>
                </a:cxn>
                <a:cxn ang="0">
                  <a:pos x="T4" y="T5"/>
                </a:cxn>
                <a:cxn ang="0">
                  <a:pos x="T6" y="T7"/>
                </a:cxn>
                <a:cxn ang="0">
                  <a:pos x="T8" y="T9"/>
                </a:cxn>
                <a:cxn ang="0">
                  <a:pos x="T10" y="T11"/>
                </a:cxn>
                <a:cxn ang="0">
                  <a:pos x="T12" y="T13"/>
                </a:cxn>
              </a:cxnLst>
              <a:rect l="0" t="0" r="r" b="b"/>
              <a:pathLst>
                <a:path w="291" h="401">
                  <a:moveTo>
                    <a:pt x="291" y="93"/>
                  </a:moveTo>
                  <a:lnTo>
                    <a:pt x="175" y="155"/>
                  </a:lnTo>
                  <a:lnTo>
                    <a:pt x="45" y="401"/>
                  </a:lnTo>
                  <a:lnTo>
                    <a:pt x="0" y="388"/>
                  </a:lnTo>
                  <a:lnTo>
                    <a:pt x="114" y="122"/>
                  </a:lnTo>
                  <a:lnTo>
                    <a:pt x="248" y="0"/>
                  </a:lnTo>
                  <a:lnTo>
                    <a:pt x="291" y="93"/>
                  </a:lnTo>
                  <a:close/>
                </a:path>
              </a:pathLst>
            </a:custGeom>
            <a:solidFill>
              <a:srgbClr val="FFE7C5"/>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1404" name="Freeform 84"/>
            <p:cNvSpPr/>
            <p:nvPr>
              <p:custDataLst>
                <p:tags r:id="rId74"/>
              </p:custDataLst>
            </p:nvPr>
          </p:nvSpPr>
          <p:spPr bwMode="auto">
            <a:xfrm>
              <a:off x="7262813" y="4040188"/>
              <a:ext cx="776288" cy="801688"/>
            </a:xfrm>
            <a:custGeom>
              <a:avLst/>
              <a:gdLst>
                <a:gd name="T0" fmla="*/ 0 w 489"/>
                <a:gd name="T1" fmla="*/ 446 h 505"/>
                <a:gd name="T2" fmla="*/ 13 w 489"/>
                <a:gd name="T3" fmla="*/ 81 h 505"/>
                <a:gd name="T4" fmla="*/ 411 w 489"/>
                <a:gd name="T5" fmla="*/ 0 h 505"/>
                <a:gd name="T6" fmla="*/ 489 w 489"/>
                <a:gd name="T7" fmla="*/ 505 h 505"/>
                <a:gd name="T8" fmla="*/ 309 w 489"/>
                <a:gd name="T9" fmla="*/ 477 h 505"/>
                <a:gd name="T10" fmla="*/ 0 w 489"/>
                <a:gd name="T11" fmla="*/ 446 h 505"/>
              </a:gdLst>
              <a:ahLst/>
              <a:cxnLst>
                <a:cxn ang="0">
                  <a:pos x="T0" y="T1"/>
                </a:cxn>
                <a:cxn ang="0">
                  <a:pos x="T2" y="T3"/>
                </a:cxn>
                <a:cxn ang="0">
                  <a:pos x="T4" y="T5"/>
                </a:cxn>
                <a:cxn ang="0">
                  <a:pos x="T6" y="T7"/>
                </a:cxn>
                <a:cxn ang="0">
                  <a:pos x="T8" y="T9"/>
                </a:cxn>
                <a:cxn ang="0">
                  <a:pos x="T10" y="T11"/>
                </a:cxn>
              </a:cxnLst>
              <a:rect l="0" t="0" r="r" b="b"/>
              <a:pathLst>
                <a:path w="489" h="505">
                  <a:moveTo>
                    <a:pt x="0" y="446"/>
                  </a:moveTo>
                  <a:lnTo>
                    <a:pt x="13" y="81"/>
                  </a:lnTo>
                  <a:lnTo>
                    <a:pt x="411" y="0"/>
                  </a:lnTo>
                  <a:lnTo>
                    <a:pt x="489" y="505"/>
                  </a:lnTo>
                  <a:lnTo>
                    <a:pt x="309" y="477"/>
                  </a:lnTo>
                  <a:lnTo>
                    <a:pt x="0" y="446"/>
                  </a:lnTo>
                  <a:close/>
                </a:path>
              </a:pathLst>
            </a:custGeom>
            <a:solidFill>
              <a:schemeClr val="tx2"/>
            </a:solidFill>
            <a:ln>
              <a:noFill/>
            </a:ln>
          </p:spPr>
          <p:txBody>
            <a:bodyPr vert="horz" wrap="square" lIns="68580" tIns="34290" rIns="68580" bIns="34290" numCol="1" anchor="t" anchorCtr="0" compatLnSpc="1"/>
            <a:lstStyle/>
            <a:p>
              <a:endParaRPr lang="zh-CN" altLang="en-US" sz="1350"/>
            </a:p>
          </p:txBody>
        </p:sp>
        <p:sp>
          <p:nvSpPr>
            <p:cNvPr id="1405" name="Freeform 85"/>
            <p:cNvSpPr/>
            <p:nvPr>
              <p:custDataLst>
                <p:tags r:id="rId75"/>
              </p:custDataLst>
            </p:nvPr>
          </p:nvSpPr>
          <p:spPr bwMode="auto">
            <a:xfrm>
              <a:off x="6929438" y="3648075"/>
              <a:ext cx="1247775" cy="796925"/>
            </a:xfrm>
            <a:custGeom>
              <a:avLst/>
              <a:gdLst>
                <a:gd name="T0" fmla="*/ 517 w 655"/>
                <a:gd name="T1" fmla="*/ 206 h 419"/>
                <a:gd name="T2" fmla="*/ 192 w 655"/>
                <a:gd name="T3" fmla="*/ 294 h 419"/>
                <a:gd name="T4" fmla="*/ 54 w 655"/>
                <a:gd name="T5" fmla="*/ 419 h 419"/>
                <a:gd name="T6" fmla="*/ 0 w 655"/>
                <a:gd name="T7" fmla="*/ 306 h 419"/>
                <a:gd name="T8" fmla="*/ 148 w 655"/>
                <a:gd name="T9" fmla="*/ 144 h 419"/>
                <a:gd name="T10" fmla="*/ 255 w 655"/>
                <a:gd name="T11" fmla="*/ 120 h 419"/>
                <a:gd name="T12" fmla="*/ 409 w 655"/>
                <a:gd name="T13" fmla="*/ 99 h 419"/>
                <a:gd name="T14" fmla="*/ 457 w 655"/>
                <a:gd name="T15" fmla="*/ 103 h 419"/>
                <a:gd name="T16" fmla="*/ 564 w 655"/>
                <a:gd name="T17" fmla="*/ 11 h 419"/>
                <a:gd name="T18" fmla="*/ 576 w 655"/>
                <a:gd name="T19" fmla="*/ 0 h 419"/>
                <a:gd name="T20" fmla="*/ 655 w 655"/>
                <a:gd name="T21" fmla="*/ 82 h 419"/>
                <a:gd name="T22" fmla="*/ 517 w 655"/>
                <a:gd name="T23" fmla="*/ 206 h 4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655" h="419">
                  <a:moveTo>
                    <a:pt x="517" y="206"/>
                  </a:moveTo>
                  <a:cubicBezTo>
                    <a:pt x="192" y="294"/>
                    <a:pt x="192" y="294"/>
                    <a:pt x="192" y="294"/>
                  </a:cubicBezTo>
                  <a:cubicBezTo>
                    <a:pt x="54" y="419"/>
                    <a:pt x="54" y="419"/>
                    <a:pt x="54" y="419"/>
                  </a:cubicBezTo>
                  <a:cubicBezTo>
                    <a:pt x="0" y="306"/>
                    <a:pt x="0" y="306"/>
                    <a:pt x="0" y="306"/>
                  </a:cubicBezTo>
                  <a:cubicBezTo>
                    <a:pt x="148" y="144"/>
                    <a:pt x="148" y="144"/>
                    <a:pt x="148" y="144"/>
                  </a:cubicBezTo>
                  <a:cubicBezTo>
                    <a:pt x="155" y="138"/>
                    <a:pt x="255" y="120"/>
                    <a:pt x="255" y="120"/>
                  </a:cubicBezTo>
                  <a:cubicBezTo>
                    <a:pt x="308" y="133"/>
                    <a:pt x="363" y="125"/>
                    <a:pt x="409" y="99"/>
                  </a:cubicBezTo>
                  <a:cubicBezTo>
                    <a:pt x="457" y="103"/>
                    <a:pt x="457" y="103"/>
                    <a:pt x="457" y="103"/>
                  </a:cubicBezTo>
                  <a:cubicBezTo>
                    <a:pt x="564" y="11"/>
                    <a:pt x="564" y="11"/>
                    <a:pt x="564" y="11"/>
                  </a:cubicBezTo>
                  <a:cubicBezTo>
                    <a:pt x="576" y="0"/>
                    <a:pt x="576" y="0"/>
                    <a:pt x="576" y="0"/>
                  </a:cubicBezTo>
                  <a:cubicBezTo>
                    <a:pt x="655" y="82"/>
                    <a:pt x="655" y="82"/>
                    <a:pt x="655" y="82"/>
                  </a:cubicBezTo>
                  <a:lnTo>
                    <a:pt x="517" y="206"/>
                  </a:lnTo>
                  <a:close/>
                </a:path>
              </a:pathLst>
            </a:custGeom>
            <a:solidFill>
              <a:schemeClr val="tx2"/>
            </a:solidFill>
            <a:ln>
              <a:noFill/>
            </a:ln>
          </p:spPr>
          <p:txBody>
            <a:bodyPr vert="horz" wrap="square" lIns="68580" tIns="34290" rIns="68580" bIns="34290" numCol="1" anchor="t" anchorCtr="0" compatLnSpc="1"/>
            <a:lstStyle/>
            <a:p>
              <a:endParaRPr lang="zh-CN" altLang="en-US" sz="1350"/>
            </a:p>
          </p:txBody>
        </p:sp>
        <p:sp>
          <p:nvSpPr>
            <p:cNvPr id="1406" name="Freeform 86"/>
            <p:cNvSpPr/>
            <p:nvPr>
              <p:custDataLst>
                <p:tags r:id="rId76"/>
              </p:custDataLst>
            </p:nvPr>
          </p:nvSpPr>
          <p:spPr bwMode="auto">
            <a:xfrm>
              <a:off x="7424738" y="3625850"/>
              <a:ext cx="204788" cy="357188"/>
            </a:xfrm>
            <a:custGeom>
              <a:avLst/>
              <a:gdLst>
                <a:gd name="T0" fmla="*/ 17 w 107"/>
                <a:gd name="T1" fmla="*/ 22 h 187"/>
                <a:gd name="T2" fmla="*/ 29 w 107"/>
                <a:gd name="T3" fmla="*/ 90 h 187"/>
                <a:gd name="T4" fmla="*/ 4 w 107"/>
                <a:gd name="T5" fmla="*/ 130 h 187"/>
                <a:gd name="T6" fmla="*/ 0 w 107"/>
                <a:gd name="T7" fmla="*/ 131 h 187"/>
                <a:gd name="T8" fmla="*/ 87 w 107"/>
                <a:gd name="T9" fmla="*/ 185 h 187"/>
                <a:gd name="T10" fmla="*/ 107 w 107"/>
                <a:gd name="T11" fmla="*/ 175 h 187"/>
                <a:gd name="T12" fmla="*/ 39 w 107"/>
                <a:gd name="T13" fmla="*/ 12 h 187"/>
                <a:gd name="T14" fmla="*/ 34 w 107"/>
                <a:gd name="T15" fmla="*/ 0 h 187"/>
                <a:gd name="T16" fmla="*/ 24 w 107"/>
                <a:gd name="T17" fmla="*/ 8 h 187"/>
                <a:gd name="T18" fmla="*/ 17 w 107"/>
                <a:gd name="T19" fmla="*/ 22 h 1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7" h="187">
                  <a:moveTo>
                    <a:pt x="17" y="22"/>
                  </a:moveTo>
                  <a:cubicBezTo>
                    <a:pt x="29" y="90"/>
                    <a:pt x="29" y="90"/>
                    <a:pt x="29" y="90"/>
                  </a:cubicBezTo>
                  <a:cubicBezTo>
                    <a:pt x="32" y="107"/>
                    <a:pt x="22" y="124"/>
                    <a:pt x="4" y="130"/>
                  </a:cubicBezTo>
                  <a:cubicBezTo>
                    <a:pt x="0" y="131"/>
                    <a:pt x="0" y="131"/>
                    <a:pt x="0" y="131"/>
                  </a:cubicBezTo>
                  <a:cubicBezTo>
                    <a:pt x="0" y="131"/>
                    <a:pt x="82" y="187"/>
                    <a:pt x="87" y="185"/>
                  </a:cubicBezTo>
                  <a:cubicBezTo>
                    <a:pt x="92" y="184"/>
                    <a:pt x="107" y="175"/>
                    <a:pt x="107" y="175"/>
                  </a:cubicBezTo>
                  <a:cubicBezTo>
                    <a:pt x="39" y="12"/>
                    <a:pt x="39" y="12"/>
                    <a:pt x="39" y="12"/>
                  </a:cubicBezTo>
                  <a:cubicBezTo>
                    <a:pt x="34" y="0"/>
                    <a:pt x="34" y="0"/>
                    <a:pt x="34" y="0"/>
                  </a:cubicBezTo>
                  <a:cubicBezTo>
                    <a:pt x="24" y="8"/>
                    <a:pt x="24" y="8"/>
                    <a:pt x="24" y="8"/>
                  </a:cubicBezTo>
                  <a:lnTo>
                    <a:pt x="17" y="22"/>
                  </a:lnTo>
                  <a:close/>
                </a:path>
              </a:pathLst>
            </a:custGeom>
            <a:solidFill>
              <a:srgbClr val="FFE7C5"/>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1407" name="Freeform 87"/>
            <p:cNvSpPr/>
            <p:nvPr>
              <p:custDataLst>
                <p:tags r:id="rId77"/>
              </p:custDataLst>
            </p:nvPr>
          </p:nvSpPr>
          <p:spPr bwMode="auto">
            <a:xfrm>
              <a:off x="7299325" y="3436938"/>
              <a:ext cx="92075" cy="120650"/>
            </a:xfrm>
            <a:custGeom>
              <a:avLst/>
              <a:gdLst>
                <a:gd name="T0" fmla="*/ 0 w 58"/>
                <a:gd name="T1" fmla="*/ 19 h 76"/>
                <a:gd name="T2" fmla="*/ 26 w 58"/>
                <a:gd name="T3" fmla="*/ 67 h 76"/>
                <a:gd name="T4" fmla="*/ 58 w 58"/>
                <a:gd name="T5" fmla="*/ 76 h 76"/>
                <a:gd name="T6" fmla="*/ 58 w 58"/>
                <a:gd name="T7" fmla="*/ 0 h 76"/>
                <a:gd name="T8" fmla="*/ 0 w 58"/>
                <a:gd name="T9" fmla="*/ 19 h 76"/>
              </a:gdLst>
              <a:ahLst/>
              <a:cxnLst>
                <a:cxn ang="0">
                  <a:pos x="T0" y="T1"/>
                </a:cxn>
                <a:cxn ang="0">
                  <a:pos x="T2" y="T3"/>
                </a:cxn>
                <a:cxn ang="0">
                  <a:pos x="T4" y="T5"/>
                </a:cxn>
                <a:cxn ang="0">
                  <a:pos x="T6" y="T7"/>
                </a:cxn>
                <a:cxn ang="0">
                  <a:pos x="T8" y="T9"/>
                </a:cxn>
              </a:cxnLst>
              <a:rect l="0" t="0" r="r" b="b"/>
              <a:pathLst>
                <a:path w="58" h="76">
                  <a:moveTo>
                    <a:pt x="0" y="19"/>
                  </a:moveTo>
                  <a:lnTo>
                    <a:pt x="26" y="67"/>
                  </a:lnTo>
                  <a:lnTo>
                    <a:pt x="58" y="76"/>
                  </a:lnTo>
                  <a:lnTo>
                    <a:pt x="58" y="0"/>
                  </a:lnTo>
                  <a:lnTo>
                    <a:pt x="0" y="19"/>
                  </a:lnTo>
                  <a:close/>
                </a:path>
              </a:pathLst>
            </a:custGeom>
            <a:solidFill>
              <a:srgbClr val="FFE7C5"/>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11520" name="Freeform 88"/>
            <p:cNvSpPr/>
            <p:nvPr>
              <p:custDataLst>
                <p:tags r:id="rId78"/>
              </p:custDataLst>
            </p:nvPr>
          </p:nvSpPr>
          <p:spPr bwMode="auto">
            <a:xfrm>
              <a:off x="7281863" y="3262313"/>
              <a:ext cx="615950" cy="577850"/>
            </a:xfrm>
            <a:custGeom>
              <a:avLst/>
              <a:gdLst>
                <a:gd name="T0" fmla="*/ 228 w 323"/>
                <a:gd name="T1" fmla="*/ 93 h 303"/>
                <a:gd name="T2" fmla="*/ 323 w 323"/>
                <a:gd name="T3" fmla="*/ 259 h 303"/>
                <a:gd name="T4" fmla="*/ 138 w 323"/>
                <a:gd name="T5" fmla="*/ 303 h 303"/>
                <a:gd name="T6" fmla="*/ 86 w 323"/>
                <a:gd name="T7" fmla="*/ 201 h 303"/>
                <a:gd name="T8" fmla="*/ 53 w 323"/>
                <a:gd name="T9" fmla="*/ 217 h 303"/>
                <a:gd name="T10" fmla="*/ 4 w 323"/>
                <a:gd name="T11" fmla="*/ 138 h 303"/>
                <a:gd name="T12" fmla="*/ 38 w 323"/>
                <a:gd name="T13" fmla="*/ 147 h 303"/>
                <a:gd name="T14" fmla="*/ 52 w 323"/>
                <a:gd name="T15" fmla="*/ 46 h 303"/>
                <a:gd name="T16" fmla="*/ 182 w 323"/>
                <a:gd name="T17" fmla="*/ 0 h 303"/>
                <a:gd name="T18" fmla="*/ 228 w 323"/>
                <a:gd name="T19" fmla="*/ 93 h 3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23" h="303">
                  <a:moveTo>
                    <a:pt x="228" y="93"/>
                  </a:moveTo>
                  <a:cubicBezTo>
                    <a:pt x="323" y="259"/>
                    <a:pt x="323" y="259"/>
                    <a:pt x="323" y="259"/>
                  </a:cubicBezTo>
                  <a:cubicBezTo>
                    <a:pt x="138" y="303"/>
                    <a:pt x="138" y="303"/>
                    <a:pt x="138" y="303"/>
                  </a:cubicBezTo>
                  <a:cubicBezTo>
                    <a:pt x="86" y="201"/>
                    <a:pt x="86" y="201"/>
                    <a:pt x="86" y="201"/>
                  </a:cubicBezTo>
                  <a:cubicBezTo>
                    <a:pt x="86" y="201"/>
                    <a:pt x="77" y="218"/>
                    <a:pt x="53" y="217"/>
                  </a:cubicBezTo>
                  <a:cubicBezTo>
                    <a:pt x="27" y="216"/>
                    <a:pt x="0" y="152"/>
                    <a:pt x="4" y="138"/>
                  </a:cubicBezTo>
                  <a:cubicBezTo>
                    <a:pt x="7" y="124"/>
                    <a:pt x="38" y="147"/>
                    <a:pt x="38" y="147"/>
                  </a:cubicBezTo>
                  <a:cubicBezTo>
                    <a:pt x="38" y="147"/>
                    <a:pt x="29" y="61"/>
                    <a:pt x="52" y="46"/>
                  </a:cubicBezTo>
                  <a:cubicBezTo>
                    <a:pt x="74" y="32"/>
                    <a:pt x="182" y="0"/>
                    <a:pt x="182" y="0"/>
                  </a:cubicBezTo>
                  <a:lnTo>
                    <a:pt x="228" y="93"/>
                  </a:lnTo>
                  <a:close/>
                </a:path>
              </a:pathLst>
            </a:custGeom>
            <a:solidFill>
              <a:srgbClr val="FFE7C5"/>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11521" name="Freeform 89"/>
            <p:cNvSpPr/>
            <p:nvPr>
              <p:custDataLst>
                <p:tags r:id="rId79"/>
              </p:custDataLst>
            </p:nvPr>
          </p:nvSpPr>
          <p:spPr bwMode="auto">
            <a:xfrm>
              <a:off x="7367588" y="3500438"/>
              <a:ext cx="558800" cy="609600"/>
            </a:xfrm>
            <a:custGeom>
              <a:avLst/>
              <a:gdLst>
                <a:gd name="T0" fmla="*/ 220 w 293"/>
                <a:gd name="T1" fmla="*/ 14 h 320"/>
                <a:gd name="T2" fmla="*/ 283 w 293"/>
                <a:gd name="T3" fmla="*/ 86 h 320"/>
                <a:gd name="T4" fmla="*/ 290 w 293"/>
                <a:gd name="T5" fmla="*/ 98 h 320"/>
                <a:gd name="T6" fmla="*/ 293 w 293"/>
                <a:gd name="T7" fmla="*/ 267 h 320"/>
                <a:gd name="T8" fmla="*/ 288 w 293"/>
                <a:gd name="T9" fmla="*/ 277 h 320"/>
                <a:gd name="T10" fmla="*/ 263 w 293"/>
                <a:gd name="T11" fmla="*/ 297 h 320"/>
                <a:gd name="T12" fmla="*/ 178 w 293"/>
                <a:gd name="T13" fmla="*/ 307 h 320"/>
                <a:gd name="T14" fmla="*/ 114 w 293"/>
                <a:gd name="T15" fmla="*/ 266 h 320"/>
                <a:gd name="T16" fmla="*/ 74 w 293"/>
                <a:gd name="T17" fmla="*/ 172 h 320"/>
                <a:gd name="T18" fmla="*/ 41 w 293"/>
                <a:gd name="T19" fmla="*/ 77 h 320"/>
                <a:gd name="T20" fmla="*/ 41 w 293"/>
                <a:gd name="T21" fmla="*/ 75 h 320"/>
                <a:gd name="T22" fmla="*/ 4 w 293"/>
                <a:gd name="T23" fmla="*/ 7 h 320"/>
                <a:gd name="T24" fmla="*/ 22 w 293"/>
                <a:gd name="T25" fmla="*/ 7 h 320"/>
                <a:gd name="T26" fmla="*/ 30 w 293"/>
                <a:gd name="T27" fmla="*/ 6 h 320"/>
                <a:gd name="T28" fmla="*/ 35 w 293"/>
                <a:gd name="T29" fmla="*/ 6 h 320"/>
                <a:gd name="T30" fmla="*/ 69 w 293"/>
                <a:gd name="T31" fmla="*/ 72 h 320"/>
                <a:gd name="T32" fmla="*/ 80 w 293"/>
                <a:gd name="T33" fmla="*/ 79 h 320"/>
                <a:gd name="T34" fmla="*/ 131 w 293"/>
                <a:gd name="T35" fmla="*/ 83 h 320"/>
                <a:gd name="T36" fmla="*/ 138 w 293"/>
                <a:gd name="T37" fmla="*/ 81 h 320"/>
                <a:gd name="T38" fmla="*/ 188 w 293"/>
                <a:gd name="T39" fmla="*/ 59 h 320"/>
                <a:gd name="T40" fmla="*/ 196 w 293"/>
                <a:gd name="T41" fmla="*/ 22 h 320"/>
                <a:gd name="T42" fmla="*/ 220 w 293"/>
                <a:gd name="T43" fmla="*/ 14 h 3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93" h="320">
                  <a:moveTo>
                    <a:pt x="220" y="14"/>
                  </a:moveTo>
                  <a:cubicBezTo>
                    <a:pt x="283" y="86"/>
                    <a:pt x="283" y="86"/>
                    <a:pt x="283" y="86"/>
                  </a:cubicBezTo>
                  <a:cubicBezTo>
                    <a:pt x="289" y="93"/>
                    <a:pt x="290" y="96"/>
                    <a:pt x="290" y="98"/>
                  </a:cubicBezTo>
                  <a:cubicBezTo>
                    <a:pt x="293" y="267"/>
                    <a:pt x="293" y="267"/>
                    <a:pt x="293" y="267"/>
                  </a:cubicBezTo>
                  <a:cubicBezTo>
                    <a:pt x="293" y="271"/>
                    <a:pt x="291" y="274"/>
                    <a:pt x="288" y="277"/>
                  </a:cubicBezTo>
                  <a:cubicBezTo>
                    <a:pt x="263" y="297"/>
                    <a:pt x="263" y="297"/>
                    <a:pt x="263" y="297"/>
                  </a:cubicBezTo>
                  <a:cubicBezTo>
                    <a:pt x="240" y="316"/>
                    <a:pt x="206" y="320"/>
                    <a:pt x="178" y="307"/>
                  </a:cubicBezTo>
                  <a:cubicBezTo>
                    <a:pt x="153" y="296"/>
                    <a:pt x="125" y="282"/>
                    <a:pt x="114" y="266"/>
                  </a:cubicBezTo>
                  <a:cubicBezTo>
                    <a:pt x="80" y="219"/>
                    <a:pt x="74" y="172"/>
                    <a:pt x="74" y="172"/>
                  </a:cubicBezTo>
                  <a:cubicBezTo>
                    <a:pt x="41" y="77"/>
                    <a:pt x="41" y="77"/>
                    <a:pt x="41" y="77"/>
                  </a:cubicBezTo>
                  <a:cubicBezTo>
                    <a:pt x="41" y="76"/>
                    <a:pt x="41" y="76"/>
                    <a:pt x="41" y="75"/>
                  </a:cubicBezTo>
                  <a:cubicBezTo>
                    <a:pt x="4" y="7"/>
                    <a:pt x="4" y="7"/>
                    <a:pt x="4" y="7"/>
                  </a:cubicBezTo>
                  <a:cubicBezTo>
                    <a:pt x="0" y="0"/>
                    <a:pt x="15" y="9"/>
                    <a:pt x="22" y="7"/>
                  </a:cubicBezTo>
                  <a:cubicBezTo>
                    <a:pt x="30" y="6"/>
                    <a:pt x="30" y="6"/>
                    <a:pt x="30" y="6"/>
                  </a:cubicBezTo>
                  <a:cubicBezTo>
                    <a:pt x="36" y="4"/>
                    <a:pt x="32" y="0"/>
                    <a:pt x="35" y="6"/>
                  </a:cubicBezTo>
                  <a:cubicBezTo>
                    <a:pt x="69" y="72"/>
                    <a:pt x="69" y="72"/>
                    <a:pt x="69" y="72"/>
                  </a:cubicBezTo>
                  <a:cubicBezTo>
                    <a:pt x="71" y="76"/>
                    <a:pt x="75" y="79"/>
                    <a:pt x="80" y="79"/>
                  </a:cubicBezTo>
                  <a:cubicBezTo>
                    <a:pt x="131" y="83"/>
                    <a:pt x="131" y="83"/>
                    <a:pt x="131" y="83"/>
                  </a:cubicBezTo>
                  <a:cubicBezTo>
                    <a:pt x="134" y="83"/>
                    <a:pt x="136" y="82"/>
                    <a:pt x="138" y="81"/>
                  </a:cubicBezTo>
                  <a:cubicBezTo>
                    <a:pt x="188" y="59"/>
                    <a:pt x="188" y="59"/>
                    <a:pt x="188" y="59"/>
                  </a:cubicBezTo>
                  <a:cubicBezTo>
                    <a:pt x="188" y="59"/>
                    <a:pt x="199" y="55"/>
                    <a:pt x="196" y="22"/>
                  </a:cubicBezTo>
                  <a:cubicBezTo>
                    <a:pt x="195" y="10"/>
                    <a:pt x="212" y="4"/>
                    <a:pt x="220" y="14"/>
                  </a:cubicBezTo>
                  <a:close/>
                </a:path>
              </a:pathLst>
            </a:custGeom>
            <a:solidFill>
              <a:srgbClr val="350C0C"/>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11522" name="Freeform 90"/>
            <p:cNvSpPr/>
            <p:nvPr>
              <p:custDataLst>
                <p:tags r:id="rId80"/>
              </p:custDataLst>
            </p:nvPr>
          </p:nvSpPr>
          <p:spPr bwMode="auto">
            <a:xfrm>
              <a:off x="7567613" y="3663950"/>
              <a:ext cx="234950" cy="128588"/>
            </a:xfrm>
            <a:custGeom>
              <a:avLst/>
              <a:gdLst>
                <a:gd name="T0" fmla="*/ 69 w 123"/>
                <a:gd name="T1" fmla="*/ 15 h 67"/>
                <a:gd name="T2" fmla="*/ 90 w 123"/>
                <a:gd name="T3" fmla="*/ 3 h 67"/>
                <a:gd name="T4" fmla="*/ 117 w 123"/>
                <a:gd name="T5" fmla="*/ 13 h 67"/>
                <a:gd name="T6" fmla="*/ 99 w 123"/>
                <a:gd name="T7" fmla="*/ 47 h 67"/>
                <a:gd name="T8" fmla="*/ 43 w 123"/>
                <a:gd name="T9" fmla="*/ 64 h 67"/>
                <a:gd name="T10" fmla="*/ 7 w 123"/>
                <a:gd name="T11" fmla="*/ 48 h 67"/>
                <a:gd name="T12" fmla="*/ 13 w 123"/>
                <a:gd name="T13" fmla="*/ 20 h 67"/>
                <a:gd name="T14" fmla="*/ 37 w 123"/>
                <a:gd name="T15" fmla="*/ 18 h 67"/>
                <a:gd name="T16" fmla="*/ 69 w 123"/>
                <a:gd name="T17" fmla="*/ 15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3" h="67">
                  <a:moveTo>
                    <a:pt x="69" y="15"/>
                  </a:moveTo>
                  <a:cubicBezTo>
                    <a:pt x="69" y="15"/>
                    <a:pt x="79" y="6"/>
                    <a:pt x="90" y="3"/>
                  </a:cubicBezTo>
                  <a:cubicBezTo>
                    <a:pt x="100" y="0"/>
                    <a:pt x="111" y="1"/>
                    <a:pt x="117" y="13"/>
                  </a:cubicBezTo>
                  <a:cubicBezTo>
                    <a:pt x="123" y="24"/>
                    <a:pt x="113" y="36"/>
                    <a:pt x="99" y="47"/>
                  </a:cubicBezTo>
                  <a:cubicBezTo>
                    <a:pt x="91" y="54"/>
                    <a:pt x="62" y="67"/>
                    <a:pt x="43" y="64"/>
                  </a:cubicBezTo>
                  <a:cubicBezTo>
                    <a:pt x="24" y="61"/>
                    <a:pt x="13" y="57"/>
                    <a:pt x="7" y="48"/>
                  </a:cubicBezTo>
                  <a:cubicBezTo>
                    <a:pt x="0" y="38"/>
                    <a:pt x="5" y="25"/>
                    <a:pt x="13" y="20"/>
                  </a:cubicBezTo>
                  <a:cubicBezTo>
                    <a:pt x="21" y="15"/>
                    <a:pt x="32" y="16"/>
                    <a:pt x="37" y="18"/>
                  </a:cubicBezTo>
                  <a:cubicBezTo>
                    <a:pt x="42" y="20"/>
                    <a:pt x="55" y="25"/>
                    <a:pt x="69" y="15"/>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11523" name="Freeform 91"/>
            <p:cNvSpPr/>
            <p:nvPr>
              <p:custDataLst>
                <p:tags r:id="rId81"/>
              </p:custDataLst>
            </p:nvPr>
          </p:nvSpPr>
          <p:spPr bwMode="auto">
            <a:xfrm>
              <a:off x="7539038" y="3455988"/>
              <a:ext cx="38100" cy="58738"/>
            </a:xfrm>
            <a:custGeom>
              <a:avLst/>
              <a:gdLst>
                <a:gd name="T0" fmla="*/ 4 w 20"/>
                <a:gd name="T1" fmla="*/ 18 h 31"/>
                <a:gd name="T2" fmla="*/ 16 w 20"/>
                <a:gd name="T3" fmla="*/ 30 h 31"/>
                <a:gd name="T4" fmla="*/ 17 w 20"/>
                <a:gd name="T5" fmla="*/ 13 h 31"/>
                <a:gd name="T6" fmla="*/ 5 w 20"/>
                <a:gd name="T7" fmla="*/ 1 h 31"/>
                <a:gd name="T8" fmla="*/ 4 w 20"/>
                <a:gd name="T9" fmla="*/ 18 h 31"/>
              </a:gdLst>
              <a:ahLst/>
              <a:cxnLst>
                <a:cxn ang="0">
                  <a:pos x="T0" y="T1"/>
                </a:cxn>
                <a:cxn ang="0">
                  <a:pos x="T2" y="T3"/>
                </a:cxn>
                <a:cxn ang="0">
                  <a:pos x="T4" y="T5"/>
                </a:cxn>
                <a:cxn ang="0">
                  <a:pos x="T6" y="T7"/>
                </a:cxn>
                <a:cxn ang="0">
                  <a:pos x="T8" y="T9"/>
                </a:cxn>
              </a:cxnLst>
              <a:rect l="0" t="0" r="r" b="b"/>
              <a:pathLst>
                <a:path w="20" h="31">
                  <a:moveTo>
                    <a:pt x="4" y="18"/>
                  </a:moveTo>
                  <a:cubicBezTo>
                    <a:pt x="7" y="26"/>
                    <a:pt x="12" y="31"/>
                    <a:pt x="16" y="30"/>
                  </a:cubicBezTo>
                  <a:cubicBezTo>
                    <a:pt x="20" y="29"/>
                    <a:pt x="20" y="21"/>
                    <a:pt x="17" y="13"/>
                  </a:cubicBezTo>
                  <a:cubicBezTo>
                    <a:pt x="14" y="5"/>
                    <a:pt x="8" y="0"/>
                    <a:pt x="5" y="1"/>
                  </a:cubicBezTo>
                  <a:cubicBezTo>
                    <a:pt x="1" y="2"/>
                    <a:pt x="0" y="10"/>
                    <a:pt x="4" y="18"/>
                  </a:cubicBezTo>
                  <a:close/>
                </a:path>
              </a:pathLst>
            </a:custGeom>
            <a:solidFill>
              <a:srgbClr val="1D1D1B"/>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11524" name="Freeform 92"/>
            <p:cNvSpPr/>
            <p:nvPr>
              <p:custDataLst>
                <p:tags r:id="rId82"/>
              </p:custDataLst>
            </p:nvPr>
          </p:nvSpPr>
          <p:spPr bwMode="auto">
            <a:xfrm>
              <a:off x="7640638" y="3411538"/>
              <a:ext cx="36513" cy="58738"/>
            </a:xfrm>
            <a:custGeom>
              <a:avLst/>
              <a:gdLst>
                <a:gd name="T0" fmla="*/ 3 w 19"/>
                <a:gd name="T1" fmla="*/ 18 h 31"/>
                <a:gd name="T2" fmla="*/ 15 w 19"/>
                <a:gd name="T3" fmla="*/ 30 h 31"/>
                <a:gd name="T4" fmla="*/ 16 w 19"/>
                <a:gd name="T5" fmla="*/ 14 h 31"/>
                <a:gd name="T6" fmla="*/ 4 w 19"/>
                <a:gd name="T7" fmla="*/ 1 h 31"/>
                <a:gd name="T8" fmla="*/ 3 w 19"/>
                <a:gd name="T9" fmla="*/ 18 h 31"/>
              </a:gdLst>
              <a:ahLst/>
              <a:cxnLst>
                <a:cxn ang="0">
                  <a:pos x="T0" y="T1"/>
                </a:cxn>
                <a:cxn ang="0">
                  <a:pos x="T2" y="T3"/>
                </a:cxn>
                <a:cxn ang="0">
                  <a:pos x="T4" y="T5"/>
                </a:cxn>
                <a:cxn ang="0">
                  <a:pos x="T6" y="T7"/>
                </a:cxn>
                <a:cxn ang="0">
                  <a:pos x="T8" y="T9"/>
                </a:cxn>
              </a:cxnLst>
              <a:rect l="0" t="0" r="r" b="b"/>
              <a:pathLst>
                <a:path w="19" h="31">
                  <a:moveTo>
                    <a:pt x="3" y="18"/>
                  </a:moveTo>
                  <a:cubicBezTo>
                    <a:pt x="6" y="26"/>
                    <a:pt x="12" y="31"/>
                    <a:pt x="15" y="30"/>
                  </a:cubicBezTo>
                  <a:cubicBezTo>
                    <a:pt x="19" y="29"/>
                    <a:pt x="19" y="22"/>
                    <a:pt x="16" y="14"/>
                  </a:cubicBezTo>
                  <a:cubicBezTo>
                    <a:pt x="13" y="6"/>
                    <a:pt x="7" y="0"/>
                    <a:pt x="4" y="1"/>
                  </a:cubicBezTo>
                  <a:cubicBezTo>
                    <a:pt x="0" y="3"/>
                    <a:pt x="0" y="10"/>
                    <a:pt x="3" y="18"/>
                  </a:cubicBezTo>
                  <a:close/>
                </a:path>
              </a:pathLst>
            </a:custGeom>
            <a:solidFill>
              <a:srgbClr val="1D1D1B"/>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11525" name="Freeform 93"/>
            <p:cNvSpPr>
              <a:spLocks noEditPoints="1"/>
            </p:cNvSpPr>
            <p:nvPr>
              <p:custDataLst>
                <p:tags r:id="rId83"/>
              </p:custDataLst>
            </p:nvPr>
          </p:nvSpPr>
          <p:spPr bwMode="auto">
            <a:xfrm>
              <a:off x="7450138" y="3398838"/>
              <a:ext cx="184150" cy="211138"/>
            </a:xfrm>
            <a:custGeom>
              <a:avLst/>
              <a:gdLst>
                <a:gd name="T0" fmla="*/ 69 w 97"/>
                <a:gd name="T1" fmla="*/ 104 h 111"/>
                <a:gd name="T2" fmla="*/ 12 w 97"/>
                <a:gd name="T3" fmla="*/ 68 h 111"/>
                <a:gd name="T4" fmla="*/ 28 w 97"/>
                <a:gd name="T5" fmla="*/ 7 h 111"/>
                <a:gd name="T6" fmla="*/ 86 w 97"/>
                <a:gd name="T7" fmla="*/ 42 h 111"/>
                <a:gd name="T8" fmla="*/ 69 w 97"/>
                <a:gd name="T9" fmla="*/ 104 h 111"/>
                <a:gd name="T10" fmla="*/ 33 w 97"/>
                <a:gd name="T11" fmla="*/ 17 h 111"/>
                <a:gd name="T12" fmla="*/ 23 w 97"/>
                <a:gd name="T13" fmla="*/ 64 h 111"/>
                <a:gd name="T14" fmla="*/ 65 w 97"/>
                <a:gd name="T15" fmla="*/ 93 h 111"/>
                <a:gd name="T16" fmla="*/ 74 w 97"/>
                <a:gd name="T17" fmla="*/ 46 h 111"/>
                <a:gd name="T18" fmla="*/ 33 w 97"/>
                <a:gd name="T19" fmla="*/ 17 h 1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7" h="111">
                  <a:moveTo>
                    <a:pt x="69" y="104"/>
                  </a:moveTo>
                  <a:cubicBezTo>
                    <a:pt x="48" y="111"/>
                    <a:pt x="23" y="95"/>
                    <a:pt x="12" y="68"/>
                  </a:cubicBezTo>
                  <a:cubicBezTo>
                    <a:pt x="0" y="41"/>
                    <a:pt x="8" y="14"/>
                    <a:pt x="28" y="7"/>
                  </a:cubicBezTo>
                  <a:cubicBezTo>
                    <a:pt x="49" y="0"/>
                    <a:pt x="74" y="15"/>
                    <a:pt x="86" y="42"/>
                  </a:cubicBezTo>
                  <a:cubicBezTo>
                    <a:pt x="97" y="69"/>
                    <a:pt x="89" y="96"/>
                    <a:pt x="69" y="104"/>
                  </a:cubicBezTo>
                  <a:close/>
                  <a:moveTo>
                    <a:pt x="33" y="17"/>
                  </a:moveTo>
                  <a:cubicBezTo>
                    <a:pt x="19" y="22"/>
                    <a:pt x="14" y="44"/>
                    <a:pt x="23" y="64"/>
                  </a:cubicBezTo>
                  <a:cubicBezTo>
                    <a:pt x="32" y="85"/>
                    <a:pt x="51" y="98"/>
                    <a:pt x="65" y="93"/>
                  </a:cubicBezTo>
                  <a:cubicBezTo>
                    <a:pt x="78" y="88"/>
                    <a:pt x="83" y="67"/>
                    <a:pt x="74" y="46"/>
                  </a:cubicBezTo>
                  <a:cubicBezTo>
                    <a:pt x="66" y="26"/>
                    <a:pt x="47" y="12"/>
                    <a:pt x="33" y="17"/>
                  </a:cubicBezTo>
                  <a:close/>
                </a:path>
              </a:pathLst>
            </a:custGeom>
            <a:solidFill>
              <a:srgbClr val="1D1D1B"/>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11526" name="Freeform 94"/>
            <p:cNvSpPr>
              <a:spLocks noEditPoints="1"/>
            </p:cNvSpPr>
            <p:nvPr>
              <p:custDataLst>
                <p:tags r:id="rId84"/>
              </p:custDataLst>
            </p:nvPr>
          </p:nvSpPr>
          <p:spPr bwMode="auto">
            <a:xfrm>
              <a:off x="7586663" y="3348038"/>
              <a:ext cx="182563" cy="214313"/>
            </a:xfrm>
            <a:custGeom>
              <a:avLst/>
              <a:gdLst>
                <a:gd name="T0" fmla="*/ 68 w 96"/>
                <a:gd name="T1" fmla="*/ 104 h 112"/>
                <a:gd name="T2" fmla="*/ 11 w 96"/>
                <a:gd name="T3" fmla="*/ 69 h 112"/>
                <a:gd name="T4" fmla="*/ 28 w 96"/>
                <a:gd name="T5" fmla="*/ 8 h 112"/>
                <a:gd name="T6" fmla="*/ 85 w 96"/>
                <a:gd name="T7" fmla="*/ 43 h 112"/>
                <a:gd name="T8" fmla="*/ 68 w 96"/>
                <a:gd name="T9" fmla="*/ 104 h 112"/>
                <a:gd name="T10" fmla="*/ 32 w 96"/>
                <a:gd name="T11" fmla="*/ 18 h 112"/>
                <a:gd name="T12" fmla="*/ 23 w 96"/>
                <a:gd name="T13" fmla="*/ 65 h 112"/>
                <a:gd name="T14" fmla="*/ 64 w 96"/>
                <a:gd name="T15" fmla="*/ 94 h 112"/>
                <a:gd name="T16" fmla="*/ 74 w 96"/>
                <a:gd name="T17" fmla="*/ 47 h 112"/>
                <a:gd name="T18" fmla="*/ 32 w 96"/>
                <a:gd name="T19" fmla="*/ 18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6" h="112">
                  <a:moveTo>
                    <a:pt x="68" y="104"/>
                  </a:moveTo>
                  <a:cubicBezTo>
                    <a:pt x="48" y="112"/>
                    <a:pt x="23" y="96"/>
                    <a:pt x="11" y="69"/>
                  </a:cubicBezTo>
                  <a:cubicBezTo>
                    <a:pt x="0" y="42"/>
                    <a:pt x="7" y="15"/>
                    <a:pt x="28" y="8"/>
                  </a:cubicBezTo>
                  <a:cubicBezTo>
                    <a:pt x="49" y="0"/>
                    <a:pt x="74" y="16"/>
                    <a:pt x="85" y="43"/>
                  </a:cubicBezTo>
                  <a:cubicBezTo>
                    <a:pt x="96" y="70"/>
                    <a:pt x="89" y="97"/>
                    <a:pt x="68" y="104"/>
                  </a:cubicBezTo>
                  <a:close/>
                  <a:moveTo>
                    <a:pt x="32" y="18"/>
                  </a:moveTo>
                  <a:cubicBezTo>
                    <a:pt x="18" y="23"/>
                    <a:pt x="14" y="44"/>
                    <a:pt x="23" y="65"/>
                  </a:cubicBezTo>
                  <a:cubicBezTo>
                    <a:pt x="31" y="86"/>
                    <a:pt x="50" y="99"/>
                    <a:pt x="64" y="94"/>
                  </a:cubicBezTo>
                  <a:cubicBezTo>
                    <a:pt x="78" y="89"/>
                    <a:pt x="82" y="68"/>
                    <a:pt x="74" y="47"/>
                  </a:cubicBezTo>
                  <a:cubicBezTo>
                    <a:pt x="65" y="26"/>
                    <a:pt x="46" y="13"/>
                    <a:pt x="32" y="18"/>
                  </a:cubicBezTo>
                  <a:close/>
                </a:path>
              </a:pathLst>
            </a:custGeom>
            <a:solidFill>
              <a:srgbClr val="1D1D1B"/>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11527" name="Freeform 95"/>
            <p:cNvSpPr/>
            <p:nvPr>
              <p:custDataLst>
                <p:tags r:id="rId85"/>
              </p:custDataLst>
            </p:nvPr>
          </p:nvSpPr>
          <p:spPr bwMode="auto">
            <a:xfrm>
              <a:off x="7588250" y="3433763"/>
              <a:ext cx="177800" cy="153988"/>
            </a:xfrm>
            <a:custGeom>
              <a:avLst/>
              <a:gdLst>
                <a:gd name="T0" fmla="*/ 0 w 112"/>
                <a:gd name="T1" fmla="*/ 0 h 97"/>
                <a:gd name="T2" fmla="*/ 112 w 112"/>
                <a:gd name="T3" fmla="*/ 79 h 97"/>
                <a:gd name="T4" fmla="*/ 42 w 112"/>
                <a:gd name="T5" fmla="*/ 97 h 97"/>
                <a:gd name="T6" fmla="*/ 0 w 112"/>
                <a:gd name="T7" fmla="*/ 0 h 97"/>
              </a:gdLst>
              <a:ahLst/>
              <a:cxnLst>
                <a:cxn ang="0">
                  <a:pos x="T0" y="T1"/>
                </a:cxn>
                <a:cxn ang="0">
                  <a:pos x="T2" y="T3"/>
                </a:cxn>
                <a:cxn ang="0">
                  <a:pos x="T4" y="T5"/>
                </a:cxn>
                <a:cxn ang="0">
                  <a:pos x="T6" y="T7"/>
                </a:cxn>
              </a:cxnLst>
              <a:rect l="0" t="0" r="r" b="b"/>
              <a:pathLst>
                <a:path w="112" h="97">
                  <a:moveTo>
                    <a:pt x="0" y="0"/>
                  </a:moveTo>
                  <a:lnTo>
                    <a:pt x="112" y="79"/>
                  </a:lnTo>
                  <a:lnTo>
                    <a:pt x="42" y="97"/>
                  </a:lnTo>
                  <a:lnTo>
                    <a:pt x="0" y="0"/>
                  </a:lnTo>
                  <a:close/>
                </a:path>
              </a:pathLst>
            </a:custGeom>
            <a:solidFill>
              <a:srgbClr val="F95353"/>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11528" name="Freeform 96"/>
            <p:cNvSpPr/>
            <p:nvPr>
              <p:custDataLst>
                <p:tags r:id="rId86"/>
              </p:custDataLst>
            </p:nvPr>
          </p:nvSpPr>
          <p:spPr bwMode="auto">
            <a:xfrm>
              <a:off x="7327900" y="3495675"/>
              <a:ext cx="149225" cy="34925"/>
            </a:xfrm>
            <a:custGeom>
              <a:avLst/>
              <a:gdLst>
                <a:gd name="T0" fmla="*/ 94 w 94"/>
                <a:gd name="T1" fmla="*/ 13 h 22"/>
                <a:gd name="T2" fmla="*/ 2 w 94"/>
                <a:gd name="T3" fmla="*/ 22 h 22"/>
                <a:gd name="T4" fmla="*/ 0 w 94"/>
                <a:gd name="T5" fmla="*/ 9 h 22"/>
                <a:gd name="T6" fmla="*/ 91 w 94"/>
                <a:gd name="T7" fmla="*/ 0 h 22"/>
                <a:gd name="T8" fmla="*/ 94 w 94"/>
                <a:gd name="T9" fmla="*/ 13 h 22"/>
              </a:gdLst>
              <a:ahLst/>
              <a:cxnLst>
                <a:cxn ang="0">
                  <a:pos x="T0" y="T1"/>
                </a:cxn>
                <a:cxn ang="0">
                  <a:pos x="T2" y="T3"/>
                </a:cxn>
                <a:cxn ang="0">
                  <a:pos x="T4" y="T5"/>
                </a:cxn>
                <a:cxn ang="0">
                  <a:pos x="T6" y="T7"/>
                </a:cxn>
                <a:cxn ang="0">
                  <a:pos x="T8" y="T9"/>
                </a:cxn>
              </a:cxnLst>
              <a:rect l="0" t="0" r="r" b="b"/>
              <a:pathLst>
                <a:path w="94" h="22">
                  <a:moveTo>
                    <a:pt x="94" y="13"/>
                  </a:moveTo>
                  <a:lnTo>
                    <a:pt x="2" y="22"/>
                  </a:lnTo>
                  <a:lnTo>
                    <a:pt x="0" y="9"/>
                  </a:lnTo>
                  <a:lnTo>
                    <a:pt x="91" y="0"/>
                  </a:lnTo>
                  <a:lnTo>
                    <a:pt x="94" y="13"/>
                  </a:lnTo>
                  <a:close/>
                </a:path>
              </a:pathLst>
            </a:custGeom>
            <a:solidFill>
              <a:srgbClr val="1D1D1B"/>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11529" name="Freeform 97"/>
            <p:cNvSpPr/>
            <p:nvPr>
              <p:custDataLst>
                <p:tags r:id="rId87"/>
              </p:custDataLst>
            </p:nvPr>
          </p:nvSpPr>
          <p:spPr bwMode="auto">
            <a:xfrm>
              <a:off x="7212013" y="3076575"/>
              <a:ext cx="601663" cy="390525"/>
            </a:xfrm>
            <a:custGeom>
              <a:avLst/>
              <a:gdLst>
                <a:gd name="T0" fmla="*/ 108 w 316"/>
                <a:gd name="T1" fmla="*/ 185 h 205"/>
                <a:gd name="T2" fmla="*/ 206 w 316"/>
                <a:gd name="T3" fmla="*/ 131 h 205"/>
                <a:gd name="T4" fmla="*/ 268 w 316"/>
                <a:gd name="T5" fmla="*/ 29 h 205"/>
                <a:gd name="T6" fmla="*/ 188 w 316"/>
                <a:gd name="T7" fmla="*/ 50 h 205"/>
                <a:gd name="T8" fmla="*/ 46 w 316"/>
                <a:gd name="T9" fmla="*/ 205 h 205"/>
                <a:gd name="T10" fmla="*/ 108 w 316"/>
                <a:gd name="T11" fmla="*/ 185 h 205"/>
              </a:gdLst>
              <a:ahLst/>
              <a:cxnLst>
                <a:cxn ang="0">
                  <a:pos x="T0" y="T1"/>
                </a:cxn>
                <a:cxn ang="0">
                  <a:pos x="T2" y="T3"/>
                </a:cxn>
                <a:cxn ang="0">
                  <a:pos x="T4" y="T5"/>
                </a:cxn>
                <a:cxn ang="0">
                  <a:pos x="T6" y="T7"/>
                </a:cxn>
                <a:cxn ang="0">
                  <a:pos x="T8" y="T9"/>
                </a:cxn>
                <a:cxn ang="0">
                  <a:pos x="T10" y="T11"/>
                </a:cxn>
              </a:cxnLst>
              <a:rect l="0" t="0" r="r" b="b"/>
              <a:pathLst>
                <a:path w="316" h="205">
                  <a:moveTo>
                    <a:pt x="108" y="185"/>
                  </a:moveTo>
                  <a:cubicBezTo>
                    <a:pt x="108" y="185"/>
                    <a:pt x="114" y="122"/>
                    <a:pt x="206" y="131"/>
                  </a:cubicBezTo>
                  <a:cubicBezTo>
                    <a:pt x="298" y="140"/>
                    <a:pt x="316" y="58"/>
                    <a:pt x="268" y="29"/>
                  </a:cubicBezTo>
                  <a:cubicBezTo>
                    <a:pt x="220" y="0"/>
                    <a:pt x="188" y="50"/>
                    <a:pt x="188" y="50"/>
                  </a:cubicBezTo>
                  <a:cubicBezTo>
                    <a:pt x="188" y="50"/>
                    <a:pt x="0" y="98"/>
                    <a:pt x="46" y="205"/>
                  </a:cubicBezTo>
                  <a:lnTo>
                    <a:pt x="108" y="185"/>
                  </a:lnTo>
                  <a:close/>
                </a:path>
              </a:pathLst>
            </a:custGeom>
            <a:solidFill>
              <a:srgbClr val="350C0C"/>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11530" name="Freeform 98"/>
            <p:cNvSpPr/>
            <p:nvPr>
              <p:custDataLst>
                <p:tags r:id="rId88"/>
              </p:custDataLst>
            </p:nvPr>
          </p:nvSpPr>
          <p:spPr bwMode="auto">
            <a:xfrm>
              <a:off x="7234238" y="4627563"/>
              <a:ext cx="808038" cy="260350"/>
            </a:xfrm>
            <a:custGeom>
              <a:avLst/>
              <a:gdLst>
                <a:gd name="T0" fmla="*/ 386 w 424"/>
                <a:gd name="T1" fmla="*/ 137 h 137"/>
                <a:gd name="T2" fmla="*/ 422 w 424"/>
                <a:gd name="T3" fmla="*/ 111 h 137"/>
                <a:gd name="T4" fmla="*/ 392 w 424"/>
                <a:gd name="T5" fmla="*/ 62 h 137"/>
                <a:gd name="T6" fmla="*/ 190 w 424"/>
                <a:gd name="T7" fmla="*/ 45 h 137"/>
                <a:gd name="T8" fmla="*/ 50 w 424"/>
                <a:gd name="T9" fmla="*/ 9 h 137"/>
                <a:gd name="T10" fmla="*/ 26 w 424"/>
                <a:gd name="T11" fmla="*/ 85 h 137"/>
                <a:gd name="T12" fmla="*/ 89 w 424"/>
                <a:gd name="T13" fmla="*/ 126 h 137"/>
                <a:gd name="T14" fmla="*/ 386 w 424"/>
                <a:gd name="T15" fmla="*/ 137 h 13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24" h="137">
                  <a:moveTo>
                    <a:pt x="386" y="137"/>
                  </a:moveTo>
                  <a:cubicBezTo>
                    <a:pt x="403" y="137"/>
                    <a:pt x="419" y="127"/>
                    <a:pt x="422" y="111"/>
                  </a:cubicBezTo>
                  <a:cubicBezTo>
                    <a:pt x="424" y="96"/>
                    <a:pt x="420" y="77"/>
                    <a:pt x="392" y="62"/>
                  </a:cubicBezTo>
                  <a:cubicBezTo>
                    <a:pt x="335" y="31"/>
                    <a:pt x="246" y="35"/>
                    <a:pt x="190" y="45"/>
                  </a:cubicBezTo>
                  <a:cubicBezTo>
                    <a:pt x="137" y="54"/>
                    <a:pt x="98" y="0"/>
                    <a:pt x="50" y="9"/>
                  </a:cubicBezTo>
                  <a:cubicBezTo>
                    <a:pt x="21" y="14"/>
                    <a:pt x="0" y="55"/>
                    <a:pt x="26" y="85"/>
                  </a:cubicBezTo>
                  <a:cubicBezTo>
                    <a:pt x="53" y="114"/>
                    <a:pt x="89" y="126"/>
                    <a:pt x="89" y="126"/>
                  </a:cubicBezTo>
                  <a:lnTo>
                    <a:pt x="386" y="137"/>
                  </a:lnTo>
                  <a:close/>
                </a:path>
              </a:pathLst>
            </a:custGeom>
            <a:solidFill>
              <a:schemeClr val="tx2"/>
            </a:solidFill>
            <a:ln>
              <a:noFill/>
            </a:ln>
          </p:spPr>
          <p:txBody>
            <a:bodyPr vert="horz" wrap="square" lIns="68580" tIns="34290" rIns="68580" bIns="34290" numCol="1" anchor="t" anchorCtr="0" compatLnSpc="1"/>
            <a:lstStyle/>
            <a:p>
              <a:endParaRPr lang="zh-CN" altLang="en-US" sz="1350"/>
            </a:p>
          </p:txBody>
        </p:sp>
        <p:sp>
          <p:nvSpPr>
            <p:cNvPr id="11531" name="Freeform 99"/>
            <p:cNvSpPr/>
            <p:nvPr>
              <p:custDataLst>
                <p:tags r:id="rId89"/>
              </p:custDataLst>
            </p:nvPr>
          </p:nvSpPr>
          <p:spPr bwMode="auto">
            <a:xfrm>
              <a:off x="7739063" y="5959475"/>
              <a:ext cx="125413" cy="115888"/>
            </a:xfrm>
            <a:custGeom>
              <a:avLst/>
              <a:gdLst>
                <a:gd name="T0" fmla="*/ 79 w 79"/>
                <a:gd name="T1" fmla="*/ 15 h 73"/>
                <a:gd name="T2" fmla="*/ 70 w 79"/>
                <a:gd name="T3" fmla="*/ 73 h 73"/>
                <a:gd name="T4" fmla="*/ 0 w 79"/>
                <a:gd name="T5" fmla="*/ 72 h 73"/>
                <a:gd name="T6" fmla="*/ 13 w 79"/>
                <a:gd name="T7" fmla="*/ 0 h 73"/>
                <a:gd name="T8" fmla="*/ 79 w 79"/>
                <a:gd name="T9" fmla="*/ 15 h 73"/>
              </a:gdLst>
              <a:ahLst/>
              <a:cxnLst>
                <a:cxn ang="0">
                  <a:pos x="T0" y="T1"/>
                </a:cxn>
                <a:cxn ang="0">
                  <a:pos x="T2" y="T3"/>
                </a:cxn>
                <a:cxn ang="0">
                  <a:pos x="T4" y="T5"/>
                </a:cxn>
                <a:cxn ang="0">
                  <a:pos x="T6" y="T7"/>
                </a:cxn>
                <a:cxn ang="0">
                  <a:pos x="T8" y="T9"/>
                </a:cxn>
              </a:cxnLst>
              <a:rect l="0" t="0" r="r" b="b"/>
              <a:pathLst>
                <a:path w="79" h="73">
                  <a:moveTo>
                    <a:pt x="79" y="15"/>
                  </a:moveTo>
                  <a:lnTo>
                    <a:pt x="70" y="73"/>
                  </a:lnTo>
                  <a:lnTo>
                    <a:pt x="0" y="72"/>
                  </a:lnTo>
                  <a:lnTo>
                    <a:pt x="13" y="0"/>
                  </a:lnTo>
                  <a:lnTo>
                    <a:pt x="79" y="15"/>
                  </a:lnTo>
                  <a:close/>
                </a:path>
              </a:pathLst>
            </a:custGeom>
            <a:solidFill>
              <a:srgbClr val="FFE7C5"/>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11532" name="Freeform 100"/>
            <p:cNvSpPr/>
            <p:nvPr>
              <p:custDataLst>
                <p:tags r:id="rId90"/>
              </p:custDataLst>
            </p:nvPr>
          </p:nvSpPr>
          <p:spPr bwMode="auto">
            <a:xfrm>
              <a:off x="7729538" y="6018213"/>
              <a:ext cx="144463" cy="58738"/>
            </a:xfrm>
            <a:custGeom>
              <a:avLst/>
              <a:gdLst>
                <a:gd name="T0" fmla="*/ 79 w 91"/>
                <a:gd name="T1" fmla="*/ 37 h 37"/>
                <a:gd name="T2" fmla="*/ 91 w 91"/>
                <a:gd name="T3" fmla="*/ 0 h 37"/>
                <a:gd name="T4" fmla="*/ 6 w 91"/>
                <a:gd name="T5" fmla="*/ 0 h 37"/>
                <a:gd name="T6" fmla="*/ 0 w 91"/>
                <a:gd name="T7" fmla="*/ 35 h 37"/>
                <a:gd name="T8" fmla="*/ 79 w 91"/>
                <a:gd name="T9" fmla="*/ 37 h 37"/>
              </a:gdLst>
              <a:ahLst/>
              <a:cxnLst>
                <a:cxn ang="0">
                  <a:pos x="T0" y="T1"/>
                </a:cxn>
                <a:cxn ang="0">
                  <a:pos x="T2" y="T3"/>
                </a:cxn>
                <a:cxn ang="0">
                  <a:pos x="T4" y="T5"/>
                </a:cxn>
                <a:cxn ang="0">
                  <a:pos x="T6" y="T7"/>
                </a:cxn>
                <a:cxn ang="0">
                  <a:pos x="T8" y="T9"/>
                </a:cxn>
              </a:cxnLst>
              <a:rect l="0" t="0" r="r" b="b"/>
              <a:pathLst>
                <a:path w="91" h="37">
                  <a:moveTo>
                    <a:pt x="79" y="37"/>
                  </a:moveTo>
                  <a:lnTo>
                    <a:pt x="91" y="0"/>
                  </a:lnTo>
                  <a:lnTo>
                    <a:pt x="6" y="0"/>
                  </a:lnTo>
                  <a:lnTo>
                    <a:pt x="0" y="35"/>
                  </a:lnTo>
                  <a:lnTo>
                    <a:pt x="79" y="37"/>
                  </a:lnTo>
                  <a:close/>
                </a:path>
              </a:pathLst>
            </a:custGeom>
            <a:solidFill>
              <a:srgbClr val="F9B233"/>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11533" name="Freeform 101"/>
            <p:cNvSpPr/>
            <p:nvPr>
              <p:custDataLst>
                <p:tags r:id="rId91"/>
              </p:custDataLst>
            </p:nvPr>
          </p:nvSpPr>
          <p:spPr bwMode="auto">
            <a:xfrm>
              <a:off x="7645400" y="6069013"/>
              <a:ext cx="622300" cy="233363"/>
            </a:xfrm>
            <a:custGeom>
              <a:avLst/>
              <a:gdLst>
                <a:gd name="T0" fmla="*/ 118 w 326"/>
                <a:gd name="T1" fmla="*/ 5 h 123"/>
                <a:gd name="T2" fmla="*/ 161 w 326"/>
                <a:gd name="T3" fmla="*/ 65 h 123"/>
                <a:gd name="T4" fmla="*/ 312 w 326"/>
                <a:gd name="T5" fmla="*/ 100 h 123"/>
                <a:gd name="T6" fmla="*/ 309 w 326"/>
                <a:gd name="T7" fmla="*/ 121 h 123"/>
                <a:gd name="T8" fmla="*/ 115 w 326"/>
                <a:gd name="T9" fmla="*/ 123 h 123"/>
                <a:gd name="T10" fmla="*/ 59 w 326"/>
                <a:gd name="T11" fmla="*/ 96 h 123"/>
                <a:gd name="T12" fmla="*/ 44 w 326"/>
                <a:gd name="T13" fmla="*/ 107 h 123"/>
                <a:gd name="T14" fmla="*/ 0 w 326"/>
                <a:gd name="T15" fmla="*/ 91 h 123"/>
                <a:gd name="T16" fmla="*/ 39 w 326"/>
                <a:gd name="T17" fmla="*/ 0 h 123"/>
                <a:gd name="T18" fmla="*/ 118 w 326"/>
                <a:gd name="T19" fmla="*/ 5 h 1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26" h="123">
                  <a:moveTo>
                    <a:pt x="118" y="5"/>
                  </a:moveTo>
                  <a:cubicBezTo>
                    <a:pt x="161" y="65"/>
                    <a:pt x="161" y="65"/>
                    <a:pt x="161" y="65"/>
                  </a:cubicBezTo>
                  <a:cubicBezTo>
                    <a:pt x="312" y="100"/>
                    <a:pt x="312" y="100"/>
                    <a:pt x="312" y="100"/>
                  </a:cubicBezTo>
                  <a:cubicBezTo>
                    <a:pt x="326" y="103"/>
                    <a:pt x="324" y="121"/>
                    <a:pt x="309" y="121"/>
                  </a:cubicBezTo>
                  <a:cubicBezTo>
                    <a:pt x="115" y="123"/>
                    <a:pt x="115" y="123"/>
                    <a:pt x="115" y="123"/>
                  </a:cubicBezTo>
                  <a:cubicBezTo>
                    <a:pt x="59" y="96"/>
                    <a:pt x="59" y="96"/>
                    <a:pt x="59" y="96"/>
                  </a:cubicBezTo>
                  <a:cubicBezTo>
                    <a:pt x="44" y="107"/>
                    <a:pt x="44" y="107"/>
                    <a:pt x="44" y="107"/>
                  </a:cubicBezTo>
                  <a:cubicBezTo>
                    <a:pt x="0" y="91"/>
                    <a:pt x="0" y="91"/>
                    <a:pt x="0" y="91"/>
                  </a:cubicBezTo>
                  <a:cubicBezTo>
                    <a:pt x="39" y="0"/>
                    <a:pt x="39" y="0"/>
                    <a:pt x="39" y="0"/>
                  </a:cubicBezTo>
                  <a:lnTo>
                    <a:pt x="118" y="5"/>
                  </a:lnTo>
                  <a:close/>
                </a:path>
              </a:pathLst>
            </a:custGeom>
            <a:solidFill>
              <a:srgbClr val="1D1D1B"/>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11534" name="Freeform 102"/>
            <p:cNvSpPr/>
            <p:nvPr>
              <p:custDataLst>
                <p:tags r:id="rId92"/>
              </p:custDataLst>
            </p:nvPr>
          </p:nvSpPr>
          <p:spPr bwMode="auto">
            <a:xfrm>
              <a:off x="6816725" y="5546725"/>
              <a:ext cx="155575" cy="134938"/>
            </a:xfrm>
            <a:custGeom>
              <a:avLst/>
              <a:gdLst>
                <a:gd name="T0" fmla="*/ 98 w 98"/>
                <a:gd name="T1" fmla="*/ 58 h 85"/>
                <a:gd name="T2" fmla="*/ 39 w 98"/>
                <a:gd name="T3" fmla="*/ 85 h 85"/>
                <a:gd name="T4" fmla="*/ 0 w 98"/>
                <a:gd name="T5" fmla="*/ 34 h 85"/>
                <a:gd name="T6" fmla="*/ 71 w 98"/>
                <a:gd name="T7" fmla="*/ 0 h 85"/>
                <a:gd name="T8" fmla="*/ 98 w 98"/>
                <a:gd name="T9" fmla="*/ 58 h 85"/>
              </a:gdLst>
              <a:ahLst/>
              <a:cxnLst>
                <a:cxn ang="0">
                  <a:pos x="T0" y="T1"/>
                </a:cxn>
                <a:cxn ang="0">
                  <a:pos x="T2" y="T3"/>
                </a:cxn>
                <a:cxn ang="0">
                  <a:pos x="T4" y="T5"/>
                </a:cxn>
                <a:cxn ang="0">
                  <a:pos x="T6" y="T7"/>
                </a:cxn>
                <a:cxn ang="0">
                  <a:pos x="T8" y="T9"/>
                </a:cxn>
              </a:cxnLst>
              <a:rect l="0" t="0" r="r" b="b"/>
              <a:pathLst>
                <a:path w="98" h="85">
                  <a:moveTo>
                    <a:pt x="98" y="58"/>
                  </a:moveTo>
                  <a:lnTo>
                    <a:pt x="39" y="85"/>
                  </a:lnTo>
                  <a:lnTo>
                    <a:pt x="0" y="34"/>
                  </a:lnTo>
                  <a:lnTo>
                    <a:pt x="71" y="0"/>
                  </a:lnTo>
                  <a:lnTo>
                    <a:pt x="98" y="58"/>
                  </a:lnTo>
                  <a:close/>
                </a:path>
              </a:pathLst>
            </a:custGeom>
            <a:solidFill>
              <a:srgbClr val="FFE7C5"/>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11535" name="Freeform 103"/>
            <p:cNvSpPr/>
            <p:nvPr>
              <p:custDataLst>
                <p:tags r:id="rId93"/>
              </p:custDataLst>
            </p:nvPr>
          </p:nvSpPr>
          <p:spPr bwMode="auto">
            <a:xfrm>
              <a:off x="6811963" y="5567363"/>
              <a:ext cx="133350" cy="120650"/>
            </a:xfrm>
            <a:custGeom>
              <a:avLst/>
              <a:gdLst>
                <a:gd name="T0" fmla="*/ 45 w 84"/>
                <a:gd name="T1" fmla="*/ 76 h 76"/>
                <a:gd name="T2" fmla="*/ 84 w 84"/>
                <a:gd name="T3" fmla="*/ 63 h 76"/>
                <a:gd name="T4" fmla="*/ 33 w 84"/>
                <a:gd name="T5" fmla="*/ 0 h 76"/>
                <a:gd name="T6" fmla="*/ 0 w 84"/>
                <a:gd name="T7" fmla="*/ 16 h 76"/>
                <a:gd name="T8" fmla="*/ 45 w 84"/>
                <a:gd name="T9" fmla="*/ 76 h 76"/>
              </a:gdLst>
              <a:ahLst/>
              <a:cxnLst>
                <a:cxn ang="0">
                  <a:pos x="T0" y="T1"/>
                </a:cxn>
                <a:cxn ang="0">
                  <a:pos x="T2" y="T3"/>
                </a:cxn>
                <a:cxn ang="0">
                  <a:pos x="T4" y="T5"/>
                </a:cxn>
                <a:cxn ang="0">
                  <a:pos x="T6" y="T7"/>
                </a:cxn>
                <a:cxn ang="0">
                  <a:pos x="T8" y="T9"/>
                </a:cxn>
              </a:cxnLst>
              <a:rect l="0" t="0" r="r" b="b"/>
              <a:pathLst>
                <a:path w="84" h="76">
                  <a:moveTo>
                    <a:pt x="45" y="76"/>
                  </a:moveTo>
                  <a:lnTo>
                    <a:pt x="84" y="63"/>
                  </a:lnTo>
                  <a:lnTo>
                    <a:pt x="33" y="0"/>
                  </a:lnTo>
                  <a:lnTo>
                    <a:pt x="0" y="16"/>
                  </a:lnTo>
                  <a:lnTo>
                    <a:pt x="45" y="76"/>
                  </a:lnTo>
                  <a:close/>
                </a:path>
              </a:pathLst>
            </a:custGeom>
            <a:solidFill>
              <a:srgbClr val="F9B233"/>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11536" name="Freeform 104"/>
            <p:cNvSpPr/>
            <p:nvPr>
              <p:custDataLst>
                <p:tags r:id="rId94"/>
              </p:custDataLst>
            </p:nvPr>
          </p:nvSpPr>
          <p:spPr bwMode="auto">
            <a:xfrm>
              <a:off x="6613525" y="5583238"/>
              <a:ext cx="350838" cy="536575"/>
            </a:xfrm>
            <a:custGeom>
              <a:avLst/>
              <a:gdLst>
                <a:gd name="T0" fmla="*/ 146 w 184"/>
                <a:gd name="T1" fmla="*/ 61 h 282"/>
                <a:gd name="T2" fmla="*/ 118 w 184"/>
                <a:gd name="T3" fmla="*/ 128 h 282"/>
                <a:gd name="T4" fmla="*/ 178 w 184"/>
                <a:gd name="T5" fmla="*/ 261 h 282"/>
                <a:gd name="T6" fmla="*/ 158 w 184"/>
                <a:gd name="T7" fmla="*/ 272 h 282"/>
                <a:gd name="T8" fmla="*/ 40 w 184"/>
                <a:gd name="T9" fmla="*/ 129 h 282"/>
                <a:gd name="T10" fmla="*/ 31 w 184"/>
                <a:gd name="T11" fmla="*/ 72 h 282"/>
                <a:gd name="T12" fmla="*/ 13 w 184"/>
                <a:gd name="T13" fmla="*/ 67 h 282"/>
                <a:gd name="T14" fmla="*/ 0 w 184"/>
                <a:gd name="T15" fmla="*/ 25 h 282"/>
                <a:gd name="T16" fmla="*/ 104 w 184"/>
                <a:gd name="T17" fmla="*/ 0 h 282"/>
                <a:gd name="T18" fmla="*/ 146 w 184"/>
                <a:gd name="T19" fmla="*/ 61 h 2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4" h="282">
                  <a:moveTo>
                    <a:pt x="146" y="61"/>
                  </a:moveTo>
                  <a:cubicBezTo>
                    <a:pt x="118" y="128"/>
                    <a:pt x="118" y="128"/>
                    <a:pt x="118" y="128"/>
                  </a:cubicBezTo>
                  <a:cubicBezTo>
                    <a:pt x="178" y="261"/>
                    <a:pt x="178" y="261"/>
                    <a:pt x="178" y="261"/>
                  </a:cubicBezTo>
                  <a:cubicBezTo>
                    <a:pt x="184" y="273"/>
                    <a:pt x="166" y="282"/>
                    <a:pt x="158" y="272"/>
                  </a:cubicBezTo>
                  <a:cubicBezTo>
                    <a:pt x="40" y="129"/>
                    <a:pt x="40" y="129"/>
                    <a:pt x="40" y="129"/>
                  </a:cubicBezTo>
                  <a:cubicBezTo>
                    <a:pt x="31" y="72"/>
                    <a:pt x="31" y="72"/>
                    <a:pt x="31" y="72"/>
                  </a:cubicBezTo>
                  <a:cubicBezTo>
                    <a:pt x="13" y="67"/>
                    <a:pt x="13" y="67"/>
                    <a:pt x="13" y="67"/>
                  </a:cubicBezTo>
                  <a:cubicBezTo>
                    <a:pt x="0" y="25"/>
                    <a:pt x="0" y="25"/>
                    <a:pt x="0" y="25"/>
                  </a:cubicBezTo>
                  <a:cubicBezTo>
                    <a:pt x="104" y="0"/>
                    <a:pt x="104" y="0"/>
                    <a:pt x="104" y="0"/>
                  </a:cubicBezTo>
                  <a:lnTo>
                    <a:pt x="146" y="61"/>
                  </a:lnTo>
                  <a:close/>
                </a:path>
              </a:pathLst>
            </a:custGeom>
            <a:solidFill>
              <a:srgbClr val="1D1D1B"/>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11537" name="Freeform 105"/>
            <p:cNvSpPr/>
            <p:nvPr>
              <p:custDataLst>
                <p:tags r:id="rId95"/>
              </p:custDataLst>
            </p:nvPr>
          </p:nvSpPr>
          <p:spPr bwMode="auto">
            <a:xfrm>
              <a:off x="7440613" y="4676775"/>
              <a:ext cx="552450" cy="122238"/>
            </a:xfrm>
            <a:custGeom>
              <a:avLst/>
              <a:gdLst>
                <a:gd name="T0" fmla="*/ 290 w 290"/>
                <a:gd name="T1" fmla="*/ 64 h 64"/>
                <a:gd name="T2" fmla="*/ 283 w 290"/>
                <a:gd name="T3" fmla="*/ 36 h 64"/>
                <a:gd name="T4" fmla="*/ 137 w 290"/>
                <a:gd name="T5" fmla="*/ 12 h 64"/>
                <a:gd name="T6" fmla="*/ 88 w 290"/>
                <a:gd name="T7" fmla="*/ 18 h 64"/>
                <a:gd name="T8" fmla="*/ 60 w 290"/>
                <a:gd name="T9" fmla="*/ 19 h 64"/>
                <a:gd name="T10" fmla="*/ 34 w 290"/>
                <a:gd name="T11" fmla="*/ 12 h 64"/>
                <a:gd name="T12" fmla="*/ 8 w 290"/>
                <a:gd name="T13" fmla="*/ 0 h 64"/>
                <a:gd name="T14" fmla="*/ 0 w 290"/>
                <a:gd name="T15" fmla="*/ 44 h 64"/>
                <a:gd name="T16" fmla="*/ 290 w 290"/>
                <a:gd name="T17" fmla="*/ 64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0" h="64">
                  <a:moveTo>
                    <a:pt x="290" y="64"/>
                  </a:moveTo>
                  <a:cubicBezTo>
                    <a:pt x="283" y="36"/>
                    <a:pt x="283" y="36"/>
                    <a:pt x="283" y="36"/>
                  </a:cubicBezTo>
                  <a:cubicBezTo>
                    <a:pt x="283" y="36"/>
                    <a:pt x="236" y="6"/>
                    <a:pt x="137" y="12"/>
                  </a:cubicBezTo>
                  <a:cubicBezTo>
                    <a:pt x="137" y="12"/>
                    <a:pt x="93" y="17"/>
                    <a:pt x="88" y="18"/>
                  </a:cubicBezTo>
                  <a:cubicBezTo>
                    <a:pt x="82" y="19"/>
                    <a:pt x="69" y="21"/>
                    <a:pt x="60" y="19"/>
                  </a:cubicBezTo>
                  <a:cubicBezTo>
                    <a:pt x="52" y="18"/>
                    <a:pt x="39" y="14"/>
                    <a:pt x="34" y="12"/>
                  </a:cubicBezTo>
                  <a:cubicBezTo>
                    <a:pt x="8" y="0"/>
                    <a:pt x="8" y="0"/>
                    <a:pt x="8" y="0"/>
                  </a:cubicBezTo>
                  <a:cubicBezTo>
                    <a:pt x="0" y="44"/>
                    <a:pt x="0" y="44"/>
                    <a:pt x="0" y="44"/>
                  </a:cubicBezTo>
                  <a:lnTo>
                    <a:pt x="290" y="64"/>
                  </a:lnTo>
                  <a:close/>
                </a:path>
              </a:pathLst>
            </a:custGeom>
            <a:solidFill>
              <a:srgbClr val="FFE7C5"/>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11538" name="Freeform 106"/>
            <p:cNvSpPr/>
            <p:nvPr>
              <p:custDataLst>
                <p:tags r:id="rId96"/>
              </p:custDataLst>
            </p:nvPr>
          </p:nvSpPr>
          <p:spPr bwMode="auto">
            <a:xfrm>
              <a:off x="6888163" y="4760913"/>
              <a:ext cx="1104900" cy="1233488"/>
            </a:xfrm>
            <a:custGeom>
              <a:avLst/>
              <a:gdLst>
                <a:gd name="T0" fmla="*/ 696 w 696"/>
                <a:gd name="T1" fmla="*/ 24 h 777"/>
                <a:gd name="T2" fmla="*/ 636 w 696"/>
                <a:gd name="T3" fmla="*/ 777 h 777"/>
                <a:gd name="T4" fmla="*/ 541 w 696"/>
                <a:gd name="T5" fmla="*/ 777 h 777"/>
                <a:gd name="T6" fmla="*/ 522 w 696"/>
                <a:gd name="T7" fmla="*/ 164 h 777"/>
                <a:gd name="T8" fmla="*/ 374 w 696"/>
                <a:gd name="T9" fmla="*/ 397 h 777"/>
                <a:gd name="T10" fmla="*/ 43 w 696"/>
                <a:gd name="T11" fmla="*/ 571 h 777"/>
                <a:gd name="T12" fmla="*/ 0 w 696"/>
                <a:gd name="T13" fmla="*/ 499 h 777"/>
                <a:gd name="T14" fmla="*/ 306 w 696"/>
                <a:gd name="T15" fmla="*/ 310 h 777"/>
                <a:gd name="T16" fmla="*/ 348 w 696"/>
                <a:gd name="T17" fmla="*/ 0 h 777"/>
                <a:gd name="T18" fmla="*/ 696 w 696"/>
                <a:gd name="T19" fmla="*/ 24 h 7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96" h="777">
                  <a:moveTo>
                    <a:pt x="696" y="24"/>
                  </a:moveTo>
                  <a:lnTo>
                    <a:pt x="636" y="777"/>
                  </a:lnTo>
                  <a:lnTo>
                    <a:pt x="541" y="777"/>
                  </a:lnTo>
                  <a:lnTo>
                    <a:pt x="522" y="164"/>
                  </a:lnTo>
                  <a:lnTo>
                    <a:pt x="374" y="397"/>
                  </a:lnTo>
                  <a:lnTo>
                    <a:pt x="43" y="571"/>
                  </a:lnTo>
                  <a:lnTo>
                    <a:pt x="0" y="499"/>
                  </a:lnTo>
                  <a:lnTo>
                    <a:pt x="306" y="310"/>
                  </a:lnTo>
                  <a:lnTo>
                    <a:pt x="348" y="0"/>
                  </a:lnTo>
                  <a:lnTo>
                    <a:pt x="696" y="24"/>
                  </a:lnTo>
                  <a:close/>
                </a:path>
              </a:pathLst>
            </a:custGeom>
            <a:solidFill>
              <a:srgbClr val="1D1D1B"/>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11539" name="Freeform 107"/>
            <p:cNvSpPr/>
            <p:nvPr>
              <p:custDataLst>
                <p:tags r:id="rId97"/>
              </p:custDataLst>
            </p:nvPr>
          </p:nvSpPr>
          <p:spPr bwMode="auto">
            <a:xfrm>
              <a:off x="6764338" y="5764213"/>
              <a:ext cx="76200" cy="71438"/>
            </a:xfrm>
            <a:custGeom>
              <a:avLst/>
              <a:gdLst>
                <a:gd name="T0" fmla="*/ 38 w 48"/>
                <a:gd name="T1" fmla="*/ 45 h 45"/>
                <a:gd name="T2" fmla="*/ 0 w 48"/>
                <a:gd name="T3" fmla="*/ 33 h 45"/>
                <a:gd name="T4" fmla="*/ 5 w 48"/>
                <a:gd name="T5" fmla="*/ 0 h 45"/>
                <a:gd name="T6" fmla="*/ 48 w 48"/>
                <a:gd name="T7" fmla="*/ 12 h 45"/>
                <a:gd name="T8" fmla="*/ 47 w 48"/>
                <a:gd name="T9" fmla="*/ 15 h 45"/>
                <a:gd name="T10" fmla="*/ 9 w 48"/>
                <a:gd name="T11" fmla="*/ 6 h 45"/>
                <a:gd name="T12" fmla="*/ 5 w 48"/>
                <a:gd name="T13" fmla="*/ 31 h 45"/>
                <a:gd name="T14" fmla="*/ 39 w 48"/>
                <a:gd name="T15" fmla="*/ 42 h 45"/>
                <a:gd name="T16" fmla="*/ 38 w 48"/>
                <a:gd name="T17"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8" h="45">
                  <a:moveTo>
                    <a:pt x="38" y="45"/>
                  </a:moveTo>
                  <a:lnTo>
                    <a:pt x="0" y="33"/>
                  </a:lnTo>
                  <a:lnTo>
                    <a:pt x="5" y="0"/>
                  </a:lnTo>
                  <a:lnTo>
                    <a:pt x="48" y="12"/>
                  </a:lnTo>
                  <a:lnTo>
                    <a:pt x="47" y="15"/>
                  </a:lnTo>
                  <a:lnTo>
                    <a:pt x="9" y="6"/>
                  </a:lnTo>
                  <a:lnTo>
                    <a:pt x="5" y="31"/>
                  </a:lnTo>
                  <a:lnTo>
                    <a:pt x="39" y="42"/>
                  </a:lnTo>
                  <a:lnTo>
                    <a:pt x="38" y="45"/>
                  </a:lnTo>
                  <a:close/>
                </a:path>
              </a:pathLst>
            </a:custGeom>
            <a:solidFill>
              <a:srgbClr val="B2B2B2"/>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11568" name="Freeform 108"/>
            <p:cNvSpPr/>
            <p:nvPr>
              <p:custDataLst>
                <p:tags r:id="rId98"/>
              </p:custDataLst>
            </p:nvPr>
          </p:nvSpPr>
          <p:spPr bwMode="auto">
            <a:xfrm>
              <a:off x="6496050" y="4735513"/>
              <a:ext cx="233363" cy="334963"/>
            </a:xfrm>
            <a:custGeom>
              <a:avLst/>
              <a:gdLst>
                <a:gd name="T0" fmla="*/ 101 w 123"/>
                <a:gd name="T1" fmla="*/ 75 h 176"/>
                <a:gd name="T2" fmla="*/ 53 w 123"/>
                <a:gd name="T3" fmla="*/ 170 h 176"/>
                <a:gd name="T4" fmla="*/ 46 w 123"/>
                <a:gd name="T5" fmla="*/ 153 h 176"/>
                <a:gd name="T6" fmla="*/ 73 w 123"/>
                <a:gd name="T7" fmla="*/ 91 h 176"/>
                <a:gd name="T8" fmla="*/ 25 w 123"/>
                <a:gd name="T9" fmla="*/ 165 h 176"/>
                <a:gd name="T10" fmla="*/ 20 w 123"/>
                <a:gd name="T11" fmla="*/ 151 h 176"/>
                <a:gd name="T12" fmla="*/ 52 w 123"/>
                <a:gd name="T13" fmla="*/ 91 h 176"/>
                <a:gd name="T14" fmla="*/ 13 w 123"/>
                <a:gd name="T15" fmla="*/ 137 h 176"/>
                <a:gd name="T16" fmla="*/ 13 w 123"/>
                <a:gd name="T17" fmla="*/ 121 h 176"/>
                <a:gd name="T18" fmla="*/ 45 w 123"/>
                <a:gd name="T19" fmla="*/ 79 h 176"/>
                <a:gd name="T20" fmla="*/ 6 w 123"/>
                <a:gd name="T21" fmla="*/ 102 h 176"/>
                <a:gd name="T22" fmla="*/ 4 w 123"/>
                <a:gd name="T23" fmla="*/ 94 h 176"/>
                <a:gd name="T24" fmla="*/ 44 w 123"/>
                <a:gd name="T25" fmla="*/ 65 h 176"/>
                <a:gd name="T26" fmla="*/ 86 w 123"/>
                <a:gd name="T27" fmla="*/ 20 h 176"/>
                <a:gd name="T28" fmla="*/ 122 w 123"/>
                <a:gd name="T29" fmla="*/ 31 h 176"/>
                <a:gd name="T30" fmla="*/ 115 w 123"/>
                <a:gd name="T31" fmla="*/ 119 h 176"/>
                <a:gd name="T32" fmla="*/ 99 w 123"/>
                <a:gd name="T33" fmla="*/ 102 h 176"/>
                <a:gd name="T34" fmla="*/ 101 w 123"/>
                <a:gd name="T35" fmla="*/ 75 h 1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23" h="176">
                  <a:moveTo>
                    <a:pt x="101" y="75"/>
                  </a:moveTo>
                  <a:cubicBezTo>
                    <a:pt x="101" y="75"/>
                    <a:pt x="60" y="164"/>
                    <a:pt x="53" y="170"/>
                  </a:cubicBezTo>
                  <a:cubicBezTo>
                    <a:pt x="46" y="176"/>
                    <a:pt x="38" y="168"/>
                    <a:pt x="46" y="153"/>
                  </a:cubicBezTo>
                  <a:cubicBezTo>
                    <a:pt x="54" y="138"/>
                    <a:pt x="73" y="91"/>
                    <a:pt x="73" y="91"/>
                  </a:cubicBezTo>
                  <a:cubicBezTo>
                    <a:pt x="73" y="91"/>
                    <a:pt x="31" y="164"/>
                    <a:pt x="25" y="165"/>
                  </a:cubicBezTo>
                  <a:cubicBezTo>
                    <a:pt x="19" y="166"/>
                    <a:pt x="13" y="160"/>
                    <a:pt x="20" y="151"/>
                  </a:cubicBezTo>
                  <a:cubicBezTo>
                    <a:pt x="27" y="141"/>
                    <a:pt x="52" y="91"/>
                    <a:pt x="52" y="91"/>
                  </a:cubicBezTo>
                  <a:cubicBezTo>
                    <a:pt x="52" y="91"/>
                    <a:pt x="22" y="130"/>
                    <a:pt x="13" y="137"/>
                  </a:cubicBezTo>
                  <a:cubicBezTo>
                    <a:pt x="4" y="144"/>
                    <a:pt x="6" y="129"/>
                    <a:pt x="13" y="121"/>
                  </a:cubicBezTo>
                  <a:cubicBezTo>
                    <a:pt x="20" y="112"/>
                    <a:pt x="45" y="79"/>
                    <a:pt x="45" y="79"/>
                  </a:cubicBezTo>
                  <a:cubicBezTo>
                    <a:pt x="45" y="79"/>
                    <a:pt x="13" y="102"/>
                    <a:pt x="6" y="102"/>
                  </a:cubicBezTo>
                  <a:cubicBezTo>
                    <a:pt x="0" y="103"/>
                    <a:pt x="1" y="98"/>
                    <a:pt x="4" y="94"/>
                  </a:cubicBezTo>
                  <a:cubicBezTo>
                    <a:pt x="7" y="91"/>
                    <a:pt x="44" y="65"/>
                    <a:pt x="44" y="65"/>
                  </a:cubicBezTo>
                  <a:cubicBezTo>
                    <a:pt x="44" y="65"/>
                    <a:pt x="53" y="56"/>
                    <a:pt x="86" y="20"/>
                  </a:cubicBezTo>
                  <a:cubicBezTo>
                    <a:pt x="105" y="0"/>
                    <a:pt x="123" y="26"/>
                    <a:pt x="122" y="31"/>
                  </a:cubicBezTo>
                  <a:cubicBezTo>
                    <a:pt x="122" y="35"/>
                    <a:pt x="119" y="109"/>
                    <a:pt x="115" y="119"/>
                  </a:cubicBezTo>
                  <a:cubicBezTo>
                    <a:pt x="110" y="130"/>
                    <a:pt x="96" y="121"/>
                    <a:pt x="99" y="102"/>
                  </a:cubicBezTo>
                  <a:cubicBezTo>
                    <a:pt x="102" y="84"/>
                    <a:pt x="107" y="72"/>
                    <a:pt x="101" y="75"/>
                  </a:cubicBezTo>
                  <a:close/>
                </a:path>
              </a:pathLst>
            </a:custGeom>
            <a:solidFill>
              <a:srgbClr val="FFE7C5"/>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128" name="Freeform 109"/>
            <p:cNvSpPr/>
            <p:nvPr>
              <p:custDataLst>
                <p:tags r:id="rId99"/>
              </p:custDataLst>
            </p:nvPr>
          </p:nvSpPr>
          <p:spPr bwMode="auto">
            <a:xfrm>
              <a:off x="10220325" y="5959475"/>
              <a:ext cx="125413" cy="115888"/>
            </a:xfrm>
            <a:custGeom>
              <a:avLst/>
              <a:gdLst>
                <a:gd name="T0" fmla="*/ 79 w 79"/>
                <a:gd name="T1" fmla="*/ 15 h 73"/>
                <a:gd name="T2" fmla="*/ 68 w 79"/>
                <a:gd name="T3" fmla="*/ 73 h 73"/>
                <a:gd name="T4" fmla="*/ 0 w 79"/>
                <a:gd name="T5" fmla="*/ 72 h 73"/>
                <a:gd name="T6" fmla="*/ 13 w 79"/>
                <a:gd name="T7" fmla="*/ 0 h 73"/>
                <a:gd name="T8" fmla="*/ 79 w 79"/>
                <a:gd name="T9" fmla="*/ 15 h 73"/>
              </a:gdLst>
              <a:ahLst/>
              <a:cxnLst>
                <a:cxn ang="0">
                  <a:pos x="T0" y="T1"/>
                </a:cxn>
                <a:cxn ang="0">
                  <a:pos x="T2" y="T3"/>
                </a:cxn>
                <a:cxn ang="0">
                  <a:pos x="T4" y="T5"/>
                </a:cxn>
                <a:cxn ang="0">
                  <a:pos x="T6" y="T7"/>
                </a:cxn>
                <a:cxn ang="0">
                  <a:pos x="T8" y="T9"/>
                </a:cxn>
              </a:cxnLst>
              <a:rect l="0" t="0" r="r" b="b"/>
              <a:pathLst>
                <a:path w="79" h="73">
                  <a:moveTo>
                    <a:pt x="79" y="15"/>
                  </a:moveTo>
                  <a:lnTo>
                    <a:pt x="68" y="73"/>
                  </a:lnTo>
                  <a:lnTo>
                    <a:pt x="0" y="72"/>
                  </a:lnTo>
                  <a:lnTo>
                    <a:pt x="13" y="0"/>
                  </a:lnTo>
                  <a:lnTo>
                    <a:pt x="79" y="15"/>
                  </a:lnTo>
                  <a:close/>
                </a:path>
              </a:pathLst>
            </a:custGeom>
            <a:solidFill>
              <a:srgbClr val="FFE7C5"/>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129" name="Freeform 110"/>
            <p:cNvSpPr/>
            <p:nvPr>
              <p:custDataLst>
                <p:tags r:id="rId100"/>
              </p:custDataLst>
            </p:nvPr>
          </p:nvSpPr>
          <p:spPr bwMode="auto">
            <a:xfrm>
              <a:off x="10210800" y="6018213"/>
              <a:ext cx="144463" cy="58738"/>
            </a:xfrm>
            <a:custGeom>
              <a:avLst/>
              <a:gdLst>
                <a:gd name="T0" fmla="*/ 79 w 91"/>
                <a:gd name="T1" fmla="*/ 37 h 37"/>
                <a:gd name="T2" fmla="*/ 91 w 91"/>
                <a:gd name="T3" fmla="*/ 0 h 37"/>
                <a:gd name="T4" fmla="*/ 6 w 91"/>
                <a:gd name="T5" fmla="*/ 0 h 37"/>
                <a:gd name="T6" fmla="*/ 0 w 91"/>
                <a:gd name="T7" fmla="*/ 35 h 37"/>
                <a:gd name="T8" fmla="*/ 79 w 91"/>
                <a:gd name="T9" fmla="*/ 37 h 37"/>
              </a:gdLst>
              <a:ahLst/>
              <a:cxnLst>
                <a:cxn ang="0">
                  <a:pos x="T0" y="T1"/>
                </a:cxn>
                <a:cxn ang="0">
                  <a:pos x="T2" y="T3"/>
                </a:cxn>
                <a:cxn ang="0">
                  <a:pos x="T4" y="T5"/>
                </a:cxn>
                <a:cxn ang="0">
                  <a:pos x="T6" y="T7"/>
                </a:cxn>
                <a:cxn ang="0">
                  <a:pos x="T8" y="T9"/>
                </a:cxn>
              </a:cxnLst>
              <a:rect l="0" t="0" r="r" b="b"/>
              <a:pathLst>
                <a:path w="91" h="37">
                  <a:moveTo>
                    <a:pt x="79" y="37"/>
                  </a:moveTo>
                  <a:lnTo>
                    <a:pt x="91" y="0"/>
                  </a:lnTo>
                  <a:lnTo>
                    <a:pt x="6" y="0"/>
                  </a:lnTo>
                  <a:lnTo>
                    <a:pt x="0" y="35"/>
                  </a:lnTo>
                  <a:lnTo>
                    <a:pt x="79" y="37"/>
                  </a:lnTo>
                  <a:close/>
                </a:path>
              </a:pathLst>
            </a:custGeom>
            <a:solidFill>
              <a:srgbClr val="F9B233"/>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130" name="Freeform 111"/>
            <p:cNvSpPr/>
            <p:nvPr>
              <p:custDataLst>
                <p:tags r:id="rId101"/>
              </p:custDataLst>
            </p:nvPr>
          </p:nvSpPr>
          <p:spPr bwMode="auto">
            <a:xfrm>
              <a:off x="10125075" y="6069013"/>
              <a:ext cx="428625" cy="233363"/>
            </a:xfrm>
            <a:custGeom>
              <a:avLst/>
              <a:gdLst>
                <a:gd name="T0" fmla="*/ 119 w 225"/>
                <a:gd name="T1" fmla="*/ 5 h 123"/>
                <a:gd name="T2" fmla="*/ 137 w 225"/>
                <a:gd name="T3" fmla="*/ 75 h 123"/>
                <a:gd name="T4" fmla="*/ 212 w 225"/>
                <a:gd name="T5" fmla="*/ 100 h 123"/>
                <a:gd name="T6" fmla="*/ 209 w 225"/>
                <a:gd name="T7" fmla="*/ 121 h 123"/>
                <a:gd name="T8" fmla="*/ 115 w 225"/>
                <a:gd name="T9" fmla="*/ 123 h 123"/>
                <a:gd name="T10" fmla="*/ 60 w 225"/>
                <a:gd name="T11" fmla="*/ 96 h 123"/>
                <a:gd name="T12" fmla="*/ 45 w 225"/>
                <a:gd name="T13" fmla="*/ 107 h 123"/>
                <a:gd name="T14" fmla="*/ 0 w 225"/>
                <a:gd name="T15" fmla="*/ 91 h 123"/>
                <a:gd name="T16" fmla="*/ 40 w 225"/>
                <a:gd name="T17" fmla="*/ 0 h 123"/>
                <a:gd name="T18" fmla="*/ 119 w 225"/>
                <a:gd name="T19" fmla="*/ 5 h 1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25" h="123">
                  <a:moveTo>
                    <a:pt x="119" y="5"/>
                  </a:moveTo>
                  <a:cubicBezTo>
                    <a:pt x="137" y="75"/>
                    <a:pt x="137" y="75"/>
                    <a:pt x="137" y="75"/>
                  </a:cubicBezTo>
                  <a:cubicBezTo>
                    <a:pt x="212" y="100"/>
                    <a:pt x="212" y="100"/>
                    <a:pt x="212" y="100"/>
                  </a:cubicBezTo>
                  <a:cubicBezTo>
                    <a:pt x="225" y="103"/>
                    <a:pt x="223" y="121"/>
                    <a:pt x="209" y="121"/>
                  </a:cubicBezTo>
                  <a:cubicBezTo>
                    <a:pt x="115" y="123"/>
                    <a:pt x="115" y="123"/>
                    <a:pt x="115" y="123"/>
                  </a:cubicBezTo>
                  <a:cubicBezTo>
                    <a:pt x="60" y="96"/>
                    <a:pt x="60" y="96"/>
                    <a:pt x="60" y="96"/>
                  </a:cubicBezTo>
                  <a:cubicBezTo>
                    <a:pt x="45" y="107"/>
                    <a:pt x="45" y="107"/>
                    <a:pt x="45" y="107"/>
                  </a:cubicBezTo>
                  <a:cubicBezTo>
                    <a:pt x="0" y="91"/>
                    <a:pt x="0" y="91"/>
                    <a:pt x="0" y="91"/>
                  </a:cubicBezTo>
                  <a:cubicBezTo>
                    <a:pt x="40" y="0"/>
                    <a:pt x="40" y="0"/>
                    <a:pt x="40" y="0"/>
                  </a:cubicBezTo>
                  <a:lnTo>
                    <a:pt x="119" y="5"/>
                  </a:lnTo>
                  <a:close/>
                </a:path>
              </a:pathLst>
            </a:custGeom>
            <a:solidFill>
              <a:srgbClr val="1D1D1B"/>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131" name="Freeform 112"/>
            <p:cNvSpPr/>
            <p:nvPr>
              <p:custDataLst>
                <p:tags r:id="rId102"/>
              </p:custDataLst>
            </p:nvPr>
          </p:nvSpPr>
          <p:spPr bwMode="auto">
            <a:xfrm>
              <a:off x="9829800" y="5967413"/>
              <a:ext cx="117475" cy="115888"/>
            </a:xfrm>
            <a:custGeom>
              <a:avLst/>
              <a:gdLst>
                <a:gd name="T0" fmla="*/ 6 w 74"/>
                <a:gd name="T1" fmla="*/ 0 h 73"/>
                <a:gd name="T2" fmla="*/ 0 w 74"/>
                <a:gd name="T3" fmla="*/ 60 h 73"/>
                <a:gd name="T4" fmla="*/ 67 w 74"/>
                <a:gd name="T5" fmla="*/ 73 h 73"/>
                <a:gd name="T6" fmla="*/ 74 w 74"/>
                <a:gd name="T7" fmla="*/ 1 h 73"/>
                <a:gd name="T8" fmla="*/ 6 w 74"/>
                <a:gd name="T9" fmla="*/ 0 h 73"/>
              </a:gdLst>
              <a:ahLst/>
              <a:cxnLst>
                <a:cxn ang="0">
                  <a:pos x="T0" y="T1"/>
                </a:cxn>
                <a:cxn ang="0">
                  <a:pos x="T2" y="T3"/>
                </a:cxn>
                <a:cxn ang="0">
                  <a:pos x="T4" y="T5"/>
                </a:cxn>
                <a:cxn ang="0">
                  <a:pos x="T6" y="T7"/>
                </a:cxn>
                <a:cxn ang="0">
                  <a:pos x="T8" y="T9"/>
                </a:cxn>
              </a:cxnLst>
              <a:rect l="0" t="0" r="r" b="b"/>
              <a:pathLst>
                <a:path w="74" h="73">
                  <a:moveTo>
                    <a:pt x="6" y="0"/>
                  </a:moveTo>
                  <a:lnTo>
                    <a:pt x="0" y="60"/>
                  </a:lnTo>
                  <a:lnTo>
                    <a:pt x="67" y="73"/>
                  </a:lnTo>
                  <a:lnTo>
                    <a:pt x="74" y="1"/>
                  </a:lnTo>
                  <a:lnTo>
                    <a:pt x="6" y="0"/>
                  </a:lnTo>
                  <a:close/>
                </a:path>
              </a:pathLst>
            </a:custGeom>
            <a:solidFill>
              <a:srgbClr val="FFE7C5"/>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132" name="Freeform 113"/>
            <p:cNvSpPr/>
            <p:nvPr>
              <p:custDataLst>
                <p:tags r:id="rId103"/>
              </p:custDataLst>
            </p:nvPr>
          </p:nvSpPr>
          <p:spPr bwMode="auto">
            <a:xfrm>
              <a:off x="9820275" y="6002338"/>
              <a:ext cx="131763" cy="82550"/>
            </a:xfrm>
            <a:custGeom>
              <a:avLst/>
              <a:gdLst>
                <a:gd name="T0" fmla="*/ 2 w 83"/>
                <a:gd name="T1" fmla="*/ 38 h 52"/>
                <a:gd name="T2" fmla="*/ 0 w 83"/>
                <a:gd name="T3" fmla="*/ 0 h 52"/>
                <a:gd name="T4" fmla="*/ 83 w 83"/>
                <a:gd name="T5" fmla="*/ 19 h 52"/>
                <a:gd name="T6" fmla="*/ 79 w 83"/>
                <a:gd name="T7" fmla="*/ 52 h 52"/>
                <a:gd name="T8" fmla="*/ 2 w 83"/>
                <a:gd name="T9" fmla="*/ 38 h 52"/>
              </a:gdLst>
              <a:ahLst/>
              <a:cxnLst>
                <a:cxn ang="0">
                  <a:pos x="T0" y="T1"/>
                </a:cxn>
                <a:cxn ang="0">
                  <a:pos x="T2" y="T3"/>
                </a:cxn>
                <a:cxn ang="0">
                  <a:pos x="T4" y="T5"/>
                </a:cxn>
                <a:cxn ang="0">
                  <a:pos x="T6" y="T7"/>
                </a:cxn>
                <a:cxn ang="0">
                  <a:pos x="T8" y="T9"/>
                </a:cxn>
              </a:cxnLst>
              <a:rect l="0" t="0" r="r" b="b"/>
              <a:pathLst>
                <a:path w="83" h="52">
                  <a:moveTo>
                    <a:pt x="2" y="38"/>
                  </a:moveTo>
                  <a:lnTo>
                    <a:pt x="0" y="0"/>
                  </a:lnTo>
                  <a:lnTo>
                    <a:pt x="83" y="19"/>
                  </a:lnTo>
                  <a:lnTo>
                    <a:pt x="79" y="52"/>
                  </a:lnTo>
                  <a:lnTo>
                    <a:pt x="2" y="38"/>
                  </a:lnTo>
                  <a:close/>
                </a:path>
              </a:pathLst>
            </a:custGeom>
            <a:solidFill>
              <a:srgbClr val="F9B233"/>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133" name="Freeform 114"/>
            <p:cNvSpPr/>
            <p:nvPr>
              <p:custDataLst>
                <p:tags r:id="rId104"/>
              </p:custDataLst>
            </p:nvPr>
          </p:nvSpPr>
          <p:spPr bwMode="auto">
            <a:xfrm>
              <a:off x="9545638" y="6059488"/>
              <a:ext cx="438150" cy="220663"/>
            </a:xfrm>
            <a:custGeom>
              <a:avLst/>
              <a:gdLst>
                <a:gd name="T0" fmla="*/ 138 w 230"/>
                <a:gd name="T1" fmla="*/ 0 h 116"/>
                <a:gd name="T2" fmla="*/ 117 w 230"/>
                <a:gd name="T3" fmla="*/ 58 h 116"/>
                <a:gd name="T4" fmla="*/ 17 w 230"/>
                <a:gd name="T5" fmla="*/ 94 h 116"/>
                <a:gd name="T6" fmla="*/ 14 w 230"/>
                <a:gd name="T7" fmla="*/ 116 h 116"/>
                <a:gd name="T8" fmla="*/ 110 w 230"/>
                <a:gd name="T9" fmla="*/ 116 h 116"/>
                <a:gd name="T10" fmla="*/ 171 w 230"/>
                <a:gd name="T11" fmla="*/ 102 h 116"/>
                <a:gd name="T12" fmla="*/ 182 w 230"/>
                <a:gd name="T13" fmla="*/ 116 h 116"/>
                <a:gd name="T14" fmla="*/ 230 w 230"/>
                <a:gd name="T15" fmla="*/ 110 h 116"/>
                <a:gd name="T16" fmla="*/ 215 w 230"/>
                <a:gd name="T17" fmla="*/ 13 h 116"/>
                <a:gd name="T18" fmla="*/ 138 w 230"/>
                <a:gd name="T19" fmla="*/ 0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30" h="116">
                  <a:moveTo>
                    <a:pt x="138" y="0"/>
                  </a:moveTo>
                  <a:cubicBezTo>
                    <a:pt x="117" y="58"/>
                    <a:pt x="117" y="58"/>
                    <a:pt x="117" y="58"/>
                  </a:cubicBezTo>
                  <a:cubicBezTo>
                    <a:pt x="17" y="94"/>
                    <a:pt x="17" y="94"/>
                    <a:pt x="17" y="94"/>
                  </a:cubicBezTo>
                  <a:cubicBezTo>
                    <a:pt x="2" y="94"/>
                    <a:pt x="0" y="113"/>
                    <a:pt x="14" y="116"/>
                  </a:cubicBezTo>
                  <a:cubicBezTo>
                    <a:pt x="110" y="116"/>
                    <a:pt x="110" y="116"/>
                    <a:pt x="110" y="116"/>
                  </a:cubicBezTo>
                  <a:cubicBezTo>
                    <a:pt x="171" y="102"/>
                    <a:pt x="171" y="102"/>
                    <a:pt x="171" y="102"/>
                  </a:cubicBezTo>
                  <a:cubicBezTo>
                    <a:pt x="182" y="116"/>
                    <a:pt x="182" y="116"/>
                    <a:pt x="182" y="116"/>
                  </a:cubicBezTo>
                  <a:cubicBezTo>
                    <a:pt x="230" y="110"/>
                    <a:pt x="230" y="110"/>
                    <a:pt x="230" y="110"/>
                  </a:cubicBezTo>
                  <a:cubicBezTo>
                    <a:pt x="215" y="13"/>
                    <a:pt x="215" y="13"/>
                    <a:pt x="215" y="13"/>
                  </a:cubicBezTo>
                  <a:lnTo>
                    <a:pt x="138" y="0"/>
                  </a:lnTo>
                  <a:close/>
                </a:path>
              </a:pathLst>
            </a:custGeom>
            <a:solidFill>
              <a:srgbClr val="1D1D1B"/>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134" name="Freeform 115"/>
            <p:cNvSpPr/>
            <p:nvPr>
              <p:custDataLst>
                <p:tags r:id="rId105"/>
              </p:custDataLst>
            </p:nvPr>
          </p:nvSpPr>
          <p:spPr bwMode="auto">
            <a:xfrm>
              <a:off x="10088563" y="3511550"/>
              <a:ext cx="377825" cy="169863"/>
            </a:xfrm>
            <a:custGeom>
              <a:avLst/>
              <a:gdLst>
                <a:gd name="T0" fmla="*/ 58 w 198"/>
                <a:gd name="T1" fmla="*/ 11 h 89"/>
                <a:gd name="T2" fmla="*/ 56 w 198"/>
                <a:gd name="T3" fmla="*/ 35 h 89"/>
                <a:gd name="T4" fmla="*/ 11 w 198"/>
                <a:gd name="T5" fmla="*/ 86 h 89"/>
                <a:gd name="T6" fmla="*/ 0 w 198"/>
                <a:gd name="T7" fmla="*/ 89 h 89"/>
                <a:gd name="T8" fmla="*/ 198 w 198"/>
                <a:gd name="T9" fmla="*/ 89 h 89"/>
                <a:gd name="T10" fmla="*/ 172 w 198"/>
                <a:gd name="T11" fmla="*/ 88 h 89"/>
                <a:gd name="T12" fmla="*/ 132 w 198"/>
                <a:gd name="T13" fmla="*/ 29 h 89"/>
                <a:gd name="T14" fmla="*/ 135 w 198"/>
                <a:gd name="T15" fmla="*/ 0 h 89"/>
                <a:gd name="T16" fmla="*/ 58 w 198"/>
                <a:gd name="T17" fmla="*/ 11 h 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98" h="89">
                  <a:moveTo>
                    <a:pt x="58" y="11"/>
                  </a:moveTo>
                  <a:cubicBezTo>
                    <a:pt x="56" y="35"/>
                    <a:pt x="56" y="35"/>
                    <a:pt x="56" y="35"/>
                  </a:cubicBezTo>
                  <a:cubicBezTo>
                    <a:pt x="53" y="59"/>
                    <a:pt x="36" y="79"/>
                    <a:pt x="11" y="86"/>
                  </a:cubicBezTo>
                  <a:cubicBezTo>
                    <a:pt x="0" y="89"/>
                    <a:pt x="0" y="89"/>
                    <a:pt x="0" y="89"/>
                  </a:cubicBezTo>
                  <a:cubicBezTo>
                    <a:pt x="198" y="89"/>
                    <a:pt x="198" y="89"/>
                    <a:pt x="198" y="89"/>
                  </a:cubicBezTo>
                  <a:cubicBezTo>
                    <a:pt x="172" y="88"/>
                    <a:pt x="172" y="88"/>
                    <a:pt x="172" y="88"/>
                  </a:cubicBezTo>
                  <a:cubicBezTo>
                    <a:pt x="146" y="79"/>
                    <a:pt x="130" y="55"/>
                    <a:pt x="132" y="29"/>
                  </a:cubicBezTo>
                  <a:cubicBezTo>
                    <a:pt x="135" y="0"/>
                    <a:pt x="135" y="0"/>
                    <a:pt x="135" y="0"/>
                  </a:cubicBezTo>
                  <a:lnTo>
                    <a:pt x="58" y="11"/>
                  </a:lnTo>
                  <a:close/>
                </a:path>
              </a:pathLst>
            </a:custGeom>
            <a:solidFill>
              <a:srgbClr val="FFE7C5"/>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135" name="Freeform 116"/>
            <p:cNvSpPr/>
            <p:nvPr>
              <p:custDataLst>
                <p:tags r:id="rId106"/>
              </p:custDataLst>
            </p:nvPr>
          </p:nvSpPr>
          <p:spPr bwMode="auto">
            <a:xfrm>
              <a:off x="9785350" y="4703763"/>
              <a:ext cx="693738" cy="1276350"/>
            </a:xfrm>
            <a:custGeom>
              <a:avLst/>
              <a:gdLst>
                <a:gd name="T0" fmla="*/ 364 w 364"/>
                <a:gd name="T1" fmla="*/ 42 h 671"/>
                <a:gd name="T2" fmla="*/ 314 w 364"/>
                <a:gd name="T3" fmla="*/ 671 h 671"/>
                <a:gd name="T4" fmla="*/ 235 w 364"/>
                <a:gd name="T5" fmla="*/ 671 h 671"/>
                <a:gd name="T6" fmla="*/ 219 w 364"/>
                <a:gd name="T7" fmla="*/ 159 h 671"/>
                <a:gd name="T8" fmla="*/ 145 w 364"/>
                <a:gd name="T9" fmla="*/ 372 h 671"/>
                <a:gd name="T10" fmla="*/ 88 w 364"/>
                <a:gd name="T11" fmla="*/ 671 h 671"/>
                <a:gd name="T12" fmla="*/ 0 w 364"/>
                <a:gd name="T13" fmla="*/ 671 h 671"/>
                <a:gd name="T14" fmla="*/ 48 w 364"/>
                <a:gd name="T15" fmla="*/ 329 h 671"/>
                <a:gd name="T16" fmla="*/ 75 w 364"/>
                <a:gd name="T17" fmla="*/ 25 h 671"/>
                <a:gd name="T18" fmla="*/ 344 w 364"/>
                <a:gd name="T19" fmla="*/ 34 h 671"/>
                <a:gd name="T20" fmla="*/ 364 w 364"/>
                <a:gd name="T21" fmla="*/ 42 h 6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64" h="671">
                  <a:moveTo>
                    <a:pt x="364" y="42"/>
                  </a:moveTo>
                  <a:cubicBezTo>
                    <a:pt x="314" y="671"/>
                    <a:pt x="314" y="671"/>
                    <a:pt x="314" y="671"/>
                  </a:cubicBezTo>
                  <a:cubicBezTo>
                    <a:pt x="235" y="671"/>
                    <a:pt x="235" y="671"/>
                    <a:pt x="235" y="671"/>
                  </a:cubicBezTo>
                  <a:cubicBezTo>
                    <a:pt x="219" y="159"/>
                    <a:pt x="219" y="159"/>
                    <a:pt x="219" y="159"/>
                  </a:cubicBezTo>
                  <a:cubicBezTo>
                    <a:pt x="145" y="372"/>
                    <a:pt x="145" y="372"/>
                    <a:pt x="145" y="372"/>
                  </a:cubicBezTo>
                  <a:cubicBezTo>
                    <a:pt x="88" y="671"/>
                    <a:pt x="88" y="671"/>
                    <a:pt x="88" y="671"/>
                  </a:cubicBezTo>
                  <a:cubicBezTo>
                    <a:pt x="0" y="671"/>
                    <a:pt x="0" y="671"/>
                    <a:pt x="0" y="671"/>
                  </a:cubicBezTo>
                  <a:cubicBezTo>
                    <a:pt x="48" y="329"/>
                    <a:pt x="48" y="329"/>
                    <a:pt x="48" y="329"/>
                  </a:cubicBezTo>
                  <a:cubicBezTo>
                    <a:pt x="75" y="25"/>
                    <a:pt x="75" y="25"/>
                    <a:pt x="75" y="25"/>
                  </a:cubicBezTo>
                  <a:cubicBezTo>
                    <a:pt x="163" y="0"/>
                    <a:pt x="258" y="3"/>
                    <a:pt x="344" y="34"/>
                  </a:cubicBezTo>
                  <a:lnTo>
                    <a:pt x="364" y="42"/>
                  </a:lnTo>
                  <a:close/>
                </a:path>
              </a:pathLst>
            </a:custGeom>
            <a:solidFill>
              <a:srgbClr val="1D1D1B"/>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136" name="Freeform 117"/>
            <p:cNvSpPr/>
            <p:nvPr>
              <p:custDataLst>
                <p:tags r:id="rId107"/>
              </p:custDataLst>
            </p:nvPr>
          </p:nvSpPr>
          <p:spPr bwMode="auto">
            <a:xfrm>
              <a:off x="9958388" y="3051175"/>
              <a:ext cx="509588" cy="549275"/>
            </a:xfrm>
            <a:custGeom>
              <a:avLst/>
              <a:gdLst>
                <a:gd name="T0" fmla="*/ 0 w 267"/>
                <a:gd name="T1" fmla="*/ 21 h 288"/>
                <a:gd name="T2" fmla="*/ 86 w 267"/>
                <a:gd name="T3" fmla="*/ 239 h 288"/>
                <a:gd name="T4" fmla="*/ 257 w 267"/>
                <a:gd name="T5" fmla="*/ 204 h 288"/>
                <a:gd name="T6" fmla="*/ 236 w 267"/>
                <a:gd name="T7" fmla="*/ 0 h 288"/>
                <a:gd name="T8" fmla="*/ 0 w 267"/>
                <a:gd name="T9" fmla="*/ 21 h 288"/>
              </a:gdLst>
              <a:ahLst/>
              <a:cxnLst>
                <a:cxn ang="0">
                  <a:pos x="T0" y="T1"/>
                </a:cxn>
                <a:cxn ang="0">
                  <a:pos x="T2" y="T3"/>
                </a:cxn>
                <a:cxn ang="0">
                  <a:pos x="T4" y="T5"/>
                </a:cxn>
                <a:cxn ang="0">
                  <a:pos x="T6" y="T7"/>
                </a:cxn>
                <a:cxn ang="0">
                  <a:pos x="T8" y="T9"/>
                </a:cxn>
              </a:cxnLst>
              <a:rect l="0" t="0" r="r" b="b"/>
              <a:pathLst>
                <a:path w="267" h="288">
                  <a:moveTo>
                    <a:pt x="0" y="21"/>
                  </a:moveTo>
                  <a:cubicBezTo>
                    <a:pt x="0" y="21"/>
                    <a:pt x="26" y="190"/>
                    <a:pt x="86" y="239"/>
                  </a:cubicBezTo>
                  <a:cubicBezTo>
                    <a:pt x="147" y="288"/>
                    <a:pt x="248" y="240"/>
                    <a:pt x="257" y="204"/>
                  </a:cubicBezTo>
                  <a:cubicBezTo>
                    <a:pt x="267" y="168"/>
                    <a:pt x="236" y="0"/>
                    <a:pt x="236" y="0"/>
                  </a:cubicBezTo>
                  <a:lnTo>
                    <a:pt x="0" y="21"/>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137" name="Freeform 118"/>
            <p:cNvSpPr/>
            <p:nvPr>
              <p:custDataLst>
                <p:tags r:id="rId108"/>
              </p:custDataLst>
            </p:nvPr>
          </p:nvSpPr>
          <p:spPr bwMode="auto">
            <a:xfrm>
              <a:off x="10431463" y="3195638"/>
              <a:ext cx="80963" cy="169863"/>
            </a:xfrm>
            <a:custGeom>
              <a:avLst/>
              <a:gdLst>
                <a:gd name="T0" fmla="*/ 11 w 42"/>
                <a:gd name="T1" fmla="*/ 89 h 89"/>
                <a:gd name="T2" fmla="*/ 18 w 42"/>
                <a:gd name="T3" fmla="*/ 87 h 89"/>
                <a:gd name="T4" fmla="*/ 25 w 42"/>
                <a:gd name="T5" fmla="*/ 32 h 89"/>
                <a:gd name="T6" fmla="*/ 0 w 42"/>
                <a:gd name="T7" fmla="*/ 0 h 89"/>
                <a:gd name="T8" fmla="*/ 11 w 42"/>
                <a:gd name="T9" fmla="*/ 89 h 89"/>
              </a:gdLst>
              <a:ahLst/>
              <a:cxnLst>
                <a:cxn ang="0">
                  <a:pos x="T0" y="T1"/>
                </a:cxn>
                <a:cxn ang="0">
                  <a:pos x="T2" y="T3"/>
                </a:cxn>
                <a:cxn ang="0">
                  <a:pos x="T4" y="T5"/>
                </a:cxn>
                <a:cxn ang="0">
                  <a:pos x="T6" y="T7"/>
                </a:cxn>
                <a:cxn ang="0">
                  <a:pos x="T8" y="T9"/>
                </a:cxn>
              </a:cxnLst>
              <a:rect l="0" t="0" r="r" b="b"/>
              <a:pathLst>
                <a:path w="42" h="89">
                  <a:moveTo>
                    <a:pt x="11" y="89"/>
                  </a:moveTo>
                  <a:cubicBezTo>
                    <a:pt x="13" y="89"/>
                    <a:pt x="15" y="88"/>
                    <a:pt x="18" y="87"/>
                  </a:cubicBezTo>
                  <a:cubicBezTo>
                    <a:pt x="42" y="76"/>
                    <a:pt x="37" y="54"/>
                    <a:pt x="25" y="32"/>
                  </a:cubicBezTo>
                  <a:cubicBezTo>
                    <a:pt x="17" y="17"/>
                    <a:pt x="17" y="2"/>
                    <a:pt x="0" y="0"/>
                  </a:cubicBezTo>
                  <a:lnTo>
                    <a:pt x="11" y="89"/>
                  </a:lnTo>
                  <a:close/>
                </a:path>
              </a:pathLst>
            </a:custGeom>
            <a:solidFill>
              <a:srgbClr val="FFE7C5"/>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138" name="Freeform 119"/>
            <p:cNvSpPr/>
            <p:nvPr>
              <p:custDataLst>
                <p:tags r:id="rId109"/>
              </p:custDataLst>
            </p:nvPr>
          </p:nvSpPr>
          <p:spPr bwMode="auto">
            <a:xfrm>
              <a:off x="9947275" y="2828925"/>
              <a:ext cx="631825" cy="403225"/>
            </a:xfrm>
            <a:custGeom>
              <a:avLst/>
              <a:gdLst>
                <a:gd name="T0" fmla="*/ 47 w 331"/>
                <a:gd name="T1" fmla="*/ 191 h 212"/>
                <a:gd name="T2" fmla="*/ 6 w 331"/>
                <a:gd name="T3" fmla="*/ 128 h 212"/>
                <a:gd name="T4" fmla="*/ 60 w 331"/>
                <a:gd name="T5" fmla="*/ 50 h 212"/>
                <a:gd name="T6" fmla="*/ 189 w 331"/>
                <a:gd name="T7" fmla="*/ 36 h 212"/>
                <a:gd name="T8" fmla="*/ 241 w 331"/>
                <a:gd name="T9" fmla="*/ 16 h 212"/>
                <a:gd name="T10" fmla="*/ 314 w 331"/>
                <a:gd name="T11" fmla="*/ 41 h 212"/>
                <a:gd name="T12" fmla="*/ 290 w 331"/>
                <a:gd name="T13" fmla="*/ 151 h 212"/>
                <a:gd name="T14" fmla="*/ 98 w 331"/>
                <a:gd name="T15" fmla="*/ 201 h 212"/>
                <a:gd name="T16" fmla="*/ 47 w 331"/>
                <a:gd name="T17" fmla="*/ 191 h 2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31" h="212">
                  <a:moveTo>
                    <a:pt x="47" y="191"/>
                  </a:moveTo>
                  <a:cubicBezTo>
                    <a:pt x="18" y="183"/>
                    <a:pt x="0" y="155"/>
                    <a:pt x="6" y="128"/>
                  </a:cubicBezTo>
                  <a:cubicBezTo>
                    <a:pt x="12" y="105"/>
                    <a:pt x="20" y="67"/>
                    <a:pt x="60" y="50"/>
                  </a:cubicBezTo>
                  <a:cubicBezTo>
                    <a:pt x="136" y="18"/>
                    <a:pt x="164" y="36"/>
                    <a:pt x="189" y="36"/>
                  </a:cubicBezTo>
                  <a:cubicBezTo>
                    <a:pt x="214" y="36"/>
                    <a:pt x="227" y="22"/>
                    <a:pt x="241" y="16"/>
                  </a:cubicBezTo>
                  <a:cubicBezTo>
                    <a:pt x="274" y="0"/>
                    <a:pt x="304" y="27"/>
                    <a:pt x="314" y="41"/>
                  </a:cubicBezTo>
                  <a:cubicBezTo>
                    <a:pt x="324" y="55"/>
                    <a:pt x="331" y="123"/>
                    <a:pt x="290" y="151"/>
                  </a:cubicBezTo>
                  <a:cubicBezTo>
                    <a:pt x="249" y="179"/>
                    <a:pt x="171" y="212"/>
                    <a:pt x="98" y="201"/>
                  </a:cubicBezTo>
                  <a:cubicBezTo>
                    <a:pt x="76" y="198"/>
                    <a:pt x="59" y="195"/>
                    <a:pt x="47" y="191"/>
                  </a:cubicBezTo>
                  <a:close/>
                </a:path>
              </a:pathLst>
            </a:custGeom>
            <a:solidFill>
              <a:srgbClr val="1D1D1B"/>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139" name="Freeform 120"/>
            <p:cNvSpPr/>
            <p:nvPr>
              <p:custDataLst>
                <p:tags r:id="rId110"/>
              </p:custDataLst>
            </p:nvPr>
          </p:nvSpPr>
          <p:spPr bwMode="auto">
            <a:xfrm>
              <a:off x="9967913" y="3265488"/>
              <a:ext cx="98425" cy="173038"/>
            </a:xfrm>
            <a:custGeom>
              <a:avLst/>
              <a:gdLst>
                <a:gd name="T0" fmla="*/ 51 w 51"/>
                <a:gd name="T1" fmla="*/ 91 h 91"/>
                <a:gd name="T2" fmla="*/ 43 w 51"/>
                <a:gd name="T3" fmla="*/ 91 h 91"/>
                <a:gd name="T4" fmla="*/ 11 w 51"/>
                <a:gd name="T5" fmla="*/ 46 h 91"/>
                <a:gd name="T6" fmla="*/ 15 w 51"/>
                <a:gd name="T7" fmla="*/ 0 h 91"/>
                <a:gd name="T8" fmla="*/ 51 w 51"/>
                <a:gd name="T9" fmla="*/ 91 h 91"/>
              </a:gdLst>
              <a:ahLst/>
              <a:cxnLst>
                <a:cxn ang="0">
                  <a:pos x="T0" y="T1"/>
                </a:cxn>
                <a:cxn ang="0">
                  <a:pos x="T2" y="T3"/>
                </a:cxn>
                <a:cxn ang="0">
                  <a:pos x="T4" y="T5"/>
                </a:cxn>
                <a:cxn ang="0">
                  <a:pos x="T6" y="T7"/>
                </a:cxn>
                <a:cxn ang="0">
                  <a:pos x="T8" y="T9"/>
                </a:cxn>
              </a:cxnLst>
              <a:rect l="0" t="0" r="r" b="b"/>
              <a:pathLst>
                <a:path w="51" h="91">
                  <a:moveTo>
                    <a:pt x="51" y="91"/>
                  </a:moveTo>
                  <a:cubicBezTo>
                    <a:pt x="48" y="91"/>
                    <a:pt x="46" y="91"/>
                    <a:pt x="43" y="91"/>
                  </a:cubicBezTo>
                  <a:cubicBezTo>
                    <a:pt x="14" y="91"/>
                    <a:pt x="11" y="73"/>
                    <a:pt x="11" y="46"/>
                  </a:cubicBezTo>
                  <a:cubicBezTo>
                    <a:pt x="11" y="28"/>
                    <a:pt x="0" y="9"/>
                    <a:pt x="15" y="0"/>
                  </a:cubicBezTo>
                  <a:lnTo>
                    <a:pt x="51" y="91"/>
                  </a:lnTo>
                  <a:close/>
                </a:path>
              </a:pathLst>
            </a:custGeom>
            <a:solidFill>
              <a:srgbClr val="FFE7C5"/>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140" name="Freeform 121"/>
            <p:cNvSpPr/>
            <p:nvPr>
              <p:custDataLst>
                <p:tags r:id="rId111"/>
              </p:custDataLst>
            </p:nvPr>
          </p:nvSpPr>
          <p:spPr bwMode="auto">
            <a:xfrm>
              <a:off x="10571163" y="2892425"/>
              <a:ext cx="228600" cy="712788"/>
            </a:xfrm>
            <a:custGeom>
              <a:avLst/>
              <a:gdLst>
                <a:gd name="T0" fmla="*/ 0 w 144"/>
                <a:gd name="T1" fmla="*/ 384 h 449"/>
                <a:gd name="T2" fmla="*/ 72 w 144"/>
                <a:gd name="T3" fmla="*/ 281 h 449"/>
                <a:gd name="T4" fmla="*/ 63 w 144"/>
                <a:gd name="T5" fmla="*/ 7 h 449"/>
                <a:gd name="T6" fmla="*/ 110 w 144"/>
                <a:gd name="T7" fmla="*/ 0 h 449"/>
                <a:gd name="T8" fmla="*/ 144 w 144"/>
                <a:gd name="T9" fmla="*/ 284 h 449"/>
                <a:gd name="T10" fmla="*/ 86 w 144"/>
                <a:gd name="T11" fmla="*/ 449 h 449"/>
                <a:gd name="T12" fmla="*/ 0 w 144"/>
                <a:gd name="T13" fmla="*/ 384 h 449"/>
              </a:gdLst>
              <a:ahLst/>
              <a:cxnLst>
                <a:cxn ang="0">
                  <a:pos x="T0" y="T1"/>
                </a:cxn>
                <a:cxn ang="0">
                  <a:pos x="T2" y="T3"/>
                </a:cxn>
                <a:cxn ang="0">
                  <a:pos x="T4" y="T5"/>
                </a:cxn>
                <a:cxn ang="0">
                  <a:pos x="T6" y="T7"/>
                </a:cxn>
                <a:cxn ang="0">
                  <a:pos x="T8" y="T9"/>
                </a:cxn>
                <a:cxn ang="0">
                  <a:pos x="T10" y="T11"/>
                </a:cxn>
                <a:cxn ang="0">
                  <a:pos x="T12" y="T13"/>
                </a:cxn>
              </a:cxnLst>
              <a:rect l="0" t="0" r="r" b="b"/>
              <a:pathLst>
                <a:path w="144" h="449">
                  <a:moveTo>
                    <a:pt x="0" y="384"/>
                  </a:moveTo>
                  <a:lnTo>
                    <a:pt x="72" y="281"/>
                  </a:lnTo>
                  <a:lnTo>
                    <a:pt x="63" y="7"/>
                  </a:lnTo>
                  <a:lnTo>
                    <a:pt x="110" y="0"/>
                  </a:lnTo>
                  <a:lnTo>
                    <a:pt x="144" y="284"/>
                  </a:lnTo>
                  <a:lnTo>
                    <a:pt x="86" y="449"/>
                  </a:lnTo>
                  <a:lnTo>
                    <a:pt x="0" y="384"/>
                  </a:lnTo>
                  <a:close/>
                </a:path>
              </a:pathLst>
            </a:custGeom>
            <a:solidFill>
              <a:srgbClr val="FFE7C5"/>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141" name="Freeform 122"/>
            <p:cNvSpPr/>
            <p:nvPr>
              <p:custDataLst>
                <p:tags r:id="rId112"/>
              </p:custDataLst>
            </p:nvPr>
          </p:nvSpPr>
          <p:spPr bwMode="auto">
            <a:xfrm>
              <a:off x="9659938" y="2908300"/>
              <a:ext cx="228600" cy="714375"/>
            </a:xfrm>
            <a:custGeom>
              <a:avLst/>
              <a:gdLst>
                <a:gd name="T0" fmla="*/ 144 w 144"/>
                <a:gd name="T1" fmla="*/ 385 h 450"/>
                <a:gd name="T2" fmla="*/ 72 w 144"/>
                <a:gd name="T3" fmla="*/ 282 h 450"/>
                <a:gd name="T4" fmla="*/ 80 w 144"/>
                <a:gd name="T5" fmla="*/ 8 h 450"/>
                <a:gd name="T6" fmla="*/ 34 w 144"/>
                <a:gd name="T7" fmla="*/ 0 h 450"/>
                <a:gd name="T8" fmla="*/ 0 w 144"/>
                <a:gd name="T9" fmla="*/ 285 h 450"/>
                <a:gd name="T10" fmla="*/ 58 w 144"/>
                <a:gd name="T11" fmla="*/ 450 h 450"/>
                <a:gd name="T12" fmla="*/ 144 w 144"/>
                <a:gd name="T13" fmla="*/ 385 h 450"/>
              </a:gdLst>
              <a:ahLst/>
              <a:cxnLst>
                <a:cxn ang="0">
                  <a:pos x="T0" y="T1"/>
                </a:cxn>
                <a:cxn ang="0">
                  <a:pos x="T2" y="T3"/>
                </a:cxn>
                <a:cxn ang="0">
                  <a:pos x="T4" y="T5"/>
                </a:cxn>
                <a:cxn ang="0">
                  <a:pos x="T6" y="T7"/>
                </a:cxn>
                <a:cxn ang="0">
                  <a:pos x="T8" y="T9"/>
                </a:cxn>
                <a:cxn ang="0">
                  <a:pos x="T10" y="T11"/>
                </a:cxn>
                <a:cxn ang="0">
                  <a:pos x="T12" y="T13"/>
                </a:cxn>
              </a:cxnLst>
              <a:rect l="0" t="0" r="r" b="b"/>
              <a:pathLst>
                <a:path w="144" h="450">
                  <a:moveTo>
                    <a:pt x="144" y="385"/>
                  </a:moveTo>
                  <a:lnTo>
                    <a:pt x="72" y="282"/>
                  </a:lnTo>
                  <a:lnTo>
                    <a:pt x="80" y="8"/>
                  </a:lnTo>
                  <a:lnTo>
                    <a:pt x="34" y="0"/>
                  </a:lnTo>
                  <a:lnTo>
                    <a:pt x="0" y="285"/>
                  </a:lnTo>
                  <a:lnTo>
                    <a:pt x="58" y="450"/>
                  </a:lnTo>
                  <a:lnTo>
                    <a:pt x="144" y="385"/>
                  </a:lnTo>
                  <a:close/>
                </a:path>
              </a:pathLst>
            </a:custGeom>
            <a:solidFill>
              <a:srgbClr val="FFE7C5"/>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142" name="Freeform 123"/>
            <p:cNvSpPr/>
            <p:nvPr>
              <p:custDataLst>
                <p:tags r:id="rId113"/>
              </p:custDataLst>
            </p:nvPr>
          </p:nvSpPr>
          <p:spPr bwMode="auto">
            <a:xfrm>
              <a:off x="9894888" y="3951288"/>
              <a:ext cx="727075" cy="890588"/>
            </a:xfrm>
            <a:custGeom>
              <a:avLst/>
              <a:gdLst>
                <a:gd name="T0" fmla="*/ 350 w 382"/>
                <a:gd name="T1" fmla="*/ 34 h 468"/>
                <a:gd name="T2" fmla="*/ 55 w 382"/>
                <a:gd name="T3" fmla="*/ 0 h 468"/>
                <a:gd name="T4" fmla="*/ 0 w 382"/>
                <a:gd name="T5" fmla="*/ 445 h 468"/>
                <a:gd name="T6" fmla="*/ 10 w 382"/>
                <a:gd name="T7" fmla="*/ 446 h 468"/>
                <a:gd name="T8" fmla="*/ 48 w 382"/>
                <a:gd name="T9" fmla="*/ 421 h 468"/>
                <a:gd name="T10" fmla="*/ 76 w 382"/>
                <a:gd name="T11" fmla="*/ 414 h 468"/>
                <a:gd name="T12" fmla="*/ 119 w 382"/>
                <a:gd name="T13" fmla="*/ 404 h 468"/>
                <a:gd name="T14" fmla="*/ 163 w 382"/>
                <a:gd name="T15" fmla="*/ 405 h 468"/>
                <a:gd name="T16" fmla="*/ 259 w 382"/>
                <a:gd name="T17" fmla="*/ 422 h 468"/>
                <a:gd name="T18" fmla="*/ 271 w 382"/>
                <a:gd name="T19" fmla="*/ 427 h 468"/>
                <a:gd name="T20" fmla="*/ 274 w 382"/>
                <a:gd name="T21" fmla="*/ 427 h 468"/>
                <a:gd name="T22" fmla="*/ 320 w 382"/>
                <a:gd name="T23" fmla="*/ 464 h 468"/>
                <a:gd name="T24" fmla="*/ 382 w 382"/>
                <a:gd name="T25" fmla="*/ 468 h 468"/>
                <a:gd name="T26" fmla="*/ 350 w 382"/>
                <a:gd name="T27" fmla="*/ 34 h 4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82" h="468">
                  <a:moveTo>
                    <a:pt x="350" y="34"/>
                  </a:moveTo>
                  <a:cubicBezTo>
                    <a:pt x="55" y="0"/>
                    <a:pt x="55" y="0"/>
                    <a:pt x="55" y="0"/>
                  </a:cubicBezTo>
                  <a:cubicBezTo>
                    <a:pt x="0" y="445"/>
                    <a:pt x="0" y="445"/>
                    <a:pt x="0" y="445"/>
                  </a:cubicBezTo>
                  <a:cubicBezTo>
                    <a:pt x="10" y="446"/>
                    <a:pt x="10" y="446"/>
                    <a:pt x="10" y="446"/>
                  </a:cubicBezTo>
                  <a:cubicBezTo>
                    <a:pt x="16" y="433"/>
                    <a:pt x="29" y="422"/>
                    <a:pt x="48" y="421"/>
                  </a:cubicBezTo>
                  <a:cubicBezTo>
                    <a:pt x="55" y="416"/>
                    <a:pt x="64" y="413"/>
                    <a:pt x="76" y="414"/>
                  </a:cubicBezTo>
                  <a:cubicBezTo>
                    <a:pt x="91" y="414"/>
                    <a:pt x="103" y="404"/>
                    <a:pt x="119" y="404"/>
                  </a:cubicBezTo>
                  <a:cubicBezTo>
                    <a:pt x="134" y="404"/>
                    <a:pt x="149" y="405"/>
                    <a:pt x="163" y="405"/>
                  </a:cubicBezTo>
                  <a:cubicBezTo>
                    <a:pt x="195" y="406"/>
                    <a:pt x="228" y="413"/>
                    <a:pt x="259" y="422"/>
                  </a:cubicBezTo>
                  <a:cubicBezTo>
                    <a:pt x="263" y="423"/>
                    <a:pt x="268" y="425"/>
                    <a:pt x="271" y="427"/>
                  </a:cubicBezTo>
                  <a:cubicBezTo>
                    <a:pt x="272" y="427"/>
                    <a:pt x="273" y="427"/>
                    <a:pt x="274" y="427"/>
                  </a:cubicBezTo>
                  <a:cubicBezTo>
                    <a:pt x="304" y="425"/>
                    <a:pt x="319" y="443"/>
                    <a:pt x="320" y="464"/>
                  </a:cubicBezTo>
                  <a:cubicBezTo>
                    <a:pt x="382" y="468"/>
                    <a:pt x="382" y="468"/>
                    <a:pt x="382" y="468"/>
                  </a:cubicBezTo>
                  <a:lnTo>
                    <a:pt x="350" y="34"/>
                  </a:lnTo>
                  <a:close/>
                </a:path>
              </a:pathLst>
            </a:custGeom>
            <a:solidFill>
              <a:schemeClr val="tx2"/>
            </a:solidFill>
            <a:ln>
              <a:noFill/>
            </a:ln>
          </p:spPr>
          <p:txBody>
            <a:bodyPr vert="horz" wrap="square" lIns="68580" tIns="34290" rIns="68580" bIns="34290" numCol="1" anchor="t" anchorCtr="0" compatLnSpc="1"/>
            <a:lstStyle/>
            <a:p>
              <a:endParaRPr lang="zh-CN" altLang="en-US" sz="1350"/>
            </a:p>
          </p:txBody>
        </p:sp>
        <p:sp>
          <p:nvSpPr>
            <p:cNvPr id="143" name="Freeform 124"/>
            <p:cNvSpPr/>
            <p:nvPr>
              <p:custDataLst>
                <p:tags r:id="rId114"/>
              </p:custDataLst>
            </p:nvPr>
          </p:nvSpPr>
          <p:spPr bwMode="auto">
            <a:xfrm>
              <a:off x="9739313" y="3460750"/>
              <a:ext cx="995363" cy="669925"/>
            </a:xfrm>
            <a:custGeom>
              <a:avLst/>
              <a:gdLst>
                <a:gd name="T0" fmla="*/ 0 w 522"/>
                <a:gd name="T1" fmla="*/ 85 h 352"/>
                <a:gd name="T2" fmla="*/ 127 w 522"/>
                <a:gd name="T3" fmla="*/ 331 h 352"/>
                <a:gd name="T4" fmla="*/ 435 w 522"/>
                <a:gd name="T5" fmla="*/ 352 h 352"/>
                <a:gd name="T6" fmla="*/ 522 w 522"/>
                <a:gd name="T7" fmla="*/ 67 h 352"/>
                <a:gd name="T8" fmla="*/ 431 w 522"/>
                <a:gd name="T9" fmla="*/ 0 h 352"/>
                <a:gd name="T10" fmla="*/ 380 w 522"/>
                <a:gd name="T11" fmla="*/ 75 h 352"/>
                <a:gd name="T12" fmla="*/ 309 w 522"/>
                <a:gd name="T13" fmla="*/ 112 h 352"/>
                <a:gd name="T14" fmla="*/ 221 w 522"/>
                <a:gd name="T15" fmla="*/ 112 h 352"/>
                <a:gd name="T16" fmla="*/ 168 w 522"/>
                <a:gd name="T17" fmla="*/ 95 h 352"/>
                <a:gd name="T18" fmla="*/ 81 w 522"/>
                <a:gd name="T19" fmla="*/ 19 h 352"/>
                <a:gd name="T20" fmla="*/ 0 w 522"/>
                <a:gd name="T21" fmla="*/ 85 h 3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22" h="352">
                  <a:moveTo>
                    <a:pt x="0" y="85"/>
                  </a:moveTo>
                  <a:cubicBezTo>
                    <a:pt x="127" y="331"/>
                    <a:pt x="127" y="331"/>
                    <a:pt x="127" y="331"/>
                  </a:cubicBezTo>
                  <a:cubicBezTo>
                    <a:pt x="435" y="352"/>
                    <a:pt x="435" y="352"/>
                    <a:pt x="435" y="352"/>
                  </a:cubicBezTo>
                  <a:cubicBezTo>
                    <a:pt x="522" y="67"/>
                    <a:pt x="522" y="67"/>
                    <a:pt x="522" y="67"/>
                  </a:cubicBezTo>
                  <a:cubicBezTo>
                    <a:pt x="431" y="0"/>
                    <a:pt x="431" y="0"/>
                    <a:pt x="431" y="0"/>
                  </a:cubicBezTo>
                  <a:cubicBezTo>
                    <a:pt x="380" y="75"/>
                    <a:pt x="380" y="75"/>
                    <a:pt x="380" y="75"/>
                  </a:cubicBezTo>
                  <a:cubicBezTo>
                    <a:pt x="365" y="98"/>
                    <a:pt x="338" y="112"/>
                    <a:pt x="309" y="112"/>
                  </a:cubicBezTo>
                  <a:cubicBezTo>
                    <a:pt x="221" y="112"/>
                    <a:pt x="221" y="112"/>
                    <a:pt x="221" y="112"/>
                  </a:cubicBezTo>
                  <a:cubicBezTo>
                    <a:pt x="202" y="112"/>
                    <a:pt x="183" y="106"/>
                    <a:pt x="168" y="95"/>
                  </a:cubicBezTo>
                  <a:cubicBezTo>
                    <a:pt x="81" y="19"/>
                    <a:pt x="81" y="19"/>
                    <a:pt x="81" y="19"/>
                  </a:cubicBezTo>
                  <a:lnTo>
                    <a:pt x="0" y="85"/>
                  </a:lnTo>
                  <a:close/>
                </a:path>
              </a:pathLst>
            </a:custGeom>
            <a:solidFill>
              <a:schemeClr val="tx2"/>
            </a:solidFill>
            <a:ln>
              <a:noFill/>
            </a:ln>
          </p:spPr>
          <p:txBody>
            <a:bodyPr vert="horz" wrap="square" lIns="68580" tIns="34290" rIns="68580" bIns="34290" numCol="1" anchor="t" anchorCtr="0" compatLnSpc="1"/>
            <a:lstStyle/>
            <a:p>
              <a:endParaRPr lang="zh-CN" altLang="en-US" sz="1350"/>
            </a:p>
          </p:txBody>
        </p:sp>
        <p:sp>
          <p:nvSpPr>
            <p:cNvPr id="144" name="Freeform 125"/>
            <p:cNvSpPr/>
            <p:nvPr>
              <p:custDataLst>
                <p:tags r:id="rId115"/>
              </p:custDataLst>
            </p:nvPr>
          </p:nvSpPr>
          <p:spPr bwMode="auto">
            <a:xfrm>
              <a:off x="9894888" y="4681538"/>
              <a:ext cx="736600" cy="203200"/>
            </a:xfrm>
            <a:custGeom>
              <a:avLst/>
              <a:gdLst>
                <a:gd name="T0" fmla="*/ 0 w 387"/>
                <a:gd name="T1" fmla="*/ 62 h 107"/>
                <a:gd name="T2" fmla="*/ 200 w 387"/>
                <a:gd name="T3" fmla="*/ 27 h 107"/>
                <a:gd name="T4" fmla="*/ 382 w 387"/>
                <a:gd name="T5" fmla="*/ 85 h 107"/>
                <a:gd name="T6" fmla="*/ 303 w 387"/>
                <a:gd name="T7" fmla="*/ 107 h 107"/>
                <a:gd name="T8" fmla="*/ 307 w 387"/>
                <a:gd name="T9" fmla="*/ 61 h 107"/>
                <a:gd name="T10" fmla="*/ 27 w 387"/>
                <a:gd name="T11" fmla="*/ 47 h 107"/>
                <a:gd name="T12" fmla="*/ 18 w 387"/>
                <a:gd name="T13" fmla="*/ 51 h 107"/>
                <a:gd name="T14" fmla="*/ 14 w 387"/>
                <a:gd name="T15" fmla="*/ 78 h 107"/>
                <a:gd name="T16" fmla="*/ 0 w 387"/>
                <a:gd name="T17" fmla="*/ 62 h 1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87" h="107">
                  <a:moveTo>
                    <a:pt x="0" y="62"/>
                  </a:moveTo>
                  <a:cubicBezTo>
                    <a:pt x="0" y="62"/>
                    <a:pt x="38" y="0"/>
                    <a:pt x="200" y="27"/>
                  </a:cubicBezTo>
                  <a:cubicBezTo>
                    <a:pt x="363" y="55"/>
                    <a:pt x="387" y="67"/>
                    <a:pt x="382" y="85"/>
                  </a:cubicBezTo>
                  <a:cubicBezTo>
                    <a:pt x="378" y="103"/>
                    <a:pt x="303" y="107"/>
                    <a:pt x="303" y="107"/>
                  </a:cubicBezTo>
                  <a:cubicBezTo>
                    <a:pt x="307" y="61"/>
                    <a:pt x="307" y="61"/>
                    <a:pt x="307" y="61"/>
                  </a:cubicBezTo>
                  <a:cubicBezTo>
                    <a:pt x="221" y="14"/>
                    <a:pt x="117" y="9"/>
                    <a:pt x="27" y="47"/>
                  </a:cubicBezTo>
                  <a:cubicBezTo>
                    <a:pt x="18" y="51"/>
                    <a:pt x="18" y="51"/>
                    <a:pt x="18" y="51"/>
                  </a:cubicBezTo>
                  <a:cubicBezTo>
                    <a:pt x="14" y="78"/>
                    <a:pt x="14" y="78"/>
                    <a:pt x="14" y="78"/>
                  </a:cubicBezTo>
                  <a:cubicBezTo>
                    <a:pt x="14" y="78"/>
                    <a:pt x="2" y="74"/>
                    <a:pt x="0" y="62"/>
                  </a:cubicBezTo>
                  <a:close/>
                </a:path>
              </a:pathLst>
            </a:custGeom>
            <a:solidFill>
              <a:schemeClr val="tx2"/>
            </a:solidFill>
            <a:ln>
              <a:noFill/>
            </a:ln>
          </p:spPr>
          <p:txBody>
            <a:bodyPr vert="horz" wrap="square" lIns="68580" tIns="34290" rIns="68580" bIns="34290" numCol="1" anchor="t" anchorCtr="0" compatLnSpc="1"/>
            <a:lstStyle/>
            <a:p>
              <a:endParaRPr lang="zh-CN" altLang="en-US" sz="1350"/>
            </a:p>
          </p:txBody>
        </p:sp>
        <p:sp>
          <p:nvSpPr>
            <p:cNvPr id="145" name="Freeform 126"/>
            <p:cNvSpPr/>
            <p:nvPr>
              <p:custDataLst>
                <p:tags r:id="rId116"/>
              </p:custDataLst>
            </p:nvPr>
          </p:nvSpPr>
          <p:spPr bwMode="auto">
            <a:xfrm>
              <a:off x="9529763" y="2322513"/>
              <a:ext cx="1355725" cy="525463"/>
            </a:xfrm>
            <a:custGeom>
              <a:avLst/>
              <a:gdLst>
                <a:gd name="T0" fmla="*/ 698 w 711"/>
                <a:gd name="T1" fmla="*/ 236 h 276"/>
                <a:gd name="T2" fmla="*/ 29 w 711"/>
                <a:gd name="T3" fmla="*/ 276 h 276"/>
                <a:gd name="T4" fmla="*/ 15 w 711"/>
                <a:gd name="T5" fmla="*/ 264 h 276"/>
                <a:gd name="T6" fmla="*/ 0 w 711"/>
                <a:gd name="T7" fmla="*/ 54 h 276"/>
                <a:gd name="T8" fmla="*/ 13 w 711"/>
                <a:gd name="T9" fmla="*/ 41 h 276"/>
                <a:gd name="T10" fmla="*/ 681 w 711"/>
                <a:gd name="T11" fmla="*/ 1 h 276"/>
                <a:gd name="T12" fmla="*/ 696 w 711"/>
                <a:gd name="T13" fmla="*/ 12 h 276"/>
                <a:gd name="T14" fmla="*/ 711 w 711"/>
                <a:gd name="T15" fmla="*/ 222 h 276"/>
                <a:gd name="T16" fmla="*/ 698 w 711"/>
                <a:gd name="T17" fmla="*/ 236 h 2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11" h="276">
                  <a:moveTo>
                    <a:pt x="698" y="236"/>
                  </a:moveTo>
                  <a:cubicBezTo>
                    <a:pt x="29" y="276"/>
                    <a:pt x="29" y="276"/>
                    <a:pt x="29" y="276"/>
                  </a:cubicBezTo>
                  <a:cubicBezTo>
                    <a:pt x="22" y="276"/>
                    <a:pt x="16" y="271"/>
                    <a:pt x="15" y="264"/>
                  </a:cubicBezTo>
                  <a:cubicBezTo>
                    <a:pt x="0" y="54"/>
                    <a:pt x="0" y="54"/>
                    <a:pt x="0" y="54"/>
                  </a:cubicBezTo>
                  <a:cubicBezTo>
                    <a:pt x="0" y="48"/>
                    <a:pt x="5" y="42"/>
                    <a:pt x="13" y="41"/>
                  </a:cubicBezTo>
                  <a:cubicBezTo>
                    <a:pt x="681" y="1"/>
                    <a:pt x="681" y="1"/>
                    <a:pt x="681" y="1"/>
                  </a:cubicBezTo>
                  <a:cubicBezTo>
                    <a:pt x="689" y="0"/>
                    <a:pt x="695" y="6"/>
                    <a:pt x="696" y="12"/>
                  </a:cubicBezTo>
                  <a:cubicBezTo>
                    <a:pt x="711" y="222"/>
                    <a:pt x="711" y="222"/>
                    <a:pt x="711" y="222"/>
                  </a:cubicBezTo>
                  <a:cubicBezTo>
                    <a:pt x="711" y="229"/>
                    <a:pt x="706" y="235"/>
                    <a:pt x="698" y="236"/>
                  </a:cubicBezTo>
                  <a:close/>
                </a:path>
              </a:pathLst>
            </a:custGeom>
            <a:solidFill>
              <a:srgbClr val="00DDFE"/>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146" name="Freeform 127"/>
            <p:cNvSpPr/>
            <p:nvPr>
              <p:custDataLst>
                <p:tags r:id="rId117"/>
              </p:custDataLst>
            </p:nvPr>
          </p:nvSpPr>
          <p:spPr bwMode="auto">
            <a:xfrm>
              <a:off x="9671050" y="2422525"/>
              <a:ext cx="1060450" cy="146050"/>
            </a:xfrm>
            <a:custGeom>
              <a:avLst/>
              <a:gdLst>
                <a:gd name="T0" fmla="*/ 668 w 668"/>
                <a:gd name="T1" fmla="*/ 52 h 92"/>
                <a:gd name="T2" fmla="*/ 4 w 668"/>
                <a:gd name="T3" fmla="*/ 92 h 92"/>
                <a:gd name="T4" fmla="*/ 0 w 668"/>
                <a:gd name="T5" fmla="*/ 39 h 92"/>
                <a:gd name="T6" fmla="*/ 664 w 668"/>
                <a:gd name="T7" fmla="*/ 0 h 92"/>
                <a:gd name="T8" fmla="*/ 668 w 668"/>
                <a:gd name="T9" fmla="*/ 52 h 92"/>
              </a:gdLst>
              <a:ahLst/>
              <a:cxnLst>
                <a:cxn ang="0">
                  <a:pos x="T0" y="T1"/>
                </a:cxn>
                <a:cxn ang="0">
                  <a:pos x="T2" y="T3"/>
                </a:cxn>
                <a:cxn ang="0">
                  <a:pos x="T4" y="T5"/>
                </a:cxn>
                <a:cxn ang="0">
                  <a:pos x="T6" y="T7"/>
                </a:cxn>
                <a:cxn ang="0">
                  <a:pos x="T8" y="T9"/>
                </a:cxn>
              </a:cxnLst>
              <a:rect l="0" t="0" r="r" b="b"/>
              <a:pathLst>
                <a:path w="668" h="92">
                  <a:moveTo>
                    <a:pt x="668" y="52"/>
                  </a:moveTo>
                  <a:lnTo>
                    <a:pt x="4" y="92"/>
                  </a:lnTo>
                  <a:lnTo>
                    <a:pt x="0" y="39"/>
                  </a:lnTo>
                  <a:lnTo>
                    <a:pt x="664" y="0"/>
                  </a:lnTo>
                  <a:lnTo>
                    <a:pt x="668" y="52"/>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147" name="Freeform 128"/>
            <p:cNvSpPr/>
            <p:nvPr>
              <p:custDataLst>
                <p:tags r:id="rId118"/>
              </p:custDataLst>
            </p:nvPr>
          </p:nvSpPr>
          <p:spPr bwMode="auto">
            <a:xfrm>
              <a:off x="9682163" y="2598738"/>
              <a:ext cx="671513" cy="123825"/>
            </a:xfrm>
            <a:custGeom>
              <a:avLst/>
              <a:gdLst>
                <a:gd name="T0" fmla="*/ 423 w 423"/>
                <a:gd name="T1" fmla="*/ 53 h 78"/>
                <a:gd name="T2" fmla="*/ 4 w 423"/>
                <a:gd name="T3" fmla="*/ 78 h 78"/>
                <a:gd name="T4" fmla="*/ 0 w 423"/>
                <a:gd name="T5" fmla="*/ 25 h 78"/>
                <a:gd name="T6" fmla="*/ 419 w 423"/>
                <a:gd name="T7" fmla="*/ 0 h 78"/>
                <a:gd name="T8" fmla="*/ 423 w 423"/>
                <a:gd name="T9" fmla="*/ 53 h 78"/>
              </a:gdLst>
              <a:ahLst/>
              <a:cxnLst>
                <a:cxn ang="0">
                  <a:pos x="T0" y="T1"/>
                </a:cxn>
                <a:cxn ang="0">
                  <a:pos x="T2" y="T3"/>
                </a:cxn>
                <a:cxn ang="0">
                  <a:pos x="T4" y="T5"/>
                </a:cxn>
                <a:cxn ang="0">
                  <a:pos x="T6" y="T7"/>
                </a:cxn>
                <a:cxn ang="0">
                  <a:pos x="T8" y="T9"/>
                </a:cxn>
              </a:cxnLst>
              <a:rect l="0" t="0" r="r" b="b"/>
              <a:pathLst>
                <a:path w="423" h="78">
                  <a:moveTo>
                    <a:pt x="423" y="53"/>
                  </a:moveTo>
                  <a:lnTo>
                    <a:pt x="4" y="78"/>
                  </a:lnTo>
                  <a:lnTo>
                    <a:pt x="0" y="25"/>
                  </a:lnTo>
                  <a:lnTo>
                    <a:pt x="419" y="0"/>
                  </a:lnTo>
                  <a:lnTo>
                    <a:pt x="423" y="53"/>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148" name="Freeform 129"/>
            <p:cNvSpPr/>
            <p:nvPr>
              <p:custDataLst>
                <p:tags r:id="rId119"/>
              </p:custDataLst>
            </p:nvPr>
          </p:nvSpPr>
          <p:spPr bwMode="auto">
            <a:xfrm>
              <a:off x="10574338" y="2608263"/>
              <a:ext cx="195263" cy="338138"/>
            </a:xfrm>
            <a:custGeom>
              <a:avLst/>
              <a:gdLst>
                <a:gd name="T0" fmla="*/ 33 w 102"/>
                <a:gd name="T1" fmla="*/ 101 h 178"/>
                <a:gd name="T2" fmla="*/ 12 w 102"/>
                <a:gd name="T3" fmla="*/ 16 h 178"/>
                <a:gd name="T4" fmla="*/ 29 w 102"/>
                <a:gd name="T5" fmla="*/ 25 h 178"/>
                <a:gd name="T6" fmla="*/ 50 w 102"/>
                <a:gd name="T7" fmla="*/ 90 h 178"/>
                <a:gd name="T8" fmla="*/ 37 w 102"/>
                <a:gd name="T9" fmla="*/ 4 h 178"/>
                <a:gd name="T10" fmla="*/ 51 w 102"/>
                <a:gd name="T11" fmla="*/ 12 h 178"/>
                <a:gd name="T12" fmla="*/ 67 w 102"/>
                <a:gd name="T13" fmla="*/ 77 h 178"/>
                <a:gd name="T14" fmla="*/ 65 w 102"/>
                <a:gd name="T15" fmla="*/ 19 h 178"/>
                <a:gd name="T16" fmla="*/ 77 w 102"/>
                <a:gd name="T17" fmla="*/ 31 h 178"/>
                <a:gd name="T18" fmla="*/ 81 w 102"/>
                <a:gd name="T19" fmla="*/ 82 h 178"/>
                <a:gd name="T20" fmla="*/ 94 w 102"/>
                <a:gd name="T21" fmla="*/ 42 h 178"/>
                <a:gd name="T22" fmla="*/ 102 w 102"/>
                <a:gd name="T23" fmla="*/ 47 h 178"/>
                <a:gd name="T24" fmla="*/ 91 w 102"/>
                <a:gd name="T25" fmla="*/ 93 h 178"/>
                <a:gd name="T26" fmla="*/ 89 w 102"/>
                <a:gd name="T27" fmla="*/ 152 h 178"/>
                <a:gd name="T28" fmla="*/ 54 w 102"/>
                <a:gd name="T29" fmla="*/ 165 h 178"/>
                <a:gd name="T30" fmla="*/ 0 w 102"/>
                <a:gd name="T31" fmla="*/ 95 h 178"/>
                <a:gd name="T32" fmla="*/ 23 w 102"/>
                <a:gd name="T33" fmla="*/ 93 h 178"/>
                <a:gd name="T34" fmla="*/ 33 w 102"/>
                <a:gd name="T35" fmla="*/ 101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02" h="178">
                  <a:moveTo>
                    <a:pt x="33" y="101"/>
                  </a:moveTo>
                  <a:cubicBezTo>
                    <a:pt x="33" y="101"/>
                    <a:pt x="10" y="25"/>
                    <a:pt x="12" y="16"/>
                  </a:cubicBezTo>
                  <a:cubicBezTo>
                    <a:pt x="13" y="7"/>
                    <a:pt x="24" y="9"/>
                    <a:pt x="29" y="25"/>
                  </a:cubicBezTo>
                  <a:cubicBezTo>
                    <a:pt x="33" y="41"/>
                    <a:pt x="50" y="90"/>
                    <a:pt x="50" y="90"/>
                  </a:cubicBezTo>
                  <a:cubicBezTo>
                    <a:pt x="50" y="90"/>
                    <a:pt x="33" y="9"/>
                    <a:pt x="37" y="4"/>
                  </a:cubicBezTo>
                  <a:cubicBezTo>
                    <a:pt x="41" y="0"/>
                    <a:pt x="50" y="1"/>
                    <a:pt x="51" y="12"/>
                  </a:cubicBezTo>
                  <a:cubicBezTo>
                    <a:pt x="52" y="24"/>
                    <a:pt x="67" y="77"/>
                    <a:pt x="67" y="77"/>
                  </a:cubicBezTo>
                  <a:cubicBezTo>
                    <a:pt x="67" y="77"/>
                    <a:pt x="63" y="29"/>
                    <a:pt x="65" y="19"/>
                  </a:cubicBezTo>
                  <a:cubicBezTo>
                    <a:pt x="67" y="8"/>
                    <a:pt x="77" y="21"/>
                    <a:pt x="77" y="31"/>
                  </a:cubicBezTo>
                  <a:cubicBezTo>
                    <a:pt x="77" y="42"/>
                    <a:pt x="81" y="82"/>
                    <a:pt x="81" y="82"/>
                  </a:cubicBezTo>
                  <a:cubicBezTo>
                    <a:pt x="81" y="82"/>
                    <a:pt x="90" y="46"/>
                    <a:pt x="94" y="42"/>
                  </a:cubicBezTo>
                  <a:cubicBezTo>
                    <a:pt x="99" y="38"/>
                    <a:pt x="102" y="42"/>
                    <a:pt x="102" y="47"/>
                  </a:cubicBezTo>
                  <a:cubicBezTo>
                    <a:pt x="102" y="51"/>
                    <a:pt x="91" y="93"/>
                    <a:pt x="91" y="93"/>
                  </a:cubicBezTo>
                  <a:cubicBezTo>
                    <a:pt x="91" y="93"/>
                    <a:pt x="90" y="105"/>
                    <a:pt x="89" y="152"/>
                  </a:cubicBezTo>
                  <a:cubicBezTo>
                    <a:pt x="89" y="178"/>
                    <a:pt x="57" y="168"/>
                    <a:pt x="54" y="165"/>
                  </a:cubicBezTo>
                  <a:cubicBezTo>
                    <a:pt x="51" y="161"/>
                    <a:pt x="4" y="105"/>
                    <a:pt x="0" y="95"/>
                  </a:cubicBezTo>
                  <a:cubicBezTo>
                    <a:pt x="23" y="93"/>
                    <a:pt x="23" y="93"/>
                    <a:pt x="23" y="93"/>
                  </a:cubicBezTo>
                  <a:cubicBezTo>
                    <a:pt x="33" y="109"/>
                    <a:pt x="34" y="105"/>
                    <a:pt x="33" y="101"/>
                  </a:cubicBezTo>
                  <a:close/>
                </a:path>
              </a:pathLst>
            </a:custGeom>
            <a:solidFill>
              <a:srgbClr val="FFE7C5"/>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149" name="Freeform 130"/>
            <p:cNvSpPr/>
            <p:nvPr>
              <p:custDataLst>
                <p:tags r:id="rId120"/>
              </p:custDataLst>
            </p:nvPr>
          </p:nvSpPr>
          <p:spPr bwMode="auto">
            <a:xfrm>
              <a:off x="9688513" y="2636838"/>
              <a:ext cx="187325" cy="341313"/>
            </a:xfrm>
            <a:custGeom>
              <a:avLst/>
              <a:gdLst>
                <a:gd name="T0" fmla="*/ 69 w 98"/>
                <a:gd name="T1" fmla="*/ 101 h 179"/>
                <a:gd name="T2" fmla="*/ 91 w 98"/>
                <a:gd name="T3" fmla="*/ 17 h 179"/>
                <a:gd name="T4" fmla="*/ 74 w 98"/>
                <a:gd name="T5" fmla="*/ 26 h 179"/>
                <a:gd name="T6" fmla="*/ 52 w 98"/>
                <a:gd name="T7" fmla="*/ 90 h 179"/>
                <a:gd name="T8" fmla="*/ 66 w 98"/>
                <a:gd name="T9" fmla="*/ 5 h 179"/>
                <a:gd name="T10" fmla="*/ 52 w 98"/>
                <a:gd name="T11" fmla="*/ 13 h 179"/>
                <a:gd name="T12" fmla="*/ 35 w 98"/>
                <a:gd name="T13" fmla="*/ 77 h 179"/>
                <a:gd name="T14" fmla="*/ 37 w 98"/>
                <a:gd name="T15" fmla="*/ 19 h 179"/>
                <a:gd name="T16" fmla="*/ 26 w 98"/>
                <a:gd name="T17" fmla="*/ 32 h 179"/>
                <a:gd name="T18" fmla="*/ 21 w 98"/>
                <a:gd name="T19" fmla="*/ 83 h 179"/>
                <a:gd name="T20" fmla="*/ 8 w 98"/>
                <a:gd name="T21" fmla="*/ 43 h 179"/>
                <a:gd name="T22" fmla="*/ 0 w 98"/>
                <a:gd name="T23" fmla="*/ 47 h 179"/>
                <a:gd name="T24" fmla="*/ 11 w 98"/>
                <a:gd name="T25" fmla="*/ 93 h 179"/>
                <a:gd name="T26" fmla="*/ 13 w 98"/>
                <a:gd name="T27" fmla="*/ 152 h 179"/>
                <a:gd name="T28" fmla="*/ 48 w 98"/>
                <a:gd name="T29" fmla="*/ 165 h 179"/>
                <a:gd name="T30" fmla="*/ 98 w 98"/>
                <a:gd name="T31" fmla="*/ 102 h 179"/>
                <a:gd name="T32" fmla="*/ 72 w 98"/>
                <a:gd name="T33" fmla="*/ 103 h 179"/>
                <a:gd name="T34" fmla="*/ 69 w 98"/>
                <a:gd name="T35" fmla="*/ 101 h 1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98" h="179">
                  <a:moveTo>
                    <a:pt x="69" y="101"/>
                  </a:moveTo>
                  <a:cubicBezTo>
                    <a:pt x="69" y="101"/>
                    <a:pt x="92" y="26"/>
                    <a:pt x="91" y="17"/>
                  </a:cubicBezTo>
                  <a:cubicBezTo>
                    <a:pt x="90" y="8"/>
                    <a:pt x="78" y="9"/>
                    <a:pt x="74" y="26"/>
                  </a:cubicBezTo>
                  <a:cubicBezTo>
                    <a:pt x="69" y="42"/>
                    <a:pt x="52" y="90"/>
                    <a:pt x="52" y="90"/>
                  </a:cubicBezTo>
                  <a:cubicBezTo>
                    <a:pt x="52" y="90"/>
                    <a:pt x="70" y="10"/>
                    <a:pt x="66" y="5"/>
                  </a:cubicBezTo>
                  <a:cubicBezTo>
                    <a:pt x="62" y="0"/>
                    <a:pt x="53" y="2"/>
                    <a:pt x="52" y="13"/>
                  </a:cubicBezTo>
                  <a:cubicBezTo>
                    <a:pt x="50" y="24"/>
                    <a:pt x="35" y="77"/>
                    <a:pt x="35" y="77"/>
                  </a:cubicBezTo>
                  <a:cubicBezTo>
                    <a:pt x="35" y="77"/>
                    <a:pt x="39" y="30"/>
                    <a:pt x="37" y="19"/>
                  </a:cubicBezTo>
                  <a:cubicBezTo>
                    <a:pt x="35" y="9"/>
                    <a:pt x="26" y="22"/>
                    <a:pt x="26" y="32"/>
                  </a:cubicBezTo>
                  <a:cubicBezTo>
                    <a:pt x="25" y="43"/>
                    <a:pt x="21" y="83"/>
                    <a:pt x="21" y="83"/>
                  </a:cubicBezTo>
                  <a:cubicBezTo>
                    <a:pt x="21" y="83"/>
                    <a:pt x="13" y="47"/>
                    <a:pt x="8" y="43"/>
                  </a:cubicBezTo>
                  <a:cubicBezTo>
                    <a:pt x="3" y="39"/>
                    <a:pt x="0" y="43"/>
                    <a:pt x="0" y="47"/>
                  </a:cubicBezTo>
                  <a:cubicBezTo>
                    <a:pt x="1" y="52"/>
                    <a:pt x="11" y="93"/>
                    <a:pt x="11" y="93"/>
                  </a:cubicBezTo>
                  <a:cubicBezTo>
                    <a:pt x="11" y="93"/>
                    <a:pt x="12" y="106"/>
                    <a:pt x="13" y="152"/>
                  </a:cubicBezTo>
                  <a:cubicBezTo>
                    <a:pt x="14" y="179"/>
                    <a:pt x="46" y="169"/>
                    <a:pt x="48" y="165"/>
                  </a:cubicBezTo>
                  <a:cubicBezTo>
                    <a:pt x="51" y="162"/>
                    <a:pt x="94" y="113"/>
                    <a:pt x="98" y="102"/>
                  </a:cubicBezTo>
                  <a:cubicBezTo>
                    <a:pt x="72" y="103"/>
                    <a:pt x="72" y="103"/>
                    <a:pt x="72" y="103"/>
                  </a:cubicBezTo>
                  <a:cubicBezTo>
                    <a:pt x="71" y="106"/>
                    <a:pt x="69" y="105"/>
                    <a:pt x="69" y="101"/>
                  </a:cubicBezTo>
                  <a:close/>
                </a:path>
              </a:pathLst>
            </a:custGeom>
            <a:solidFill>
              <a:srgbClr val="FFE7C5"/>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150" name="Freeform 131"/>
            <p:cNvSpPr/>
            <p:nvPr>
              <p:custDataLst>
                <p:tags r:id="rId121"/>
              </p:custDataLst>
            </p:nvPr>
          </p:nvSpPr>
          <p:spPr bwMode="auto">
            <a:xfrm>
              <a:off x="6178550" y="1490663"/>
              <a:ext cx="1473200" cy="1192213"/>
            </a:xfrm>
            <a:custGeom>
              <a:avLst/>
              <a:gdLst>
                <a:gd name="T0" fmla="*/ 646 w 773"/>
                <a:gd name="T1" fmla="*/ 624 h 626"/>
                <a:gd name="T2" fmla="*/ 12 w 773"/>
                <a:gd name="T3" fmla="*/ 502 h 626"/>
                <a:gd name="T4" fmla="*/ 2 w 773"/>
                <a:gd name="T5" fmla="*/ 487 h 626"/>
                <a:gd name="T6" fmla="*/ 112 w 773"/>
                <a:gd name="T7" fmla="*/ 11 h 626"/>
                <a:gd name="T8" fmla="*/ 128 w 773"/>
                <a:gd name="T9" fmla="*/ 1 h 626"/>
                <a:gd name="T10" fmla="*/ 761 w 773"/>
                <a:gd name="T11" fmla="*/ 124 h 626"/>
                <a:gd name="T12" fmla="*/ 772 w 773"/>
                <a:gd name="T13" fmla="*/ 138 h 626"/>
                <a:gd name="T14" fmla="*/ 662 w 773"/>
                <a:gd name="T15" fmla="*/ 615 h 626"/>
                <a:gd name="T16" fmla="*/ 646 w 773"/>
                <a:gd name="T17" fmla="*/ 624 h 6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73" h="626">
                  <a:moveTo>
                    <a:pt x="646" y="624"/>
                  </a:moveTo>
                  <a:cubicBezTo>
                    <a:pt x="12" y="502"/>
                    <a:pt x="12" y="502"/>
                    <a:pt x="12" y="502"/>
                  </a:cubicBezTo>
                  <a:cubicBezTo>
                    <a:pt x="5" y="500"/>
                    <a:pt x="0" y="494"/>
                    <a:pt x="2" y="487"/>
                  </a:cubicBezTo>
                  <a:cubicBezTo>
                    <a:pt x="112" y="11"/>
                    <a:pt x="112" y="11"/>
                    <a:pt x="112" y="11"/>
                  </a:cubicBezTo>
                  <a:cubicBezTo>
                    <a:pt x="113" y="4"/>
                    <a:pt x="120" y="0"/>
                    <a:pt x="128" y="1"/>
                  </a:cubicBezTo>
                  <a:cubicBezTo>
                    <a:pt x="761" y="124"/>
                    <a:pt x="761" y="124"/>
                    <a:pt x="761" y="124"/>
                  </a:cubicBezTo>
                  <a:cubicBezTo>
                    <a:pt x="768" y="125"/>
                    <a:pt x="773" y="132"/>
                    <a:pt x="772" y="138"/>
                  </a:cubicBezTo>
                  <a:cubicBezTo>
                    <a:pt x="662" y="615"/>
                    <a:pt x="662" y="615"/>
                    <a:pt x="662" y="615"/>
                  </a:cubicBezTo>
                  <a:cubicBezTo>
                    <a:pt x="660" y="622"/>
                    <a:pt x="653" y="626"/>
                    <a:pt x="646" y="624"/>
                  </a:cubicBezTo>
                  <a:close/>
                </a:path>
              </a:pathLst>
            </a:custGeom>
            <a:solidFill>
              <a:srgbClr val="FADD74"/>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151" name="Freeform 132"/>
            <p:cNvSpPr/>
            <p:nvPr>
              <p:custDataLst>
                <p:tags r:id="rId122"/>
              </p:custDataLst>
            </p:nvPr>
          </p:nvSpPr>
          <p:spPr bwMode="auto">
            <a:xfrm>
              <a:off x="6442075" y="1639888"/>
              <a:ext cx="1050925" cy="280988"/>
            </a:xfrm>
            <a:custGeom>
              <a:avLst/>
              <a:gdLst>
                <a:gd name="T0" fmla="*/ 650 w 662"/>
                <a:gd name="T1" fmla="*/ 177 h 177"/>
                <a:gd name="T2" fmla="*/ 0 w 662"/>
                <a:gd name="T3" fmla="*/ 51 h 177"/>
                <a:gd name="T4" fmla="*/ 12 w 662"/>
                <a:gd name="T5" fmla="*/ 0 h 177"/>
                <a:gd name="T6" fmla="*/ 662 w 662"/>
                <a:gd name="T7" fmla="*/ 126 h 177"/>
                <a:gd name="T8" fmla="*/ 650 w 662"/>
                <a:gd name="T9" fmla="*/ 177 h 177"/>
              </a:gdLst>
              <a:ahLst/>
              <a:cxnLst>
                <a:cxn ang="0">
                  <a:pos x="T0" y="T1"/>
                </a:cxn>
                <a:cxn ang="0">
                  <a:pos x="T2" y="T3"/>
                </a:cxn>
                <a:cxn ang="0">
                  <a:pos x="T4" y="T5"/>
                </a:cxn>
                <a:cxn ang="0">
                  <a:pos x="T6" y="T7"/>
                </a:cxn>
                <a:cxn ang="0">
                  <a:pos x="T8" y="T9"/>
                </a:cxn>
              </a:cxnLst>
              <a:rect l="0" t="0" r="r" b="b"/>
              <a:pathLst>
                <a:path w="662" h="177">
                  <a:moveTo>
                    <a:pt x="650" y="177"/>
                  </a:moveTo>
                  <a:lnTo>
                    <a:pt x="0" y="51"/>
                  </a:lnTo>
                  <a:lnTo>
                    <a:pt x="12" y="0"/>
                  </a:lnTo>
                  <a:lnTo>
                    <a:pt x="662" y="126"/>
                  </a:lnTo>
                  <a:lnTo>
                    <a:pt x="650" y="177"/>
                  </a:lnTo>
                  <a:close/>
                </a:path>
              </a:pathLst>
            </a:custGeom>
            <a:solidFill>
              <a:srgbClr val="F9B233"/>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152" name="Freeform 133"/>
            <p:cNvSpPr/>
            <p:nvPr>
              <p:custDataLst>
                <p:tags r:id="rId123"/>
              </p:custDataLst>
            </p:nvPr>
          </p:nvSpPr>
          <p:spPr bwMode="auto">
            <a:xfrm>
              <a:off x="6407150" y="1792288"/>
              <a:ext cx="1050925" cy="280988"/>
            </a:xfrm>
            <a:custGeom>
              <a:avLst/>
              <a:gdLst>
                <a:gd name="T0" fmla="*/ 650 w 662"/>
                <a:gd name="T1" fmla="*/ 177 h 177"/>
                <a:gd name="T2" fmla="*/ 0 w 662"/>
                <a:gd name="T3" fmla="*/ 51 h 177"/>
                <a:gd name="T4" fmla="*/ 12 w 662"/>
                <a:gd name="T5" fmla="*/ 0 h 177"/>
                <a:gd name="T6" fmla="*/ 662 w 662"/>
                <a:gd name="T7" fmla="*/ 126 h 177"/>
                <a:gd name="T8" fmla="*/ 650 w 662"/>
                <a:gd name="T9" fmla="*/ 177 h 177"/>
              </a:gdLst>
              <a:ahLst/>
              <a:cxnLst>
                <a:cxn ang="0">
                  <a:pos x="T0" y="T1"/>
                </a:cxn>
                <a:cxn ang="0">
                  <a:pos x="T2" y="T3"/>
                </a:cxn>
                <a:cxn ang="0">
                  <a:pos x="T4" y="T5"/>
                </a:cxn>
                <a:cxn ang="0">
                  <a:pos x="T6" y="T7"/>
                </a:cxn>
                <a:cxn ang="0">
                  <a:pos x="T8" y="T9"/>
                </a:cxn>
              </a:cxnLst>
              <a:rect l="0" t="0" r="r" b="b"/>
              <a:pathLst>
                <a:path w="662" h="177">
                  <a:moveTo>
                    <a:pt x="650" y="177"/>
                  </a:moveTo>
                  <a:lnTo>
                    <a:pt x="0" y="51"/>
                  </a:lnTo>
                  <a:lnTo>
                    <a:pt x="12" y="0"/>
                  </a:lnTo>
                  <a:lnTo>
                    <a:pt x="662" y="126"/>
                  </a:lnTo>
                  <a:lnTo>
                    <a:pt x="650" y="177"/>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153" name="Freeform 134"/>
            <p:cNvSpPr/>
            <p:nvPr>
              <p:custDataLst>
                <p:tags r:id="rId124"/>
              </p:custDataLst>
            </p:nvPr>
          </p:nvSpPr>
          <p:spPr bwMode="auto">
            <a:xfrm>
              <a:off x="6372225" y="1941513"/>
              <a:ext cx="457200" cy="168275"/>
            </a:xfrm>
            <a:custGeom>
              <a:avLst/>
              <a:gdLst>
                <a:gd name="T0" fmla="*/ 276 w 288"/>
                <a:gd name="T1" fmla="*/ 106 h 106"/>
                <a:gd name="T2" fmla="*/ 0 w 288"/>
                <a:gd name="T3" fmla="*/ 52 h 106"/>
                <a:gd name="T4" fmla="*/ 12 w 288"/>
                <a:gd name="T5" fmla="*/ 0 h 106"/>
                <a:gd name="T6" fmla="*/ 288 w 288"/>
                <a:gd name="T7" fmla="*/ 54 h 106"/>
                <a:gd name="T8" fmla="*/ 276 w 288"/>
                <a:gd name="T9" fmla="*/ 106 h 106"/>
              </a:gdLst>
              <a:ahLst/>
              <a:cxnLst>
                <a:cxn ang="0">
                  <a:pos x="T0" y="T1"/>
                </a:cxn>
                <a:cxn ang="0">
                  <a:pos x="T2" y="T3"/>
                </a:cxn>
                <a:cxn ang="0">
                  <a:pos x="T4" y="T5"/>
                </a:cxn>
                <a:cxn ang="0">
                  <a:pos x="T6" y="T7"/>
                </a:cxn>
                <a:cxn ang="0">
                  <a:pos x="T8" y="T9"/>
                </a:cxn>
              </a:cxnLst>
              <a:rect l="0" t="0" r="r" b="b"/>
              <a:pathLst>
                <a:path w="288" h="106">
                  <a:moveTo>
                    <a:pt x="276" y="106"/>
                  </a:moveTo>
                  <a:lnTo>
                    <a:pt x="0" y="52"/>
                  </a:lnTo>
                  <a:lnTo>
                    <a:pt x="12" y="0"/>
                  </a:lnTo>
                  <a:lnTo>
                    <a:pt x="288" y="54"/>
                  </a:lnTo>
                  <a:lnTo>
                    <a:pt x="276" y="106"/>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154" name="Freeform 135"/>
            <p:cNvSpPr/>
            <p:nvPr>
              <p:custDataLst>
                <p:tags r:id="rId125"/>
              </p:custDataLst>
            </p:nvPr>
          </p:nvSpPr>
          <p:spPr bwMode="auto">
            <a:xfrm>
              <a:off x="6337300" y="2093913"/>
              <a:ext cx="1050925" cy="282575"/>
            </a:xfrm>
            <a:custGeom>
              <a:avLst/>
              <a:gdLst>
                <a:gd name="T0" fmla="*/ 650 w 662"/>
                <a:gd name="T1" fmla="*/ 178 h 178"/>
                <a:gd name="T2" fmla="*/ 0 w 662"/>
                <a:gd name="T3" fmla="*/ 52 h 178"/>
                <a:gd name="T4" fmla="*/ 12 w 662"/>
                <a:gd name="T5" fmla="*/ 0 h 178"/>
                <a:gd name="T6" fmla="*/ 662 w 662"/>
                <a:gd name="T7" fmla="*/ 126 h 178"/>
                <a:gd name="T8" fmla="*/ 650 w 662"/>
                <a:gd name="T9" fmla="*/ 178 h 178"/>
              </a:gdLst>
              <a:ahLst/>
              <a:cxnLst>
                <a:cxn ang="0">
                  <a:pos x="T0" y="T1"/>
                </a:cxn>
                <a:cxn ang="0">
                  <a:pos x="T2" y="T3"/>
                </a:cxn>
                <a:cxn ang="0">
                  <a:pos x="T4" y="T5"/>
                </a:cxn>
                <a:cxn ang="0">
                  <a:pos x="T6" y="T7"/>
                </a:cxn>
                <a:cxn ang="0">
                  <a:pos x="T8" y="T9"/>
                </a:cxn>
              </a:cxnLst>
              <a:rect l="0" t="0" r="r" b="b"/>
              <a:pathLst>
                <a:path w="662" h="178">
                  <a:moveTo>
                    <a:pt x="650" y="178"/>
                  </a:moveTo>
                  <a:lnTo>
                    <a:pt x="0" y="52"/>
                  </a:lnTo>
                  <a:lnTo>
                    <a:pt x="12" y="0"/>
                  </a:lnTo>
                  <a:lnTo>
                    <a:pt x="662" y="126"/>
                  </a:lnTo>
                  <a:lnTo>
                    <a:pt x="650" y="178"/>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155" name="Freeform 136"/>
            <p:cNvSpPr/>
            <p:nvPr>
              <p:custDataLst>
                <p:tags r:id="rId126"/>
              </p:custDataLst>
            </p:nvPr>
          </p:nvSpPr>
          <p:spPr bwMode="auto">
            <a:xfrm>
              <a:off x="6302375" y="2246313"/>
              <a:ext cx="1050925" cy="279400"/>
            </a:xfrm>
            <a:custGeom>
              <a:avLst/>
              <a:gdLst>
                <a:gd name="T0" fmla="*/ 650 w 662"/>
                <a:gd name="T1" fmla="*/ 176 h 176"/>
                <a:gd name="T2" fmla="*/ 0 w 662"/>
                <a:gd name="T3" fmla="*/ 51 h 176"/>
                <a:gd name="T4" fmla="*/ 12 w 662"/>
                <a:gd name="T5" fmla="*/ 0 h 176"/>
                <a:gd name="T6" fmla="*/ 662 w 662"/>
                <a:gd name="T7" fmla="*/ 126 h 176"/>
                <a:gd name="T8" fmla="*/ 650 w 662"/>
                <a:gd name="T9" fmla="*/ 176 h 176"/>
              </a:gdLst>
              <a:ahLst/>
              <a:cxnLst>
                <a:cxn ang="0">
                  <a:pos x="T0" y="T1"/>
                </a:cxn>
                <a:cxn ang="0">
                  <a:pos x="T2" y="T3"/>
                </a:cxn>
                <a:cxn ang="0">
                  <a:pos x="T4" y="T5"/>
                </a:cxn>
                <a:cxn ang="0">
                  <a:pos x="T6" y="T7"/>
                </a:cxn>
                <a:cxn ang="0">
                  <a:pos x="T8" y="T9"/>
                </a:cxn>
              </a:cxnLst>
              <a:rect l="0" t="0" r="r" b="b"/>
              <a:pathLst>
                <a:path w="662" h="176">
                  <a:moveTo>
                    <a:pt x="650" y="176"/>
                  </a:moveTo>
                  <a:lnTo>
                    <a:pt x="0" y="51"/>
                  </a:lnTo>
                  <a:lnTo>
                    <a:pt x="12" y="0"/>
                  </a:lnTo>
                  <a:lnTo>
                    <a:pt x="662" y="126"/>
                  </a:lnTo>
                  <a:lnTo>
                    <a:pt x="650" y="176"/>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grpSp>
      <p:sp>
        <p:nvSpPr>
          <p:cNvPr id="157" name="Freeform 137"/>
          <p:cNvSpPr/>
          <p:nvPr>
            <p:custDataLst>
              <p:tags r:id="rId127"/>
            </p:custDataLst>
          </p:nvPr>
        </p:nvSpPr>
        <p:spPr bwMode="auto">
          <a:xfrm>
            <a:off x="620594" y="4301729"/>
            <a:ext cx="101204" cy="108347"/>
          </a:xfrm>
          <a:custGeom>
            <a:avLst/>
            <a:gdLst>
              <a:gd name="T0" fmla="*/ 84 w 85"/>
              <a:gd name="T1" fmla="*/ 90 h 91"/>
              <a:gd name="T2" fmla="*/ 0 w 85"/>
              <a:gd name="T3" fmla="*/ 91 h 91"/>
              <a:gd name="T4" fmla="*/ 1 w 85"/>
              <a:gd name="T5" fmla="*/ 1 h 91"/>
              <a:gd name="T6" fmla="*/ 85 w 85"/>
              <a:gd name="T7" fmla="*/ 0 h 91"/>
              <a:gd name="T8" fmla="*/ 84 w 85"/>
              <a:gd name="T9" fmla="*/ 90 h 91"/>
            </a:gdLst>
            <a:ahLst/>
            <a:cxnLst>
              <a:cxn ang="0">
                <a:pos x="T0" y="T1"/>
              </a:cxn>
              <a:cxn ang="0">
                <a:pos x="T2" y="T3"/>
              </a:cxn>
              <a:cxn ang="0">
                <a:pos x="T4" y="T5"/>
              </a:cxn>
              <a:cxn ang="0">
                <a:pos x="T6" y="T7"/>
              </a:cxn>
              <a:cxn ang="0">
                <a:pos x="T8" y="T9"/>
              </a:cxn>
            </a:cxnLst>
            <a:rect l="0" t="0" r="r" b="b"/>
            <a:pathLst>
              <a:path w="85" h="91">
                <a:moveTo>
                  <a:pt x="84" y="90"/>
                </a:moveTo>
                <a:lnTo>
                  <a:pt x="0" y="91"/>
                </a:lnTo>
                <a:lnTo>
                  <a:pt x="1" y="1"/>
                </a:lnTo>
                <a:lnTo>
                  <a:pt x="85" y="0"/>
                </a:lnTo>
                <a:lnTo>
                  <a:pt x="84" y="9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158" name="Freeform 138"/>
          <p:cNvSpPr/>
          <p:nvPr>
            <p:custDataLst>
              <p:tags r:id="rId128"/>
            </p:custDataLst>
          </p:nvPr>
        </p:nvSpPr>
        <p:spPr bwMode="auto">
          <a:xfrm>
            <a:off x="767042" y="4211241"/>
            <a:ext cx="102394" cy="197644"/>
          </a:xfrm>
          <a:custGeom>
            <a:avLst/>
            <a:gdLst>
              <a:gd name="T0" fmla="*/ 84 w 86"/>
              <a:gd name="T1" fmla="*/ 164 h 166"/>
              <a:gd name="T2" fmla="*/ 0 w 86"/>
              <a:gd name="T3" fmla="*/ 166 h 166"/>
              <a:gd name="T4" fmla="*/ 2 w 86"/>
              <a:gd name="T5" fmla="*/ 1 h 166"/>
              <a:gd name="T6" fmla="*/ 86 w 86"/>
              <a:gd name="T7" fmla="*/ 0 h 166"/>
              <a:gd name="T8" fmla="*/ 84 w 86"/>
              <a:gd name="T9" fmla="*/ 164 h 166"/>
            </a:gdLst>
            <a:ahLst/>
            <a:cxnLst>
              <a:cxn ang="0">
                <a:pos x="T0" y="T1"/>
              </a:cxn>
              <a:cxn ang="0">
                <a:pos x="T2" y="T3"/>
              </a:cxn>
              <a:cxn ang="0">
                <a:pos x="T4" y="T5"/>
              </a:cxn>
              <a:cxn ang="0">
                <a:pos x="T6" y="T7"/>
              </a:cxn>
              <a:cxn ang="0">
                <a:pos x="T8" y="T9"/>
              </a:cxn>
            </a:cxnLst>
            <a:rect l="0" t="0" r="r" b="b"/>
            <a:pathLst>
              <a:path w="86" h="166">
                <a:moveTo>
                  <a:pt x="84" y="164"/>
                </a:moveTo>
                <a:lnTo>
                  <a:pt x="0" y="166"/>
                </a:lnTo>
                <a:lnTo>
                  <a:pt x="2" y="1"/>
                </a:lnTo>
                <a:lnTo>
                  <a:pt x="86" y="0"/>
                </a:lnTo>
                <a:lnTo>
                  <a:pt x="84" y="164"/>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159" name="Freeform 139"/>
          <p:cNvSpPr/>
          <p:nvPr>
            <p:custDataLst>
              <p:tags r:id="rId129"/>
            </p:custDataLst>
          </p:nvPr>
        </p:nvSpPr>
        <p:spPr bwMode="auto">
          <a:xfrm>
            <a:off x="913488" y="4076700"/>
            <a:ext cx="103585" cy="328613"/>
          </a:xfrm>
          <a:custGeom>
            <a:avLst/>
            <a:gdLst>
              <a:gd name="T0" fmla="*/ 84 w 87"/>
              <a:gd name="T1" fmla="*/ 276 h 276"/>
              <a:gd name="T2" fmla="*/ 0 w 87"/>
              <a:gd name="T3" fmla="*/ 276 h 276"/>
              <a:gd name="T4" fmla="*/ 3 w 87"/>
              <a:gd name="T5" fmla="*/ 2 h 276"/>
              <a:gd name="T6" fmla="*/ 87 w 87"/>
              <a:gd name="T7" fmla="*/ 0 h 276"/>
              <a:gd name="T8" fmla="*/ 84 w 87"/>
              <a:gd name="T9" fmla="*/ 276 h 276"/>
            </a:gdLst>
            <a:ahLst/>
            <a:cxnLst>
              <a:cxn ang="0">
                <a:pos x="T0" y="T1"/>
              </a:cxn>
              <a:cxn ang="0">
                <a:pos x="T2" y="T3"/>
              </a:cxn>
              <a:cxn ang="0">
                <a:pos x="T4" y="T5"/>
              </a:cxn>
              <a:cxn ang="0">
                <a:pos x="T6" y="T7"/>
              </a:cxn>
              <a:cxn ang="0">
                <a:pos x="T8" y="T9"/>
              </a:cxn>
            </a:cxnLst>
            <a:rect l="0" t="0" r="r" b="b"/>
            <a:pathLst>
              <a:path w="87" h="276">
                <a:moveTo>
                  <a:pt x="84" y="276"/>
                </a:moveTo>
                <a:lnTo>
                  <a:pt x="0" y="276"/>
                </a:lnTo>
                <a:lnTo>
                  <a:pt x="3" y="2"/>
                </a:lnTo>
                <a:lnTo>
                  <a:pt x="87" y="0"/>
                </a:lnTo>
                <a:lnTo>
                  <a:pt x="84" y="276"/>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9801" name="副标题 2"/>
          <p:cNvSpPr>
            <a:spLocks noGrp="1"/>
          </p:cNvSpPr>
          <p:nvPr>
            <p:ph type="subTitle" idx="1" hasCustomPrompt="1"/>
            <p:custDataLst>
              <p:tags r:id="rId130"/>
            </p:custDataLst>
          </p:nvPr>
        </p:nvSpPr>
        <p:spPr>
          <a:xfrm>
            <a:off x="445771" y="2002530"/>
            <a:ext cx="4516755" cy="419099"/>
          </a:xfrm>
        </p:spPr>
        <p:txBody>
          <a:bodyPr bIns="46800" anchor="t">
            <a:normAutofit/>
          </a:bodyPr>
          <a:lstStyle>
            <a:lvl1pPr marL="0" indent="0" algn="l">
              <a:buNone/>
              <a:defRPr sz="1500" baseline="0">
                <a:solidFill>
                  <a:schemeClr val="tx1">
                    <a:lumMod val="85000"/>
                    <a:lumOff val="15000"/>
                  </a:schemeClr>
                </a:solidFill>
                <a:latin typeface="Arial" panose="020B0604020202020204" pitchFamily="34" charset="0"/>
                <a:ea typeface="微软雅黑" panose="020B0503020204020204" pitchFamily="34" charset="-122"/>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dirty="0"/>
              <a:t>单击此处编辑副标题</a:t>
            </a:r>
            <a:endParaRPr lang="en-US" dirty="0"/>
          </a:p>
        </p:txBody>
      </p:sp>
      <p:sp>
        <p:nvSpPr>
          <p:cNvPr id="9802" name="标题 1"/>
          <p:cNvSpPr>
            <a:spLocks noGrp="1"/>
          </p:cNvSpPr>
          <p:nvPr>
            <p:ph type="ctrTitle" hasCustomPrompt="1"/>
            <p:custDataLst>
              <p:tags r:id="rId131"/>
            </p:custDataLst>
          </p:nvPr>
        </p:nvSpPr>
        <p:spPr>
          <a:xfrm>
            <a:off x="441266" y="916358"/>
            <a:ext cx="4516755" cy="1022576"/>
          </a:xfrm>
        </p:spPr>
        <p:txBody>
          <a:bodyPr bIns="46800" anchor="b">
            <a:normAutofit/>
          </a:bodyPr>
          <a:lstStyle>
            <a:lvl1pPr algn="l">
              <a:defRPr sz="4050" baseline="0">
                <a:solidFill>
                  <a:schemeClr val="tx1">
                    <a:lumMod val="85000"/>
                    <a:lumOff val="15000"/>
                  </a:schemeClr>
                </a:solidFill>
                <a:latin typeface="Arial" panose="020B0604020202020204" pitchFamily="34" charset="0"/>
                <a:ea typeface="汉仪旗黑-85S" panose="00020600040101010101" pitchFamily="18" charset="-122"/>
                <a:cs typeface="Arial" panose="020B0604020202020204" pitchFamily="34" charset="0"/>
              </a:defRPr>
            </a:lvl1pPr>
          </a:lstStyle>
          <a:p>
            <a:r>
              <a:rPr lang="zh-CN" altLang="en-US" dirty="0"/>
              <a:t>单击此处编辑标题</a:t>
            </a:r>
            <a:endParaRPr lang="zh-CN" altLang="en-US" dirty="0"/>
          </a:p>
        </p:txBody>
      </p:sp>
      <p:sp>
        <p:nvSpPr>
          <p:cNvPr id="12" name="文本占位符 13"/>
          <p:cNvSpPr>
            <a:spLocks noGrp="1"/>
          </p:cNvSpPr>
          <p:nvPr>
            <p:ph type="body" sz="quarter" idx="10" hasCustomPrompt="1"/>
            <p:custDataLst>
              <p:tags r:id="rId132"/>
            </p:custDataLst>
          </p:nvPr>
        </p:nvSpPr>
        <p:spPr>
          <a:xfrm>
            <a:off x="441695" y="2994539"/>
            <a:ext cx="1755000" cy="310500"/>
          </a:xfrm>
          <a:prstGeom prst="roundRect">
            <a:avLst>
              <a:gd name="adj" fmla="val 50000"/>
            </a:avLst>
          </a:prstGeom>
          <a:solidFill>
            <a:schemeClr val="accent1"/>
          </a:solidFill>
        </p:spPr>
        <p:txBody>
          <a:bodyPr vert="horz" bIns="46800" anchor="ctr">
            <a:normAutofit/>
          </a:bodyPr>
          <a:lstStyle>
            <a:lvl1pPr marL="0" indent="0" algn="l">
              <a:buNone/>
              <a:defRPr sz="1125" b="0" baseline="0">
                <a:solidFill>
                  <a:schemeClr val="bg1"/>
                </a:solidFill>
                <a:latin typeface="Arial" panose="020B0604020202020204" pitchFamily="34" charset="0"/>
                <a:ea typeface="微软雅黑" panose="020B0503020204020204" pitchFamily="34" charset="-122"/>
              </a:defRPr>
            </a:lvl1pPr>
            <a:lvl2pPr marL="342900" indent="0">
              <a:buNone/>
              <a:defRPr/>
            </a:lvl2pPr>
            <a:lvl3pPr marL="685800" indent="0">
              <a:buNone/>
              <a:defRPr/>
            </a:lvl3pPr>
            <a:lvl4pPr marL="1028700" indent="0">
              <a:buNone/>
              <a:defRPr/>
            </a:lvl4pPr>
            <a:lvl5pPr marL="1371600" indent="0">
              <a:buNone/>
              <a:defRPr/>
            </a:lvl5pPr>
          </a:lstStyle>
          <a:p>
            <a:pPr lvl="0"/>
            <a:r>
              <a:rPr lang="zh-CN" altLang="en-US" dirty="0"/>
              <a:t>编辑文本</a:t>
            </a:r>
            <a:endParaRPr lang="en-US" altLang="zh-CN" dirty="0"/>
          </a:p>
        </p:txBody>
      </p:sp>
      <p:sp>
        <p:nvSpPr>
          <p:cNvPr id="13" name="文本占位符 13"/>
          <p:cNvSpPr>
            <a:spLocks noGrp="1"/>
          </p:cNvSpPr>
          <p:nvPr>
            <p:ph type="body" sz="quarter" idx="11" hasCustomPrompt="1"/>
            <p:custDataLst>
              <p:tags r:id="rId133"/>
            </p:custDataLst>
          </p:nvPr>
        </p:nvSpPr>
        <p:spPr>
          <a:xfrm>
            <a:off x="441695" y="3322100"/>
            <a:ext cx="1755000" cy="310500"/>
          </a:xfrm>
          <a:prstGeom prst="roundRect">
            <a:avLst>
              <a:gd name="adj" fmla="val 50000"/>
            </a:avLst>
          </a:prstGeom>
          <a:ln w="19050">
            <a:solidFill>
              <a:schemeClr val="tx2"/>
            </a:solidFill>
          </a:ln>
        </p:spPr>
        <p:txBody>
          <a:bodyPr vert="horz" bIns="46800" anchor="ctr">
            <a:normAutofit/>
          </a:bodyPr>
          <a:lstStyle>
            <a:lvl1pPr marL="0" indent="0" algn="l">
              <a:buNone/>
              <a:defRPr sz="1125" b="0" baseline="0">
                <a:solidFill>
                  <a:schemeClr val="accent1"/>
                </a:solidFill>
                <a:latin typeface="Arial" panose="020B0604020202020204" pitchFamily="34" charset="0"/>
                <a:ea typeface="微软雅黑" panose="020B0503020204020204" pitchFamily="34" charset="-122"/>
              </a:defRPr>
            </a:lvl1pPr>
            <a:lvl2pPr marL="342900" indent="0">
              <a:buNone/>
              <a:defRPr/>
            </a:lvl2pPr>
            <a:lvl3pPr marL="685800" indent="0">
              <a:buNone/>
              <a:defRPr/>
            </a:lvl3pPr>
            <a:lvl4pPr marL="1028700" indent="0">
              <a:buNone/>
              <a:defRPr/>
            </a:lvl4pPr>
            <a:lvl5pPr marL="1371600" indent="0">
              <a:buNone/>
              <a:defRPr/>
            </a:lvl5pPr>
          </a:lstStyle>
          <a:p>
            <a:pPr lvl="0"/>
            <a:r>
              <a:rPr lang="zh-CN" altLang="en-US" dirty="0"/>
              <a:t>编辑文本</a:t>
            </a:r>
            <a:endParaRPr lang="zh-CN" altLang="en-US" dirty="0"/>
          </a:p>
        </p:txBody>
      </p:sp>
      <p:sp>
        <p:nvSpPr>
          <p:cNvPr id="2" name="日期占位符 1"/>
          <p:cNvSpPr>
            <a:spLocks noGrp="1"/>
          </p:cNvSpPr>
          <p:nvPr>
            <p:ph type="dt" sz="half" idx="12"/>
            <p:custDataLst>
              <p:tags r:id="rId134"/>
            </p:custDataLst>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3"/>
            <p:custDataLst>
              <p:tags r:id="rId135"/>
            </p:custDataLst>
          </p:nvPr>
        </p:nvSpPr>
        <p:spPr/>
        <p:txBody>
          <a:bodyPr/>
          <a:lstStyle/>
          <a:p>
            <a:endParaRPr lang="zh-CN" altLang="en-US" dirty="0"/>
          </a:p>
        </p:txBody>
      </p:sp>
      <p:sp>
        <p:nvSpPr>
          <p:cNvPr id="4" name="灯片编号占位符 3"/>
          <p:cNvSpPr>
            <a:spLocks noGrp="1"/>
          </p:cNvSpPr>
          <p:nvPr>
            <p:ph type="sldNum" sz="quarter" idx="14"/>
            <p:custDataLst>
              <p:tags r:id="rId136"/>
            </p:custDataLst>
          </p:nvPr>
        </p:nvSpPr>
        <p:spPr/>
        <p:txBody>
          <a:bodyPr/>
          <a:lstStyle/>
          <a:p>
            <a:fld id="{49AE70B2-8BF9-45C0-BB95-33D1B9D3A854}" type="slidenum">
              <a:rPr lang="zh-CN" altLang="en-US" smtClean="0"/>
            </a:fld>
            <a:endParaRPr lang="zh-CN" alt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2"/>
        </a:solidFill>
        <a:effectLst/>
      </p:bgPr>
    </p:bg>
    <p:spTree>
      <p:nvGrpSpPr>
        <p:cNvPr id="1" name=""/>
        <p:cNvGrpSpPr/>
        <p:nvPr/>
      </p:nvGrpSpPr>
      <p:grpSpPr>
        <a:xfrm>
          <a:off x="0" y="0"/>
          <a:ext cx="0" cy="0"/>
          <a:chOff x="0" y="0"/>
          <a:chExt cx="0" cy="0"/>
        </a:xfrm>
      </p:grpSpPr>
      <p:pic>
        <p:nvPicPr>
          <p:cNvPr id="41" name="图片 40"/>
          <p:cNvPicPr>
            <a:picLocks noChangeAspect="1"/>
          </p:cNvPicPr>
          <p:nvPr userDrawn="1">
            <p:custDataLst>
              <p:tags r:id="rId2"/>
            </p:custDataLst>
          </p:nvPr>
        </p:nvPicPr>
        <p:blipFill>
          <a:blip r:embed="rId3">
            <a:extLst>
              <a:ext uri="{28A0092B-C50C-407E-A947-70E740481C1C}">
                <a14:useLocalDpi xmlns:a14="http://schemas.microsoft.com/office/drawing/2010/main" val="0"/>
              </a:ext>
            </a:extLst>
          </a:blip>
          <a:stretch>
            <a:fillRect/>
          </a:stretch>
        </p:blipFill>
        <p:spPr>
          <a:xfrm>
            <a:off x="7931976" y="3954677"/>
            <a:ext cx="1101947" cy="1188823"/>
          </a:xfrm>
          <a:prstGeom prst="rect">
            <a:avLst/>
          </a:prstGeom>
        </p:spPr>
      </p:pic>
      <p:sp>
        <p:nvSpPr>
          <p:cNvPr id="2" name="标题 1"/>
          <p:cNvSpPr>
            <a:spLocks noGrp="1"/>
          </p:cNvSpPr>
          <p:nvPr>
            <p:ph type="title"/>
            <p:custDataLst>
              <p:tags r:id="rId4"/>
            </p:custDataLst>
          </p:nvPr>
        </p:nvSpPr>
        <p:spPr>
          <a:xfrm>
            <a:off x="502412" y="332426"/>
            <a:ext cx="8139178" cy="331473"/>
          </a:xfrm>
        </p:spPr>
        <p:txBody>
          <a:bodyPr vert="horz" lIns="90000" tIns="46800" rIns="90000" bIns="46800" rtlCol="0" anchor="t" anchorCtr="0">
            <a:noAutofit/>
          </a:bodyPr>
          <a:lstStyle>
            <a:lvl1pPr marL="0" marR="0" algn="l" defTabSz="914400" rtl="0" eaLnBrk="1" fontAlgn="auto" latinLnBrk="0" hangingPunct="1">
              <a:lnSpc>
                <a:spcPct val="120000"/>
              </a:lnSpc>
              <a:buNone/>
              <a:defRPr kumimoji="0" lang="zh-CN" altLang="en-US" sz="1800" b="1" i="0" u="none" strike="noStrike" kern="1200" cap="none" spc="200" normalizeH="0" baseline="0" noProof="1" dirty="0">
                <a:solidFill>
                  <a:schemeClr val="accent1"/>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单击此处编辑母版标题样式</a:t>
            </a:r>
            <a:endParaRPr dirty="0">
              <a:sym typeface="+mn-ea"/>
            </a:endParaRPr>
          </a:p>
        </p:txBody>
      </p:sp>
      <p:sp>
        <p:nvSpPr>
          <p:cNvPr id="3" name="内容占位符 2"/>
          <p:cNvSpPr>
            <a:spLocks noGrp="1"/>
          </p:cNvSpPr>
          <p:nvPr>
            <p:ph idx="1"/>
            <p:custDataLst>
              <p:tags r:id="rId5"/>
            </p:custDataLst>
          </p:nvPr>
        </p:nvSpPr>
        <p:spPr>
          <a:xfrm>
            <a:off x="502412" y="714381"/>
            <a:ext cx="8139178" cy="4041680"/>
          </a:xfrm>
        </p:spPr>
        <p:txBody>
          <a:bodyPr vert="horz" lIns="90000" tIns="46800" rIns="90000" bIns="46800" rtlCol="0">
            <a:normAutofit/>
          </a:bodyPr>
          <a:lstStyle>
            <a:lvl1pPr marL="0" marR="0" lvl="0" indent="0" algn="l" defTabSz="914400" rtl="0" eaLnBrk="1" fontAlgn="auto" latinLnBrk="0" hangingPunct="1">
              <a:lnSpc>
                <a:spcPct val="120000"/>
              </a:lnSpc>
              <a:spcBef>
                <a:spcPts val="0"/>
              </a:spcBef>
              <a:spcAft>
                <a:spcPts val="1000"/>
              </a:spcAft>
              <a:buFont typeface="Arial" panose="020B0604020202020204" pitchFamily="34" charset="0"/>
              <a:buNone/>
              <a:defRPr kumimoji="0" lang="zh-CN" altLang="en-US" sz="12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1pPr>
            <a:lvl2pPr marL="342900" marR="0" lvl="1" indent="0" algn="l" defTabSz="914400" rtl="0" eaLnBrk="1" fontAlgn="auto" latinLnBrk="0" hangingPunct="1">
              <a:lnSpc>
                <a:spcPct val="120000"/>
              </a:lnSpc>
              <a:spcBef>
                <a:spcPts val="0"/>
              </a:spcBef>
              <a:spcAft>
                <a:spcPts val="1000"/>
              </a:spcAft>
              <a:buFont typeface="Arial" panose="020B0604020202020204" pitchFamily="34" charset="0"/>
              <a:buNone/>
              <a:tabLst>
                <a:tab pos="1609725" algn="l"/>
              </a:tabLst>
              <a:defRPr kumimoji="0" lang="zh-CN" altLang="en-US" sz="12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2pPr>
            <a:lvl3pPr marL="685800" marR="0" lvl="2" indent="0" algn="l" defTabSz="914400" rtl="0" eaLnBrk="1" fontAlgn="auto" latinLnBrk="0" hangingPunct="1">
              <a:lnSpc>
                <a:spcPct val="120000"/>
              </a:lnSpc>
              <a:spcBef>
                <a:spcPts val="0"/>
              </a:spcBef>
              <a:spcAft>
                <a:spcPts val="1000"/>
              </a:spcAft>
              <a:buFont typeface="Arial" panose="020B0604020202020204" pitchFamily="34" charset="0"/>
              <a:buNone/>
              <a:defRPr kumimoji="0" lang="zh-CN" altLang="en-US" sz="12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3pPr>
            <a:lvl4pPr marL="1028700" marR="0" lvl="3" indent="0" algn="l" defTabSz="914400" rtl="0" eaLnBrk="1" fontAlgn="auto" latinLnBrk="0" hangingPunct="1">
              <a:lnSpc>
                <a:spcPct val="120000"/>
              </a:lnSpc>
              <a:spcBef>
                <a:spcPts val="0"/>
              </a:spcBef>
              <a:spcAft>
                <a:spcPts val="1000"/>
              </a:spcAft>
              <a:buFont typeface="Arial" panose="020B0604020202020204" pitchFamily="34" charset="0"/>
              <a:buNone/>
              <a:defRPr kumimoji="0" lang="zh-CN" altLang="en-US" sz="12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4pPr>
            <a:lvl5pPr marL="1371600" marR="0" lvl="4" indent="0" algn="l" defTabSz="914400" rtl="0" eaLnBrk="1" fontAlgn="auto" latinLnBrk="0" hangingPunct="1">
              <a:lnSpc>
                <a:spcPct val="120000"/>
              </a:lnSpc>
              <a:spcBef>
                <a:spcPts val="0"/>
              </a:spcBef>
              <a:spcAft>
                <a:spcPts val="1000"/>
              </a:spcAft>
              <a:buFont typeface="Arial" panose="020B0604020202020204" pitchFamily="34" charset="0"/>
              <a:buNone/>
              <a:defRPr kumimoji="0" lang="zh-CN" altLang="en-US" sz="12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4" name="日期占位符 3"/>
          <p:cNvSpPr>
            <a:spLocks noGrp="1"/>
          </p:cNvSpPr>
          <p:nvPr>
            <p:ph type="dt" sz="half" idx="10"/>
            <p:custDataLst>
              <p:tags r:id="rId6"/>
            </p:custDataLst>
          </p:nvPr>
        </p:nvSpPr>
        <p:spPr/>
        <p:txBody>
          <a:bodyPr/>
          <a:lstStyle>
            <a:lvl1pPr>
              <a:lnSpc>
                <a:spcPct val="120000"/>
              </a:lnSpc>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7"/>
            </p:custDataLst>
          </p:nvPr>
        </p:nvSpPr>
        <p:spPr/>
        <p:txBody>
          <a:bodyPr/>
          <a:lstStyle>
            <a:lvl1pPr>
              <a:lnSpc>
                <a:spcPct val="120000"/>
              </a:lnSpc>
              <a:defRPr/>
            </a:lvl1pPr>
          </a:lstStyle>
          <a:p>
            <a:endParaRPr lang="zh-CN" altLang="en-US"/>
          </a:p>
        </p:txBody>
      </p:sp>
      <p:sp>
        <p:nvSpPr>
          <p:cNvPr id="6" name="灯片编号占位符 5"/>
          <p:cNvSpPr>
            <a:spLocks noGrp="1"/>
          </p:cNvSpPr>
          <p:nvPr>
            <p:ph type="sldNum" sz="quarter" idx="12"/>
            <p:custDataLst>
              <p:tags r:id="rId8"/>
            </p:custDataLst>
          </p:nvPr>
        </p:nvSpPr>
        <p:spPr/>
        <p:txBody>
          <a:bodyPr/>
          <a:lstStyle>
            <a:lvl1pPr>
              <a:lnSpc>
                <a:spcPct val="120000"/>
              </a:lnSpc>
              <a:defRPr/>
            </a:lvl1pPr>
          </a:lstStyle>
          <a:p>
            <a:fld id="{49AE70B2-8BF9-45C0-BB95-33D1B9D3A854}" type="slidenum">
              <a:rPr lang="zh-CN" altLang="en-US" smtClean="0"/>
            </a:fld>
            <a:endParaRPr lang="zh-CN" altLang="en-US"/>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secHead" preserve="1" userDrawn="1">
  <p:cSld name="节标题">
    <p:bg>
      <p:bgPr>
        <a:solidFill>
          <a:schemeClr val="bg2"/>
        </a:solidFill>
        <a:effectLst/>
      </p:bgPr>
    </p:bg>
    <p:spTree>
      <p:nvGrpSpPr>
        <p:cNvPr id="1" name=""/>
        <p:cNvGrpSpPr/>
        <p:nvPr/>
      </p:nvGrpSpPr>
      <p:grpSpPr>
        <a:xfrm>
          <a:off x="0" y="0"/>
          <a:ext cx="0" cy="0"/>
          <a:chOff x="0" y="0"/>
          <a:chExt cx="0" cy="0"/>
        </a:xfrm>
      </p:grpSpPr>
      <p:grpSp>
        <p:nvGrpSpPr>
          <p:cNvPr id="5" name="组合 4"/>
          <p:cNvGrpSpPr/>
          <p:nvPr userDrawn="1">
            <p:custDataLst>
              <p:tags r:id="rId2"/>
            </p:custDataLst>
          </p:nvPr>
        </p:nvGrpSpPr>
        <p:grpSpPr>
          <a:xfrm>
            <a:off x="775811" y="1023461"/>
            <a:ext cx="3293745" cy="3468053"/>
            <a:chOff x="1034415" y="1364615"/>
            <a:chExt cx="4391660" cy="4624070"/>
          </a:xfrm>
        </p:grpSpPr>
        <p:sp>
          <p:nvSpPr>
            <p:cNvPr id="155" name="Freeform 34"/>
            <p:cNvSpPr/>
            <p:nvPr>
              <p:custDataLst>
                <p:tags r:id="rId3"/>
              </p:custDataLst>
            </p:nvPr>
          </p:nvSpPr>
          <p:spPr bwMode="auto">
            <a:xfrm>
              <a:off x="1034415" y="5509260"/>
              <a:ext cx="78105" cy="124460"/>
            </a:xfrm>
            <a:custGeom>
              <a:avLst/>
              <a:gdLst>
                <a:gd name="T0" fmla="*/ 44 w 48"/>
                <a:gd name="T1" fmla="*/ 77 h 77"/>
                <a:gd name="T2" fmla="*/ 7 w 48"/>
                <a:gd name="T3" fmla="*/ 0 h 77"/>
                <a:gd name="T4" fmla="*/ 44 w 48"/>
                <a:gd name="T5" fmla="*/ 77 h 77"/>
              </a:gdLst>
              <a:ahLst/>
              <a:cxnLst>
                <a:cxn ang="0">
                  <a:pos x="T0" y="T1"/>
                </a:cxn>
                <a:cxn ang="0">
                  <a:pos x="T2" y="T3"/>
                </a:cxn>
                <a:cxn ang="0">
                  <a:pos x="T4" y="T5"/>
                </a:cxn>
              </a:cxnLst>
              <a:rect l="0" t="0" r="r" b="b"/>
              <a:pathLst>
                <a:path w="48" h="77">
                  <a:moveTo>
                    <a:pt x="44" y="77"/>
                  </a:moveTo>
                  <a:cubicBezTo>
                    <a:pt x="44" y="77"/>
                    <a:pt x="0" y="64"/>
                    <a:pt x="7" y="0"/>
                  </a:cubicBezTo>
                  <a:cubicBezTo>
                    <a:pt x="7" y="0"/>
                    <a:pt x="48" y="21"/>
                    <a:pt x="44" y="77"/>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157" name="Freeform 35"/>
            <p:cNvSpPr/>
            <p:nvPr>
              <p:custDataLst>
                <p:tags r:id="rId4"/>
              </p:custDataLst>
            </p:nvPr>
          </p:nvSpPr>
          <p:spPr bwMode="auto">
            <a:xfrm>
              <a:off x="1099185" y="5510530"/>
              <a:ext cx="78105" cy="123190"/>
            </a:xfrm>
            <a:custGeom>
              <a:avLst/>
              <a:gdLst>
                <a:gd name="T0" fmla="*/ 4 w 48"/>
                <a:gd name="T1" fmla="*/ 76 h 76"/>
                <a:gd name="T2" fmla="*/ 42 w 48"/>
                <a:gd name="T3" fmla="*/ 0 h 76"/>
                <a:gd name="T4" fmla="*/ 4 w 48"/>
                <a:gd name="T5" fmla="*/ 76 h 76"/>
              </a:gdLst>
              <a:ahLst/>
              <a:cxnLst>
                <a:cxn ang="0">
                  <a:pos x="T0" y="T1"/>
                </a:cxn>
                <a:cxn ang="0">
                  <a:pos x="T2" y="T3"/>
                </a:cxn>
                <a:cxn ang="0">
                  <a:pos x="T4" y="T5"/>
                </a:cxn>
              </a:cxnLst>
              <a:rect l="0" t="0" r="r" b="b"/>
              <a:pathLst>
                <a:path w="48" h="76">
                  <a:moveTo>
                    <a:pt x="4" y="76"/>
                  </a:moveTo>
                  <a:cubicBezTo>
                    <a:pt x="4" y="76"/>
                    <a:pt x="48" y="64"/>
                    <a:pt x="42" y="0"/>
                  </a:cubicBezTo>
                  <a:cubicBezTo>
                    <a:pt x="42" y="0"/>
                    <a:pt x="0" y="20"/>
                    <a:pt x="4" y="76"/>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158" name="Freeform 36"/>
            <p:cNvSpPr/>
            <p:nvPr>
              <p:custDataLst>
                <p:tags r:id="rId5"/>
              </p:custDataLst>
            </p:nvPr>
          </p:nvSpPr>
          <p:spPr bwMode="auto">
            <a:xfrm>
              <a:off x="1058545" y="5445760"/>
              <a:ext cx="99695" cy="139065"/>
            </a:xfrm>
            <a:custGeom>
              <a:avLst/>
              <a:gdLst>
                <a:gd name="T0" fmla="*/ 28 w 61"/>
                <a:gd name="T1" fmla="*/ 86 h 86"/>
                <a:gd name="T2" fmla="*/ 27 w 61"/>
                <a:gd name="T3" fmla="*/ 0 h 86"/>
                <a:gd name="T4" fmla="*/ 28 w 61"/>
                <a:gd name="T5" fmla="*/ 86 h 86"/>
              </a:gdLst>
              <a:ahLst/>
              <a:cxnLst>
                <a:cxn ang="0">
                  <a:pos x="T0" y="T1"/>
                </a:cxn>
                <a:cxn ang="0">
                  <a:pos x="T2" y="T3"/>
                </a:cxn>
                <a:cxn ang="0">
                  <a:pos x="T4" y="T5"/>
                </a:cxn>
              </a:cxnLst>
              <a:rect l="0" t="0" r="r" b="b"/>
              <a:pathLst>
                <a:path w="61" h="86">
                  <a:moveTo>
                    <a:pt x="28" y="86"/>
                  </a:moveTo>
                  <a:cubicBezTo>
                    <a:pt x="28" y="86"/>
                    <a:pt x="61" y="54"/>
                    <a:pt x="27" y="0"/>
                  </a:cubicBezTo>
                  <a:cubicBezTo>
                    <a:pt x="27" y="0"/>
                    <a:pt x="0" y="40"/>
                    <a:pt x="28" y="86"/>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159" name="Freeform 37"/>
            <p:cNvSpPr/>
            <p:nvPr>
              <p:custDataLst>
                <p:tags r:id="rId6"/>
              </p:custDataLst>
            </p:nvPr>
          </p:nvSpPr>
          <p:spPr bwMode="auto">
            <a:xfrm>
              <a:off x="1694815" y="5888990"/>
              <a:ext cx="63500" cy="99695"/>
            </a:xfrm>
            <a:custGeom>
              <a:avLst/>
              <a:gdLst>
                <a:gd name="T0" fmla="*/ 35 w 39"/>
                <a:gd name="T1" fmla="*/ 62 h 62"/>
                <a:gd name="T2" fmla="*/ 5 w 39"/>
                <a:gd name="T3" fmla="*/ 0 h 62"/>
                <a:gd name="T4" fmla="*/ 35 w 39"/>
                <a:gd name="T5" fmla="*/ 62 h 62"/>
              </a:gdLst>
              <a:ahLst/>
              <a:cxnLst>
                <a:cxn ang="0">
                  <a:pos x="T0" y="T1"/>
                </a:cxn>
                <a:cxn ang="0">
                  <a:pos x="T2" y="T3"/>
                </a:cxn>
                <a:cxn ang="0">
                  <a:pos x="T4" y="T5"/>
                </a:cxn>
              </a:cxnLst>
              <a:rect l="0" t="0" r="r" b="b"/>
              <a:pathLst>
                <a:path w="39" h="62">
                  <a:moveTo>
                    <a:pt x="35" y="62"/>
                  </a:moveTo>
                  <a:cubicBezTo>
                    <a:pt x="35" y="62"/>
                    <a:pt x="0" y="52"/>
                    <a:pt x="5" y="0"/>
                  </a:cubicBezTo>
                  <a:cubicBezTo>
                    <a:pt x="5" y="0"/>
                    <a:pt x="39" y="17"/>
                    <a:pt x="35" y="62"/>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160" name="Freeform 38"/>
            <p:cNvSpPr/>
            <p:nvPr>
              <p:custDataLst>
                <p:tags r:id="rId7"/>
              </p:custDataLst>
            </p:nvPr>
          </p:nvSpPr>
          <p:spPr bwMode="auto">
            <a:xfrm>
              <a:off x="1746250" y="5890260"/>
              <a:ext cx="62230" cy="98425"/>
            </a:xfrm>
            <a:custGeom>
              <a:avLst/>
              <a:gdLst>
                <a:gd name="T0" fmla="*/ 3 w 38"/>
                <a:gd name="T1" fmla="*/ 61 h 61"/>
                <a:gd name="T2" fmla="*/ 34 w 38"/>
                <a:gd name="T3" fmla="*/ 0 h 61"/>
                <a:gd name="T4" fmla="*/ 3 w 38"/>
                <a:gd name="T5" fmla="*/ 61 h 61"/>
              </a:gdLst>
              <a:ahLst/>
              <a:cxnLst>
                <a:cxn ang="0">
                  <a:pos x="T0" y="T1"/>
                </a:cxn>
                <a:cxn ang="0">
                  <a:pos x="T2" y="T3"/>
                </a:cxn>
                <a:cxn ang="0">
                  <a:pos x="T4" y="T5"/>
                </a:cxn>
              </a:cxnLst>
              <a:rect l="0" t="0" r="r" b="b"/>
              <a:pathLst>
                <a:path w="38" h="61">
                  <a:moveTo>
                    <a:pt x="3" y="61"/>
                  </a:moveTo>
                  <a:cubicBezTo>
                    <a:pt x="3" y="61"/>
                    <a:pt x="38" y="52"/>
                    <a:pt x="34" y="0"/>
                  </a:cubicBezTo>
                  <a:cubicBezTo>
                    <a:pt x="34" y="0"/>
                    <a:pt x="0" y="16"/>
                    <a:pt x="3" y="61"/>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161" name="Freeform 39"/>
            <p:cNvSpPr/>
            <p:nvPr>
              <p:custDataLst>
                <p:tags r:id="rId8"/>
              </p:custDataLst>
            </p:nvPr>
          </p:nvSpPr>
          <p:spPr bwMode="auto">
            <a:xfrm>
              <a:off x="1712595" y="5838825"/>
              <a:ext cx="81280" cy="110490"/>
            </a:xfrm>
            <a:custGeom>
              <a:avLst/>
              <a:gdLst>
                <a:gd name="T0" fmla="*/ 24 w 50"/>
                <a:gd name="T1" fmla="*/ 69 h 69"/>
                <a:gd name="T2" fmla="*/ 22 w 50"/>
                <a:gd name="T3" fmla="*/ 0 h 69"/>
                <a:gd name="T4" fmla="*/ 24 w 50"/>
                <a:gd name="T5" fmla="*/ 69 h 69"/>
              </a:gdLst>
              <a:ahLst/>
              <a:cxnLst>
                <a:cxn ang="0">
                  <a:pos x="T0" y="T1"/>
                </a:cxn>
                <a:cxn ang="0">
                  <a:pos x="T2" y="T3"/>
                </a:cxn>
                <a:cxn ang="0">
                  <a:pos x="T4" y="T5"/>
                </a:cxn>
              </a:cxnLst>
              <a:rect l="0" t="0" r="r" b="b"/>
              <a:pathLst>
                <a:path w="50" h="69">
                  <a:moveTo>
                    <a:pt x="24" y="69"/>
                  </a:moveTo>
                  <a:cubicBezTo>
                    <a:pt x="24" y="69"/>
                    <a:pt x="50" y="43"/>
                    <a:pt x="22" y="0"/>
                  </a:cubicBezTo>
                  <a:cubicBezTo>
                    <a:pt x="22" y="0"/>
                    <a:pt x="0" y="32"/>
                    <a:pt x="24" y="69"/>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162" name="Freeform 40"/>
            <p:cNvSpPr/>
            <p:nvPr>
              <p:custDataLst>
                <p:tags r:id="rId9"/>
              </p:custDataLst>
            </p:nvPr>
          </p:nvSpPr>
          <p:spPr bwMode="auto">
            <a:xfrm>
              <a:off x="4357370" y="5834380"/>
              <a:ext cx="62230" cy="99695"/>
            </a:xfrm>
            <a:custGeom>
              <a:avLst/>
              <a:gdLst>
                <a:gd name="T0" fmla="*/ 35 w 39"/>
                <a:gd name="T1" fmla="*/ 62 h 62"/>
                <a:gd name="T2" fmla="*/ 5 w 39"/>
                <a:gd name="T3" fmla="*/ 0 h 62"/>
                <a:gd name="T4" fmla="*/ 35 w 39"/>
                <a:gd name="T5" fmla="*/ 62 h 62"/>
              </a:gdLst>
              <a:ahLst/>
              <a:cxnLst>
                <a:cxn ang="0">
                  <a:pos x="T0" y="T1"/>
                </a:cxn>
                <a:cxn ang="0">
                  <a:pos x="T2" y="T3"/>
                </a:cxn>
                <a:cxn ang="0">
                  <a:pos x="T4" y="T5"/>
                </a:cxn>
              </a:cxnLst>
              <a:rect l="0" t="0" r="r" b="b"/>
              <a:pathLst>
                <a:path w="39" h="62">
                  <a:moveTo>
                    <a:pt x="35" y="62"/>
                  </a:moveTo>
                  <a:cubicBezTo>
                    <a:pt x="35" y="62"/>
                    <a:pt x="0" y="52"/>
                    <a:pt x="5" y="0"/>
                  </a:cubicBezTo>
                  <a:cubicBezTo>
                    <a:pt x="5" y="0"/>
                    <a:pt x="39" y="17"/>
                    <a:pt x="35" y="62"/>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163" name="Freeform 41"/>
            <p:cNvSpPr/>
            <p:nvPr>
              <p:custDataLst>
                <p:tags r:id="rId10"/>
              </p:custDataLst>
            </p:nvPr>
          </p:nvSpPr>
          <p:spPr bwMode="auto">
            <a:xfrm>
              <a:off x="4408805" y="5834380"/>
              <a:ext cx="63500" cy="99695"/>
            </a:xfrm>
            <a:custGeom>
              <a:avLst/>
              <a:gdLst>
                <a:gd name="T0" fmla="*/ 3 w 39"/>
                <a:gd name="T1" fmla="*/ 62 h 62"/>
                <a:gd name="T2" fmla="*/ 34 w 39"/>
                <a:gd name="T3" fmla="*/ 0 h 62"/>
                <a:gd name="T4" fmla="*/ 3 w 39"/>
                <a:gd name="T5" fmla="*/ 62 h 62"/>
              </a:gdLst>
              <a:ahLst/>
              <a:cxnLst>
                <a:cxn ang="0">
                  <a:pos x="T0" y="T1"/>
                </a:cxn>
                <a:cxn ang="0">
                  <a:pos x="T2" y="T3"/>
                </a:cxn>
                <a:cxn ang="0">
                  <a:pos x="T4" y="T5"/>
                </a:cxn>
              </a:cxnLst>
              <a:rect l="0" t="0" r="r" b="b"/>
              <a:pathLst>
                <a:path w="39" h="62">
                  <a:moveTo>
                    <a:pt x="3" y="62"/>
                  </a:moveTo>
                  <a:cubicBezTo>
                    <a:pt x="3" y="62"/>
                    <a:pt x="39" y="52"/>
                    <a:pt x="34" y="0"/>
                  </a:cubicBezTo>
                  <a:cubicBezTo>
                    <a:pt x="34" y="0"/>
                    <a:pt x="0" y="17"/>
                    <a:pt x="3" y="62"/>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164" name="Freeform 42"/>
            <p:cNvSpPr/>
            <p:nvPr>
              <p:custDataLst>
                <p:tags r:id="rId11"/>
              </p:custDataLst>
            </p:nvPr>
          </p:nvSpPr>
          <p:spPr bwMode="auto">
            <a:xfrm>
              <a:off x="4376420" y="5784850"/>
              <a:ext cx="81280" cy="112395"/>
            </a:xfrm>
            <a:custGeom>
              <a:avLst/>
              <a:gdLst>
                <a:gd name="T0" fmla="*/ 23 w 50"/>
                <a:gd name="T1" fmla="*/ 69 h 69"/>
                <a:gd name="T2" fmla="*/ 22 w 50"/>
                <a:gd name="T3" fmla="*/ 0 h 69"/>
                <a:gd name="T4" fmla="*/ 23 w 50"/>
                <a:gd name="T5" fmla="*/ 69 h 69"/>
              </a:gdLst>
              <a:ahLst/>
              <a:cxnLst>
                <a:cxn ang="0">
                  <a:pos x="T0" y="T1"/>
                </a:cxn>
                <a:cxn ang="0">
                  <a:pos x="T2" y="T3"/>
                </a:cxn>
                <a:cxn ang="0">
                  <a:pos x="T4" y="T5"/>
                </a:cxn>
              </a:cxnLst>
              <a:rect l="0" t="0" r="r" b="b"/>
              <a:pathLst>
                <a:path w="50" h="69">
                  <a:moveTo>
                    <a:pt x="23" y="69"/>
                  </a:moveTo>
                  <a:cubicBezTo>
                    <a:pt x="23" y="69"/>
                    <a:pt x="50" y="43"/>
                    <a:pt x="22" y="0"/>
                  </a:cubicBezTo>
                  <a:cubicBezTo>
                    <a:pt x="22" y="0"/>
                    <a:pt x="0" y="32"/>
                    <a:pt x="23" y="69"/>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165" name="Freeform 49"/>
            <p:cNvSpPr/>
            <p:nvPr>
              <p:custDataLst>
                <p:tags r:id="rId12"/>
              </p:custDataLst>
            </p:nvPr>
          </p:nvSpPr>
          <p:spPr bwMode="auto">
            <a:xfrm>
              <a:off x="1217930" y="1370330"/>
              <a:ext cx="4204335" cy="2418080"/>
            </a:xfrm>
            <a:custGeom>
              <a:avLst/>
              <a:gdLst>
                <a:gd name="T0" fmla="*/ 2551 w 2593"/>
                <a:gd name="T1" fmla="*/ 1493 h 1493"/>
                <a:gd name="T2" fmla="*/ 41 w 2593"/>
                <a:gd name="T3" fmla="*/ 1493 h 1493"/>
                <a:gd name="T4" fmla="*/ 0 w 2593"/>
                <a:gd name="T5" fmla="*/ 1451 h 1493"/>
                <a:gd name="T6" fmla="*/ 0 w 2593"/>
                <a:gd name="T7" fmla="*/ 41 h 1493"/>
                <a:gd name="T8" fmla="*/ 41 w 2593"/>
                <a:gd name="T9" fmla="*/ 0 h 1493"/>
                <a:gd name="T10" fmla="*/ 2551 w 2593"/>
                <a:gd name="T11" fmla="*/ 0 h 1493"/>
                <a:gd name="T12" fmla="*/ 2593 w 2593"/>
                <a:gd name="T13" fmla="*/ 41 h 1493"/>
                <a:gd name="T14" fmla="*/ 2593 w 2593"/>
                <a:gd name="T15" fmla="*/ 1451 h 1493"/>
                <a:gd name="T16" fmla="*/ 2551 w 2593"/>
                <a:gd name="T17" fmla="*/ 1493 h 14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593" h="1493">
                  <a:moveTo>
                    <a:pt x="2551" y="1493"/>
                  </a:moveTo>
                  <a:cubicBezTo>
                    <a:pt x="41" y="1493"/>
                    <a:pt x="41" y="1493"/>
                    <a:pt x="41" y="1493"/>
                  </a:cubicBezTo>
                  <a:cubicBezTo>
                    <a:pt x="19" y="1493"/>
                    <a:pt x="0" y="1474"/>
                    <a:pt x="0" y="1451"/>
                  </a:cubicBezTo>
                  <a:cubicBezTo>
                    <a:pt x="0" y="41"/>
                    <a:pt x="0" y="41"/>
                    <a:pt x="0" y="41"/>
                  </a:cubicBezTo>
                  <a:cubicBezTo>
                    <a:pt x="0" y="18"/>
                    <a:pt x="19" y="0"/>
                    <a:pt x="41" y="0"/>
                  </a:cubicBezTo>
                  <a:cubicBezTo>
                    <a:pt x="2551" y="0"/>
                    <a:pt x="2551" y="0"/>
                    <a:pt x="2551" y="0"/>
                  </a:cubicBezTo>
                  <a:cubicBezTo>
                    <a:pt x="2574" y="0"/>
                    <a:pt x="2593" y="18"/>
                    <a:pt x="2593" y="41"/>
                  </a:cubicBezTo>
                  <a:cubicBezTo>
                    <a:pt x="2593" y="1451"/>
                    <a:pt x="2593" y="1451"/>
                    <a:pt x="2593" y="1451"/>
                  </a:cubicBezTo>
                  <a:cubicBezTo>
                    <a:pt x="2593" y="1474"/>
                    <a:pt x="2574" y="1493"/>
                    <a:pt x="2551" y="1493"/>
                  </a:cubicBezTo>
                  <a:close/>
                </a:path>
              </a:pathLst>
            </a:custGeom>
            <a:solidFill>
              <a:srgbClr val="FADD74"/>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166" name="Freeform 50"/>
            <p:cNvSpPr/>
            <p:nvPr>
              <p:custDataLst>
                <p:tags r:id="rId13"/>
              </p:custDataLst>
            </p:nvPr>
          </p:nvSpPr>
          <p:spPr bwMode="auto">
            <a:xfrm>
              <a:off x="1217930" y="1597025"/>
              <a:ext cx="1400810" cy="2191385"/>
            </a:xfrm>
            <a:custGeom>
              <a:avLst/>
              <a:gdLst>
                <a:gd name="T0" fmla="*/ 864 w 864"/>
                <a:gd name="T1" fmla="*/ 1353 h 1353"/>
                <a:gd name="T2" fmla="*/ 24 w 864"/>
                <a:gd name="T3" fmla="*/ 1353 h 1353"/>
                <a:gd name="T4" fmla="*/ 0 w 864"/>
                <a:gd name="T5" fmla="*/ 1329 h 1353"/>
                <a:gd name="T6" fmla="*/ 0 w 864"/>
                <a:gd name="T7" fmla="*/ 0 h 1353"/>
                <a:gd name="T8" fmla="*/ 864 w 864"/>
                <a:gd name="T9" fmla="*/ 0 h 1353"/>
                <a:gd name="T10" fmla="*/ 864 w 864"/>
                <a:gd name="T11" fmla="*/ 1353 h 1353"/>
              </a:gdLst>
              <a:ahLst/>
              <a:cxnLst>
                <a:cxn ang="0">
                  <a:pos x="T0" y="T1"/>
                </a:cxn>
                <a:cxn ang="0">
                  <a:pos x="T2" y="T3"/>
                </a:cxn>
                <a:cxn ang="0">
                  <a:pos x="T4" y="T5"/>
                </a:cxn>
                <a:cxn ang="0">
                  <a:pos x="T6" y="T7"/>
                </a:cxn>
                <a:cxn ang="0">
                  <a:pos x="T8" y="T9"/>
                </a:cxn>
                <a:cxn ang="0">
                  <a:pos x="T10" y="T11"/>
                </a:cxn>
              </a:cxnLst>
              <a:rect l="0" t="0" r="r" b="b"/>
              <a:pathLst>
                <a:path w="864" h="1353">
                  <a:moveTo>
                    <a:pt x="864" y="1353"/>
                  </a:moveTo>
                  <a:cubicBezTo>
                    <a:pt x="24" y="1353"/>
                    <a:pt x="24" y="1353"/>
                    <a:pt x="24" y="1353"/>
                  </a:cubicBezTo>
                  <a:cubicBezTo>
                    <a:pt x="11" y="1353"/>
                    <a:pt x="0" y="1342"/>
                    <a:pt x="0" y="1329"/>
                  </a:cubicBezTo>
                  <a:cubicBezTo>
                    <a:pt x="0" y="0"/>
                    <a:pt x="0" y="0"/>
                    <a:pt x="0" y="0"/>
                  </a:cubicBezTo>
                  <a:cubicBezTo>
                    <a:pt x="864" y="0"/>
                    <a:pt x="864" y="0"/>
                    <a:pt x="864" y="0"/>
                  </a:cubicBezTo>
                  <a:lnTo>
                    <a:pt x="864" y="1353"/>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167" name="Freeform 52"/>
            <p:cNvSpPr/>
            <p:nvPr>
              <p:custDataLst>
                <p:tags r:id="rId14"/>
              </p:custDataLst>
            </p:nvPr>
          </p:nvSpPr>
          <p:spPr bwMode="auto">
            <a:xfrm>
              <a:off x="1209675" y="1364615"/>
              <a:ext cx="4216400" cy="232410"/>
            </a:xfrm>
            <a:custGeom>
              <a:avLst/>
              <a:gdLst>
                <a:gd name="T0" fmla="*/ 5 w 2600"/>
                <a:gd name="T1" fmla="*/ 143 h 143"/>
                <a:gd name="T2" fmla="*/ 2598 w 2600"/>
                <a:gd name="T3" fmla="*/ 143 h 143"/>
                <a:gd name="T4" fmla="*/ 2598 w 2600"/>
                <a:gd name="T5" fmla="*/ 93 h 143"/>
                <a:gd name="T6" fmla="*/ 2569 w 2600"/>
                <a:gd name="T7" fmla="*/ 27 h 143"/>
                <a:gd name="T8" fmla="*/ 2504 w 2600"/>
                <a:gd name="T9" fmla="*/ 3 h 143"/>
                <a:gd name="T10" fmla="*/ 103 w 2600"/>
                <a:gd name="T11" fmla="*/ 3 h 143"/>
                <a:gd name="T12" fmla="*/ 34 w 2600"/>
                <a:gd name="T13" fmla="*/ 29 h 143"/>
                <a:gd name="T14" fmla="*/ 5 w 2600"/>
                <a:gd name="T15" fmla="*/ 104 h 143"/>
                <a:gd name="T16" fmla="*/ 5 w 2600"/>
                <a:gd name="T17" fmla="*/ 143 h 1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600" h="143">
                  <a:moveTo>
                    <a:pt x="5" y="143"/>
                  </a:moveTo>
                  <a:cubicBezTo>
                    <a:pt x="2598" y="143"/>
                    <a:pt x="2598" y="143"/>
                    <a:pt x="2598" y="143"/>
                  </a:cubicBezTo>
                  <a:cubicBezTo>
                    <a:pt x="2598" y="93"/>
                    <a:pt x="2598" y="93"/>
                    <a:pt x="2598" y="93"/>
                  </a:cubicBezTo>
                  <a:cubicBezTo>
                    <a:pt x="2598" y="93"/>
                    <a:pt x="2600" y="52"/>
                    <a:pt x="2569" y="27"/>
                  </a:cubicBezTo>
                  <a:cubicBezTo>
                    <a:pt x="2538" y="3"/>
                    <a:pt x="2511" y="3"/>
                    <a:pt x="2504" y="3"/>
                  </a:cubicBezTo>
                  <a:cubicBezTo>
                    <a:pt x="2498" y="3"/>
                    <a:pt x="103" y="3"/>
                    <a:pt x="103" y="3"/>
                  </a:cubicBezTo>
                  <a:cubicBezTo>
                    <a:pt x="103" y="3"/>
                    <a:pt x="68" y="0"/>
                    <a:pt x="34" y="29"/>
                  </a:cubicBezTo>
                  <a:cubicBezTo>
                    <a:pt x="0" y="58"/>
                    <a:pt x="5" y="104"/>
                    <a:pt x="5" y="104"/>
                  </a:cubicBezTo>
                  <a:lnTo>
                    <a:pt x="5" y="143"/>
                  </a:lnTo>
                  <a:close/>
                </a:path>
              </a:pathLst>
            </a:custGeom>
            <a:solidFill>
              <a:srgbClr val="34525C"/>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168" name="Freeform 131"/>
            <p:cNvSpPr/>
            <p:nvPr>
              <p:custDataLst>
                <p:tags r:id="rId15"/>
              </p:custDataLst>
            </p:nvPr>
          </p:nvSpPr>
          <p:spPr bwMode="auto">
            <a:xfrm>
              <a:off x="1292225" y="1665605"/>
              <a:ext cx="1253490" cy="1014730"/>
            </a:xfrm>
            <a:custGeom>
              <a:avLst/>
              <a:gdLst>
                <a:gd name="T0" fmla="*/ 646 w 773"/>
                <a:gd name="T1" fmla="*/ 624 h 626"/>
                <a:gd name="T2" fmla="*/ 12 w 773"/>
                <a:gd name="T3" fmla="*/ 502 h 626"/>
                <a:gd name="T4" fmla="*/ 2 w 773"/>
                <a:gd name="T5" fmla="*/ 487 h 626"/>
                <a:gd name="T6" fmla="*/ 112 w 773"/>
                <a:gd name="T7" fmla="*/ 11 h 626"/>
                <a:gd name="T8" fmla="*/ 128 w 773"/>
                <a:gd name="T9" fmla="*/ 1 h 626"/>
                <a:gd name="T10" fmla="*/ 761 w 773"/>
                <a:gd name="T11" fmla="*/ 124 h 626"/>
                <a:gd name="T12" fmla="*/ 772 w 773"/>
                <a:gd name="T13" fmla="*/ 138 h 626"/>
                <a:gd name="T14" fmla="*/ 662 w 773"/>
                <a:gd name="T15" fmla="*/ 615 h 626"/>
                <a:gd name="T16" fmla="*/ 646 w 773"/>
                <a:gd name="T17" fmla="*/ 624 h 6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73" h="626">
                  <a:moveTo>
                    <a:pt x="646" y="624"/>
                  </a:moveTo>
                  <a:cubicBezTo>
                    <a:pt x="12" y="502"/>
                    <a:pt x="12" y="502"/>
                    <a:pt x="12" y="502"/>
                  </a:cubicBezTo>
                  <a:cubicBezTo>
                    <a:pt x="5" y="500"/>
                    <a:pt x="0" y="494"/>
                    <a:pt x="2" y="487"/>
                  </a:cubicBezTo>
                  <a:cubicBezTo>
                    <a:pt x="112" y="11"/>
                    <a:pt x="112" y="11"/>
                    <a:pt x="112" y="11"/>
                  </a:cubicBezTo>
                  <a:cubicBezTo>
                    <a:pt x="113" y="4"/>
                    <a:pt x="120" y="0"/>
                    <a:pt x="128" y="1"/>
                  </a:cubicBezTo>
                  <a:cubicBezTo>
                    <a:pt x="761" y="124"/>
                    <a:pt x="761" y="124"/>
                    <a:pt x="761" y="124"/>
                  </a:cubicBezTo>
                  <a:cubicBezTo>
                    <a:pt x="768" y="125"/>
                    <a:pt x="773" y="132"/>
                    <a:pt x="772" y="138"/>
                  </a:cubicBezTo>
                  <a:cubicBezTo>
                    <a:pt x="662" y="615"/>
                    <a:pt x="662" y="615"/>
                    <a:pt x="662" y="615"/>
                  </a:cubicBezTo>
                  <a:cubicBezTo>
                    <a:pt x="660" y="622"/>
                    <a:pt x="653" y="626"/>
                    <a:pt x="646" y="624"/>
                  </a:cubicBezTo>
                  <a:close/>
                </a:path>
              </a:pathLst>
            </a:custGeom>
            <a:solidFill>
              <a:srgbClr val="FADD74"/>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169" name="Freeform 43"/>
            <p:cNvSpPr/>
            <p:nvPr>
              <p:custDataLst>
                <p:tags r:id="rId16"/>
              </p:custDataLst>
            </p:nvPr>
          </p:nvSpPr>
          <p:spPr bwMode="auto">
            <a:xfrm>
              <a:off x="3152775" y="5510530"/>
              <a:ext cx="74295" cy="117475"/>
            </a:xfrm>
            <a:custGeom>
              <a:avLst/>
              <a:gdLst>
                <a:gd name="T0" fmla="*/ 41 w 46"/>
                <a:gd name="T1" fmla="*/ 72 h 72"/>
                <a:gd name="T2" fmla="*/ 6 w 46"/>
                <a:gd name="T3" fmla="*/ 0 h 72"/>
                <a:gd name="T4" fmla="*/ 41 w 46"/>
                <a:gd name="T5" fmla="*/ 72 h 72"/>
              </a:gdLst>
              <a:ahLst/>
              <a:cxnLst>
                <a:cxn ang="0">
                  <a:pos x="T0" y="T1"/>
                </a:cxn>
                <a:cxn ang="0">
                  <a:pos x="T2" y="T3"/>
                </a:cxn>
                <a:cxn ang="0">
                  <a:pos x="T4" y="T5"/>
                </a:cxn>
              </a:cxnLst>
              <a:rect l="0" t="0" r="r" b="b"/>
              <a:pathLst>
                <a:path w="46" h="72">
                  <a:moveTo>
                    <a:pt x="41" y="72"/>
                  </a:moveTo>
                  <a:cubicBezTo>
                    <a:pt x="41" y="72"/>
                    <a:pt x="0" y="61"/>
                    <a:pt x="6" y="0"/>
                  </a:cubicBezTo>
                  <a:cubicBezTo>
                    <a:pt x="6" y="0"/>
                    <a:pt x="46" y="20"/>
                    <a:pt x="41" y="72"/>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170" name="Freeform 44"/>
            <p:cNvSpPr/>
            <p:nvPr>
              <p:custDataLst>
                <p:tags r:id="rId17"/>
              </p:custDataLst>
            </p:nvPr>
          </p:nvSpPr>
          <p:spPr bwMode="auto">
            <a:xfrm>
              <a:off x="3211830" y="5513070"/>
              <a:ext cx="75565" cy="114935"/>
            </a:xfrm>
            <a:custGeom>
              <a:avLst/>
              <a:gdLst>
                <a:gd name="T0" fmla="*/ 4 w 46"/>
                <a:gd name="T1" fmla="*/ 71 h 71"/>
                <a:gd name="T2" fmla="*/ 40 w 46"/>
                <a:gd name="T3" fmla="*/ 0 h 71"/>
                <a:gd name="T4" fmla="*/ 4 w 46"/>
                <a:gd name="T5" fmla="*/ 71 h 71"/>
              </a:gdLst>
              <a:ahLst/>
              <a:cxnLst>
                <a:cxn ang="0">
                  <a:pos x="T0" y="T1"/>
                </a:cxn>
                <a:cxn ang="0">
                  <a:pos x="T2" y="T3"/>
                </a:cxn>
                <a:cxn ang="0">
                  <a:pos x="T4" y="T5"/>
                </a:cxn>
              </a:cxnLst>
              <a:rect l="0" t="0" r="r" b="b"/>
              <a:pathLst>
                <a:path w="46" h="71">
                  <a:moveTo>
                    <a:pt x="4" y="71"/>
                  </a:moveTo>
                  <a:cubicBezTo>
                    <a:pt x="4" y="71"/>
                    <a:pt x="46" y="60"/>
                    <a:pt x="40" y="0"/>
                  </a:cubicBezTo>
                  <a:cubicBezTo>
                    <a:pt x="40" y="0"/>
                    <a:pt x="0" y="19"/>
                    <a:pt x="4" y="71"/>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171" name="Freeform 45"/>
            <p:cNvSpPr/>
            <p:nvPr>
              <p:custDataLst>
                <p:tags r:id="rId18"/>
              </p:custDataLst>
            </p:nvPr>
          </p:nvSpPr>
          <p:spPr bwMode="auto">
            <a:xfrm>
              <a:off x="3175635" y="5452110"/>
              <a:ext cx="93345" cy="130810"/>
            </a:xfrm>
            <a:custGeom>
              <a:avLst/>
              <a:gdLst>
                <a:gd name="T0" fmla="*/ 27 w 58"/>
                <a:gd name="T1" fmla="*/ 81 h 81"/>
                <a:gd name="T2" fmla="*/ 26 w 58"/>
                <a:gd name="T3" fmla="*/ 0 h 81"/>
                <a:gd name="T4" fmla="*/ 27 w 58"/>
                <a:gd name="T5" fmla="*/ 81 h 81"/>
              </a:gdLst>
              <a:ahLst/>
              <a:cxnLst>
                <a:cxn ang="0">
                  <a:pos x="T0" y="T1"/>
                </a:cxn>
                <a:cxn ang="0">
                  <a:pos x="T2" y="T3"/>
                </a:cxn>
                <a:cxn ang="0">
                  <a:pos x="T4" y="T5"/>
                </a:cxn>
              </a:cxnLst>
              <a:rect l="0" t="0" r="r" b="b"/>
              <a:pathLst>
                <a:path w="58" h="81">
                  <a:moveTo>
                    <a:pt x="27" y="81"/>
                  </a:moveTo>
                  <a:cubicBezTo>
                    <a:pt x="27" y="81"/>
                    <a:pt x="58" y="50"/>
                    <a:pt x="26" y="0"/>
                  </a:cubicBezTo>
                  <a:cubicBezTo>
                    <a:pt x="26" y="0"/>
                    <a:pt x="0" y="37"/>
                    <a:pt x="27" y="81"/>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172" name="Freeform 46"/>
            <p:cNvSpPr/>
            <p:nvPr>
              <p:custDataLst>
                <p:tags r:id="rId19"/>
              </p:custDataLst>
            </p:nvPr>
          </p:nvSpPr>
          <p:spPr bwMode="auto">
            <a:xfrm>
              <a:off x="5090795" y="5541645"/>
              <a:ext cx="75565" cy="118745"/>
            </a:xfrm>
            <a:custGeom>
              <a:avLst/>
              <a:gdLst>
                <a:gd name="T0" fmla="*/ 41 w 46"/>
                <a:gd name="T1" fmla="*/ 73 h 73"/>
                <a:gd name="T2" fmla="*/ 6 w 46"/>
                <a:gd name="T3" fmla="*/ 0 h 73"/>
                <a:gd name="T4" fmla="*/ 41 w 46"/>
                <a:gd name="T5" fmla="*/ 73 h 73"/>
              </a:gdLst>
              <a:ahLst/>
              <a:cxnLst>
                <a:cxn ang="0">
                  <a:pos x="T0" y="T1"/>
                </a:cxn>
                <a:cxn ang="0">
                  <a:pos x="T2" y="T3"/>
                </a:cxn>
                <a:cxn ang="0">
                  <a:pos x="T4" y="T5"/>
                </a:cxn>
              </a:cxnLst>
              <a:rect l="0" t="0" r="r" b="b"/>
              <a:pathLst>
                <a:path w="46" h="73">
                  <a:moveTo>
                    <a:pt x="41" y="73"/>
                  </a:moveTo>
                  <a:cubicBezTo>
                    <a:pt x="41" y="73"/>
                    <a:pt x="0" y="61"/>
                    <a:pt x="6" y="0"/>
                  </a:cubicBezTo>
                  <a:cubicBezTo>
                    <a:pt x="6" y="0"/>
                    <a:pt x="46" y="20"/>
                    <a:pt x="41" y="73"/>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173" name="Freeform 47"/>
            <p:cNvSpPr/>
            <p:nvPr>
              <p:custDataLst>
                <p:tags r:id="rId20"/>
              </p:custDataLst>
            </p:nvPr>
          </p:nvSpPr>
          <p:spPr bwMode="auto">
            <a:xfrm>
              <a:off x="5151755" y="5541645"/>
              <a:ext cx="74295" cy="118745"/>
            </a:xfrm>
            <a:custGeom>
              <a:avLst/>
              <a:gdLst>
                <a:gd name="T0" fmla="*/ 4 w 46"/>
                <a:gd name="T1" fmla="*/ 73 h 73"/>
                <a:gd name="T2" fmla="*/ 41 w 46"/>
                <a:gd name="T3" fmla="*/ 0 h 73"/>
                <a:gd name="T4" fmla="*/ 4 w 46"/>
                <a:gd name="T5" fmla="*/ 73 h 73"/>
              </a:gdLst>
              <a:ahLst/>
              <a:cxnLst>
                <a:cxn ang="0">
                  <a:pos x="T0" y="T1"/>
                </a:cxn>
                <a:cxn ang="0">
                  <a:pos x="T2" y="T3"/>
                </a:cxn>
                <a:cxn ang="0">
                  <a:pos x="T4" y="T5"/>
                </a:cxn>
              </a:cxnLst>
              <a:rect l="0" t="0" r="r" b="b"/>
              <a:pathLst>
                <a:path w="46" h="73">
                  <a:moveTo>
                    <a:pt x="4" y="73"/>
                  </a:moveTo>
                  <a:cubicBezTo>
                    <a:pt x="4" y="73"/>
                    <a:pt x="46" y="61"/>
                    <a:pt x="41" y="0"/>
                  </a:cubicBezTo>
                  <a:cubicBezTo>
                    <a:pt x="41" y="0"/>
                    <a:pt x="0" y="20"/>
                    <a:pt x="4" y="73"/>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174" name="Freeform 48"/>
            <p:cNvSpPr/>
            <p:nvPr>
              <p:custDataLst>
                <p:tags r:id="rId21"/>
              </p:custDataLst>
            </p:nvPr>
          </p:nvSpPr>
          <p:spPr bwMode="auto">
            <a:xfrm>
              <a:off x="5112385" y="5481955"/>
              <a:ext cx="95885" cy="132080"/>
            </a:xfrm>
            <a:custGeom>
              <a:avLst/>
              <a:gdLst>
                <a:gd name="T0" fmla="*/ 28 w 59"/>
                <a:gd name="T1" fmla="*/ 82 h 82"/>
                <a:gd name="T2" fmla="*/ 27 w 59"/>
                <a:gd name="T3" fmla="*/ 0 h 82"/>
                <a:gd name="T4" fmla="*/ 28 w 59"/>
                <a:gd name="T5" fmla="*/ 82 h 82"/>
              </a:gdLst>
              <a:ahLst/>
              <a:cxnLst>
                <a:cxn ang="0">
                  <a:pos x="T0" y="T1"/>
                </a:cxn>
                <a:cxn ang="0">
                  <a:pos x="T2" y="T3"/>
                </a:cxn>
                <a:cxn ang="0">
                  <a:pos x="T4" y="T5"/>
                </a:cxn>
              </a:cxnLst>
              <a:rect l="0" t="0" r="r" b="b"/>
              <a:pathLst>
                <a:path w="59" h="82">
                  <a:moveTo>
                    <a:pt x="28" y="82"/>
                  </a:moveTo>
                  <a:cubicBezTo>
                    <a:pt x="28" y="82"/>
                    <a:pt x="59" y="51"/>
                    <a:pt x="27" y="0"/>
                  </a:cubicBezTo>
                  <a:cubicBezTo>
                    <a:pt x="27" y="0"/>
                    <a:pt x="0" y="37"/>
                    <a:pt x="28" y="82"/>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175" name="Oval 32"/>
            <p:cNvSpPr>
              <a:spLocks noChangeArrowheads="1"/>
            </p:cNvSpPr>
            <p:nvPr>
              <p:custDataLst>
                <p:tags r:id="rId22"/>
              </p:custDataLst>
            </p:nvPr>
          </p:nvSpPr>
          <p:spPr bwMode="auto">
            <a:xfrm>
              <a:off x="1571625" y="5694045"/>
              <a:ext cx="1558925" cy="93345"/>
            </a:xfrm>
            <a:prstGeom prst="ellipse">
              <a:avLst/>
            </a:prstGeom>
            <a:solidFill>
              <a:schemeClr val="tx2"/>
            </a:solidFill>
            <a:ln>
              <a:noFill/>
            </a:ln>
          </p:spPr>
          <p:txBody>
            <a:bodyPr vert="horz" wrap="square" lIns="68580" tIns="34290" rIns="68580" bIns="34290" numCol="1" anchor="t" anchorCtr="0" compatLnSpc="1"/>
            <a:lstStyle/>
            <a:p>
              <a:endParaRPr lang="zh-CN" altLang="en-US" sz="1350"/>
            </a:p>
          </p:txBody>
        </p:sp>
        <p:sp>
          <p:nvSpPr>
            <p:cNvPr id="176" name="Oval 33"/>
            <p:cNvSpPr>
              <a:spLocks noChangeArrowheads="1"/>
            </p:cNvSpPr>
            <p:nvPr>
              <p:custDataLst>
                <p:tags r:id="rId23"/>
              </p:custDataLst>
            </p:nvPr>
          </p:nvSpPr>
          <p:spPr bwMode="auto">
            <a:xfrm>
              <a:off x="3864610" y="5681980"/>
              <a:ext cx="1558925" cy="94615"/>
            </a:xfrm>
            <a:prstGeom prst="ellipse">
              <a:avLst/>
            </a:prstGeom>
            <a:solidFill>
              <a:schemeClr val="tx2"/>
            </a:solidFill>
            <a:ln>
              <a:noFill/>
            </a:ln>
          </p:spPr>
          <p:txBody>
            <a:bodyPr vert="horz" wrap="square" lIns="68580" tIns="34290" rIns="68580" bIns="34290" numCol="1" anchor="t" anchorCtr="0" compatLnSpc="1"/>
            <a:lstStyle/>
            <a:p>
              <a:endParaRPr lang="zh-CN" altLang="en-US" sz="1350"/>
            </a:p>
          </p:txBody>
        </p:sp>
        <p:sp>
          <p:nvSpPr>
            <p:cNvPr id="177" name="Freeform 51"/>
            <p:cNvSpPr/>
            <p:nvPr>
              <p:custDataLst>
                <p:tags r:id="rId24"/>
              </p:custDataLst>
            </p:nvPr>
          </p:nvSpPr>
          <p:spPr bwMode="auto">
            <a:xfrm>
              <a:off x="4019550" y="1597025"/>
              <a:ext cx="1402080" cy="2191385"/>
            </a:xfrm>
            <a:custGeom>
              <a:avLst/>
              <a:gdLst>
                <a:gd name="T0" fmla="*/ 825 w 865"/>
                <a:gd name="T1" fmla="*/ 1353 h 1353"/>
                <a:gd name="T2" fmla="*/ 0 w 865"/>
                <a:gd name="T3" fmla="*/ 1353 h 1353"/>
                <a:gd name="T4" fmla="*/ 0 w 865"/>
                <a:gd name="T5" fmla="*/ 0 h 1353"/>
                <a:gd name="T6" fmla="*/ 865 w 865"/>
                <a:gd name="T7" fmla="*/ 0 h 1353"/>
                <a:gd name="T8" fmla="*/ 865 w 865"/>
                <a:gd name="T9" fmla="*/ 1313 h 1353"/>
                <a:gd name="T10" fmla="*/ 825 w 865"/>
                <a:gd name="T11" fmla="*/ 1353 h 1353"/>
              </a:gdLst>
              <a:ahLst/>
              <a:cxnLst>
                <a:cxn ang="0">
                  <a:pos x="T0" y="T1"/>
                </a:cxn>
                <a:cxn ang="0">
                  <a:pos x="T2" y="T3"/>
                </a:cxn>
                <a:cxn ang="0">
                  <a:pos x="T4" y="T5"/>
                </a:cxn>
                <a:cxn ang="0">
                  <a:pos x="T6" y="T7"/>
                </a:cxn>
                <a:cxn ang="0">
                  <a:pos x="T8" y="T9"/>
                </a:cxn>
                <a:cxn ang="0">
                  <a:pos x="T10" y="T11"/>
                </a:cxn>
              </a:cxnLst>
              <a:rect l="0" t="0" r="r" b="b"/>
              <a:pathLst>
                <a:path w="865" h="1353">
                  <a:moveTo>
                    <a:pt x="825" y="1353"/>
                  </a:moveTo>
                  <a:cubicBezTo>
                    <a:pt x="0" y="1353"/>
                    <a:pt x="0" y="1353"/>
                    <a:pt x="0" y="1353"/>
                  </a:cubicBezTo>
                  <a:cubicBezTo>
                    <a:pt x="0" y="0"/>
                    <a:pt x="0" y="0"/>
                    <a:pt x="0" y="0"/>
                  </a:cubicBezTo>
                  <a:cubicBezTo>
                    <a:pt x="865" y="0"/>
                    <a:pt x="865" y="0"/>
                    <a:pt x="865" y="0"/>
                  </a:cubicBezTo>
                  <a:cubicBezTo>
                    <a:pt x="865" y="1313"/>
                    <a:pt x="865" y="1313"/>
                    <a:pt x="865" y="1313"/>
                  </a:cubicBezTo>
                  <a:cubicBezTo>
                    <a:pt x="865" y="1335"/>
                    <a:pt x="847" y="1353"/>
                    <a:pt x="825" y="1353"/>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178" name="Oval 53"/>
            <p:cNvSpPr>
              <a:spLocks noChangeArrowheads="1"/>
            </p:cNvSpPr>
            <p:nvPr>
              <p:custDataLst>
                <p:tags r:id="rId25"/>
              </p:custDataLst>
            </p:nvPr>
          </p:nvSpPr>
          <p:spPr bwMode="auto">
            <a:xfrm>
              <a:off x="1416685" y="1444625"/>
              <a:ext cx="83820" cy="78105"/>
            </a:xfrm>
            <a:prstGeom prst="ellipse">
              <a:avLst/>
            </a:prstGeom>
            <a:solidFill>
              <a:srgbClr val="E6332A"/>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179" name="Oval 54"/>
            <p:cNvSpPr>
              <a:spLocks noChangeArrowheads="1"/>
            </p:cNvSpPr>
            <p:nvPr>
              <p:custDataLst>
                <p:tags r:id="rId26"/>
              </p:custDataLst>
            </p:nvPr>
          </p:nvSpPr>
          <p:spPr bwMode="auto">
            <a:xfrm>
              <a:off x="1656715" y="1444625"/>
              <a:ext cx="86360" cy="78105"/>
            </a:xfrm>
            <a:prstGeom prst="ellipse">
              <a:avLst/>
            </a:prstGeom>
            <a:solidFill>
              <a:srgbClr val="74C8D6"/>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180" name="Oval 55"/>
            <p:cNvSpPr>
              <a:spLocks noChangeArrowheads="1"/>
            </p:cNvSpPr>
            <p:nvPr>
              <p:custDataLst>
                <p:tags r:id="rId27"/>
              </p:custDataLst>
            </p:nvPr>
          </p:nvSpPr>
          <p:spPr bwMode="auto">
            <a:xfrm>
              <a:off x="1899920" y="1444625"/>
              <a:ext cx="85090" cy="78105"/>
            </a:xfrm>
            <a:prstGeom prst="ellipse">
              <a:avLst/>
            </a:prstGeom>
            <a:solidFill>
              <a:srgbClr val="FADD74"/>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181" name="Freeform 56"/>
            <p:cNvSpPr/>
            <p:nvPr>
              <p:custDataLst>
                <p:tags r:id="rId28"/>
              </p:custDataLst>
            </p:nvPr>
          </p:nvSpPr>
          <p:spPr bwMode="auto">
            <a:xfrm>
              <a:off x="2140585" y="1424305"/>
              <a:ext cx="2831465" cy="123190"/>
            </a:xfrm>
            <a:custGeom>
              <a:avLst/>
              <a:gdLst>
                <a:gd name="T0" fmla="*/ 1738 w 1746"/>
                <a:gd name="T1" fmla="*/ 76 h 76"/>
                <a:gd name="T2" fmla="*/ 8 w 1746"/>
                <a:gd name="T3" fmla="*/ 76 h 76"/>
                <a:gd name="T4" fmla="*/ 0 w 1746"/>
                <a:gd name="T5" fmla="*/ 67 h 76"/>
                <a:gd name="T6" fmla="*/ 0 w 1746"/>
                <a:gd name="T7" fmla="*/ 8 h 76"/>
                <a:gd name="T8" fmla="*/ 8 w 1746"/>
                <a:gd name="T9" fmla="*/ 0 h 76"/>
                <a:gd name="T10" fmla="*/ 1738 w 1746"/>
                <a:gd name="T11" fmla="*/ 0 h 76"/>
                <a:gd name="T12" fmla="*/ 1746 w 1746"/>
                <a:gd name="T13" fmla="*/ 8 h 76"/>
                <a:gd name="T14" fmla="*/ 1746 w 1746"/>
                <a:gd name="T15" fmla="*/ 67 h 76"/>
                <a:gd name="T16" fmla="*/ 1738 w 1746"/>
                <a:gd name="T17" fmla="*/ 76 h 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46" h="76">
                  <a:moveTo>
                    <a:pt x="1738" y="76"/>
                  </a:moveTo>
                  <a:cubicBezTo>
                    <a:pt x="8" y="76"/>
                    <a:pt x="8" y="76"/>
                    <a:pt x="8" y="76"/>
                  </a:cubicBezTo>
                  <a:cubicBezTo>
                    <a:pt x="3" y="76"/>
                    <a:pt x="0" y="72"/>
                    <a:pt x="0" y="67"/>
                  </a:cubicBezTo>
                  <a:cubicBezTo>
                    <a:pt x="0" y="8"/>
                    <a:pt x="0" y="8"/>
                    <a:pt x="0" y="8"/>
                  </a:cubicBezTo>
                  <a:cubicBezTo>
                    <a:pt x="0" y="4"/>
                    <a:pt x="3" y="0"/>
                    <a:pt x="8" y="0"/>
                  </a:cubicBezTo>
                  <a:cubicBezTo>
                    <a:pt x="1738" y="0"/>
                    <a:pt x="1738" y="0"/>
                    <a:pt x="1738" y="0"/>
                  </a:cubicBezTo>
                  <a:cubicBezTo>
                    <a:pt x="1742" y="0"/>
                    <a:pt x="1746" y="4"/>
                    <a:pt x="1746" y="8"/>
                  </a:cubicBezTo>
                  <a:cubicBezTo>
                    <a:pt x="1746" y="67"/>
                    <a:pt x="1746" y="67"/>
                    <a:pt x="1746" y="67"/>
                  </a:cubicBezTo>
                  <a:cubicBezTo>
                    <a:pt x="1746" y="72"/>
                    <a:pt x="1742" y="76"/>
                    <a:pt x="1738" y="76"/>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182" name="Freeform 57"/>
            <p:cNvSpPr/>
            <p:nvPr>
              <p:custDataLst>
                <p:tags r:id="rId29"/>
              </p:custDataLst>
            </p:nvPr>
          </p:nvSpPr>
          <p:spPr bwMode="auto">
            <a:xfrm>
              <a:off x="1386840" y="2843530"/>
              <a:ext cx="1092835" cy="650875"/>
            </a:xfrm>
            <a:custGeom>
              <a:avLst/>
              <a:gdLst>
                <a:gd name="T0" fmla="*/ 660 w 674"/>
                <a:gd name="T1" fmla="*/ 402 h 402"/>
                <a:gd name="T2" fmla="*/ 14 w 674"/>
                <a:gd name="T3" fmla="*/ 402 h 402"/>
                <a:gd name="T4" fmla="*/ 0 w 674"/>
                <a:gd name="T5" fmla="*/ 388 h 402"/>
                <a:gd name="T6" fmla="*/ 0 w 674"/>
                <a:gd name="T7" fmla="*/ 15 h 402"/>
                <a:gd name="T8" fmla="*/ 14 w 674"/>
                <a:gd name="T9" fmla="*/ 0 h 402"/>
                <a:gd name="T10" fmla="*/ 660 w 674"/>
                <a:gd name="T11" fmla="*/ 0 h 402"/>
                <a:gd name="T12" fmla="*/ 674 w 674"/>
                <a:gd name="T13" fmla="*/ 15 h 402"/>
                <a:gd name="T14" fmla="*/ 674 w 674"/>
                <a:gd name="T15" fmla="*/ 388 h 402"/>
                <a:gd name="T16" fmla="*/ 660 w 674"/>
                <a:gd name="T17" fmla="*/ 402 h 4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74" h="402">
                  <a:moveTo>
                    <a:pt x="660" y="402"/>
                  </a:moveTo>
                  <a:cubicBezTo>
                    <a:pt x="14" y="402"/>
                    <a:pt x="14" y="402"/>
                    <a:pt x="14" y="402"/>
                  </a:cubicBezTo>
                  <a:cubicBezTo>
                    <a:pt x="6" y="402"/>
                    <a:pt x="0" y="396"/>
                    <a:pt x="0" y="388"/>
                  </a:cubicBezTo>
                  <a:cubicBezTo>
                    <a:pt x="0" y="15"/>
                    <a:pt x="0" y="15"/>
                    <a:pt x="0" y="15"/>
                  </a:cubicBezTo>
                  <a:cubicBezTo>
                    <a:pt x="0" y="7"/>
                    <a:pt x="6" y="0"/>
                    <a:pt x="14" y="0"/>
                  </a:cubicBezTo>
                  <a:cubicBezTo>
                    <a:pt x="660" y="0"/>
                    <a:pt x="660" y="0"/>
                    <a:pt x="660" y="0"/>
                  </a:cubicBezTo>
                  <a:cubicBezTo>
                    <a:pt x="668" y="0"/>
                    <a:pt x="674" y="7"/>
                    <a:pt x="674" y="15"/>
                  </a:cubicBezTo>
                  <a:cubicBezTo>
                    <a:pt x="674" y="388"/>
                    <a:pt x="674" y="388"/>
                    <a:pt x="674" y="388"/>
                  </a:cubicBezTo>
                  <a:cubicBezTo>
                    <a:pt x="674" y="396"/>
                    <a:pt x="668" y="402"/>
                    <a:pt x="660" y="402"/>
                  </a:cubicBezTo>
                  <a:close/>
                </a:path>
              </a:pathLst>
            </a:custGeom>
            <a:solidFill>
              <a:srgbClr val="DADADA"/>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183" name="Rectangle 58"/>
            <p:cNvSpPr>
              <a:spLocks noChangeArrowheads="1"/>
            </p:cNvSpPr>
            <p:nvPr>
              <p:custDataLst>
                <p:tags r:id="rId30"/>
              </p:custDataLst>
            </p:nvPr>
          </p:nvSpPr>
          <p:spPr bwMode="auto">
            <a:xfrm>
              <a:off x="1459865" y="3169285"/>
              <a:ext cx="581025" cy="71755"/>
            </a:xfrm>
            <a:prstGeom prst="rect">
              <a:avLst/>
            </a:prstGeom>
            <a:solidFill>
              <a:srgbClr val="E6332A"/>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lstStyle/>
            <a:p>
              <a:endParaRPr lang="zh-CN" altLang="en-US" sz="1350"/>
            </a:p>
          </p:txBody>
        </p:sp>
        <p:sp>
          <p:nvSpPr>
            <p:cNvPr id="184" name="Rectangle 59"/>
            <p:cNvSpPr>
              <a:spLocks noChangeArrowheads="1"/>
            </p:cNvSpPr>
            <p:nvPr>
              <p:custDataLst>
                <p:tags r:id="rId31"/>
              </p:custDataLst>
            </p:nvPr>
          </p:nvSpPr>
          <p:spPr bwMode="auto">
            <a:xfrm>
              <a:off x="1459865" y="3382645"/>
              <a:ext cx="898525" cy="71755"/>
            </a:xfrm>
            <a:prstGeom prst="rect">
              <a:avLst/>
            </a:prstGeom>
            <a:solidFill>
              <a:srgbClr val="FADD7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lstStyle/>
            <a:p>
              <a:endParaRPr lang="zh-CN" altLang="en-US" sz="1350"/>
            </a:p>
          </p:txBody>
        </p:sp>
        <p:sp>
          <p:nvSpPr>
            <p:cNvPr id="185" name="Rectangle 60"/>
            <p:cNvSpPr>
              <a:spLocks noChangeArrowheads="1"/>
            </p:cNvSpPr>
            <p:nvPr>
              <p:custDataLst>
                <p:tags r:id="rId32"/>
              </p:custDataLst>
            </p:nvPr>
          </p:nvSpPr>
          <p:spPr bwMode="auto">
            <a:xfrm>
              <a:off x="1459865" y="3278505"/>
              <a:ext cx="502285" cy="7175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lstStyle/>
            <a:p>
              <a:endParaRPr lang="zh-CN" altLang="en-US" sz="1350"/>
            </a:p>
          </p:txBody>
        </p:sp>
        <p:sp>
          <p:nvSpPr>
            <p:cNvPr id="186" name="Rectangle 61"/>
            <p:cNvSpPr>
              <a:spLocks noChangeArrowheads="1"/>
            </p:cNvSpPr>
            <p:nvPr>
              <p:custDataLst>
                <p:tags r:id="rId33"/>
              </p:custDataLst>
            </p:nvPr>
          </p:nvSpPr>
          <p:spPr bwMode="auto">
            <a:xfrm>
              <a:off x="1454150" y="2903220"/>
              <a:ext cx="278130" cy="228600"/>
            </a:xfrm>
            <a:prstGeom prst="rect">
              <a:avLst/>
            </a:prstGeom>
            <a:solidFill>
              <a:srgbClr val="00DDFE"/>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lstStyle/>
            <a:p>
              <a:endParaRPr lang="zh-CN" altLang="en-US" sz="1350"/>
            </a:p>
          </p:txBody>
        </p:sp>
        <p:sp>
          <p:nvSpPr>
            <p:cNvPr id="187" name="Rectangle 62"/>
            <p:cNvSpPr>
              <a:spLocks noChangeArrowheads="1"/>
            </p:cNvSpPr>
            <p:nvPr>
              <p:custDataLst>
                <p:tags r:id="rId34"/>
              </p:custDataLst>
            </p:nvPr>
          </p:nvSpPr>
          <p:spPr bwMode="auto">
            <a:xfrm>
              <a:off x="1783715" y="2903220"/>
              <a:ext cx="276860" cy="228600"/>
            </a:xfrm>
            <a:prstGeom prst="rect">
              <a:avLst/>
            </a:prstGeom>
            <a:solidFill>
              <a:srgbClr val="FADD7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lstStyle/>
            <a:p>
              <a:endParaRPr lang="zh-CN" altLang="en-US" sz="1350"/>
            </a:p>
          </p:txBody>
        </p:sp>
        <p:sp>
          <p:nvSpPr>
            <p:cNvPr id="188" name="Rectangle 63"/>
            <p:cNvSpPr>
              <a:spLocks noChangeArrowheads="1"/>
            </p:cNvSpPr>
            <p:nvPr>
              <p:custDataLst>
                <p:tags r:id="rId35"/>
              </p:custDataLst>
            </p:nvPr>
          </p:nvSpPr>
          <p:spPr bwMode="auto">
            <a:xfrm>
              <a:off x="2113915" y="2903220"/>
              <a:ext cx="276860" cy="228600"/>
            </a:xfrm>
            <a:prstGeom prst="rect">
              <a:avLst/>
            </a:prstGeom>
            <a:solidFill>
              <a:srgbClr val="34525C"/>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lstStyle/>
            <a:p>
              <a:endParaRPr lang="zh-CN" altLang="en-US" sz="1350"/>
            </a:p>
          </p:txBody>
        </p:sp>
        <p:sp>
          <p:nvSpPr>
            <p:cNvPr id="189" name="Freeform 64"/>
            <p:cNvSpPr/>
            <p:nvPr>
              <p:custDataLst>
                <p:tags r:id="rId36"/>
              </p:custDataLst>
            </p:nvPr>
          </p:nvSpPr>
          <p:spPr bwMode="auto">
            <a:xfrm>
              <a:off x="4175125" y="1726565"/>
              <a:ext cx="1094105" cy="648335"/>
            </a:xfrm>
            <a:custGeom>
              <a:avLst/>
              <a:gdLst>
                <a:gd name="T0" fmla="*/ 660 w 675"/>
                <a:gd name="T1" fmla="*/ 401 h 401"/>
                <a:gd name="T2" fmla="*/ 15 w 675"/>
                <a:gd name="T3" fmla="*/ 401 h 401"/>
                <a:gd name="T4" fmla="*/ 0 w 675"/>
                <a:gd name="T5" fmla="*/ 387 h 401"/>
                <a:gd name="T6" fmla="*/ 0 w 675"/>
                <a:gd name="T7" fmla="*/ 14 h 401"/>
                <a:gd name="T8" fmla="*/ 15 w 675"/>
                <a:gd name="T9" fmla="*/ 0 h 401"/>
                <a:gd name="T10" fmla="*/ 660 w 675"/>
                <a:gd name="T11" fmla="*/ 0 h 401"/>
                <a:gd name="T12" fmla="*/ 675 w 675"/>
                <a:gd name="T13" fmla="*/ 14 h 401"/>
                <a:gd name="T14" fmla="*/ 675 w 675"/>
                <a:gd name="T15" fmla="*/ 387 h 401"/>
                <a:gd name="T16" fmla="*/ 660 w 675"/>
                <a:gd name="T17" fmla="*/ 401 h 4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75" h="401">
                  <a:moveTo>
                    <a:pt x="660" y="401"/>
                  </a:moveTo>
                  <a:cubicBezTo>
                    <a:pt x="15" y="401"/>
                    <a:pt x="15" y="401"/>
                    <a:pt x="15" y="401"/>
                  </a:cubicBezTo>
                  <a:cubicBezTo>
                    <a:pt x="7" y="401"/>
                    <a:pt x="0" y="395"/>
                    <a:pt x="0" y="387"/>
                  </a:cubicBezTo>
                  <a:cubicBezTo>
                    <a:pt x="0" y="14"/>
                    <a:pt x="0" y="14"/>
                    <a:pt x="0" y="14"/>
                  </a:cubicBezTo>
                  <a:cubicBezTo>
                    <a:pt x="0" y="6"/>
                    <a:pt x="7" y="0"/>
                    <a:pt x="15" y="0"/>
                  </a:cubicBezTo>
                  <a:cubicBezTo>
                    <a:pt x="660" y="0"/>
                    <a:pt x="660" y="0"/>
                    <a:pt x="660" y="0"/>
                  </a:cubicBezTo>
                  <a:cubicBezTo>
                    <a:pt x="668" y="0"/>
                    <a:pt x="675" y="6"/>
                    <a:pt x="675" y="14"/>
                  </a:cubicBezTo>
                  <a:cubicBezTo>
                    <a:pt x="675" y="387"/>
                    <a:pt x="675" y="387"/>
                    <a:pt x="675" y="387"/>
                  </a:cubicBezTo>
                  <a:cubicBezTo>
                    <a:pt x="675" y="395"/>
                    <a:pt x="668" y="401"/>
                    <a:pt x="660" y="401"/>
                  </a:cubicBezTo>
                  <a:close/>
                </a:path>
              </a:pathLst>
            </a:custGeom>
            <a:solidFill>
              <a:srgbClr val="DADADA"/>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190" name="Rectangle 65"/>
            <p:cNvSpPr>
              <a:spLocks noChangeArrowheads="1"/>
            </p:cNvSpPr>
            <p:nvPr>
              <p:custDataLst>
                <p:tags r:id="rId37"/>
              </p:custDataLst>
            </p:nvPr>
          </p:nvSpPr>
          <p:spPr bwMode="auto">
            <a:xfrm>
              <a:off x="4249420" y="2049780"/>
              <a:ext cx="581025" cy="71755"/>
            </a:xfrm>
            <a:prstGeom prst="rect">
              <a:avLst/>
            </a:prstGeom>
            <a:solidFill>
              <a:srgbClr val="E6332A"/>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lstStyle/>
            <a:p>
              <a:endParaRPr lang="zh-CN" altLang="en-US" sz="1350"/>
            </a:p>
          </p:txBody>
        </p:sp>
        <p:sp>
          <p:nvSpPr>
            <p:cNvPr id="191" name="Rectangle 66"/>
            <p:cNvSpPr>
              <a:spLocks noChangeArrowheads="1"/>
            </p:cNvSpPr>
            <p:nvPr>
              <p:custDataLst>
                <p:tags r:id="rId38"/>
              </p:custDataLst>
            </p:nvPr>
          </p:nvSpPr>
          <p:spPr bwMode="auto">
            <a:xfrm>
              <a:off x="4249420" y="2264410"/>
              <a:ext cx="897255" cy="70485"/>
            </a:xfrm>
            <a:prstGeom prst="rect">
              <a:avLst/>
            </a:prstGeom>
            <a:solidFill>
              <a:srgbClr val="FADD7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lstStyle/>
            <a:p>
              <a:endParaRPr lang="zh-CN" altLang="en-US" sz="1350"/>
            </a:p>
          </p:txBody>
        </p:sp>
        <p:sp>
          <p:nvSpPr>
            <p:cNvPr id="192" name="Rectangle 67"/>
            <p:cNvSpPr>
              <a:spLocks noChangeArrowheads="1"/>
            </p:cNvSpPr>
            <p:nvPr>
              <p:custDataLst>
                <p:tags r:id="rId39"/>
              </p:custDataLst>
            </p:nvPr>
          </p:nvSpPr>
          <p:spPr bwMode="auto">
            <a:xfrm>
              <a:off x="4249420" y="2160270"/>
              <a:ext cx="504190" cy="7175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lstStyle/>
            <a:p>
              <a:endParaRPr lang="zh-CN" altLang="en-US" sz="1350"/>
            </a:p>
          </p:txBody>
        </p:sp>
        <p:sp>
          <p:nvSpPr>
            <p:cNvPr id="193" name="Rectangle 68"/>
            <p:cNvSpPr>
              <a:spLocks noChangeArrowheads="1"/>
            </p:cNvSpPr>
            <p:nvPr>
              <p:custDataLst>
                <p:tags r:id="rId40"/>
              </p:custDataLst>
            </p:nvPr>
          </p:nvSpPr>
          <p:spPr bwMode="auto">
            <a:xfrm>
              <a:off x="4245610" y="1786255"/>
              <a:ext cx="275590" cy="226695"/>
            </a:xfrm>
            <a:prstGeom prst="rect">
              <a:avLst/>
            </a:prstGeom>
            <a:solidFill>
              <a:srgbClr val="00DDFE"/>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lstStyle/>
            <a:p>
              <a:endParaRPr lang="zh-CN" altLang="en-US" sz="1350"/>
            </a:p>
          </p:txBody>
        </p:sp>
        <p:sp>
          <p:nvSpPr>
            <p:cNvPr id="194" name="Rectangle 69"/>
            <p:cNvSpPr>
              <a:spLocks noChangeArrowheads="1"/>
            </p:cNvSpPr>
            <p:nvPr>
              <p:custDataLst>
                <p:tags r:id="rId41"/>
              </p:custDataLst>
            </p:nvPr>
          </p:nvSpPr>
          <p:spPr bwMode="auto">
            <a:xfrm>
              <a:off x="4573905" y="1786255"/>
              <a:ext cx="276860" cy="226695"/>
            </a:xfrm>
            <a:prstGeom prst="rect">
              <a:avLst/>
            </a:prstGeom>
            <a:solidFill>
              <a:srgbClr val="FADD7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lstStyle/>
            <a:p>
              <a:endParaRPr lang="zh-CN" altLang="en-US" sz="1350"/>
            </a:p>
          </p:txBody>
        </p:sp>
        <p:sp>
          <p:nvSpPr>
            <p:cNvPr id="195" name="Rectangle 70"/>
            <p:cNvSpPr>
              <a:spLocks noChangeArrowheads="1"/>
            </p:cNvSpPr>
            <p:nvPr>
              <p:custDataLst>
                <p:tags r:id="rId42"/>
              </p:custDataLst>
            </p:nvPr>
          </p:nvSpPr>
          <p:spPr bwMode="auto">
            <a:xfrm>
              <a:off x="4903470" y="1786255"/>
              <a:ext cx="275590" cy="226695"/>
            </a:xfrm>
            <a:prstGeom prst="rect">
              <a:avLst/>
            </a:prstGeom>
            <a:solidFill>
              <a:srgbClr val="34525C"/>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lstStyle/>
            <a:p>
              <a:endParaRPr lang="zh-CN" altLang="en-US" sz="1350"/>
            </a:p>
          </p:txBody>
        </p:sp>
        <p:sp>
          <p:nvSpPr>
            <p:cNvPr id="196" name="Freeform 71"/>
            <p:cNvSpPr/>
            <p:nvPr>
              <p:custDataLst>
                <p:tags r:id="rId43"/>
              </p:custDataLst>
            </p:nvPr>
          </p:nvSpPr>
          <p:spPr bwMode="auto">
            <a:xfrm>
              <a:off x="2856865" y="3112770"/>
              <a:ext cx="371475" cy="554990"/>
            </a:xfrm>
            <a:custGeom>
              <a:avLst/>
              <a:gdLst>
                <a:gd name="T0" fmla="*/ 0 w 275"/>
                <a:gd name="T1" fmla="*/ 319 h 411"/>
                <a:gd name="T2" fmla="*/ 113 w 275"/>
                <a:gd name="T3" fmla="*/ 253 h 411"/>
                <a:gd name="T4" fmla="*/ 230 w 275"/>
                <a:gd name="T5" fmla="*/ 0 h 411"/>
                <a:gd name="T6" fmla="*/ 275 w 275"/>
                <a:gd name="T7" fmla="*/ 11 h 411"/>
                <a:gd name="T8" fmla="*/ 177 w 275"/>
                <a:gd name="T9" fmla="*/ 283 h 411"/>
                <a:gd name="T10" fmla="*/ 50 w 275"/>
                <a:gd name="T11" fmla="*/ 411 h 411"/>
                <a:gd name="T12" fmla="*/ 0 w 275"/>
                <a:gd name="T13" fmla="*/ 319 h 411"/>
              </a:gdLst>
              <a:ahLst/>
              <a:cxnLst>
                <a:cxn ang="0">
                  <a:pos x="T0" y="T1"/>
                </a:cxn>
                <a:cxn ang="0">
                  <a:pos x="T2" y="T3"/>
                </a:cxn>
                <a:cxn ang="0">
                  <a:pos x="T4" y="T5"/>
                </a:cxn>
                <a:cxn ang="0">
                  <a:pos x="T6" y="T7"/>
                </a:cxn>
                <a:cxn ang="0">
                  <a:pos x="T8" y="T9"/>
                </a:cxn>
                <a:cxn ang="0">
                  <a:pos x="T10" y="T11"/>
                </a:cxn>
                <a:cxn ang="0">
                  <a:pos x="T12" y="T13"/>
                </a:cxn>
              </a:cxnLst>
              <a:rect l="0" t="0" r="r" b="b"/>
              <a:pathLst>
                <a:path w="275" h="411">
                  <a:moveTo>
                    <a:pt x="0" y="319"/>
                  </a:moveTo>
                  <a:lnTo>
                    <a:pt x="113" y="253"/>
                  </a:lnTo>
                  <a:lnTo>
                    <a:pt x="230" y="0"/>
                  </a:lnTo>
                  <a:lnTo>
                    <a:pt x="275" y="11"/>
                  </a:lnTo>
                  <a:lnTo>
                    <a:pt x="177" y="283"/>
                  </a:lnTo>
                  <a:lnTo>
                    <a:pt x="50" y="411"/>
                  </a:lnTo>
                  <a:lnTo>
                    <a:pt x="0" y="319"/>
                  </a:lnTo>
                  <a:close/>
                </a:path>
              </a:pathLst>
            </a:custGeom>
            <a:solidFill>
              <a:srgbClr val="FFE7C5"/>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197" name="Freeform 72"/>
            <p:cNvSpPr/>
            <p:nvPr>
              <p:custDataLst>
                <p:tags r:id="rId44"/>
              </p:custDataLst>
            </p:nvPr>
          </p:nvSpPr>
          <p:spPr bwMode="auto">
            <a:xfrm>
              <a:off x="2560955" y="1791335"/>
              <a:ext cx="1238885" cy="1332230"/>
            </a:xfrm>
            <a:custGeom>
              <a:avLst/>
              <a:gdLst>
                <a:gd name="T0" fmla="*/ 650 w 764"/>
                <a:gd name="T1" fmla="*/ 822 h 823"/>
                <a:gd name="T2" fmla="*/ 12 w 764"/>
                <a:gd name="T3" fmla="*/ 749 h 823"/>
                <a:gd name="T4" fmla="*/ 1 w 764"/>
                <a:gd name="T5" fmla="*/ 735 h 823"/>
                <a:gd name="T6" fmla="*/ 99 w 764"/>
                <a:gd name="T7" fmla="*/ 12 h 823"/>
                <a:gd name="T8" fmla="*/ 115 w 764"/>
                <a:gd name="T9" fmla="*/ 1 h 823"/>
                <a:gd name="T10" fmla="*/ 752 w 764"/>
                <a:gd name="T11" fmla="*/ 74 h 823"/>
                <a:gd name="T12" fmla="*/ 763 w 764"/>
                <a:gd name="T13" fmla="*/ 88 h 823"/>
                <a:gd name="T14" fmla="*/ 665 w 764"/>
                <a:gd name="T15" fmla="*/ 811 h 823"/>
                <a:gd name="T16" fmla="*/ 650 w 764"/>
                <a:gd name="T17" fmla="*/ 822 h 8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64" h="823">
                  <a:moveTo>
                    <a:pt x="650" y="822"/>
                  </a:moveTo>
                  <a:cubicBezTo>
                    <a:pt x="12" y="749"/>
                    <a:pt x="12" y="749"/>
                    <a:pt x="12" y="749"/>
                  </a:cubicBezTo>
                  <a:cubicBezTo>
                    <a:pt x="5" y="748"/>
                    <a:pt x="0" y="742"/>
                    <a:pt x="1" y="735"/>
                  </a:cubicBezTo>
                  <a:cubicBezTo>
                    <a:pt x="99" y="12"/>
                    <a:pt x="99" y="12"/>
                    <a:pt x="99" y="12"/>
                  </a:cubicBezTo>
                  <a:cubicBezTo>
                    <a:pt x="100" y="5"/>
                    <a:pt x="107" y="0"/>
                    <a:pt x="115" y="1"/>
                  </a:cubicBezTo>
                  <a:cubicBezTo>
                    <a:pt x="752" y="74"/>
                    <a:pt x="752" y="74"/>
                    <a:pt x="752" y="74"/>
                  </a:cubicBezTo>
                  <a:cubicBezTo>
                    <a:pt x="759" y="75"/>
                    <a:pt x="764" y="82"/>
                    <a:pt x="763" y="88"/>
                  </a:cubicBezTo>
                  <a:cubicBezTo>
                    <a:pt x="665" y="811"/>
                    <a:pt x="665" y="811"/>
                    <a:pt x="665" y="811"/>
                  </a:cubicBezTo>
                  <a:cubicBezTo>
                    <a:pt x="664" y="818"/>
                    <a:pt x="657" y="823"/>
                    <a:pt x="650" y="822"/>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198" name="Freeform 73"/>
            <p:cNvSpPr/>
            <p:nvPr>
              <p:custDataLst>
                <p:tags r:id="rId45"/>
              </p:custDataLst>
            </p:nvPr>
          </p:nvSpPr>
          <p:spPr bwMode="auto">
            <a:xfrm>
              <a:off x="2739390" y="2301875"/>
              <a:ext cx="899795" cy="177165"/>
            </a:xfrm>
            <a:custGeom>
              <a:avLst/>
              <a:gdLst>
                <a:gd name="T0" fmla="*/ 659 w 666"/>
                <a:gd name="T1" fmla="*/ 131 h 131"/>
                <a:gd name="T2" fmla="*/ 0 w 666"/>
                <a:gd name="T3" fmla="*/ 52 h 131"/>
                <a:gd name="T4" fmla="*/ 8 w 666"/>
                <a:gd name="T5" fmla="*/ 0 h 131"/>
                <a:gd name="T6" fmla="*/ 666 w 666"/>
                <a:gd name="T7" fmla="*/ 80 h 131"/>
                <a:gd name="T8" fmla="*/ 659 w 666"/>
                <a:gd name="T9" fmla="*/ 131 h 131"/>
              </a:gdLst>
              <a:ahLst/>
              <a:cxnLst>
                <a:cxn ang="0">
                  <a:pos x="T0" y="T1"/>
                </a:cxn>
                <a:cxn ang="0">
                  <a:pos x="T2" y="T3"/>
                </a:cxn>
                <a:cxn ang="0">
                  <a:pos x="T4" y="T5"/>
                </a:cxn>
                <a:cxn ang="0">
                  <a:pos x="T6" y="T7"/>
                </a:cxn>
                <a:cxn ang="0">
                  <a:pos x="T8" y="T9"/>
                </a:cxn>
              </a:cxnLst>
              <a:rect l="0" t="0" r="r" b="b"/>
              <a:pathLst>
                <a:path w="666" h="131">
                  <a:moveTo>
                    <a:pt x="659" y="131"/>
                  </a:moveTo>
                  <a:lnTo>
                    <a:pt x="0" y="52"/>
                  </a:lnTo>
                  <a:lnTo>
                    <a:pt x="8" y="0"/>
                  </a:lnTo>
                  <a:lnTo>
                    <a:pt x="666" y="80"/>
                  </a:lnTo>
                  <a:lnTo>
                    <a:pt x="659" y="131"/>
                  </a:lnTo>
                  <a:close/>
                </a:path>
              </a:pathLst>
            </a:custGeom>
            <a:solidFill>
              <a:srgbClr val="DADADA"/>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199" name="Freeform 74"/>
            <p:cNvSpPr/>
            <p:nvPr>
              <p:custDataLst>
                <p:tags r:id="rId46"/>
              </p:custDataLst>
            </p:nvPr>
          </p:nvSpPr>
          <p:spPr bwMode="auto">
            <a:xfrm>
              <a:off x="2721610" y="2432050"/>
              <a:ext cx="433705" cy="121285"/>
            </a:xfrm>
            <a:custGeom>
              <a:avLst/>
              <a:gdLst>
                <a:gd name="T0" fmla="*/ 314 w 321"/>
                <a:gd name="T1" fmla="*/ 90 h 90"/>
                <a:gd name="T2" fmla="*/ 0 w 321"/>
                <a:gd name="T3" fmla="*/ 52 h 90"/>
                <a:gd name="T4" fmla="*/ 7 w 321"/>
                <a:gd name="T5" fmla="*/ 0 h 90"/>
                <a:gd name="T6" fmla="*/ 321 w 321"/>
                <a:gd name="T7" fmla="*/ 39 h 90"/>
                <a:gd name="T8" fmla="*/ 314 w 321"/>
                <a:gd name="T9" fmla="*/ 90 h 90"/>
              </a:gdLst>
              <a:ahLst/>
              <a:cxnLst>
                <a:cxn ang="0">
                  <a:pos x="T0" y="T1"/>
                </a:cxn>
                <a:cxn ang="0">
                  <a:pos x="T2" y="T3"/>
                </a:cxn>
                <a:cxn ang="0">
                  <a:pos x="T4" y="T5"/>
                </a:cxn>
                <a:cxn ang="0">
                  <a:pos x="T6" y="T7"/>
                </a:cxn>
                <a:cxn ang="0">
                  <a:pos x="T8" y="T9"/>
                </a:cxn>
              </a:cxnLst>
              <a:rect l="0" t="0" r="r" b="b"/>
              <a:pathLst>
                <a:path w="321" h="90">
                  <a:moveTo>
                    <a:pt x="314" y="90"/>
                  </a:moveTo>
                  <a:lnTo>
                    <a:pt x="0" y="52"/>
                  </a:lnTo>
                  <a:lnTo>
                    <a:pt x="7" y="0"/>
                  </a:lnTo>
                  <a:lnTo>
                    <a:pt x="321" y="39"/>
                  </a:lnTo>
                  <a:lnTo>
                    <a:pt x="314" y="90"/>
                  </a:lnTo>
                  <a:close/>
                </a:path>
              </a:pathLst>
            </a:custGeom>
            <a:solidFill>
              <a:srgbClr val="DADADA"/>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200" name="Freeform 75"/>
            <p:cNvSpPr/>
            <p:nvPr>
              <p:custDataLst>
                <p:tags r:id="rId47"/>
              </p:custDataLst>
            </p:nvPr>
          </p:nvSpPr>
          <p:spPr bwMode="auto">
            <a:xfrm>
              <a:off x="2701290" y="2561590"/>
              <a:ext cx="902335" cy="178435"/>
            </a:xfrm>
            <a:custGeom>
              <a:avLst/>
              <a:gdLst>
                <a:gd name="T0" fmla="*/ 659 w 668"/>
                <a:gd name="T1" fmla="*/ 132 h 132"/>
                <a:gd name="T2" fmla="*/ 0 w 668"/>
                <a:gd name="T3" fmla="*/ 53 h 132"/>
                <a:gd name="T4" fmla="*/ 9 w 668"/>
                <a:gd name="T5" fmla="*/ 0 h 132"/>
                <a:gd name="T6" fmla="*/ 668 w 668"/>
                <a:gd name="T7" fmla="*/ 79 h 132"/>
                <a:gd name="T8" fmla="*/ 659 w 668"/>
                <a:gd name="T9" fmla="*/ 132 h 132"/>
              </a:gdLst>
              <a:ahLst/>
              <a:cxnLst>
                <a:cxn ang="0">
                  <a:pos x="T0" y="T1"/>
                </a:cxn>
                <a:cxn ang="0">
                  <a:pos x="T2" y="T3"/>
                </a:cxn>
                <a:cxn ang="0">
                  <a:pos x="T4" y="T5"/>
                </a:cxn>
                <a:cxn ang="0">
                  <a:pos x="T6" y="T7"/>
                </a:cxn>
                <a:cxn ang="0">
                  <a:pos x="T8" y="T9"/>
                </a:cxn>
              </a:cxnLst>
              <a:rect l="0" t="0" r="r" b="b"/>
              <a:pathLst>
                <a:path w="668" h="132">
                  <a:moveTo>
                    <a:pt x="659" y="132"/>
                  </a:moveTo>
                  <a:lnTo>
                    <a:pt x="0" y="53"/>
                  </a:lnTo>
                  <a:lnTo>
                    <a:pt x="9" y="0"/>
                  </a:lnTo>
                  <a:lnTo>
                    <a:pt x="668" y="79"/>
                  </a:lnTo>
                  <a:lnTo>
                    <a:pt x="659" y="132"/>
                  </a:lnTo>
                  <a:close/>
                </a:path>
              </a:pathLst>
            </a:custGeom>
            <a:solidFill>
              <a:srgbClr val="FADD74"/>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201" name="Freeform 76"/>
            <p:cNvSpPr/>
            <p:nvPr>
              <p:custDataLst>
                <p:tags r:id="rId48"/>
              </p:custDataLst>
            </p:nvPr>
          </p:nvSpPr>
          <p:spPr bwMode="auto">
            <a:xfrm>
              <a:off x="2683510" y="2692400"/>
              <a:ext cx="899795" cy="177165"/>
            </a:xfrm>
            <a:custGeom>
              <a:avLst/>
              <a:gdLst>
                <a:gd name="T0" fmla="*/ 659 w 666"/>
                <a:gd name="T1" fmla="*/ 131 h 131"/>
                <a:gd name="T2" fmla="*/ 0 w 666"/>
                <a:gd name="T3" fmla="*/ 52 h 131"/>
                <a:gd name="T4" fmla="*/ 7 w 666"/>
                <a:gd name="T5" fmla="*/ 0 h 131"/>
                <a:gd name="T6" fmla="*/ 666 w 666"/>
                <a:gd name="T7" fmla="*/ 80 h 131"/>
                <a:gd name="T8" fmla="*/ 659 w 666"/>
                <a:gd name="T9" fmla="*/ 131 h 131"/>
              </a:gdLst>
              <a:ahLst/>
              <a:cxnLst>
                <a:cxn ang="0">
                  <a:pos x="T0" y="T1"/>
                </a:cxn>
                <a:cxn ang="0">
                  <a:pos x="T2" y="T3"/>
                </a:cxn>
                <a:cxn ang="0">
                  <a:pos x="T4" y="T5"/>
                </a:cxn>
                <a:cxn ang="0">
                  <a:pos x="T6" y="T7"/>
                </a:cxn>
                <a:cxn ang="0">
                  <a:pos x="T8" y="T9"/>
                </a:cxn>
              </a:cxnLst>
              <a:rect l="0" t="0" r="r" b="b"/>
              <a:pathLst>
                <a:path w="666" h="131">
                  <a:moveTo>
                    <a:pt x="659" y="131"/>
                  </a:moveTo>
                  <a:lnTo>
                    <a:pt x="0" y="52"/>
                  </a:lnTo>
                  <a:lnTo>
                    <a:pt x="7" y="0"/>
                  </a:lnTo>
                  <a:lnTo>
                    <a:pt x="666" y="80"/>
                  </a:lnTo>
                  <a:lnTo>
                    <a:pt x="659" y="131"/>
                  </a:lnTo>
                  <a:close/>
                </a:path>
              </a:pathLst>
            </a:custGeom>
            <a:solidFill>
              <a:srgbClr val="DADADA"/>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202" name="Freeform 77"/>
            <p:cNvSpPr/>
            <p:nvPr>
              <p:custDataLst>
                <p:tags r:id="rId49"/>
              </p:custDataLst>
            </p:nvPr>
          </p:nvSpPr>
          <p:spPr bwMode="auto">
            <a:xfrm>
              <a:off x="2666365" y="2821940"/>
              <a:ext cx="570230" cy="137795"/>
            </a:xfrm>
            <a:custGeom>
              <a:avLst/>
              <a:gdLst>
                <a:gd name="T0" fmla="*/ 415 w 422"/>
                <a:gd name="T1" fmla="*/ 102 h 102"/>
                <a:gd name="T2" fmla="*/ 0 w 422"/>
                <a:gd name="T3" fmla="*/ 52 h 102"/>
                <a:gd name="T4" fmla="*/ 7 w 422"/>
                <a:gd name="T5" fmla="*/ 0 h 102"/>
                <a:gd name="T6" fmla="*/ 422 w 422"/>
                <a:gd name="T7" fmla="*/ 51 h 102"/>
                <a:gd name="T8" fmla="*/ 415 w 422"/>
                <a:gd name="T9" fmla="*/ 102 h 102"/>
              </a:gdLst>
              <a:ahLst/>
              <a:cxnLst>
                <a:cxn ang="0">
                  <a:pos x="T0" y="T1"/>
                </a:cxn>
                <a:cxn ang="0">
                  <a:pos x="T2" y="T3"/>
                </a:cxn>
                <a:cxn ang="0">
                  <a:pos x="T4" y="T5"/>
                </a:cxn>
                <a:cxn ang="0">
                  <a:pos x="T6" y="T7"/>
                </a:cxn>
                <a:cxn ang="0">
                  <a:pos x="T8" y="T9"/>
                </a:cxn>
              </a:cxnLst>
              <a:rect l="0" t="0" r="r" b="b"/>
              <a:pathLst>
                <a:path w="422" h="102">
                  <a:moveTo>
                    <a:pt x="415" y="102"/>
                  </a:moveTo>
                  <a:lnTo>
                    <a:pt x="0" y="52"/>
                  </a:lnTo>
                  <a:lnTo>
                    <a:pt x="7" y="0"/>
                  </a:lnTo>
                  <a:lnTo>
                    <a:pt x="422" y="51"/>
                  </a:lnTo>
                  <a:lnTo>
                    <a:pt x="415" y="102"/>
                  </a:lnTo>
                  <a:close/>
                </a:path>
              </a:pathLst>
            </a:custGeom>
            <a:solidFill>
              <a:srgbClr val="DADADA"/>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203" name="Freeform 78"/>
            <p:cNvSpPr/>
            <p:nvPr>
              <p:custDataLst>
                <p:tags r:id="rId50"/>
              </p:custDataLst>
            </p:nvPr>
          </p:nvSpPr>
          <p:spPr bwMode="auto">
            <a:xfrm>
              <a:off x="2821305" y="2141220"/>
              <a:ext cx="139065" cy="106680"/>
            </a:xfrm>
            <a:custGeom>
              <a:avLst/>
              <a:gdLst>
                <a:gd name="T0" fmla="*/ 94 w 103"/>
                <a:gd name="T1" fmla="*/ 79 h 79"/>
                <a:gd name="T2" fmla="*/ 0 w 103"/>
                <a:gd name="T3" fmla="*/ 67 h 79"/>
                <a:gd name="T4" fmla="*/ 10 w 103"/>
                <a:gd name="T5" fmla="*/ 0 h 79"/>
                <a:gd name="T6" fmla="*/ 103 w 103"/>
                <a:gd name="T7" fmla="*/ 12 h 79"/>
                <a:gd name="T8" fmla="*/ 94 w 103"/>
                <a:gd name="T9" fmla="*/ 79 h 79"/>
              </a:gdLst>
              <a:ahLst/>
              <a:cxnLst>
                <a:cxn ang="0">
                  <a:pos x="T0" y="T1"/>
                </a:cxn>
                <a:cxn ang="0">
                  <a:pos x="T2" y="T3"/>
                </a:cxn>
                <a:cxn ang="0">
                  <a:pos x="T4" y="T5"/>
                </a:cxn>
                <a:cxn ang="0">
                  <a:pos x="T6" y="T7"/>
                </a:cxn>
                <a:cxn ang="0">
                  <a:pos x="T8" y="T9"/>
                </a:cxn>
              </a:cxnLst>
              <a:rect l="0" t="0" r="r" b="b"/>
              <a:pathLst>
                <a:path w="103" h="79">
                  <a:moveTo>
                    <a:pt x="94" y="79"/>
                  </a:moveTo>
                  <a:lnTo>
                    <a:pt x="0" y="67"/>
                  </a:lnTo>
                  <a:lnTo>
                    <a:pt x="10" y="0"/>
                  </a:lnTo>
                  <a:lnTo>
                    <a:pt x="103" y="12"/>
                  </a:lnTo>
                  <a:lnTo>
                    <a:pt x="94" y="79"/>
                  </a:lnTo>
                  <a:close/>
                </a:path>
              </a:pathLst>
            </a:custGeom>
            <a:solidFill>
              <a:srgbClr val="E6332A"/>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204" name="Freeform 79"/>
            <p:cNvSpPr/>
            <p:nvPr>
              <p:custDataLst>
                <p:tags r:id="rId51"/>
              </p:custDataLst>
            </p:nvPr>
          </p:nvSpPr>
          <p:spPr bwMode="auto">
            <a:xfrm>
              <a:off x="3036570" y="2092960"/>
              <a:ext cx="148590" cy="180975"/>
            </a:xfrm>
            <a:custGeom>
              <a:avLst/>
              <a:gdLst>
                <a:gd name="T0" fmla="*/ 93 w 110"/>
                <a:gd name="T1" fmla="*/ 134 h 134"/>
                <a:gd name="T2" fmla="*/ 0 w 110"/>
                <a:gd name="T3" fmla="*/ 122 h 134"/>
                <a:gd name="T4" fmla="*/ 18 w 110"/>
                <a:gd name="T5" fmla="*/ 0 h 134"/>
                <a:gd name="T6" fmla="*/ 110 w 110"/>
                <a:gd name="T7" fmla="*/ 12 h 134"/>
                <a:gd name="T8" fmla="*/ 93 w 110"/>
                <a:gd name="T9" fmla="*/ 134 h 134"/>
              </a:gdLst>
              <a:ahLst/>
              <a:cxnLst>
                <a:cxn ang="0">
                  <a:pos x="T0" y="T1"/>
                </a:cxn>
                <a:cxn ang="0">
                  <a:pos x="T2" y="T3"/>
                </a:cxn>
                <a:cxn ang="0">
                  <a:pos x="T4" y="T5"/>
                </a:cxn>
                <a:cxn ang="0">
                  <a:pos x="T6" y="T7"/>
                </a:cxn>
                <a:cxn ang="0">
                  <a:pos x="T8" y="T9"/>
                </a:cxn>
              </a:cxnLst>
              <a:rect l="0" t="0" r="r" b="b"/>
              <a:pathLst>
                <a:path w="110" h="134">
                  <a:moveTo>
                    <a:pt x="93" y="134"/>
                  </a:moveTo>
                  <a:lnTo>
                    <a:pt x="0" y="122"/>
                  </a:lnTo>
                  <a:lnTo>
                    <a:pt x="18" y="0"/>
                  </a:lnTo>
                  <a:lnTo>
                    <a:pt x="110" y="12"/>
                  </a:lnTo>
                  <a:lnTo>
                    <a:pt x="93" y="134"/>
                  </a:lnTo>
                  <a:close/>
                </a:path>
              </a:pathLst>
            </a:custGeom>
            <a:solidFill>
              <a:srgbClr val="E6332A"/>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205" name="Freeform 80"/>
            <p:cNvSpPr/>
            <p:nvPr>
              <p:custDataLst>
                <p:tags r:id="rId52"/>
              </p:custDataLst>
            </p:nvPr>
          </p:nvSpPr>
          <p:spPr bwMode="auto">
            <a:xfrm>
              <a:off x="3249930" y="2006600"/>
              <a:ext cx="165100" cy="292100"/>
            </a:xfrm>
            <a:custGeom>
              <a:avLst/>
              <a:gdLst>
                <a:gd name="T0" fmla="*/ 94 w 122"/>
                <a:gd name="T1" fmla="*/ 216 h 216"/>
                <a:gd name="T2" fmla="*/ 0 w 122"/>
                <a:gd name="T3" fmla="*/ 205 h 216"/>
                <a:gd name="T4" fmla="*/ 29 w 122"/>
                <a:gd name="T5" fmla="*/ 0 h 216"/>
                <a:gd name="T6" fmla="*/ 122 w 122"/>
                <a:gd name="T7" fmla="*/ 11 h 216"/>
                <a:gd name="T8" fmla="*/ 94 w 122"/>
                <a:gd name="T9" fmla="*/ 216 h 216"/>
              </a:gdLst>
              <a:ahLst/>
              <a:cxnLst>
                <a:cxn ang="0">
                  <a:pos x="T0" y="T1"/>
                </a:cxn>
                <a:cxn ang="0">
                  <a:pos x="T2" y="T3"/>
                </a:cxn>
                <a:cxn ang="0">
                  <a:pos x="T4" y="T5"/>
                </a:cxn>
                <a:cxn ang="0">
                  <a:pos x="T6" y="T7"/>
                </a:cxn>
                <a:cxn ang="0">
                  <a:pos x="T8" y="T9"/>
                </a:cxn>
              </a:cxnLst>
              <a:rect l="0" t="0" r="r" b="b"/>
              <a:pathLst>
                <a:path w="122" h="216">
                  <a:moveTo>
                    <a:pt x="94" y="216"/>
                  </a:moveTo>
                  <a:lnTo>
                    <a:pt x="0" y="205"/>
                  </a:lnTo>
                  <a:lnTo>
                    <a:pt x="29" y="0"/>
                  </a:lnTo>
                  <a:lnTo>
                    <a:pt x="122" y="11"/>
                  </a:lnTo>
                  <a:lnTo>
                    <a:pt x="94" y="216"/>
                  </a:lnTo>
                  <a:close/>
                </a:path>
              </a:pathLst>
            </a:custGeom>
            <a:solidFill>
              <a:srgbClr val="E6332A"/>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206" name="Freeform 81"/>
            <p:cNvSpPr/>
            <p:nvPr>
              <p:custDataLst>
                <p:tags r:id="rId53"/>
              </p:custDataLst>
            </p:nvPr>
          </p:nvSpPr>
          <p:spPr bwMode="auto">
            <a:xfrm>
              <a:off x="3463290" y="1979295"/>
              <a:ext cx="172720" cy="344170"/>
            </a:xfrm>
            <a:custGeom>
              <a:avLst/>
              <a:gdLst>
                <a:gd name="T0" fmla="*/ 93 w 128"/>
                <a:gd name="T1" fmla="*/ 255 h 255"/>
                <a:gd name="T2" fmla="*/ 0 w 128"/>
                <a:gd name="T3" fmla="*/ 244 h 255"/>
                <a:gd name="T4" fmla="*/ 35 w 128"/>
                <a:gd name="T5" fmla="*/ 0 h 255"/>
                <a:gd name="T6" fmla="*/ 128 w 128"/>
                <a:gd name="T7" fmla="*/ 10 h 255"/>
                <a:gd name="T8" fmla="*/ 93 w 128"/>
                <a:gd name="T9" fmla="*/ 255 h 255"/>
              </a:gdLst>
              <a:ahLst/>
              <a:cxnLst>
                <a:cxn ang="0">
                  <a:pos x="T0" y="T1"/>
                </a:cxn>
                <a:cxn ang="0">
                  <a:pos x="T2" y="T3"/>
                </a:cxn>
                <a:cxn ang="0">
                  <a:pos x="T4" y="T5"/>
                </a:cxn>
                <a:cxn ang="0">
                  <a:pos x="T6" y="T7"/>
                </a:cxn>
                <a:cxn ang="0">
                  <a:pos x="T8" y="T9"/>
                </a:cxn>
              </a:cxnLst>
              <a:rect l="0" t="0" r="r" b="b"/>
              <a:pathLst>
                <a:path w="128" h="255">
                  <a:moveTo>
                    <a:pt x="93" y="255"/>
                  </a:moveTo>
                  <a:lnTo>
                    <a:pt x="0" y="244"/>
                  </a:lnTo>
                  <a:lnTo>
                    <a:pt x="35" y="0"/>
                  </a:lnTo>
                  <a:lnTo>
                    <a:pt x="128" y="10"/>
                  </a:lnTo>
                  <a:lnTo>
                    <a:pt x="93" y="255"/>
                  </a:lnTo>
                  <a:close/>
                </a:path>
              </a:pathLst>
            </a:custGeom>
            <a:solidFill>
              <a:srgbClr val="E6332A"/>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207" name="Freeform 82"/>
            <p:cNvSpPr/>
            <p:nvPr>
              <p:custDataLst>
                <p:tags r:id="rId54"/>
              </p:custDataLst>
            </p:nvPr>
          </p:nvSpPr>
          <p:spPr bwMode="auto">
            <a:xfrm>
              <a:off x="3117215" y="3009900"/>
              <a:ext cx="146050" cy="133985"/>
            </a:xfrm>
            <a:custGeom>
              <a:avLst/>
              <a:gdLst>
                <a:gd name="T0" fmla="*/ 31 w 90"/>
                <a:gd name="T1" fmla="*/ 63 h 82"/>
                <a:gd name="T2" fmla="*/ 10 w 90"/>
                <a:gd name="T3" fmla="*/ 5 h 82"/>
                <a:gd name="T4" fmla="*/ 28 w 90"/>
                <a:gd name="T5" fmla="*/ 21 h 82"/>
                <a:gd name="T6" fmla="*/ 56 w 90"/>
                <a:gd name="T7" fmla="*/ 40 h 82"/>
                <a:gd name="T8" fmla="*/ 90 w 90"/>
                <a:gd name="T9" fmla="*/ 44 h 82"/>
                <a:gd name="T10" fmla="*/ 69 w 90"/>
                <a:gd name="T11" fmla="*/ 72 h 82"/>
                <a:gd name="T12" fmla="*/ 31 w 90"/>
                <a:gd name="T13" fmla="*/ 63 h 82"/>
              </a:gdLst>
              <a:ahLst/>
              <a:cxnLst>
                <a:cxn ang="0">
                  <a:pos x="T0" y="T1"/>
                </a:cxn>
                <a:cxn ang="0">
                  <a:pos x="T2" y="T3"/>
                </a:cxn>
                <a:cxn ang="0">
                  <a:pos x="T4" y="T5"/>
                </a:cxn>
                <a:cxn ang="0">
                  <a:pos x="T6" y="T7"/>
                </a:cxn>
                <a:cxn ang="0">
                  <a:pos x="T8" y="T9"/>
                </a:cxn>
                <a:cxn ang="0">
                  <a:pos x="T10" y="T11"/>
                </a:cxn>
                <a:cxn ang="0">
                  <a:pos x="T12" y="T13"/>
                </a:cxn>
              </a:cxnLst>
              <a:rect l="0" t="0" r="r" b="b"/>
              <a:pathLst>
                <a:path w="90" h="82">
                  <a:moveTo>
                    <a:pt x="31" y="63"/>
                  </a:moveTo>
                  <a:cubicBezTo>
                    <a:pt x="31" y="63"/>
                    <a:pt x="0" y="14"/>
                    <a:pt x="10" y="5"/>
                  </a:cubicBezTo>
                  <a:cubicBezTo>
                    <a:pt x="15" y="0"/>
                    <a:pt x="22" y="9"/>
                    <a:pt x="28" y="21"/>
                  </a:cubicBezTo>
                  <a:cubicBezTo>
                    <a:pt x="33" y="31"/>
                    <a:pt x="44" y="39"/>
                    <a:pt x="56" y="40"/>
                  </a:cubicBezTo>
                  <a:cubicBezTo>
                    <a:pt x="90" y="44"/>
                    <a:pt x="90" y="44"/>
                    <a:pt x="90" y="44"/>
                  </a:cubicBezTo>
                  <a:cubicBezTo>
                    <a:pt x="90" y="44"/>
                    <a:pt x="81" y="62"/>
                    <a:pt x="69" y="72"/>
                  </a:cubicBezTo>
                  <a:cubicBezTo>
                    <a:pt x="57" y="82"/>
                    <a:pt x="31" y="63"/>
                    <a:pt x="31" y="63"/>
                  </a:cubicBezTo>
                  <a:close/>
                </a:path>
              </a:pathLst>
            </a:custGeom>
            <a:solidFill>
              <a:srgbClr val="FFE7C5"/>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208" name="Freeform 83"/>
            <p:cNvSpPr/>
            <p:nvPr>
              <p:custDataLst>
                <p:tags r:id="rId55"/>
              </p:custDataLst>
            </p:nvPr>
          </p:nvSpPr>
          <p:spPr bwMode="auto">
            <a:xfrm>
              <a:off x="1693545" y="3943350"/>
              <a:ext cx="393065" cy="541655"/>
            </a:xfrm>
            <a:custGeom>
              <a:avLst/>
              <a:gdLst>
                <a:gd name="T0" fmla="*/ 291 w 291"/>
                <a:gd name="T1" fmla="*/ 93 h 401"/>
                <a:gd name="T2" fmla="*/ 175 w 291"/>
                <a:gd name="T3" fmla="*/ 155 h 401"/>
                <a:gd name="T4" fmla="*/ 45 w 291"/>
                <a:gd name="T5" fmla="*/ 401 h 401"/>
                <a:gd name="T6" fmla="*/ 0 w 291"/>
                <a:gd name="T7" fmla="*/ 388 h 401"/>
                <a:gd name="T8" fmla="*/ 114 w 291"/>
                <a:gd name="T9" fmla="*/ 122 h 401"/>
                <a:gd name="T10" fmla="*/ 248 w 291"/>
                <a:gd name="T11" fmla="*/ 0 h 401"/>
                <a:gd name="T12" fmla="*/ 291 w 291"/>
                <a:gd name="T13" fmla="*/ 93 h 401"/>
              </a:gdLst>
              <a:ahLst/>
              <a:cxnLst>
                <a:cxn ang="0">
                  <a:pos x="T0" y="T1"/>
                </a:cxn>
                <a:cxn ang="0">
                  <a:pos x="T2" y="T3"/>
                </a:cxn>
                <a:cxn ang="0">
                  <a:pos x="T4" y="T5"/>
                </a:cxn>
                <a:cxn ang="0">
                  <a:pos x="T6" y="T7"/>
                </a:cxn>
                <a:cxn ang="0">
                  <a:pos x="T8" y="T9"/>
                </a:cxn>
                <a:cxn ang="0">
                  <a:pos x="T10" y="T11"/>
                </a:cxn>
                <a:cxn ang="0">
                  <a:pos x="T12" y="T13"/>
                </a:cxn>
              </a:cxnLst>
              <a:rect l="0" t="0" r="r" b="b"/>
              <a:pathLst>
                <a:path w="291" h="401">
                  <a:moveTo>
                    <a:pt x="291" y="93"/>
                  </a:moveTo>
                  <a:lnTo>
                    <a:pt x="175" y="155"/>
                  </a:lnTo>
                  <a:lnTo>
                    <a:pt x="45" y="401"/>
                  </a:lnTo>
                  <a:lnTo>
                    <a:pt x="0" y="388"/>
                  </a:lnTo>
                  <a:lnTo>
                    <a:pt x="114" y="122"/>
                  </a:lnTo>
                  <a:lnTo>
                    <a:pt x="248" y="0"/>
                  </a:lnTo>
                  <a:lnTo>
                    <a:pt x="291" y="93"/>
                  </a:lnTo>
                  <a:close/>
                </a:path>
              </a:pathLst>
            </a:custGeom>
            <a:solidFill>
              <a:srgbClr val="FFE7C5"/>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209" name="Freeform 84"/>
            <p:cNvSpPr/>
            <p:nvPr>
              <p:custDataLst>
                <p:tags r:id="rId56"/>
              </p:custDataLst>
            </p:nvPr>
          </p:nvSpPr>
          <p:spPr bwMode="auto">
            <a:xfrm>
              <a:off x="2214880" y="3835400"/>
              <a:ext cx="660400" cy="681990"/>
            </a:xfrm>
            <a:custGeom>
              <a:avLst/>
              <a:gdLst>
                <a:gd name="T0" fmla="*/ 0 w 489"/>
                <a:gd name="T1" fmla="*/ 446 h 505"/>
                <a:gd name="T2" fmla="*/ 13 w 489"/>
                <a:gd name="T3" fmla="*/ 81 h 505"/>
                <a:gd name="T4" fmla="*/ 411 w 489"/>
                <a:gd name="T5" fmla="*/ 0 h 505"/>
                <a:gd name="T6" fmla="*/ 489 w 489"/>
                <a:gd name="T7" fmla="*/ 505 h 505"/>
                <a:gd name="T8" fmla="*/ 309 w 489"/>
                <a:gd name="T9" fmla="*/ 477 h 505"/>
                <a:gd name="T10" fmla="*/ 0 w 489"/>
                <a:gd name="T11" fmla="*/ 446 h 505"/>
              </a:gdLst>
              <a:ahLst/>
              <a:cxnLst>
                <a:cxn ang="0">
                  <a:pos x="T0" y="T1"/>
                </a:cxn>
                <a:cxn ang="0">
                  <a:pos x="T2" y="T3"/>
                </a:cxn>
                <a:cxn ang="0">
                  <a:pos x="T4" y="T5"/>
                </a:cxn>
                <a:cxn ang="0">
                  <a:pos x="T6" y="T7"/>
                </a:cxn>
                <a:cxn ang="0">
                  <a:pos x="T8" y="T9"/>
                </a:cxn>
                <a:cxn ang="0">
                  <a:pos x="T10" y="T11"/>
                </a:cxn>
              </a:cxnLst>
              <a:rect l="0" t="0" r="r" b="b"/>
              <a:pathLst>
                <a:path w="489" h="505">
                  <a:moveTo>
                    <a:pt x="0" y="446"/>
                  </a:moveTo>
                  <a:lnTo>
                    <a:pt x="13" y="81"/>
                  </a:lnTo>
                  <a:lnTo>
                    <a:pt x="411" y="0"/>
                  </a:lnTo>
                  <a:lnTo>
                    <a:pt x="489" y="505"/>
                  </a:lnTo>
                  <a:lnTo>
                    <a:pt x="309" y="477"/>
                  </a:lnTo>
                  <a:lnTo>
                    <a:pt x="0" y="446"/>
                  </a:lnTo>
                  <a:close/>
                </a:path>
              </a:pathLst>
            </a:custGeom>
            <a:solidFill>
              <a:schemeClr val="tx2"/>
            </a:solidFill>
            <a:ln>
              <a:noFill/>
            </a:ln>
          </p:spPr>
          <p:txBody>
            <a:bodyPr vert="horz" wrap="square" lIns="68580" tIns="34290" rIns="68580" bIns="34290" numCol="1" anchor="t" anchorCtr="0" compatLnSpc="1"/>
            <a:lstStyle/>
            <a:p>
              <a:endParaRPr lang="zh-CN" altLang="en-US" sz="1350"/>
            </a:p>
          </p:txBody>
        </p:sp>
        <p:sp>
          <p:nvSpPr>
            <p:cNvPr id="210" name="Freeform 85"/>
            <p:cNvSpPr/>
            <p:nvPr>
              <p:custDataLst>
                <p:tags r:id="rId57"/>
              </p:custDataLst>
            </p:nvPr>
          </p:nvSpPr>
          <p:spPr bwMode="auto">
            <a:xfrm>
              <a:off x="1931035" y="3502025"/>
              <a:ext cx="1061720" cy="678180"/>
            </a:xfrm>
            <a:custGeom>
              <a:avLst/>
              <a:gdLst>
                <a:gd name="T0" fmla="*/ 517 w 655"/>
                <a:gd name="T1" fmla="*/ 206 h 419"/>
                <a:gd name="T2" fmla="*/ 192 w 655"/>
                <a:gd name="T3" fmla="*/ 294 h 419"/>
                <a:gd name="T4" fmla="*/ 54 w 655"/>
                <a:gd name="T5" fmla="*/ 419 h 419"/>
                <a:gd name="T6" fmla="*/ 0 w 655"/>
                <a:gd name="T7" fmla="*/ 306 h 419"/>
                <a:gd name="T8" fmla="*/ 148 w 655"/>
                <a:gd name="T9" fmla="*/ 144 h 419"/>
                <a:gd name="T10" fmla="*/ 255 w 655"/>
                <a:gd name="T11" fmla="*/ 120 h 419"/>
                <a:gd name="T12" fmla="*/ 409 w 655"/>
                <a:gd name="T13" fmla="*/ 99 h 419"/>
                <a:gd name="T14" fmla="*/ 457 w 655"/>
                <a:gd name="T15" fmla="*/ 103 h 419"/>
                <a:gd name="T16" fmla="*/ 564 w 655"/>
                <a:gd name="T17" fmla="*/ 11 h 419"/>
                <a:gd name="T18" fmla="*/ 576 w 655"/>
                <a:gd name="T19" fmla="*/ 0 h 419"/>
                <a:gd name="T20" fmla="*/ 655 w 655"/>
                <a:gd name="T21" fmla="*/ 82 h 419"/>
                <a:gd name="T22" fmla="*/ 517 w 655"/>
                <a:gd name="T23" fmla="*/ 206 h 4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655" h="419">
                  <a:moveTo>
                    <a:pt x="517" y="206"/>
                  </a:moveTo>
                  <a:cubicBezTo>
                    <a:pt x="192" y="294"/>
                    <a:pt x="192" y="294"/>
                    <a:pt x="192" y="294"/>
                  </a:cubicBezTo>
                  <a:cubicBezTo>
                    <a:pt x="54" y="419"/>
                    <a:pt x="54" y="419"/>
                    <a:pt x="54" y="419"/>
                  </a:cubicBezTo>
                  <a:cubicBezTo>
                    <a:pt x="0" y="306"/>
                    <a:pt x="0" y="306"/>
                    <a:pt x="0" y="306"/>
                  </a:cubicBezTo>
                  <a:cubicBezTo>
                    <a:pt x="148" y="144"/>
                    <a:pt x="148" y="144"/>
                    <a:pt x="148" y="144"/>
                  </a:cubicBezTo>
                  <a:cubicBezTo>
                    <a:pt x="155" y="138"/>
                    <a:pt x="255" y="120"/>
                    <a:pt x="255" y="120"/>
                  </a:cubicBezTo>
                  <a:cubicBezTo>
                    <a:pt x="308" y="133"/>
                    <a:pt x="363" y="125"/>
                    <a:pt x="409" y="99"/>
                  </a:cubicBezTo>
                  <a:cubicBezTo>
                    <a:pt x="457" y="103"/>
                    <a:pt x="457" y="103"/>
                    <a:pt x="457" y="103"/>
                  </a:cubicBezTo>
                  <a:cubicBezTo>
                    <a:pt x="564" y="11"/>
                    <a:pt x="564" y="11"/>
                    <a:pt x="564" y="11"/>
                  </a:cubicBezTo>
                  <a:cubicBezTo>
                    <a:pt x="576" y="0"/>
                    <a:pt x="576" y="0"/>
                    <a:pt x="576" y="0"/>
                  </a:cubicBezTo>
                  <a:cubicBezTo>
                    <a:pt x="655" y="82"/>
                    <a:pt x="655" y="82"/>
                    <a:pt x="655" y="82"/>
                  </a:cubicBezTo>
                  <a:lnTo>
                    <a:pt x="517" y="206"/>
                  </a:lnTo>
                  <a:close/>
                </a:path>
              </a:pathLst>
            </a:custGeom>
            <a:solidFill>
              <a:schemeClr val="tx2"/>
            </a:solidFill>
            <a:ln>
              <a:noFill/>
            </a:ln>
          </p:spPr>
          <p:txBody>
            <a:bodyPr vert="horz" wrap="square" lIns="68580" tIns="34290" rIns="68580" bIns="34290" numCol="1" anchor="t" anchorCtr="0" compatLnSpc="1"/>
            <a:lstStyle/>
            <a:p>
              <a:endParaRPr lang="zh-CN" altLang="en-US" sz="1350"/>
            </a:p>
          </p:txBody>
        </p:sp>
        <p:sp>
          <p:nvSpPr>
            <p:cNvPr id="211" name="Freeform 86"/>
            <p:cNvSpPr/>
            <p:nvPr>
              <p:custDataLst>
                <p:tags r:id="rId58"/>
              </p:custDataLst>
            </p:nvPr>
          </p:nvSpPr>
          <p:spPr bwMode="auto">
            <a:xfrm>
              <a:off x="2352675" y="3482975"/>
              <a:ext cx="173990" cy="304165"/>
            </a:xfrm>
            <a:custGeom>
              <a:avLst/>
              <a:gdLst>
                <a:gd name="T0" fmla="*/ 17 w 107"/>
                <a:gd name="T1" fmla="*/ 22 h 187"/>
                <a:gd name="T2" fmla="*/ 29 w 107"/>
                <a:gd name="T3" fmla="*/ 90 h 187"/>
                <a:gd name="T4" fmla="*/ 4 w 107"/>
                <a:gd name="T5" fmla="*/ 130 h 187"/>
                <a:gd name="T6" fmla="*/ 0 w 107"/>
                <a:gd name="T7" fmla="*/ 131 h 187"/>
                <a:gd name="T8" fmla="*/ 87 w 107"/>
                <a:gd name="T9" fmla="*/ 185 h 187"/>
                <a:gd name="T10" fmla="*/ 107 w 107"/>
                <a:gd name="T11" fmla="*/ 175 h 187"/>
                <a:gd name="T12" fmla="*/ 39 w 107"/>
                <a:gd name="T13" fmla="*/ 12 h 187"/>
                <a:gd name="T14" fmla="*/ 34 w 107"/>
                <a:gd name="T15" fmla="*/ 0 h 187"/>
                <a:gd name="T16" fmla="*/ 24 w 107"/>
                <a:gd name="T17" fmla="*/ 8 h 187"/>
                <a:gd name="T18" fmla="*/ 17 w 107"/>
                <a:gd name="T19" fmla="*/ 22 h 1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7" h="187">
                  <a:moveTo>
                    <a:pt x="17" y="22"/>
                  </a:moveTo>
                  <a:cubicBezTo>
                    <a:pt x="29" y="90"/>
                    <a:pt x="29" y="90"/>
                    <a:pt x="29" y="90"/>
                  </a:cubicBezTo>
                  <a:cubicBezTo>
                    <a:pt x="32" y="107"/>
                    <a:pt x="22" y="124"/>
                    <a:pt x="4" y="130"/>
                  </a:cubicBezTo>
                  <a:cubicBezTo>
                    <a:pt x="0" y="131"/>
                    <a:pt x="0" y="131"/>
                    <a:pt x="0" y="131"/>
                  </a:cubicBezTo>
                  <a:cubicBezTo>
                    <a:pt x="0" y="131"/>
                    <a:pt x="82" y="187"/>
                    <a:pt x="87" y="185"/>
                  </a:cubicBezTo>
                  <a:cubicBezTo>
                    <a:pt x="92" y="184"/>
                    <a:pt x="107" y="175"/>
                    <a:pt x="107" y="175"/>
                  </a:cubicBezTo>
                  <a:cubicBezTo>
                    <a:pt x="39" y="12"/>
                    <a:pt x="39" y="12"/>
                    <a:pt x="39" y="12"/>
                  </a:cubicBezTo>
                  <a:cubicBezTo>
                    <a:pt x="34" y="0"/>
                    <a:pt x="34" y="0"/>
                    <a:pt x="34" y="0"/>
                  </a:cubicBezTo>
                  <a:cubicBezTo>
                    <a:pt x="24" y="8"/>
                    <a:pt x="24" y="8"/>
                    <a:pt x="24" y="8"/>
                  </a:cubicBezTo>
                  <a:lnTo>
                    <a:pt x="17" y="22"/>
                  </a:lnTo>
                  <a:close/>
                </a:path>
              </a:pathLst>
            </a:custGeom>
            <a:solidFill>
              <a:srgbClr val="FFE7C5"/>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212" name="Freeform 87"/>
            <p:cNvSpPr/>
            <p:nvPr>
              <p:custDataLst>
                <p:tags r:id="rId59"/>
              </p:custDataLst>
            </p:nvPr>
          </p:nvSpPr>
          <p:spPr bwMode="auto">
            <a:xfrm>
              <a:off x="2245995" y="3322320"/>
              <a:ext cx="78105" cy="102870"/>
            </a:xfrm>
            <a:custGeom>
              <a:avLst/>
              <a:gdLst>
                <a:gd name="T0" fmla="*/ 0 w 58"/>
                <a:gd name="T1" fmla="*/ 19 h 76"/>
                <a:gd name="T2" fmla="*/ 26 w 58"/>
                <a:gd name="T3" fmla="*/ 67 h 76"/>
                <a:gd name="T4" fmla="*/ 58 w 58"/>
                <a:gd name="T5" fmla="*/ 76 h 76"/>
                <a:gd name="T6" fmla="*/ 58 w 58"/>
                <a:gd name="T7" fmla="*/ 0 h 76"/>
                <a:gd name="T8" fmla="*/ 0 w 58"/>
                <a:gd name="T9" fmla="*/ 19 h 76"/>
              </a:gdLst>
              <a:ahLst/>
              <a:cxnLst>
                <a:cxn ang="0">
                  <a:pos x="T0" y="T1"/>
                </a:cxn>
                <a:cxn ang="0">
                  <a:pos x="T2" y="T3"/>
                </a:cxn>
                <a:cxn ang="0">
                  <a:pos x="T4" y="T5"/>
                </a:cxn>
                <a:cxn ang="0">
                  <a:pos x="T6" y="T7"/>
                </a:cxn>
                <a:cxn ang="0">
                  <a:pos x="T8" y="T9"/>
                </a:cxn>
              </a:cxnLst>
              <a:rect l="0" t="0" r="r" b="b"/>
              <a:pathLst>
                <a:path w="58" h="76">
                  <a:moveTo>
                    <a:pt x="0" y="19"/>
                  </a:moveTo>
                  <a:lnTo>
                    <a:pt x="26" y="67"/>
                  </a:lnTo>
                  <a:lnTo>
                    <a:pt x="58" y="76"/>
                  </a:lnTo>
                  <a:lnTo>
                    <a:pt x="58" y="0"/>
                  </a:lnTo>
                  <a:lnTo>
                    <a:pt x="0" y="19"/>
                  </a:lnTo>
                  <a:close/>
                </a:path>
              </a:pathLst>
            </a:custGeom>
            <a:solidFill>
              <a:srgbClr val="FFE7C5"/>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213" name="Freeform 88"/>
            <p:cNvSpPr/>
            <p:nvPr>
              <p:custDataLst>
                <p:tags r:id="rId60"/>
              </p:custDataLst>
            </p:nvPr>
          </p:nvSpPr>
          <p:spPr bwMode="auto">
            <a:xfrm>
              <a:off x="2231390" y="3173730"/>
              <a:ext cx="523875" cy="491490"/>
            </a:xfrm>
            <a:custGeom>
              <a:avLst/>
              <a:gdLst>
                <a:gd name="T0" fmla="*/ 228 w 323"/>
                <a:gd name="T1" fmla="*/ 93 h 303"/>
                <a:gd name="T2" fmla="*/ 323 w 323"/>
                <a:gd name="T3" fmla="*/ 259 h 303"/>
                <a:gd name="T4" fmla="*/ 138 w 323"/>
                <a:gd name="T5" fmla="*/ 303 h 303"/>
                <a:gd name="T6" fmla="*/ 86 w 323"/>
                <a:gd name="T7" fmla="*/ 201 h 303"/>
                <a:gd name="T8" fmla="*/ 53 w 323"/>
                <a:gd name="T9" fmla="*/ 217 h 303"/>
                <a:gd name="T10" fmla="*/ 4 w 323"/>
                <a:gd name="T11" fmla="*/ 138 h 303"/>
                <a:gd name="T12" fmla="*/ 38 w 323"/>
                <a:gd name="T13" fmla="*/ 147 h 303"/>
                <a:gd name="T14" fmla="*/ 52 w 323"/>
                <a:gd name="T15" fmla="*/ 46 h 303"/>
                <a:gd name="T16" fmla="*/ 182 w 323"/>
                <a:gd name="T17" fmla="*/ 0 h 303"/>
                <a:gd name="T18" fmla="*/ 228 w 323"/>
                <a:gd name="T19" fmla="*/ 93 h 3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23" h="303">
                  <a:moveTo>
                    <a:pt x="228" y="93"/>
                  </a:moveTo>
                  <a:cubicBezTo>
                    <a:pt x="323" y="259"/>
                    <a:pt x="323" y="259"/>
                    <a:pt x="323" y="259"/>
                  </a:cubicBezTo>
                  <a:cubicBezTo>
                    <a:pt x="138" y="303"/>
                    <a:pt x="138" y="303"/>
                    <a:pt x="138" y="303"/>
                  </a:cubicBezTo>
                  <a:cubicBezTo>
                    <a:pt x="86" y="201"/>
                    <a:pt x="86" y="201"/>
                    <a:pt x="86" y="201"/>
                  </a:cubicBezTo>
                  <a:cubicBezTo>
                    <a:pt x="86" y="201"/>
                    <a:pt x="77" y="218"/>
                    <a:pt x="53" y="217"/>
                  </a:cubicBezTo>
                  <a:cubicBezTo>
                    <a:pt x="27" y="216"/>
                    <a:pt x="0" y="152"/>
                    <a:pt x="4" y="138"/>
                  </a:cubicBezTo>
                  <a:cubicBezTo>
                    <a:pt x="7" y="124"/>
                    <a:pt x="38" y="147"/>
                    <a:pt x="38" y="147"/>
                  </a:cubicBezTo>
                  <a:cubicBezTo>
                    <a:pt x="38" y="147"/>
                    <a:pt x="29" y="61"/>
                    <a:pt x="52" y="46"/>
                  </a:cubicBezTo>
                  <a:cubicBezTo>
                    <a:pt x="74" y="32"/>
                    <a:pt x="182" y="0"/>
                    <a:pt x="182" y="0"/>
                  </a:cubicBezTo>
                  <a:lnTo>
                    <a:pt x="228" y="93"/>
                  </a:lnTo>
                  <a:close/>
                </a:path>
              </a:pathLst>
            </a:custGeom>
            <a:solidFill>
              <a:srgbClr val="FFE7C5"/>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214" name="Freeform 89"/>
            <p:cNvSpPr/>
            <p:nvPr>
              <p:custDataLst>
                <p:tags r:id="rId61"/>
              </p:custDataLst>
            </p:nvPr>
          </p:nvSpPr>
          <p:spPr bwMode="auto">
            <a:xfrm>
              <a:off x="2303780" y="3376295"/>
              <a:ext cx="475615" cy="518795"/>
            </a:xfrm>
            <a:custGeom>
              <a:avLst/>
              <a:gdLst>
                <a:gd name="T0" fmla="*/ 220 w 293"/>
                <a:gd name="T1" fmla="*/ 14 h 320"/>
                <a:gd name="T2" fmla="*/ 283 w 293"/>
                <a:gd name="T3" fmla="*/ 86 h 320"/>
                <a:gd name="T4" fmla="*/ 290 w 293"/>
                <a:gd name="T5" fmla="*/ 98 h 320"/>
                <a:gd name="T6" fmla="*/ 293 w 293"/>
                <a:gd name="T7" fmla="*/ 267 h 320"/>
                <a:gd name="T8" fmla="*/ 288 w 293"/>
                <a:gd name="T9" fmla="*/ 277 h 320"/>
                <a:gd name="T10" fmla="*/ 263 w 293"/>
                <a:gd name="T11" fmla="*/ 297 h 320"/>
                <a:gd name="T12" fmla="*/ 178 w 293"/>
                <a:gd name="T13" fmla="*/ 307 h 320"/>
                <a:gd name="T14" fmla="*/ 114 w 293"/>
                <a:gd name="T15" fmla="*/ 266 h 320"/>
                <a:gd name="T16" fmla="*/ 74 w 293"/>
                <a:gd name="T17" fmla="*/ 172 h 320"/>
                <a:gd name="T18" fmla="*/ 41 w 293"/>
                <a:gd name="T19" fmla="*/ 77 h 320"/>
                <a:gd name="T20" fmla="*/ 41 w 293"/>
                <a:gd name="T21" fmla="*/ 75 h 320"/>
                <a:gd name="T22" fmla="*/ 4 w 293"/>
                <a:gd name="T23" fmla="*/ 7 h 320"/>
                <a:gd name="T24" fmla="*/ 22 w 293"/>
                <a:gd name="T25" fmla="*/ 7 h 320"/>
                <a:gd name="T26" fmla="*/ 30 w 293"/>
                <a:gd name="T27" fmla="*/ 6 h 320"/>
                <a:gd name="T28" fmla="*/ 35 w 293"/>
                <a:gd name="T29" fmla="*/ 6 h 320"/>
                <a:gd name="T30" fmla="*/ 69 w 293"/>
                <a:gd name="T31" fmla="*/ 72 h 320"/>
                <a:gd name="T32" fmla="*/ 80 w 293"/>
                <a:gd name="T33" fmla="*/ 79 h 320"/>
                <a:gd name="T34" fmla="*/ 131 w 293"/>
                <a:gd name="T35" fmla="*/ 83 h 320"/>
                <a:gd name="T36" fmla="*/ 138 w 293"/>
                <a:gd name="T37" fmla="*/ 81 h 320"/>
                <a:gd name="T38" fmla="*/ 188 w 293"/>
                <a:gd name="T39" fmla="*/ 59 h 320"/>
                <a:gd name="T40" fmla="*/ 196 w 293"/>
                <a:gd name="T41" fmla="*/ 22 h 320"/>
                <a:gd name="T42" fmla="*/ 220 w 293"/>
                <a:gd name="T43" fmla="*/ 14 h 3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93" h="320">
                  <a:moveTo>
                    <a:pt x="220" y="14"/>
                  </a:moveTo>
                  <a:cubicBezTo>
                    <a:pt x="283" y="86"/>
                    <a:pt x="283" y="86"/>
                    <a:pt x="283" y="86"/>
                  </a:cubicBezTo>
                  <a:cubicBezTo>
                    <a:pt x="289" y="93"/>
                    <a:pt x="290" y="96"/>
                    <a:pt x="290" y="98"/>
                  </a:cubicBezTo>
                  <a:cubicBezTo>
                    <a:pt x="293" y="267"/>
                    <a:pt x="293" y="267"/>
                    <a:pt x="293" y="267"/>
                  </a:cubicBezTo>
                  <a:cubicBezTo>
                    <a:pt x="293" y="271"/>
                    <a:pt x="291" y="274"/>
                    <a:pt x="288" y="277"/>
                  </a:cubicBezTo>
                  <a:cubicBezTo>
                    <a:pt x="263" y="297"/>
                    <a:pt x="263" y="297"/>
                    <a:pt x="263" y="297"/>
                  </a:cubicBezTo>
                  <a:cubicBezTo>
                    <a:pt x="240" y="316"/>
                    <a:pt x="206" y="320"/>
                    <a:pt x="178" y="307"/>
                  </a:cubicBezTo>
                  <a:cubicBezTo>
                    <a:pt x="153" y="296"/>
                    <a:pt x="125" y="282"/>
                    <a:pt x="114" y="266"/>
                  </a:cubicBezTo>
                  <a:cubicBezTo>
                    <a:pt x="80" y="219"/>
                    <a:pt x="74" y="172"/>
                    <a:pt x="74" y="172"/>
                  </a:cubicBezTo>
                  <a:cubicBezTo>
                    <a:pt x="41" y="77"/>
                    <a:pt x="41" y="77"/>
                    <a:pt x="41" y="77"/>
                  </a:cubicBezTo>
                  <a:cubicBezTo>
                    <a:pt x="41" y="76"/>
                    <a:pt x="41" y="76"/>
                    <a:pt x="41" y="75"/>
                  </a:cubicBezTo>
                  <a:cubicBezTo>
                    <a:pt x="4" y="7"/>
                    <a:pt x="4" y="7"/>
                    <a:pt x="4" y="7"/>
                  </a:cubicBezTo>
                  <a:cubicBezTo>
                    <a:pt x="0" y="0"/>
                    <a:pt x="15" y="9"/>
                    <a:pt x="22" y="7"/>
                  </a:cubicBezTo>
                  <a:cubicBezTo>
                    <a:pt x="30" y="6"/>
                    <a:pt x="30" y="6"/>
                    <a:pt x="30" y="6"/>
                  </a:cubicBezTo>
                  <a:cubicBezTo>
                    <a:pt x="36" y="4"/>
                    <a:pt x="32" y="0"/>
                    <a:pt x="35" y="6"/>
                  </a:cubicBezTo>
                  <a:cubicBezTo>
                    <a:pt x="69" y="72"/>
                    <a:pt x="69" y="72"/>
                    <a:pt x="69" y="72"/>
                  </a:cubicBezTo>
                  <a:cubicBezTo>
                    <a:pt x="71" y="76"/>
                    <a:pt x="75" y="79"/>
                    <a:pt x="80" y="79"/>
                  </a:cubicBezTo>
                  <a:cubicBezTo>
                    <a:pt x="131" y="83"/>
                    <a:pt x="131" y="83"/>
                    <a:pt x="131" y="83"/>
                  </a:cubicBezTo>
                  <a:cubicBezTo>
                    <a:pt x="134" y="83"/>
                    <a:pt x="136" y="82"/>
                    <a:pt x="138" y="81"/>
                  </a:cubicBezTo>
                  <a:cubicBezTo>
                    <a:pt x="188" y="59"/>
                    <a:pt x="188" y="59"/>
                    <a:pt x="188" y="59"/>
                  </a:cubicBezTo>
                  <a:cubicBezTo>
                    <a:pt x="188" y="59"/>
                    <a:pt x="199" y="55"/>
                    <a:pt x="196" y="22"/>
                  </a:cubicBezTo>
                  <a:cubicBezTo>
                    <a:pt x="195" y="10"/>
                    <a:pt x="212" y="4"/>
                    <a:pt x="220" y="14"/>
                  </a:cubicBezTo>
                  <a:close/>
                </a:path>
              </a:pathLst>
            </a:custGeom>
            <a:solidFill>
              <a:srgbClr val="350C0C"/>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215" name="Freeform 90"/>
            <p:cNvSpPr/>
            <p:nvPr>
              <p:custDataLst>
                <p:tags r:id="rId62"/>
              </p:custDataLst>
            </p:nvPr>
          </p:nvSpPr>
          <p:spPr bwMode="auto">
            <a:xfrm>
              <a:off x="2474595" y="3515360"/>
              <a:ext cx="200025" cy="109220"/>
            </a:xfrm>
            <a:custGeom>
              <a:avLst/>
              <a:gdLst>
                <a:gd name="T0" fmla="*/ 69 w 123"/>
                <a:gd name="T1" fmla="*/ 15 h 67"/>
                <a:gd name="T2" fmla="*/ 90 w 123"/>
                <a:gd name="T3" fmla="*/ 3 h 67"/>
                <a:gd name="T4" fmla="*/ 117 w 123"/>
                <a:gd name="T5" fmla="*/ 13 h 67"/>
                <a:gd name="T6" fmla="*/ 99 w 123"/>
                <a:gd name="T7" fmla="*/ 47 h 67"/>
                <a:gd name="T8" fmla="*/ 43 w 123"/>
                <a:gd name="T9" fmla="*/ 64 h 67"/>
                <a:gd name="T10" fmla="*/ 7 w 123"/>
                <a:gd name="T11" fmla="*/ 48 h 67"/>
                <a:gd name="T12" fmla="*/ 13 w 123"/>
                <a:gd name="T13" fmla="*/ 20 h 67"/>
                <a:gd name="T14" fmla="*/ 37 w 123"/>
                <a:gd name="T15" fmla="*/ 18 h 67"/>
                <a:gd name="T16" fmla="*/ 69 w 123"/>
                <a:gd name="T17" fmla="*/ 15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3" h="67">
                  <a:moveTo>
                    <a:pt x="69" y="15"/>
                  </a:moveTo>
                  <a:cubicBezTo>
                    <a:pt x="69" y="15"/>
                    <a:pt x="79" y="6"/>
                    <a:pt x="90" y="3"/>
                  </a:cubicBezTo>
                  <a:cubicBezTo>
                    <a:pt x="100" y="0"/>
                    <a:pt x="111" y="1"/>
                    <a:pt x="117" y="13"/>
                  </a:cubicBezTo>
                  <a:cubicBezTo>
                    <a:pt x="123" y="24"/>
                    <a:pt x="113" y="36"/>
                    <a:pt x="99" y="47"/>
                  </a:cubicBezTo>
                  <a:cubicBezTo>
                    <a:pt x="91" y="54"/>
                    <a:pt x="62" y="67"/>
                    <a:pt x="43" y="64"/>
                  </a:cubicBezTo>
                  <a:cubicBezTo>
                    <a:pt x="24" y="61"/>
                    <a:pt x="13" y="57"/>
                    <a:pt x="7" y="48"/>
                  </a:cubicBezTo>
                  <a:cubicBezTo>
                    <a:pt x="0" y="38"/>
                    <a:pt x="5" y="25"/>
                    <a:pt x="13" y="20"/>
                  </a:cubicBezTo>
                  <a:cubicBezTo>
                    <a:pt x="21" y="15"/>
                    <a:pt x="32" y="16"/>
                    <a:pt x="37" y="18"/>
                  </a:cubicBezTo>
                  <a:cubicBezTo>
                    <a:pt x="42" y="20"/>
                    <a:pt x="55" y="25"/>
                    <a:pt x="69" y="15"/>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216" name="Freeform 91"/>
            <p:cNvSpPr/>
            <p:nvPr>
              <p:custDataLst>
                <p:tags r:id="rId63"/>
              </p:custDataLst>
            </p:nvPr>
          </p:nvSpPr>
          <p:spPr bwMode="auto">
            <a:xfrm>
              <a:off x="2449830" y="3338195"/>
              <a:ext cx="32385" cy="50165"/>
            </a:xfrm>
            <a:custGeom>
              <a:avLst/>
              <a:gdLst>
                <a:gd name="T0" fmla="*/ 4 w 20"/>
                <a:gd name="T1" fmla="*/ 18 h 31"/>
                <a:gd name="T2" fmla="*/ 16 w 20"/>
                <a:gd name="T3" fmla="*/ 30 h 31"/>
                <a:gd name="T4" fmla="*/ 17 w 20"/>
                <a:gd name="T5" fmla="*/ 13 h 31"/>
                <a:gd name="T6" fmla="*/ 5 w 20"/>
                <a:gd name="T7" fmla="*/ 1 h 31"/>
                <a:gd name="T8" fmla="*/ 4 w 20"/>
                <a:gd name="T9" fmla="*/ 18 h 31"/>
              </a:gdLst>
              <a:ahLst/>
              <a:cxnLst>
                <a:cxn ang="0">
                  <a:pos x="T0" y="T1"/>
                </a:cxn>
                <a:cxn ang="0">
                  <a:pos x="T2" y="T3"/>
                </a:cxn>
                <a:cxn ang="0">
                  <a:pos x="T4" y="T5"/>
                </a:cxn>
                <a:cxn ang="0">
                  <a:pos x="T6" y="T7"/>
                </a:cxn>
                <a:cxn ang="0">
                  <a:pos x="T8" y="T9"/>
                </a:cxn>
              </a:cxnLst>
              <a:rect l="0" t="0" r="r" b="b"/>
              <a:pathLst>
                <a:path w="20" h="31">
                  <a:moveTo>
                    <a:pt x="4" y="18"/>
                  </a:moveTo>
                  <a:cubicBezTo>
                    <a:pt x="7" y="26"/>
                    <a:pt x="12" y="31"/>
                    <a:pt x="16" y="30"/>
                  </a:cubicBezTo>
                  <a:cubicBezTo>
                    <a:pt x="20" y="29"/>
                    <a:pt x="20" y="21"/>
                    <a:pt x="17" y="13"/>
                  </a:cubicBezTo>
                  <a:cubicBezTo>
                    <a:pt x="14" y="5"/>
                    <a:pt x="8" y="0"/>
                    <a:pt x="5" y="1"/>
                  </a:cubicBezTo>
                  <a:cubicBezTo>
                    <a:pt x="1" y="2"/>
                    <a:pt x="0" y="10"/>
                    <a:pt x="4" y="18"/>
                  </a:cubicBezTo>
                  <a:close/>
                </a:path>
              </a:pathLst>
            </a:custGeom>
            <a:solidFill>
              <a:srgbClr val="1D1D1B"/>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217" name="Freeform 92"/>
            <p:cNvSpPr/>
            <p:nvPr>
              <p:custDataLst>
                <p:tags r:id="rId64"/>
              </p:custDataLst>
            </p:nvPr>
          </p:nvSpPr>
          <p:spPr bwMode="auto">
            <a:xfrm>
              <a:off x="2536190" y="3300730"/>
              <a:ext cx="31115" cy="50165"/>
            </a:xfrm>
            <a:custGeom>
              <a:avLst/>
              <a:gdLst>
                <a:gd name="T0" fmla="*/ 3 w 19"/>
                <a:gd name="T1" fmla="*/ 18 h 31"/>
                <a:gd name="T2" fmla="*/ 15 w 19"/>
                <a:gd name="T3" fmla="*/ 30 h 31"/>
                <a:gd name="T4" fmla="*/ 16 w 19"/>
                <a:gd name="T5" fmla="*/ 14 h 31"/>
                <a:gd name="T6" fmla="*/ 4 w 19"/>
                <a:gd name="T7" fmla="*/ 1 h 31"/>
                <a:gd name="T8" fmla="*/ 3 w 19"/>
                <a:gd name="T9" fmla="*/ 18 h 31"/>
              </a:gdLst>
              <a:ahLst/>
              <a:cxnLst>
                <a:cxn ang="0">
                  <a:pos x="T0" y="T1"/>
                </a:cxn>
                <a:cxn ang="0">
                  <a:pos x="T2" y="T3"/>
                </a:cxn>
                <a:cxn ang="0">
                  <a:pos x="T4" y="T5"/>
                </a:cxn>
                <a:cxn ang="0">
                  <a:pos x="T6" y="T7"/>
                </a:cxn>
                <a:cxn ang="0">
                  <a:pos x="T8" y="T9"/>
                </a:cxn>
              </a:cxnLst>
              <a:rect l="0" t="0" r="r" b="b"/>
              <a:pathLst>
                <a:path w="19" h="31">
                  <a:moveTo>
                    <a:pt x="3" y="18"/>
                  </a:moveTo>
                  <a:cubicBezTo>
                    <a:pt x="6" y="26"/>
                    <a:pt x="12" y="31"/>
                    <a:pt x="15" y="30"/>
                  </a:cubicBezTo>
                  <a:cubicBezTo>
                    <a:pt x="19" y="29"/>
                    <a:pt x="19" y="22"/>
                    <a:pt x="16" y="14"/>
                  </a:cubicBezTo>
                  <a:cubicBezTo>
                    <a:pt x="13" y="6"/>
                    <a:pt x="7" y="0"/>
                    <a:pt x="4" y="1"/>
                  </a:cubicBezTo>
                  <a:cubicBezTo>
                    <a:pt x="0" y="3"/>
                    <a:pt x="0" y="10"/>
                    <a:pt x="3" y="18"/>
                  </a:cubicBezTo>
                  <a:close/>
                </a:path>
              </a:pathLst>
            </a:custGeom>
            <a:solidFill>
              <a:srgbClr val="1D1D1B"/>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218" name="Freeform 93"/>
            <p:cNvSpPr>
              <a:spLocks noEditPoints="1"/>
            </p:cNvSpPr>
            <p:nvPr>
              <p:custDataLst>
                <p:tags r:id="rId65"/>
              </p:custDataLst>
            </p:nvPr>
          </p:nvSpPr>
          <p:spPr bwMode="auto">
            <a:xfrm>
              <a:off x="2374265" y="3289935"/>
              <a:ext cx="156845" cy="179705"/>
            </a:xfrm>
            <a:custGeom>
              <a:avLst/>
              <a:gdLst>
                <a:gd name="T0" fmla="*/ 69 w 97"/>
                <a:gd name="T1" fmla="*/ 104 h 111"/>
                <a:gd name="T2" fmla="*/ 12 w 97"/>
                <a:gd name="T3" fmla="*/ 68 h 111"/>
                <a:gd name="T4" fmla="*/ 28 w 97"/>
                <a:gd name="T5" fmla="*/ 7 h 111"/>
                <a:gd name="T6" fmla="*/ 86 w 97"/>
                <a:gd name="T7" fmla="*/ 42 h 111"/>
                <a:gd name="T8" fmla="*/ 69 w 97"/>
                <a:gd name="T9" fmla="*/ 104 h 111"/>
                <a:gd name="T10" fmla="*/ 33 w 97"/>
                <a:gd name="T11" fmla="*/ 17 h 111"/>
                <a:gd name="T12" fmla="*/ 23 w 97"/>
                <a:gd name="T13" fmla="*/ 64 h 111"/>
                <a:gd name="T14" fmla="*/ 65 w 97"/>
                <a:gd name="T15" fmla="*/ 93 h 111"/>
                <a:gd name="T16" fmla="*/ 74 w 97"/>
                <a:gd name="T17" fmla="*/ 46 h 111"/>
                <a:gd name="T18" fmla="*/ 33 w 97"/>
                <a:gd name="T19" fmla="*/ 17 h 1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7" h="111">
                  <a:moveTo>
                    <a:pt x="69" y="104"/>
                  </a:moveTo>
                  <a:cubicBezTo>
                    <a:pt x="48" y="111"/>
                    <a:pt x="23" y="95"/>
                    <a:pt x="12" y="68"/>
                  </a:cubicBezTo>
                  <a:cubicBezTo>
                    <a:pt x="0" y="41"/>
                    <a:pt x="8" y="14"/>
                    <a:pt x="28" y="7"/>
                  </a:cubicBezTo>
                  <a:cubicBezTo>
                    <a:pt x="49" y="0"/>
                    <a:pt x="74" y="15"/>
                    <a:pt x="86" y="42"/>
                  </a:cubicBezTo>
                  <a:cubicBezTo>
                    <a:pt x="97" y="69"/>
                    <a:pt x="89" y="96"/>
                    <a:pt x="69" y="104"/>
                  </a:cubicBezTo>
                  <a:close/>
                  <a:moveTo>
                    <a:pt x="33" y="17"/>
                  </a:moveTo>
                  <a:cubicBezTo>
                    <a:pt x="19" y="22"/>
                    <a:pt x="14" y="44"/>
                    <a:pt x="23" y="64"/>
                  </a:cubicBezTo>
                  <a:cubicBezTo>
                    <a:pt x="32" y="85"/>
                    <a:pt x="51" y="98"/>
                    <a:pt x="65" y="93"/>
                  </a:cubicBezTo>
                  <a:cubicBezTo>
                    <a:pt x="78" y="88"/>
                    <a:pt x="83" y="67"/>
                    <a:pt x="74" y="46"/>
                  </a:cubicBezTo>
                  <a:cubicBezTo>
                    <a:pt x="66" y="26"/>
                    <a:pt x="47" y="12"/>
                    <a:pt x="33" y="17"/>
                  </a:cubicBezTo>
                  <a:close/>
                </a:path>
              </a:pathLst>
            </a:custGeom>
            <a:solidFill>
              <a:srgbClr val="1D1D1B"/>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219" name="Freeform 94"/>
            <p:cNvSpPr>
              <a:spLocks noEditPoints="1"/>
            </p:cNvSpPr>
            <p:nvPr>
              <p:custDataLst>
                <p:tags r:id="rId66"/>
              </p:custDataLst>
            </p:nvPr>
          </p:nvSpPr>
          <p:spPr bwMode="auto">
            <a:xfrm>
              <a:off x="2490470" y="3246120"/>
              <a:ext cx="155575" cy="182245"/>
            </a:xfrm>
            <a:custGeom>
              <a:avLst/>
              <a:gdLst>
                <a:gd name="T0" fmla="*/ 68 w 96"/>
                <a:gd name="T1" fmla="*/ 104 h 112"/>
                <a:gd name="T2" fmla="*/ 11 w 96"/>
                <a:gd name="T3" fmla="*/ 69 h 112"/>
                <a:gd name="T4" fmla="*/ 28 w 96"/>
                <a:gd name="T5" fmla="*/ 8 h 112"/>
                <a:gd name="T6" fmla="*/ 85 w 96"/>
                <a:gd name="T7" fmla="*/ 43 h 112"/>
                <a:gd name="T8" fmla="*/ 68 w 96"/>
                <a:gd name="T9" fmla="*/ 104 h 112"/>
                <a:gd name="T10" fmla="*/ 32 w 96"/>
                <a:gd name="T11" fmla="*/ 18 h 112"/>
                <a:gd name="T12" fmla="*/ 23 w 96"/>
                <a:gd name="T13" fmla="*/ 65 h 112"/>
                <a:gd name="T14" fmla="*/ 64 w 96"/>
                <a:gd name="T15" fmla="*/ 94 h 112"/>
                <a:gd name="T16" fmla="*/ 74 w 96"/>
                <a:gd name="T17" fmla="*/ 47 h 112"/>
                <a:gd name="T18" fmla="*/ 32 w 96"/>
                <a:gd name="T19" fmla="*/ 18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6" h="112">
                  <a:moveTo>
                    <a:pt x="68" y="104"/>
                  </a:moveTo>
                  <a:cubicBezTo>
                    <a:pt x="48" y="112"/>
                    <a:pt x="23" y="96"/>
                    <a:pt x="11" y="69"/>
                  </a:cubicBezTo>
                  <a:cubicBezTo>
                    <a:pt x="0" y="42"/>
                    <a:pt x="7" y="15"/>
                    <a:pt x="28" y="8"/>
                  </a:cubicBezTo>
                  <a:cubicBezTo>
                    <a:pt x="49" y="0"/>
                    <a:pt x="74" y="16"/>
                    <a:pt x="85" y="43"/>
                  </a:cubicBezTo>
                  <a:cubicBezTo>
                    <a:pt x="96" y="70"/>
                    <a:pt x="89" y="97"/>
                    <a:pt x="68" y="104"/>
                  </a:cubicBezTo>
                  <a:close/>
                  <a:moveTo>
                    <a:pt x="32" y="18"/>
                  </a:moveTo>
                  <a:cubicBezTo>
                    <a:pt x="18" y="23"/>
                    <a:pt x="14" y="44"/>
                    <a:pt x="23" y="65"/>
                  </a:cubicBezTo>
                  <a:cubicBezTo>
                    <a:pt x="31" y="86"/>
                    <a:pt x="50" y="99"/>
                    <a:pt x="64" y="94"/>
                  </a:cubicBezTo>
                  <a:cubicBezTo>
                    <a:pt x="78" y="89"/>
                    <a:pt x="82" y="68"/>
                    <a:pt x="74" y="47"/>
                  </a:cubicBezTo>
                  <a:cubicBezTo>
                    <a:pt x="65" y="26"/>
                    <a:pt x="46" y="13"/>
                    <a:pt x="32" y="18"/>
                  </a:cubicBezTo>
                  <a:close/>
                </a:path>
              </a:pathLst>
            </a:custGeom>
            <a:solidFill>
              <a:srgbClr val="1D1D1B"/>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220" name="Freeform 95"/>
            <p:cNvSpPr/>
            <p:nvPr>
              <p:custDataLst>
                <p:tags r:id="rId67"/>
              </p:custDataLst>
            </p:nvPr>
          </p:nvSpPr>
          <p:spPr bwMode="auto">
            <a:xfrm>
              <a:off x="2491740" y="3319145"/>
              <a:ext cx="151130" cy="130810"/>
            </a:xfrm>
            <a:custGeom>
              <a:avLst/>
              <a:gdLst>
                <a:gd name="T0" fmla="*/ 0 w 112"/>
                <a:gd name="T1" fmla="*/ 0 h 97"/>
                <a:gd name="T2" fmla="*/ 112 w 112"/>
                <a:gd name="T3" fmla="*/ 79 h 97"/>
                <a:gd name="T4" fmla="*/ 42 w 112"/>
                <a:gd name="T5" fmla="*/ 97 h 97"/>
                <a:gd name="T6" fmla="*/ 0 w 112"/>
                <a:gd name="T7" fmla="*/ 0 h 97"/>
              </a:gdLst>
              <a:ahLst/>
              <a:cxnLst>
                <a:cxn ang="0">
                  <a:pos x="T0" y="T1"/>
                </a:cxn>
                <a:cxn ang="0">
                  <a:pos x="T2" y="T3"/>
                </a:cxn>
                <a:cxn ang="0">
                  <a:pos x="T4" y="T5"/>
                </a:cxn>
                <a:cxn ang="0">
                  <a:pos x="T6" y="T7"/>
                </a:cxn>
              </a:cxnLst>
              <a:rect l="0" t="0" r="r" b="b"/>
              <a:pathLst>
                <a:path w="112" h="97">
                  <a:moveTo>
                    <a:pt x="0" y="0"/>
                  </a:moveTo>
                  <a:lnTo>
                    <a:pt x="112" y="79"/>
                  </a:lnTo>
                  <a:lnTo>
                    <a:pt x="42" y="97"/>
                  </a:lnTo>
                  <a:lnTo>
                    <a:pt x="0" y="0"/>
                  </a:lnTo>
                  <a:close/>
                </a:path>
              </a:pathLst>
            </a:custGeom>
            <a:solidFill>
              <a:srgbClr val="F95353"/>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221" name="Freeform 96"/>
            <p:cNvSpPr/>
            <p:nvPr>
              <p:custDataLst>
                <p:tags r:id="rId68"/>
              </p:custDataLst>
            </p:nvPr>
          </p:nvSpPr>
          <p:spPr bwMode="auto">
            <a:xfrm>
              <a:off x="2270125" y="3371850"/>
              <a:ext cx="127000" cy="29845"/>
            </a:xfrm>
            <a:custGeom>
              <a:avLst/>
              <a:gdLst>
                <a:gd name="T0" fmla="*/ 94 w 94"/>
                <a:gd name="T1" fmla="*/ 13 h 22"/>
                <a:gd name="T2" fmla="*/ 2 w 94"/>
                <a:gd name="T3" fmla="*/ 22 h 22"/>
                <a:gd name="T4" fmla="*/ 0 w 94"/>
                <a:gd name="T5" fmla="*/ 9 h 22"/>
                <a:gd name="T6" fmla="*/ 91 w 94"/>
                <a:gd name="T7" fmla="*/ 0 h 22"/>
                <a:gd name="T8" fmla="*/ 94 w 94"/>
                <a:gd name="T9" fmla="*/ 13 h 22"/>
              </a:gdLst>
              <a:ahLst/>
              <a:cxnLst>
                <a:cxn ang="0">
                  <a:pos x="T0" y="T1"/>
                </a:cxn>
                <a:cxn ang="0">
                  <a:pos x="T2" y="T3"/>
                </a:cxn>
                <a:cxn ang="0">
                  <a:pos x="T4" y="T5"/>
                </a:cxn>
                <a:cxn ang="0">
                  <a:pos x="T6" y="T7"/>
                </a:cxn>
                <a:cxn ang="0">
                  <a:pos x="T8" y="T9"/>
                </a:cxn>
              </a:cxnLst>
              <a:rect l="0" t="0" r="r" b="b"/>
              <a:pathLst>
                <a:path w="94" h="22">
                  <a:moveTo>
                    <a:pt x="94" y="13"/>
                  </a:moveTo>
                  <a:lnTo>
                    <a:pt x="2" y="22"/>
                  </a:lnTo>
                  <a:lnTo>
                    <a:pt x="0" y="9"/>
                  </a:lnTo>
                  <a:lnTo>
                    <a:pt x="91" y="0"/>
                  </a:lnTo>
                  <a:lnTo>
                    <a:pt x="94" y="13"/>
                  </a:lnTo>
                  <a:close/>
                </a:path>
              </a:pathLst>
            </a:custGeom>
            <a:solidFill>
              <a:srgbClr val="1D1D1B"/>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222" name="Freeform 97"/>
            <p:cNvSpPr/>
            <p:nvPr>
              <p:custDataLst>
                <p:tags r:id="rId69"/>
              </p:custDataLst>
            </p:nvPr>
          </p:nvSpPr>
          <p:spPr bwMode="auto">
            <a:xfrm>
              <a:off x="2171700" y="3015615"/>
              <a:ext cx="511810" cy="332105"/>
            </a:xfrm>
            <a:custGeom>
              <a:avLst/>
              <a:gdLst>
                <a:gd name="T0" fmla="*/ 108 w 316"/>
                <a:gd name="T1" fmla="*/ 185 h 205"/>
                <a:gd name="T2" fmla="*/ 206 w 316"/>
                <a:gd name="T3" fmla="*/ 131 h 205"/>
                <a:gd name="T4" fmla="*/ 268 w 316"/>
                <a:gd name="T5" fmla="*/ 29 h 205"/>
                <a:gd name="T6" fmla="*/ 188 w 316"/>
                <a:gd name="T7" fmla="*/ 50 h 205"/>
                <a:gd name="T8" fmla="*/ 46 w 316"/>
                <a:gd name="T9" fmla="*/ 205 h 205"/>
                <a:gd name="T10" fmla="*/ 108 w 316"/>
                <a:gd name="T11" fmla="*/ 185 h 205"/>
              </a:gdLst>
              <a:ahLst/>
              <a:cxnLst>
                <a:cxn ang="0">
                  <a:pos x="T0" y="T1"/>
                </a:cxn>
                <a:cxn ang="0">
                  <a:pos x="T2" y="T3"/>
                </a:cxn>
                <a:cxn ang="0">
                  <a:pos x="T4" y="T5"/>
                </a:cxn>
                <a:cxn ang="0">
                  <a:pos x="T6" y="T7"/>
                </a:cxn>
                <a:cxn ang="0">
                  <a:pos x="T8" y="T9"/>
                </a:cxn>
                <a:cxn ang="0">
                  <a:pos x="T10" y="T11"/>
                </a:cxn>
              </a:cxnLst>
              <a:rect l="0" t="0" r="r" b="b"/>
              <a:pathLst>
                <a:path w="316" h="205">
                  <a:moveTo>
                    <a:pt x="108" y="185"/>
                  </a:moveTo>
                  <a:cubicBezTo>
                    <a:pt x="108" y="185"/>
                    <a:pt x="114" y="122"/>
                    <a:pt x="206" y="131"/>
                  </a:cubicBezTo>
                  <a:cubicBezTo>
                    <a:pt x="298" y="140"/>
                    <a:pt x="316" y="58"/>
                    <a:pt x="268" y="29"/>
                  </a:cubicBezTo>
                  <a:cubicBezTo>
                    <a:pt x="220" y="0"/>
                    <a:pt x="188" y="50"/>
                    <a:pt x="188" y="50"/>
                  </a:cubicBezTo>
                  <a:cubicBezTo>
                    <a:pt x="188" y="50"/>
                    <a:pt x="0" y="98"/>
                    <a:pt x="46" y="205"/>
                  </a:cubicBezTo>
                  <a:lnTo>
                    <a:pt x="108" y="185"/>
                  </a:lnTo>
                  <a:close/>
                </a:path>
              </a:pathLst>
            </a:custGeom>
            <a:solidFill>
              <a:srgbClr val="350C0C"/>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223" name="Freeform 98"/>
            <p:cNvSpPr/>
            <p:nvPr>
              <p:custDataLst>
                <p:tags r:id="rId70"/>
              </p:custDataLst>
            </p:nvPr>
          </p:nvSpPr>
          <p:spPr bwMode="auto">
            <a:xfrm>
              <a:off x="2190750" y="4335145"/>
              <a:ext cx="687705" cy="221615"/>
            </a:xfrm>
            <a:custGeom>
              <a:avLst/>
              <a:gdLst>
                <a:gd name="T0" fmla="*/ 386 w 424"/>
                <a:gd name="T1" fmla="*/ 137 h 137"/>
                <a:gd name="T2" fmla="*/ 422 w 424"/>
                <a:gd name="T3" fmla="*/ 111 h 137"/>
                <a:gd name="T4" fmla="*/ 392 w 424"/>
                <a:gd name="T5" fmla="*/ 62 h 137"/>
                <a:gd name="T6" fmla="*/ 190 w 424"/>
                <a:gd name="T7" fmla="*/ 45 h 137"/>
                <a:gd name="T8" fmla="*/ 50 w 424"/>
                <a:gd name="T9" fmla="*/ 9 h 137"/>
                <a:gd name="T10" fmla="*/ 26 w 424"/>
                <a:gd name="T11" fmla="*/ 85 h 137"/>
                <a:gd name="T12" fmla="*/ 89 w 424"/>
                <a:gd name="T13" fmla="*/ 126 h 137"/>
                <a:gd name="T14" fmla="*/ 386 w 424"/>
                <a:gd name="T15" fmla="*/ 137 h 13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24" h="137">
                  <a:moveTo>
                    <a:pt x="386" y="137"/>
                  </a:moveTo>
                  <a:cubicBezTo>
                    <a:pt x="403" y="137"/>
                    <a:pt x="419" y="127"/>
                    <a:pt x="422" y="111"/>
                  </a:cubicBezTo>
                  <a:cubicBezTo>
                    <a:pt x="424" y="96"/>
                    <a:pt x="420" y="77"/>
                    <a:pt x="392" y="62"/>
                  </a:cubicBezTo>
                  <a:cubicBezTo>
                    <a:pt x="335" y="31"/>
                    <a:pt x="246" y="35"/>
                    <a:pt x="190" y="45"/>
                  </a:cubicBezTo>
                  <a:cubicBezTo>
                    <a:pt x="137" y="54"/>
                    <a:pt x="98" y="0"/>
                    <a:pt x="50" y="9"/>
                  </a:cubicBezTo>
                  <a:cubicBezTo>
                    <a:pt x="21" y="14"/>
                    <a:pt x="0" y="55"/>
                    <a:pt x="26" y="85"/>
                  </a:cubicBezTo>
                  <a:cubicBezTo>
                    <a:pt x="53" y="114"/>
                    <a:pt x="89" y="126"/>
                    <a:pt x="89" y="126"/>
                  </a:cubicBezTo>
                  <a:lnTo>
                    <a:pt x="386" y="137"/>
                  </a:lnTo>
                  <a:close/>
                </a:path>
              </a:pathLst>
            </a:custGeom>
            <a:solidFill>
              <a:schemeClr val="tx2"/>
            </a:solidFill>
            <a:ln>
              <a:noFill/>
            </a:ln>
          </p:spPr>
          <p:txBody>
            <a:bodyPr vert="horz" wrap="square" lIns="68580" tIns="34290" rIns="68580" bIns="34290" numCol="1" anchor="t" anchorCtr="0" compatLnSpc="1"/>
            <a:lstStyle/>
            <a:p>
              <a:endParaRPr lang="zh-CN" altLang="en-US" sz="1350"/>
            </a:p>
          </p:txBody>
        </p:sp>
        <p:sp>
          <p:nvSpPr>
            <p:cNvPr id="224" name="Freeform 99"/>
            <p:cNvSpPr/>
            <p:nvPr>
              <p:custDataLst>
                <p:tags r:id="rId71"/>
              </p:custDataLst>
            </p:nvPr>
          </p:nvSpPr>
          <p:spPr bwMode="auto">
            <a:xfrm>
              <a:off x="2620010" y="5468620"/>
              <a:ext cx="106680" cy="98425"/>
            </a:xfrm>
            <a:custGeom>
              <a:avLst/>
              <a:gdLst>
                <a:gd name="T0" fmla="*/ 79 w 79"/>
                <a:gd name="T1" fmla="*/ 15 h 73"/>
                <a:gd name="T2" fmla="*/ 70 w 79"/>
                <a:gd name="T3" fmla="*/ 73 h 73"/>
                <a:gd name="T4" fmla="*/ 0 w 79"/>
                <a:gd name="T5" fmla="*/ 72 h 73"/>
                <a:gd name="T6" fmla="*/ 13 w 79"/>
                <a:gd name="T7" fmla="*/ 0 h 73"/>
                <a:gd name="T8" fmla="*/ 79 w 79"/>
                <a:gd name="T9" fmla="*/ 15 h 73"/>
              </a:gdLst>
              <a:ahLst/>
              <a:cxnLst>
                <a:cxn ang="0">
                  <a:pos x="T0" y="T1"/>
                </a:cxn>
                <a:cxn ang="0">
                  <a:pos x="T2" y="T3"/>
                </a:cxn>
                <a:cxn ang="0">
                  <a:pos x="T4" y="T5"/>
                </a:cxn>
                <a:cxn ang="0">
                  <a:pos x="T6" y="T7"/>
                </a:cxn>
                <a:cxn ang="0">
                  <a:pos x="T8" y="T9"/>
                </a:cxn>
              </a:cxnLst>
              <a:rect l="0" t="0" r="r" b="b"/>
              <a:pathLst>
                <a:path w="79" h="73">
                  <a:moveTo>
                    <a:pt x="79" y="15"/>
                  </a:moveTo>
                  <a:lnTo>
                    <a:pt x="70" y="73"/>
                  </a:lnTo>
                  <a:lnTo>
                    <a:pt x="0" y="72"/>
                  </a:lnTo>
                  <a:lnTo>
                    <a:pt x="13" y="0"/>
                  </a:lnTo>
                  <a:lnTo>
                    <a:pt x="79" y="15"/>
                  </a:lnTo>
                  <a:close/>
                </a:path>
              </a:pathLst>
            </a:custGeom>
            <a:solidFill>
              <a:srgbClr val="FFE7C5"/>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225" name="Freeform 100"/>
            <p:cNvSpPr/>
            <p:nvPr>
              <p:custDataLst>
                <p:tags r:id="rId72"/>
              </p:custDataLst>
            </p:nvPr>
          </p:nvSpPr>
          <p:spPr bwMode="auto">
            <a:xfrm>
              <a:off x="2612390" y="5518785"/>
              <a:ext cx="123190" cy="50165"/>
            </a:xfrm>
            <a:custGeom>
              <a:avLst/>
              <a:gdLst>
                <a:gd name="T0" fmla="*/ 79 w 91"/>
                <a:gd name="T1" fmla="*/ 37 h 37"/>
                <a:gd name="T2" fmla="*/ 91 w 91"/>
                <a:gd name="T3" fmla="*/ 0 h 37"/>
                <a:gd name="T4" fmla="*/ 6 w 91"/>
                <a:gd name="T5" fmla="*/ 0 h 37"/>
                <a:gd name="T6" fmla="*/ 0 w 91"/>
                <a:gd name="T7" fmla="*/ 35 h 37"/>
                <a:gd name="T8" fmla="*/ 79 w 91"/>
                <a:gd name="T9" fmla="*/ 37 h 37"/>
              </a:gdLst>
              <a:ahLst/>
              <a:cxnLst>
                <a:cxn ang="0">
                  <a:pos x="T0" y="T1"/>
                </a:cxn>
                <a:cxn ang="0">
                  <a:pos x="T2" y="T3"/>
                </a:cxn>
                <a:cxn ang="0">
                  <a:pos x="T4" y="T5"/>
                </a:cxn>
                <a:cxn ang="0">
                  <a:pos x="T6" y="T7"/>
                </a:cxn>
                <a:cxn ang="0">
                  <a:pos x="T8" y="T9"/>
                </a:cxn>
              </a:cxnLst>
              <a:rect l="0" t="0" r="r" b="b"/>
              <a:pathLst>
                <a:path w="91" h="37">
                  <a:moveTo>
                    <a:pt x="79" y="37"/>
                  </a:moveTo>
                  <a:lnTo>
                    <a:pt x="91" y="0"/>
                  </a:lnTo>
                  <a:lnTo>
                    <a:pt x="6" y="0"/>
                  </a:lnTo>
                  <a:lnTo>
                    <a:pt x="0" y="35"/>
                  </a:lnTo>
                  <a:lnTo>
                    <a:pt x="79" y="37"/>
                  </a:lnTo>
                  <a:close/>
                </a:path>
              </a:pathLst>
            </a:custGeom>
            <a:solidFill>
              <a:srgbClr val="F9B233"/>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226" name="Freeform 101"/>
            <p:cNvSpPr/>
            <p:nvPr>
              <p:custDataLst>
                <p:tags r:id="rId73"/>
              </p:custDataLst>
            </p:nvPr>
          </p:nvSpPr>
          <p:spPr bwMode="auto">
            <a:xfrm>
              <a:off x="2540635" y="5561965"/>
              <a:ext cx="529590" cy="198755"/>
            </a:xfrm>
            <a:custGeom>
              <a:avLst/>
              <a:gdLst>
                <a:gd name="T0" fmla="*/ 118 w 326"/>
                <a:gd name="T1" fmla="*/ 5 h 123"/>
                <a:gd name="T2" fmla="*/ 161 w 326"/>
                <a:gd name="T3" fmla="*/ 65 h 123"/>
                <a:gd name="T4" fmla="*/ 312 w 326"/>
                <a:gd name="T5" fmla="*/ 100 h 123"/>
                <a:gd name="T6" fmla="*/ 309 w 326"/>
                <a:gd name="T7" fmla="*/ 121 h 123"/>
                <a:gd name="T8" fmla="*/ 115 w 326"/>
                <a:gd name="T9" fmla="*/ 123 h 123"/>
                <a:gd name="T10" fmla="*/ 59 w 326"/>
                <a:gd name="T11" fmla="*/ 96 h 123"/>
                <a:gd name="T12" fmla="*/ 44 w 326"/>
                <a:gd name="T13" fmla="*/ 107 h 123"/>
                <a:gd name="T14" fmla="*/ 0 w 326"/>
                <a:gd name="T15" fmla="*/ 91 h 123"/>
                <a:gd name="T16" fmla="*/ 39 w 326"/>
                <a:gd name="T17" fmla="*/ 0 h 123"/>
                <a:gd name="T18" fmla="*/ 118 w 326"/>
                <a:gd name="T19" fmla="*/ 5 h 1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26" h="123">
                  <a:moveTo>
                    <a:pt x="118" y="5"/>
                  </a:moveTo>
                  <a:cubicBezTo>
                    <a:pt x="161" y="65"/>
                    <a:pt x="161" y="65"/>
                    <a:pt x="161" y="65"/>
                  </a:cubicBezTo>
                  <a:cubicBezTo>
                    <a:pt x="312" y="100"/>
                    <a:pt x="312" y="100"/>
                    <a:pt x="312" y="100"/>
                  </a:cubicBezTo>
                  <a:cubicBezTo>
                    <a:pt x="326" y="103"/>
                    <a:pt x="324" y="121"/>
                    <a:pt x="309" y="121"/>
                  </a:cubicBezTo>
                  <a:cubicBezTo>
                    <a:pt x="115" y="123"/>
                    <a:pt x="115" y="123"/>
                    <a:pt x="115" y="123"/>
                  </a:cubicBezTo>
                  <a:cubicBezTo>
                    <a:pt x="59" y="96"/>
                    <a:pt x="59" y="96"/>
                    <a:pt x="59" y="96"/>
                  </a:cubicBezTo>
                  <a:cubicBezTo>
                    <a:pt x="44" y="107"/>
                    <a:pt x="44" y="107"/>
                    <a:pt x="44" y="107"/>
                  </a:cubicBezTo>
                  <a:cubicBezTo>
                    <a:pt x="0" y="91"/>
                    <a:pt x="0" y="91"/>
                    <a:pt x="0" y="91"/>
                  </a:cubicBezTo>
                  <a:cubicBezTo>
                    <a:pt x="39" y="0"/>
                    <a:pt x="39" y="0"/>
                    <a:pt x="39" y="0"/>
                  </a:cubicBezTo>
                  <a:lnTo>
                    <a:pt x="118" y="5"/>
                  </a:lnTo>
                  <a:close/>
                </a:path>
              </a:pathLst>
            </a:custGeom>
            <a:solidFill>
              <a:srgbClr val="1D1D1B"/>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227" name="Freeform 102"/>
            <p:cNvSpPr/>
            <p:nvPr>
              <p:custDataLst>
                <p:tags r:id="rId74"/>
              </p:custDataLst>
            </p:nvPr>
          </p:nvSpPr>
          <p:spPr bwMode="auto">
            <a:xfrm>
              <a:off x="1835150" y="5117465"/>
              <a:ext cx="132080" cy="114935"/>
            </a:xfrm>
            <a:custGeom>
              <a:avLst/>
              <a:gdLst>
                <a:gd name="T0" fmla="*/ 98 w 98"/>
                <a:gd name="T1" fmla="*/ 58 h 85"/>
                <a:gd name="T2" fmla="*/ 39 w 98"/>
                <a:gd name="T3" fmla="*/ 85 h 85"/>
                <a:gd name="T4" fmla="*/ 0 w 98"/>
                <a:gd name="T5" fmla="*/ 34 h 85"/>
                <a:gd name="T6" fmla="*/ 71 w 98"/>
                <a:gd name="T7" fmla="*/ 0 h 85"/>
                <a:gd name="T8" fmla="*/ 98 w 98"/>
                <a:gd name="T9" fmla="*/ 58 h 85"/>
              </a:gdLst>
              <a:ahLst/>
              <a:cxnLst>
                <a:cxn ang="0">
                  <a:pos x="T0" y="T1"/>
                </a:cxn>
                <a:cxn ang="0">
                  <a:pos x="T2" y="T3"/>
                </a:cxn>
                <a:cxn ang="0">
                  <a:pos x="T4" y="T5"/>
                </a:cxn>
                <a:cxn ang="0">
                  <a:pos x="T6" y="T7"/>
                </a:cxn>
                <a:cxn ang="0">
                  <a:pos x="T8" y="T9"/>
                </a:cxn>
              </a:cxnLst>
              <a:rect l="0" t="0" r="r" b="b"/>
              <a:pathLst>
                <a:path w="98" h="85">
                  <a:moveTo>
                    <a:pt x="98" y="58"/>
                  </a:moveTo>
                  <a:lnTo>
                    <a:pt x="39" y="85"/>
                  </a:lnTo>
                  <a:lnTo>
                    <a:pt x="0" y="34"/>
                  </a:lnTo>
                  <a:lnTo>
                    <a:pt x="71" y="0"/>
                  </a:lnTo>
                  <a:lnTo>
                    <a:pt x="98" y="58"/>
                  </a:lnTo>
                  <a:close/>
                </a:path>
              </a:pathLst>
            </a:custGeom>
            <a:solidFill>
              <a:srgbClr val="FFE7C5"/>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228" name="Freeform 103"/>
            <p:cNvSpPr/>
            <p:nvPr>
              <p:custDataLst>
                <p:tags r:id="rId75"/>
              </p:custDataLst>
            </p:nvPr>
          </p:nvSpPr>
          <p:spPr bwMode="auto">
            <a:xfrm>
              <a:off x="1831340" y="5134610"/>
              <a:ext cx="113665" cy="102870"/>
            </a:xfrm>
            <a:custGeom>
              <a:avLst/>
              <a:gdLst>
                <a:gd name="T0" fmla="*/ 45 w 84"/>
                <a:gd name="T1" fmla="*/ 76 h 76"/>
                <a:gd name="T2" fmla="*/ 84 w 84"/>
                <a:gd name="T3" fmla="*/ 63 h 76"/>
                <a:gd name="T4" fmla="*/ 33 w 84"/>
                <a:gd name="T5" fmla="*/ 0 h 76"/>
                <a:gd name="T6" fmla="*/ 0 w 84"/>
                <a:gd name="T7" fmla="*/ 16 h 76"/>
                <a:gd name="T8" fmla="*/ 45 w 84"/>
                <a:gd name="T9" fmla="*/ 76 h 76"/>
              </a:gdLst>
              <a:ahLst/>
              <a:cxnLst>
                <a:cxn ang="0">
                  <a:pos x="T0" y="T1"/>
                </a:cxn>
                <a:cxn ang="0">
                  <a:pos x="T2" y="T3"/>
                </a:cxn>
                <a:cxn ang="0">
                  <a:pos x="T4" y="T5"/>
                </a:cxn>
                <a:cxn ang="0">
                  <a:pos x="T6" y="T7"/>
                </a:cxn>
                <a:cxn ang="0">
                  <a:pos x="T8" y="T9"/>
                </a:cxn>
              </a:cxnLst>
              <a:rect l="0" t="0" r="r" b="b"/>
              <a:pathLst>
                <a:path w="84" h="76">
                  <a:moveTo>
                    <a:pt x="45" y="76"/>
                  </a:moveTo>
                  <a:lnTo>
                    <a:pt x="84" y="63"/>
                  </a:lnTo>
                  <a:lnTo>
                    <a:pt x="33" y="0"/>
                  </a:lnTo>
                  <a:lnTo>
                    <a:pt x="0" y="16"/>
                  </a:lnTo>
                  <a:lnTo>
                    <a:pt x="45" y="76"/>
                  </a:lnTo>
                  <a:close/>
                </a:path>
              </a:pathLst>
            </a:custGeom>
            <a:solidFill>
              <a:srgbClr val="F9B233"/>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229" name="Freeform 104"/>
            <p:cNvSpPr/>
            <p:nvPr>
              <p:custDataLst>
                <p:tags r:id="rId76"/>
              </p:custDataLst>
            </p:nvPr>
          </p:nvSpPr>
          <p:spPr bwMode="auto">
            <a:xfrm>
              <a:off x="1662430" y="5148580"/>
              <a:ext cx="298450" cy="456565"/>
            </a:xfrm>
            <a:custGeom>
              <a:avLst/>
              <a:gdLst>
                <a:gd name="T0" fmla="*/ 146 w 184"/>
                <a:gd name="T1" fmla="*/ 61 h 282"/>
                <a:gd name="T2" fmla="*/ 118 w 184"/>
                <a:gd name="T3" fmla="*/ 128 h 282"/>
                <a:gd name="T4" fmla="*/ 178 w 184"/>
                <a:gd name="T5" fmla="*/ 261 h 282"/>
                <a:gd name="T6" fmla="*/ 158 w 184"/>
                <a:gd name="T7" fmla="*/ 272 h 282"/>
                <a:gd name="T8" fmla="*/ 40 w 184"/>
                <a:gd name="T9" fmla="*/ 129 h 282"/>
                <a:gd name="T10" fmla="*/ 31 w 184"/>
                <a:gd name="T11" fmla="*/ 72 h 282"/>
                <a:gd name="T12" fmla="*/ 13 w 184"/>
                <a:gd name="T13" fmla="*/ 67 h 282"/>
                <a:gd name="T14" fmla="*/ 0 w 184"/>
                <a:gd name="T15" fmla="*/ 25 h 282"/>
                <a:gd name="T16" fmla="*/ 104 w 184"/>
                <a:gd name="T17" fmla="*/ 0 h 282"/>
                <a:gd name="T18" fmla="*/ 146 w 184"/>
                <a:gd name="T19" fmla="*/ 61 h 2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4" h="282">
                  <a:moveTo>
                    <a:pt x="146" y="61"/>
                  </a:moveTo>
                  <a:cubicBezTo>
                    <a:pt x="118" y="128"/>
                    <a:pt x="118" y="128"/>
                    <a:pt x="118" y="128"/>
                  </a:cubicBezTo>
                  <a:cubicBezTo>
                    <a:pt x="178" y="261"/>
                    <a:pt x="178" y="261"/>
                    <a:pt x="178" y="261"/>
                  </a:cubicBezTo>
                  <a:cubicBezTo>
                    <a:pt x="184" y="273"/>
                    <a:pt x="166" y="282"/>
                    <a:pt x="158" y="272"/>
                  </a:cubicBezTo>
                  <a:cubicBezTo>
                    <a:pt x="40" y="129"/>
                    <a:pt x="40" y="129"/>
                    <a:pt x="40" y="129"/>
                  </a:cubicBezTo>
                  <a:cubicBezTo>
                    <a:pt x="31" y="72"/>
                    <a:pt x="31" y="72"/>
                    <a:pt x="31" y="72"/>
                  </a:cubicBezTo>
                  <a:cubicBezTo>
                    <a:pt x="13" y="67"/>
                    <a:pt x="13" y="67"/>
                    <a:pt x="13" y="67"/>
                  </a:cubicBezTo>
                  <a:cubicBezTo>
                    <a:pt x="0" y="25"/>
                    <a:pt x="0" y="25"/>
                    <a:pt x="0" y="25"/>
                  </a:cubicBezTo>
                  <a:cubicBezTo>
                    <a:pt x="104" y="0"/>
                    <a:pt x="104" y="0"/>
                    <a:pt x="104" y="0"/>
                  </a:cubicBezTo>
                  <a:lnTo>
                    <a:pt x="146" y="61"/>
                  </a:lnTo>
                  <a:close/>
                </a:path>
              </a:pathLst>
            </a:custGeom>
            <a:solidFill>
              <a:srgbClr val="1D1D1B"/>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230" name="Freeform 105"/>
            <p:cNvSpPr/>
            <p:nvPr>
              <p:custDataLst>
                <p:tags r:id="rId77"/>
              </p:custDataLst>
            </p:nvPr>
          </p:nvSpPr>
          <p:spPr bwMode="auto">
            <a:xfrm>
              <a:off x="2366010" y="4377055"/>
              <a:ext cx="469900" cy="104140"/>
            </a:xfrm>
            <a:custGeom>
              <a:avLst/>
              <a:gdLst>
                <a:gd name="T0" fmla="*/ 290 w 290"/>
                <a:gd name="T1" fmla="*/ 64 h 64"/>
                <a:gd name="T2" fmla="*/ 283 w 290"/>
                <a:gd name="T3" fmla="*/ 36 h 64"/>
                <a:gd name="T4" fmla="*/ 137 w 290"/>
                <a:gd name="T5" fmla="*/ 12 h 64"/>
                <a:gd name="T6" fmla="*/ 88 w 290"/>
                <a:gd name="T7" fmla="*/ 18 h 64"/>
                <a:gd name="T8" fmla="*/ 60 w 290"/>
                <a:gd name="T9" fmla="*/ 19 h 64"/>
                <a:gd name="T10" fmla="*/ 34 w 290"/>
                <a:gd name="T11" fmla="*/ 12 h 64"/>
                <a:gd name="T12" fmla="*/ 8 w 290"/>
                <a:gd name="T13" fmla="*/ 0 h 64"/>
                <a:gd name="T14" fmla="*/ 0 w 290"/>
                <a:gd name="T15" fmla="*/ 44 h 64"/>
                <a:gd name="T16" fmla="*/ 290 w 290"/>
                <a:gd name="T17" fmla="*/ 64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0" h="64">
                  <a:moveTo>
                    <a:pt x="290" y="64"/>
                  </a:moveTo>
                  <a:cubicBezTo>
                    <a:pt x="283" y="36"/>
                    <a:pt x="283" y="36"/>
                    <a:pt x="283" y="36"/>
                  </a:cubicBezTo>
                  <a:cubicBezTo>
                    <a:pt x="283" y="36"/>
                    <a:pt x="236" y="6"/>
                    <a:pt x="137" y="12"/>
                  </a:cubicBezTo>
                  <a:cubicBezTo>
                    <a:pt x="137" y="12"/>
                    <a:pt x="93" y="17"/>
                    <a:pt x="88" y="18"/>
                  </a:cubicBezTo>
                  <a:cubicBezTo>
                    <a:pt x="82" y="19"/>
                    <a:pt x="69" y="21"/>
                    <a:pt x="60" y="19"/>
                  </a:cubicBezTo>
                  <a:cubicBezTo>
                    <a:pt x="52" y="18"/>
                    <a:pt x="39" y="14"/>
                    <a:pt x="34" y="12"/>
                  </a:cubicBezTo>
                  <a:cubicBezTo>
                    <a:pt x="8" y="0"/>
                    <a:pt x="8" y="0"/>
                    <a:pt x="8" y="0"/>
                  </a:cubicBezTo>
                  <a:cubicBezTo>
                    <a:pt x="0" y="44"/>
                    <a:pt x="0" y="44"/>
                    <a:pt x="0" y="44"/>
                  </a:cubicBezTo>
                  <a:lnTo>
                    <a:pt x="290" y="64"/>
                  </a:lnTo>
                  <a:close/>
                </a:path>
              </a:pathLst>
            </a:custGeom>
            <a:solidFill>
              <a:srgbClr val="FFE7C5"/>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231" name="Freeform 106"/>
            <p:cNvSpPr/>
            <p:nvPr>
              <p:custDataLst>
                <p:tags r:id="rId78"/>
              </p:custDataLst>
            </p:nvPr>
          </p:nvSpPr>
          <p:spPr bwMode="auto">
            <a:xfrm>
              <a:off x="1896110" y="4448810"/>
              <a:ext cx="940435" cy="1049655"/>
            </a:xfrm>
            <a:custGeom>
              <a:avLst/>
              <a:gdLst>
                <a:gd name="T0" fmla="*/ 696 w 696"/>
                <a:gd name="T1" fmla="*/ 24 h 777"/>
                <a:gd name="T2" fmla="*/ 636 w 696"/>
                <a:gd name="T3" fmla="*/ 777 h 777"/>
                <a:gd name="T4" fmla="*/ 541 w 696"/>
                <a:gd name="T5" fmla="*/ 777 h 777"/>
                <a:gd name="T6" fmla="*/ 522 w 696"/>
                <a:gd name="T7" fmla="*/ 164 h 777"/>
                <a:gd name="T8" fmla="*/ 374 w 696"/>
                <a:gd name="T9" fmla="*/ 397 h 777"/>
                <a:gd name="T10" fmla="*/ 43 w 696"/>
                <a:gd name="T11" fmla="*/ 571 h 777"/>
                <a:gd name="T12" fmla="*/ 0 w 696"/>
                <a:gd name="T13" fmla="*/ 499 h 777"/>
                <a:gd name="T14" fmla="*/ 306 w 696"/>
                <a:gd name="T15" fmla="*/ 310 h 777"/>
                <a:gd name="T16" fmla="*/ 348 w 696"/>
                <a:gd name="T17" fmla="*/ 0 h 777"/>
                <a:gd name="T18" fmla="*/ 696 w 696"/>
                <a:gd name="T19" fmla="*/ 24 h 7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96" h="777">
                  <a:moveTo>
                    <a:pt x="696" y="24"/>
                  </a:moveTo>
                  <a:lnTo>
                    <a:pt x="636" y="777"/>
                  </a:lnTo>
                  <a:lnTo>
                    <a:pt x="541" y="777"/>
                  </a:lnTo>
                  <a:lnTo>
                    <a:pt x="522" y="164"/>
                  </a:lnTo>
                  <a:lnTo>
                    <a:pt x="374" y="397"/>
                  </a:lnTo>
                  <a:lnTo>
                    <a:pt x="43" y="571"/>
                  </a:lnTo>
                  <a:lnTo>
                    <a:pt x="0" y="499"/>
                  </a:lnTo>
                  <a:lnTo>
                    <a:pt x="306" y="310"/>
                  </a:lnTo>
                  <a:lnTo>
                    <a:pt x="348" y="0"/>
                  </a:lnTo>
                  <a:lnTo>
                    <a:pt x="696" y="24"/>
                  </a:lnTo>
                  <a:close/>
                </a:path>
              </a:pathLst>
            </a:custGeom>
            <a:solidFill>
              <a:srgbClr val="1D1D1B"/>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232" name="Freeform 107"/>
            <p:cNvSpPr/>
            <p:nvPr>
              <p:custDataLst>
                <p:tags r:id="rId79"/>
              </p:custDataLst>
            </p:nvPr>
          </p:nvSpPr>
          <p:spPr bwMode="auto">
            <a:xfrm>
              <a:off x="1790700" y="5302250"/>
              <a:ext cx="64770" cy="60960"/>
            </a:xfrm>
            <a:custGeom>
              <a:avLst/>
              <a:gdLst>
                <a:gd name="T0" fmla="*/ 38 w 48"/>
                <a:gd name="T1" fmla="*/ 45 h 45"/>
                <a:gd name="T2" fmla="*/ 0 w 48"/>
                <a:gd name="T3" fmla="*/ 33 h 45"/>
                <a:gd name="T4" fmla="*/ 5 w 48"/>
                <a:gd name="T5" fmla="*/ 0 h 45"/>
                <a:gd name="T6" fmla="*/ 48 w 48"/>
                <a:gd name="T7" fmla="*/ 12 h 45"/>
                <a:gd name="T8" fmla="*/ 47 w 48"/>
                <a:gd name="T9" fmla="*/ 15 h 45"/>
                <a:gd name="T10" fmla="*/ 9 w 48"/>
                <a:gd name="T11" fmla="*/ 6 h 45"/>
                <a:gd name="T12" fmla="*/ 5 w 48"/>
                <a:gd name="T13" fmla="*/ 31 h 45"/>
                <a:gd name="T14" fmla="*/ 39 w 48"/>
                <a:gd name="T15" fmla="*/ 42 h 45"/>
                <a:gd name="T16" fmla="*/ 38 w 48"/>
                <a:gd name="T17"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8" h="45">
                  <a:moveTo>
                    <a:pt x="38" y="45"/>
                  </a:moveTo>
                  <a:lnTo>
                    <a:pt x="0" y="33"/>
                  </a:lnTo>
                  <a:lnTo>
                    <a:pt x="5" y="0"/>
                  </a:lnTo>
                  <a:lnTo>
                    <a:pt x="48" y="12"/>
                  </a:lnTo>
                  <a:lnTo>
                    <a:pt x="47" y="15"/>
                  </a:lnTo>
                  <a:lnTo>
                    <a:pt x="9" y="6"/>
                  </a:lnTo>
                  <a:lnTo>
                    <a:pt x="5" y="31"/>
                  </a:lnTo>
                  <a:lnTo>
                    <a:pt x="39" y="42"/>
                  </a:lnTo>
                  <a:lnTo>
                    <a:pt x="38" y="45"/>
                  </a:lnTo>
                  <a:close/>
                </a:path>
              </a:pathLst>
            </a:custGeom>
            <a:solidFill>
              <a:srgbClr val="B2B2B2"/>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233" name="Freeform 108"/>
            <p:cNvSpPr/>
            <p:nvPr>
              <p:custDataLst>
                <p:tags r:id="rId80"/>
              </p:custDataLst>
            </p:nvPr>
          </p:nvSpPr>
          <p:spPr bwMode="auto">
            <a:xfrm>
              <a:off x="1562735" y="4427220"/>
              <a:ext cx="198755" cy="285115"/>
            </a:xfrm>
            <a:custGeom>
              <a:avLst/>
              <a:gdLst>
                <a:gd name="T0" fmla="*/ 101 w 123"/>
                <a:gd name="T1" fmla="*/ 75 h 176"/>
                <a:gd name="T2" fmla="*/ 53 w 123"/>
                <a:gd name="T3" fmla="*/ 170 h 176"/>
                <a:gd name="T4" fmla="*/ 46 w 123"/>
                <a:gd name="T5" fmla="*/ 153 h 176"/>
                <a:gd name="T6" fmla="*/ 73 w 123"/>
                <a:gd name="T7" fmla="*/ 91 h 176"/>
                <a:gd name="T8" fmla="*/ 25 w 123"/>
                <a:gd name="T9" fmla="*/ 165 h 176"/>
                <a:gd name="T10" fmla="*/ 20 w 123"/>
                <a:gd name="T11" fmla="*/ 151 h 176"/>
                <a:gd name="T12" fmla="*/ 52 w 123"/>
                <a:gd name="T13" fmla="*/ 91 h 176"/>
                <a:gd name="T14" fmla="*/ 13 w 123"/>
                <a:gd name="T15" fmla="*/ 137 h 176"/>
                <a:gd name="T16" fmla="*/ 13 w 123"/>
                <a:gd name="T17" fmla="*/ 121 h 176"/>
                <a:gd name="T18" fmla="*/ 45 w 123"/>
                <a:gd name="T19" fmla="*/ 79 h 176"/>
                <a:gd name="T20" fmla="*/ 6 w 123"/>
                <a:gd name="T21" fmla="*/ 102 h 176"/>
                <a:gd name="T22" fmla="*/ 4 w 123"/>
                <a:gd name="T23" fmla="*/ 94 h 176"/>
                <a:gd name="T24" fmla="*/ 44 w 123"/>
                <a:gd name="T25" fmla="*/ 65 h 176"/>
                <a:gd name="T26" fmla="*/ 86 w 123"/>
                <a:gd name="T27" fmla="*/ 20 h 176"/>
                <a:gd name="T28" fmla="*/ 122 w 123"/>
                <a:gd name="T29" fmla="*/ 31 h 176"/>
                <a:gd name="T30" fmla="*/ 115 w 123"/>
                <a:gd name="T31" fmla="*/ 119 h 176"/>
                <a:gd name="T32" fmla="*/ 99 w 123"/>
                <a:gd name="T33" fmla="*/ 102 h 176"/>
                <a:gd name="T34" fmla="*/ 101 w 123"/>
                <a:gd name="T35" fmla="*/ 75 h 1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23" h="176">
                  <a:moveTo>
                    <a:pt x="101" y="75"/>
                  </a:moveTo>
                  <a:cubicBezTo>
                    <a:pt x="101" y="75"/>
                    <a:pt x="60" y="164"/>
                    <a:pt x="53" y="170"/>
                  </a:cubicBezTo>
                  <a:cubicBezTo>
                    <a:pt x="46" y="176"/>
                    <a:pt x="38" y="168"/>
                    <a:pt x="46" y="153"/>
                  </a:cubicBezTo>
                  <a:cubicBezTo>
                    <a:pt x="54" y="138"/>
                    <a:pt x="73" y="91"/>
                    <a:pt x="73" y="91"/>
                  </a:cubicBezTo>
                  <a:cubicBezTo>
                    <a:pt x="73" y="91"/>
                    <a:pt x="31" y="164"/>
                    <a:pt x="25" y="165"/>
                  </a:cubicBezTo>
                  <a:cubicBezTo>
                    <a:pt x="19" y="166"/>
                    <a:pt x="13" y="160"/>
                    <a:pt x="20" y="151"/>
                  </a:cubicBezTo>
                  <a:cubicBezTo>
                    <a:pt x="27" y="141"/>
                    <a:pt x="52" y="91"/>
                    <a:pt x="52" y="91"/>
                  </a:cubicBezTo>
                  <a:cubicBezTo>
                    <a:pt x="52" y="91"/>
                    <a:pt x="22" y="130"/>
                    <a:pt x="13" y="137"/>
                  </a:cubicBezTo>
                  <a:cubicBezTo>
                    <a:pt x="4" y="144"/>
                    <a:pt x="6" y="129"/>
                    <a:pt x="13" y="121"/>
                  </a:cubicBezTo>
                  <a:cubicBezTo>
                    <a:pt x="20" y="112"/>
                    <a:pt x="45" y="79"/>
                    <a:pt x="45" y="79"/>
                  </a:cubicBezTo>
                  <a:cubicBezTo>
                    <a:pt x="45" y="79"/>
                    <a:pt x="13" y="102"/>
                    <a:pt x="6" y="102"/>
                  </a:cubicBezTo>
                  <a:cubicBezTo>
                    <a:pt x="0" y="103"/>
                    <a:pt x="1" y="98"/>
                    <a:pt x="4" y="94"/>
                  </a:cubicBezTo>
                  <a:cubicBezTo>
                    <a:pt x="7" y="91"/>
                    <a:pt x="44" y="65"/>
                    <a:pt x="44" y="65"/>
                  </a:cubicBezTo>
                  <a:cubicBezTo>
                    <a:pt x="44" y="65"/>
                    <a:pt x="53" y="56"/>
                    <a:pt x="86" y="20"/>
                  </a:cubicBezTo>
                  <a:cubicBezTo>
                    <a:pt x="105" y="0"/>
                    <a:pt x="123" y="26"/>
                    <a:pt x="122" y="31"/>
                  </a:cubicBezTo>
                  <a:cubicBezTo>
                    <a:pt x="122" y="35"/>
                    <a:pt x="119" y="109"/>
                    <a:pt x="115" y="119"/>
                  </a:cubicBezTo>
                  <a:cubicBezTo>
                    <a:pt x="110" y="130"/>
                    <a:pt x="96" y="121"/>
                    <a:pt x="99" y="102"/>
                  </a:cubicBezTo>
                  <a:cubicBezTo>
                    <a:pt x="102" y="84"/>
                    <a:pt x="107" y="72"/>
                    <a:pt x="101" y="75"/>
                  </a:cubicBezTo>
                  <a:close/>
                </a:path>
              </a:pathLst>
            </a:custGeom>
            <a:solidFill>
              <a:srgbClr val="FFE7C5"/>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234" name="Freeform 109"/>
            <p:cNvSpPr/>
            <p:nvPr>
              <p:custDataLst>
                <p:tags r:id="rId81"/>
              </p:custDataLst>
            </p:nvPr>
          </p:nvSpPr>
          <p:spPr bwMode="auto">
            <a:xfrm>
              <a:off x="4731385" y="5468620"/>
              <a:ext cx="106680" cy="98425"/>
            </a:xfrm>
            <a:custGeom>
              <a:avLst/>
              <a:gdLst>
                <a:gd name="T0" fmla="*/ 79 w 79"/>
                <a:gd name="T1" fmla="*/ 15 h 73"/>
                <a:gd name="T2" fmla="*/ 68 w 79"/>
                <a:gd name="T3" fmla="*/ 73 h 73"/>
                <a:gd name="T4" fmla="*/ 0 w 79"/>
                <a:gd name="T5" fmla="*/ 72 h 73"/>
                <a:gd name="T6" fmla="*/ 13 w 79"/>
                <a:gd name="T7" fmla="*/ 0 h 73"/>
                <a:gd name="T8" fmla="*/ 79 w 79"/>
                <a:gd name="T9" fmla="*/ 15 h 73"/>
              </a:gdLst>
              <a:ahLst/>
              <a:cxnLst>
                <a:cxn ang="0">
                  <a:pos x="T0" y="T1"/>
                </a:cxn>
                <a:cxn ang="0">
                  <a:pos x="T2" y="T3"/>
                </a:cxn>
                <a:cxn ang="0">
                  <a:pos x="T4" y="T5"/>
                </a:cxn>
                <a:cxn ang="0">
                  <a:pos x="T6" y="T7"/>
                </a:cxn>
                <a:cxn ang="0">
                  <a:pos x="T8" y="T9"/>
                </a:cxn>
              </a:cxnLst>
              <a:rect l="0" t="0" r="r" b="b"/>
              <a:pathLst>
                <a:path w="79" h="73">
                  <a:moveTo>
                    <a:pt x="79" y="15"/>
                  </a:moveTo>
                  <a:lnTo>
                    <a:pt x="68" y="73"/>
                  </a:lnTo>
                  <a:lnTo>
                    <a:pt x="0" y="72"/>
                  </a:lnTo>
                  <a:lnTo>
                    <a:pt x="13" y="0"/>
                  </a:lnTo>
                  <a:lnTo>
                    <a:pt x="79" y="15"/>
                  </a:lnTo>
                  <a:close/>
                </a:path>
              </a:pathLst>
            </a:custGeom>
            <a:solidFill>
              <a:srgbClr val="FFE7C5"/>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235" name="Freeform 110"/>
            <p:cNvSpPr/>
            <p:nvPr>
              <p:custDataLst>
                <p:tags r:id="rId82"/>
              </p:custDataLst>
            </p:nvPr>
          </p:nvSpPr>
          <p:spPr bwMode="auto">
            <a:xfrm>
              <a:off x="4723765" y="5518785"/>
              <a:ext cx="123190" cy="50165"/>
            </a:xfrm>
            <a:custGeom>
              <a:avLst/>
              <a:gdLst>
                <a:gd name="T0" fmla="*/ 79 w 91"/>
                <a:gd name="T1" fmla="*/ 37 h 37"/>
                <a:gd name="T2" fmla="*/ 91 w 91"/>
                <a:gd name="T3" fmla="*/ 0 h 37"/>
                <a:gd name="T4" fmla="*/ 6 w 91"/>
                <a:gd name="T5" fmla="*/ 0 h 37"/>
                <a:gd name="T6" fmla="*/ 0 w 91"/>
                <a:gd name="T7" fmla="*/ 35 h 37"/>
                <a:gd name="T8" fmla="*/ 79 w 91"/>
                <a:gd name="T9" fmla="*/ 37 h 37"/>
              </a:gdLst>
              <a:ahLst/>
              <a:cxnLst>
                <a:cxn ang="0">
                  <a:pos x="T0" y="T1"/>
                </a:cxn>
                <a:cxn ang="0">
                  <a:pos x="T2" y="T3"/>
                </a:cxn>
                <a:cxn ang="0">
                  <a:pos x="T4" y="T5"/>
                </a:cxn>
                <a:cxn ang="0">
                  <a:pos x="T6" y="T7"/>
                </a:cxn>
                <a:cxn ang="0">
                  <a:pos x="T8" y="T9"/>
                </a:cxn>
              </a:cxnLst>
              <a:rect l="0" t="0" r="r" b="b"/>
              <a:pathLst>
                <a:path w="91" h="37">
                  <a:moveTo>
                    <a:pt x="79" y="37"/>
                  </a:moveTo>
                  <a:lnTo>
                    <a:pt x="91" y="0"/>
                  </a:lnTo>
                  <a:lnTo>
                    <a:pt x="6" y="0"/>
                  </a:lnTo>
                  <a:lnTo>
                    <a:pt x="0" y="35"/>
                  </a:lnTo>
                  <a:lnTo>
                    <a:pt x="79" y="37"/>
                  </a:lnTo>
                  <a:close/>
                </a:path>
              </a:pathLst>
            </a:custGeom>
            <a:solidFill>
              <a:srgbClr val="F9B233"/>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236" name="Freeform 111"/>
            <p:cNvSpPr/>
            <p:nvPr>
              <p:custDataLst>
                <p:tags r:id="rId83"/>
              </p:custDataLst>
            </p:nvPr>
          </p:nvSpPr>
          <p:spPr bwMode="auto">
            <a:xfrm>
              <a:off x="4650740" y="5561965"/>
              <a:ext cx="364490" cy="198755"/>
            </a:xfrm>
            <a:custGeom>
              <a:avLst/>
              <a:gdLst>
                <a:gd name="T0" fmla="*/ 119 w 225"/>
                <a:gd name="T1" fmla="*/ 5 h 123"/>
                <a:gd name="T2" fmla="*/ 137 w 225"/>
                <a:gd name="T3" fmla="*/ 75 h 123"/>
                <a:gd name="T4" fmla="*/ 212 w 225"/>
                <a:gd name="T5" fmla="*/ 100 h 123"/>
                <a:gd name="T6" fmla="*/ 209 w 225"/>
                <a:gd name="T7" fmla="*/ 121 h 123"/>
                <a:gd name="T8" fmla="*/ 115 w 225"/>
                <a:gd name="T9" fmla="*/ 123 h 123"/>
                <a:gd name="T10" fmla="*/ 60 w 225"/>
                <a:gd name="T11" fmla="*/ 96 h 123"/>
                <a:gd name="T12" fmla="*/ 45 w 225"/>
                <a:gd name="T13" fmla="*/ 107 h 123"/>
                <a:gd name="T14" fmla="*/ 0 w 225"/>
                <a:gd name="T15" fmla="*/ 91 h 123"/>
                <a:gd name="T16" fmla="*/ 40 w 225"/>
                <a:gd name="T17" fmla="*/ 0 h 123"/>
                <a:gd name="T18" fmla="*/ 119 w 225"/>
                <a:gd name="T19" fmla="*/ 5 h 1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25" h="123">
                  <a:moveTo>
                    <a:pt x="119" y="5"/>
                  </a:moveTo>
                  <a:cubicBezTo>
                    <a:pt x="137" y="75"/>
                    <a:pt x="137" y="75"/>
                    <a:pt x="137" y="75"/>
                  </a:cubicBezTo>
                  <a:cubicBezTo>
                    <a:pt x="212" y="100"/>
                    <a:pt x="212" y="100"/>
                    <a:pt x="212" y="100"/>
                  </a:cubicBezTo>
                  <a:cubicBezTo>
                    <a:pt x="225" y="103"/>
                    <a:pt x="223" y="121"/>
                    <a:pt x="209" y="121"/>
                  </a:cubicBezTo>
                  <a:cubicBezTo>
                    <a:pt x="115" y="123"/>
                    <a:pt x="115" y="123"/>
                    <a:pt x="115" y="123"/>
                  </a:cubicBezTo>
                  <a:cubicBezTo>
                    <a:pt x="60" y="96"/>
                    <a:pt x="60" y="96"/>
                    <a:pt x="60" y="96"/>
                  </a:cubicBezTo>
                  <a:cubicBezTo>
                    <a:pt x="45" y="107"/>
                    <a:pt x="45" y="107"/>
                    <a:pt x="45" y="107"/>
                  </a:cubicBezTo>
                  <a:cubicBezTo>
                    <a:pt x="0" y="91"/>
                    <a:pt x="0" y="91"/>
                    <a:pt x="0" y="91"/>
                  </a:cubicBezTo>
                  <a:cubicBezTo>
                    <a:pt x="40" y="0"/>
                    <a:pt x="40" y="0"/>
                    <a:pt x="40" y="0"/>
                  </a:cubicBezTo>
                  <a:lnTo>
                    <a:pt x="119" y="5"/>
                  </a:lnTo>
                  <a:close/>
                </a:path>
              </a:pathLst>
            </a:custGeom>
            <a:solidFill>
              <a:srgbClr val="1D1D1B"/>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237" name="Freeform 112"/>
            <p:cNvSpPr/>
            <p:nvPr>
              <p:custDataLst>
                <p:tags r:id="rId84"/>
              </p:custDataLst>
            </p:nvPr>
          </p:nvSpPr>
          <p:spPr bwMode="auto">
            <a:xfrm>
              <a:off x="4399280" y="5475605"/>
              <a:ext cx="99695" cy="98425"/>
            </a:xfrm>
            <a:custGeom>
              <a:avLst/>
              <a:gdLst>
                <a:gd name="T0" fmla="*/ 6 w 74"/>
                <a:gd name="T1" fmla="*/ 0 h 73"/>
                <a:gd name="T2" fmla="*/ 0 w 74"/>
                <a:gd name="T3" fmla="*/ 60 h 73"/>
                <a:gd name="T4" fmla="*/ 67 w 74"/>
                <a:gd name="T5" fmla="*/ 73 h 73"/>
                <a:gd name="T6" fmla="*/ 74 w 74"/>
                <a:gd name="T7" fmla="*/ 1 h 73"/>
                <a:gd name="T8" fmla="*/ 6 w 74"/>
                <a:gd name="T9" fmla="*/ 0 h 73"/>
              </a:gdLst>
              <a:ahLst/>
              <a:cxnLst>
                <a:cxn ang="0">
                  <a:pos x="T0" y="T1"/>
                </a:cxn>
                <a:cxn ang="0">
                  <a:pos x="T2" y="T3"/>
                </a:cxn>
                <a:cxn ang="0">
                  <a:pos x="T4" y="T5"/>
                </a:cxn>
                <a:cxn ang="0">
                  <a:pos x="T6" y="T7"/>
                </a:cxn>
                <a:cxn ang="0">
                  <a:pos x="T8" y="T9"/>
                </a:cxn>
              </a:cxnLst>
              <a:rect l="0" t="0" r="r" b="b"/>
              <a:pathLst>
                <a:path w="74" h="73">
                  <a:moveTo>
                    <a:pt x="6" y="0"/>
                  </a:moveTo>
                  <a:lnTo>
                    <a:pt x="0" y="60"/>
                  </a:lnTo>
                  <a:lnTo>
                    <a:pt x="67" y="73"/>
                  </a:lnTo>
                  <a:lnTo>
                    <a:pt x="74" y="1"/>
                  </a:lnTo>
                  <a:lnTo>
                    <a:pt x="6" y="0"/>
                  </a:lnTo>
                  <a:close/>
                </a:path>
              </a:pathLst>
            </a:custGeom>
            <a:solidFill>
              <a:srgbClr val="FFE7C5"/>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238" name="Freeform 113"/>
            <p:cNvSpPr/>
            <p:nvPr>
              <p:custDataLst>
                <p:tags r:id="rId85"/>
              </p:custDataLst>
            </p:nvPr>
          </p:nvSpPr>
          <p:spPr bwMode="auto">
            <a:xfrm>
              <a:off x="4391025" y="5504815"/>
              <a:ext cx="112395" cy="70485"/>
            </a:xfrm>
            <a:custGeom>
              <a:avLst/>
              <a:gdLst>
                <a:gd name="T0" fmla="*/ 2 w 83"/>
                <a:gd name="T1" fmla="*/ 38 h 52"/>
                <a:gd name="T2" fmla="*/ 0 w 83"/>
                <a:gd name="T3" fmla="*/ 0 h 52"/>
                <a:gd name="T4" fmla="*/ 83 w 83"/>
                <a:gd name="T5" fmla="*/ 19 h 52"/>
                <a:gd name="T6" fmla="*/ 79 w 83"/>
                <a:gd name="T7" fmla="*/ 52 h 52"/>
                <a:gd name="T8" fmla="*/ 2 w 83"/>
                <a:gd name="T9" fmla="*/ 38 h 52"/>
              </a:gdLst>
              <a:ahLst/>
              <a:cxnLst>
                <a:cxn ang="0">
                  <a:pos x="T0" y="T1"/>
                </a:cxn>
                <a:cxn ang="0">
                  <a:pos x="T2" y="T3"/>
                </a:cxn>
                <a:cxn ang="0">
                  <a:pos x="T4" y="T5"/>
                </a:cxn>
                <a:cxn ang="0">
                  <a:pos x="T6" y="T7"/>
                </a:cxn>
                <a:cxn ang="0">
                  <a:pos x="T8" y="T9"/>
                </a:cxn>
              </a:cxnLst>
              <a:rect l="0" t="0" r="r" b="b"/>
              <a:pathLst>
                <a:path w="83" h="52">
                  <a:moveTo>
                    <a:pt x="2" y="38"/>
                  </a:moveTo>
                  <a:lnTo>
                    <a:pt x="0" y="0"/>
                  </a:lnTo>
                  <a:lnTo>
                    <a:pt x="83" y="19"/>
                  </a:lnTo>
                  <a:lnTo>
                    <a:pt x="79" y="52"/>
                  </a:lnTo>
                  <a:lnTo>
                    <a:pt x="2" y="38"/>
                  </a:lnTo>
                  <a:close/>
                </a:path>
              </a:pathLst>
            </a:custGeom>
            <a:solidFill>
              <a:srgbClr val="F9B233"/>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239" name="Freeform 114"/>
            <p:cNvSpPr/>
            <p:nvPr>
              <p:custDataLst>
                <p:tags r:id="rId86"/>
              </p:custDataLst>
            </p:nvPr>
          </p:nvSpPr>
          <p:spPr bwMode="auto">
            <a:xfrm>
              <a:off x="4157345" y="5553710"/>
              <a:ext cx="372745" cy="187960"/>
            </a:xfrm>
            <a:custGeom>
              <a:avLst/>
              <a:gdLst>
                <a:gd name="T0" fmla="*/ 138 w 230"/>
                <a:gd name="T1" fmla="*/ 0 h 116"/>
                <a:gd name="T2" fmla="*/ 117 w 230"/>
                <a:gd name="T3" fmla="*/ 58 h 116"/>
                <a:gd name="T4" fmla="*/ 17 w 230"/>
                <a:gd name="T5" fmla="*/ 94 h 116"/>
                <a:gd name="T6" fmla="*/ 14 w 230"/>
                <a:gd name="T7" fmla="*/ 116 h 116"/>
                <a:gd name="T8" fmla="*/ 110 w 230"/>
                <a:gd name="T9" fmla="*/ 116 h 116"/>
                <a:gd name="T10" fmla="*/ 171 w 230"/>
                <a:gd name="T11" fmla="*/ 102 h 116"/>
                <a:gd name="T12" fmla="*/ 182 w 230"/>
                <a:gd name="T13" fmla="*/ 116 h 116"/>
                <a:gd name="T14" fmla="*/ 230 w 230"/>
                <a:gd name="T15" fmla="*/ 110 h 116"/>
                <a:gd name="T16" fmla="*/ 215 w 230"/>
                <a:gd name="T17" fmla="*/ 13 h 116"/>
                <a:gd name="T18" fmla="*/ 138 w 230"/>
                <a:gd name="T19" fmla="*/ 0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30" h="116">
                  <a:moveTo>
                    <a:pt x="138" y="0"/>
                  </a:moveTo>
                  <a:cubicBezTo>
                    <a:pt x="117" y="58"/>
                    <a:pt x="117" y="58"/>
                    <a:pt x="117" y="58"/>
                  </a:cubicBezTo>
                  <a:cubicBezTo>
                    <a:pt x="17" y="94"/>
                    <a:pt x="17" y="94"/>
                    <a:pt x="17" y="94"/>
                  </a:cubicBezTo>
                  <a:cubicBezTo>
                    <a:pt x="2" y="94"/>
                    <a:pt x="0" y="113"/>
                    <a:pt x="14" y="116"/>
                  </a:cubicBezTo>
                  <a:cubicBezTo>
                    <a:pt x="110" y="116"/>
                    <a:pt x="110" y="116"/>
                    <a:pt x="110" y="116"/>
                  </a:cubicBezTo>
                  <a:cubicBezTo>
                    <a:pt x="171" y="102"/>
                    <a:pt x="171" y="102"/>
                    <a:pt x="171" y="102"/>
                  </a:cubicBezTo>
                  <a:cubicBezTo>
                    <a:pt x="182" y="116"/>
                    <a:pt x="182" y="116"/>
                    <a:pt x="182" y="116"/>
                  </a:cubicBezTo>
                  <a:cubicBezTo>
                    <a:pt x="230" y="110"/>
                    <a:pt x="230" y="110"/>
                    <a:pt x="230" y="110"/>
                  </a:cubicBezTo>
                  <a:cubicBezTo>
                    <a:pt x="215" y="13"/>
                    <a:pt x="215" y="13"/>
                    <a:pt x="215" y="13"/>
                  </a:cubicBezTo>
                  <a:lnTo>
                    <a:pt x="138" y="0"/>
                  </a:lnTo>
                  <a:close/>
                </a:path>
              </a:pathLst>
            </a:custGeom>
            <a:solidFill>
              <a:srgbClr val="1D1D1B"/>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240" name="Freeform 115"/>
            <p:cNvSpPr/>
            <p:nvPr>
              <p:custDataLst>
                <p:tags r:id="rId87"/>
              </p:custDataLst>
            </p:nvPr>
          </p:nvSpPr>
          <p:spPr bwMode="auto">
            <a:xfrm>
              <a:off x="4619625" y="3385820"/>
              <a:ext cx="321310" cy="144780"/>
            </a:xfrm>
            <a:custGeom>
              <a:avLst/>
              <a:gdLst>
                <a:gd name="T0" fmla="*/ 58 w 198"/>
                <a:gd name="T1" fmla="*/ 11 h 89"/>
                <a:gd name="T2" fmla="*/ 56 w 198"/>
                <a:gd name="T3" fmla="*/ 35 h 89"/>
                <a:gd name="T4" fmla="*/ 11 w 198"/>
                <a:gd name="T5" fmla="*/ 86 h 89"/>
                <a:gd name="T6" fmla="*/ 0 w 198"/>
                <a:gd name="T7" fmla="*/ 89 h 89"/>
                <a:gd name="T8" fmla="*/ 198 w 198"/>
                <a:gd name="T9" fmla="*/ 89 h 89"/>
                <a:gd name="T10" fmla="*/ 172 w 198"/>
                <a:gd name="T11" fmla="*/ 88 h 89"/>
                <a:gd name="T12" fmla="*/ 132 w 198"/>
                <a:gd name="T13" fmla="*/ 29 h 89"/>
                <a:gd name="T14" fmla="*/ 135 w 198"/>
                <a:gd name="T15" fmla="*/ 0 h 89"/>
                <a:gd name="T16" fmla="*/ 58 w 198"/>
                <a:gd name="T17" fmla="*/ 11 h 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98" h="89">
                  <a:moveTo>
                    <a:pt x="58" y="11"/>
                  </a:moveTo>
                  <a:cubicBezTo>
                    <a:pt x="56" y="35"/>
                    <a:pt x="56" y="35"/>
                    <a:pt x="56" y="35"/>
                  </a:cubicBezTo>
                  <a:cubicBezTo>
                    <a:pt x="53" y="59"/>
                    <a:pt x="36" y="79"/>
                    <a:pt x="11" y="86"/>
                  </a:cubicBezTo>
                  <a:cubicBezTo>
                    <a:pt x="0" y="89"/>
                    <a:pt x="0" y="89"/>
                    <a:pt x="0" y="89"/>
                  </a:cubicBezTo>
                  <a:cubicBezTo>
                    <a:pt x="198" y="89"/>
                    <a:pt x="198" y="89"/>
                    <a:pt x="198" y="89"/>
                  </a:cubicBezTo>
                  <a:cubicBezTo>
                    <a:pt x="172" y="88"/>
                    <a:pt x="172" y="88"/>
                    <a:pt x="172" y="88"/>
                  </a:cubicBezTo>
                  <a:cubicBezTo>
                    <a:pt x="146" y="79"/>
                    <a:pt x="130" y="55"/>
                    <a:pt x="132" y="29"/>
                  </a:cubicBezTo>
                  <a:cubicBezTo>
                    <a:pt x="135" y="0"/>
                    <a:pt x="135" y="0"/>
                    <a:pt x="135" y="0"/>
                  </a:cubicBezTo>
                  <a:lnTo>
                    <a:pt x="58" y="11"/>
                  </a:lnTo>
                  <a:close/>
                </a:path>
              </a:pathLst>
            </a:custGeom>
            <a:solidFill>
              <a:srgbClr val="FFE7C5"/>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241" name="Freeform 116"/>
            <p:cNvSpPr/>
            <p:nvPr>
              <p:custDataLst>
                <p:tags r:id="rId88"/>
              </p:custDataLst>
            </p:nvPr>
          </p:nvSpPr>
          <p:spPr bwMode="auto">
            <a:xfrm>
              <a:off x="4361815" y="4399915"/>
              <a:ext cx="590550" cy="1085850"/>
            </a:xfrm>
            <a:custGeom>
              <a:avLst/>
              <a:gdLst>
                <a:gd name="T0" fmla="*/ 364 w 364"/>
                <a:gd name="T1" fmla="*/ 42 h 671"/>
                <a:gd name="T2" fmla="*/ 314 w 364"/>
                <a:gd name="T3" fmla="*/ 671 h 671"/>
                <a:gd name="T4" fmla="*/ 235 w 364"/>
                <a:gd name="T5" fmla="*/ 671 h 671"/>
                <a:gd name="T6" fmla="*/ 219 w 364"/>
                <a:gd name="T7" fmla="*/ 159 h 671"/>
                <a:gd name="T8" fmla="*/ 145 w 364"/>
                <a:gd name="T9" fmla="*/ 372 h 671"/>
                <a:gd name="T10" fmla="*/ 88 w 364"/>
                <a:gd name="T11" fmla="*/ 671 h 671"/>
                <a:gd name="T12" fmla="*/ 0 w 364"/>
                <a:gd name="T13" fmla="*/ 671 h 671"/>
                <a:gd name="T14" fmla="*/ 48 w 364"/>
                <a:gd name="T15" fmla="*/ 329 h 671"/>
                <a:gd name="T16" fmla="*/ 75 w 364"/>
                <a:gd name="T17" fmla="*/ 25 h 671"/>
                <a:gd name="T18" fmla="*/ 344 w 364"/>
                <a:gd name="T19" fmla="*/ 34 h 671"/>
                <a:gd name="T20" fmla="*/ 364 w 364"/>
                <a:gd name="T21" fmla="*/ 42 h 6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64" h="671">
                  <a:moveTo>
                    <a:pt x="364" y="42"/>
                  </a:moveTo>
                  <a:cubicBezTo>
                    <a:pt x="314" y="671"/>
                    <a:pt x="314" y="671"/>
                    <a:pt x="314" y="671"/>
                  </a:cubicBezTo>
                  <a:cubicBezTo>
                    <a:pt x="235" y="671"/>
                    <a:pt x="235" y="671"/>
                    <a:pt x="235" y="671"/>
                  </a:cubicBezTo>
                  <a:cubicBezTo>
                    <a:pt x="219" y="159"/>
                    <a:pt x="219" y="159"/>
                    <a:pt x="219" y="159"/>
                  </a:cubicBezTo>
                  <a:cubicBezTo>
                    <a:pt x="145" y="372"/>
                    <a:pt x="145" y="372"/>
                    <a:pt x="145" y="372"/>
                  </a:cubicBezTo>
                  <a:cubicBezTo>
                    <a:pt x="88" y="671"/>
                    <a:pt x="88" y="671"/>
                    <a:pt x="88" y="671"/>
                  </a:cubicBezTo>
                  <a:cubicBezTo>
                    <a:pt x="0" y="671"/>
                    <a:pt x="0" y="671"/>
                    <a:pt x="0" y="671"/>
                  </a:cubicBezTo>
                  <a:cubicBezTo>
                    <a:pt x="48" y="329"/>
                    <a:pt x="48" y="329"/>
                    <a:pt x="48" y="329"/>
                  </a:cubicBezTo>
                  <a:cubicBezTo>
                    <a:pt x="75" y="25"/>
                    <a:pt x="75" y="25"/>
                    <a:pt x="75" y="25"/>
                  </a:cubicBezTo>
                  <a:cubicBezTo>
                    <a:pt x="163" y="0"/>
                    <a:pt x="258" y="3"/>
                    <a:pt x="344" y="34"/>
                  </a:cubicBezTo>
                  <a:lnTo>
                    <a:pt x="364" y="42"/>
                  </a:lnTo>
                  <a:close/>
                </a:path>
              </a:pathLst>
            </a:custGeom>
            <a:solidFill>
              <a:srgbClr val="1D1D1B"/>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242" name="Freeform 117"/>
            <p:cNvSpPr/>
            <p:nvPr>
              <p:custDataLst>
                <p:tags r:id="rId89"/>
              </p:custDataLst>
            </p:nvPr>
          </p:nvSpPr>
          <p:spPr bwMode="auto">
            <a:xfrm>
              <a:off x="4508500" y="2994025"/>
              <a:ext cx="433705" cy="467360"/>
            </a:xfrm>
            <a:custGeom>
              <a:avLst/>
              <a:gdLst>
                <a:gd name="T0" fmla="*/ 0 w 267"/>
                <a:gd name="T1" fmla="*/ 21 h 288"/>
                <a:gd name="T2" fmla="*/ 86 w 267"/>
                <a:gd name="T3" fmla="*/ 239 h 288"/>
                <a:gd name="T4" fmla="*/ 257 w 267"/>
                <a:gd name="T5" fmla="*/ 204 h 288"/>
                <a:gd name="T6" fmla="*/ 236 w 267"/>
                <a:gd name="T7" fmla="*/ 0 h 288"/>
                <a:gd name="T8" fmla="*/ 0 w 267"/>
                <a:gd name="T9" fmla="*/ 21 h 288"/>
              </a:gdLst>
              <a:ahLst/>
              <a:cxnLst>
                <a:cxn ang="0">
                  <a:pos x="T0" y="T1"/>
                </a:cxn>
                <a:cxn ang="0">
                  <a:pos x="T2" y="T3"/>
                </a:cxn>
                <a:cxn ang="0">
                  <a:pos x="T4" y="T5"/>
                </a:cxn>
                <a:cxn ang="0">
                  <a:pos x="T6" y="T7"/>
                </a:cxn>
                <a:cxn ang="0">
                  <a:pos x="T8" y="T9"/>
                </a:cxn>
              </a:cxnLst>
              <a:rect l="0" t="0" r="r" b="b"/>
              <a:pathLst>
                <a:path w="267" h="288">
                  <a:moveTo>
                    <a:pt x="0" y="21"/>
                  </a:moveTo>
                  <a:cubicBezTo>
                    <a:pt x="0" y="21"/>
                    <a:pt x="26" y="190"/>
                    <a:pt x="86" y="239"/>
                  </a:cubicBezTo>
                  <a:cubicBezTo>
                    <a:pt x="147" y="288"/>
                    <a:pt x="248" y="240"/>
                    <a:pt x="257" y="204"/>
                  </a:cubicBezTo>
                  <a:cubicBezTo>
                    <a:pt x="267" y="168"/>
                    <a:pt x="236" y="0"/>
                    <a:pt x="236" y="0"/>
                  </a:cubicBezTo>
                  <a:lnTo>
                    <a:pt x="0" y="21"/>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243" name="Freeform 118"/>
            <p:cNvSpPr/>
            <p:nvPr>
              <p:custDataLst>
                <p:tags r:id="rId90"/>
              </p:custDataLst>
            </p:nvPr>
          </p:nvSpPr>
          <p:spPr bwMode="auto">
            <a:xfrm>
              <a:off x="4911090" y="3116580"/>
              <a:ext cx="68580" cy="144780"/>
            </a:xfrm>
            <a:custGeom>
              <a:avLst/>
              <a:gdLst>
                <a:gd name="T0" fmla="*/ 11 w 42"/>
                <a:gd name="T1" fmla="*/ 89 h 89"/>
                <a:gd name="T2" fmla="*/ 18 w 42"/>
                <a:gd name="T3" fmla="*/ 87 h 89"/>
                <a:gd name="T4" fmla="*/ 25 w 42"/>
                <a:gd name="T5" fmla="*/ 32 h 89"/>
                <a:gd name="T6" fmla="*/ 0 w 42"/>
                <a:gd name="T7" fmla="*/ 0 h 89"/>
                <a:gd name="T8" fmla="*/ 11 w 42"/>
                <a:gd name="T9" fmla="*/ 89 h 89"/>
              </a:gdLst>
              <a:ahLst/>
              <a:cxnLst>
                <a:cxn ang="0">
                  <a:pos x="T0" y="T1"/>
                </a:cxn>
                <a:cxn ang="0">
                  <a:pos x="T2" y="T3"/>
                </a:cxn>
                <a:cxn ang="0">
                  <a:pos x="T4" y="T5"/>
                </a:cxn>
                <a:cxn ang="0">
                  <a:pos x="T6" y="T7"/>
                </a:cxn>
                <a:cxn ang="0">
                  <a:pos x="T8" y="T9"/>
                </a:cxn>
              </a:cxnLst>
              <a:rect l="0" t="0" r="r" b="b"/>
              <a:pathLst>
                <a:path w="42" h="89">
                  <a:moveTo>
                    <a:pt x="11" y="89"/>
                  </a:moveTo>
                  <a:cubicBezTo>
                    <a:pt x="13" y="89"/>
                    <a:pt x="15" y="88"/>
                    <a:pt x="18" y="87"/>
                  </a:cubicBezTo>
                  <a:cubicBezTo>
                    <a:pt x="42" y="76"/>
                    <a:pt x="37" y="54"/>
                    <a:pt x="25" y="32"/>
                  </a:cubicBezTo>
                  <a:cubicBezTo>
                    <a:pt x="17" y="17"/>
                    <a:pt x="17" y="2"/>
                    <a:pt x="0" y="0"/>
                  </a:cubicBezTo>
                  <a:lnTo>
                    <a:pt x="11" y="89"/>
                  </a:lnTo>
                  <a:close/>
                </a:path>
              </a:pathLst>
            </a:custGeom>
            <a:solidFill>
              <a:srgbClr val="FFE7C5"/>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244" name="Freeform 119"/>
            <p:cNvSpPr/>
            <p:nvPr>
              <p:custDataLst>
                <p:tags r:id="rId91"/>
              </p:custDataLst>
            </p:nvPr>
          </p:nvSpPr>
          <p:spPr bwMode="auto">
            <a:xfrm>
              <a:off x="4499610" y="2804795"/>
              <a:ext cx="537845" cy="342900"/>
            </a:xfrm>
            <a:custGeom>
              <a:avLst/>
              <a:gdLst>
                <a:gd name="T0" fmla="*/ 47 w 331"/>
                <a:gd name="T1" fmla="*/ 191 h 212"/>
                <a:gd name="T2" fmla="*/ 6 w 331"/>
                <a:gd name="T3" fmla="*/ 128 h 212"/>
                <a:gd name="T4" fmla="*/ 60 w 331"/>
                <a:gd name="T5" fmla="*/ 50 h 212"/>
                <a:gd name="T6" fmla="*/ 189 w 331"/>
                <a:gd name="T7" fmla="*/ 36 h 212"/>
                <a:gd name="T8" fmla="*/ 241 w 331"/>
                <a:gd name="T9" fmla="*/ 16 h 212"/>
                <a:gd name="T10" fmla="*/ 314 w 331"/>
                <a:gd name="T11" fmla="*/ 41 h 212"/>
                <a:gd name="T12" fmla="*/ 290 w 331"/>
                <a:gd name="T13" fmla="*/ 151 h 212"/>
                <a:gd name="T14" fmla="*/ 98 w 331"/>
                <a:gd name="T15" fmla="*/ 201 h 212"/>
                <a:gd name="T16" fmla="*/ 47 w 331"/>
                <a:gd name="T17" fmla="*/ 191 h 2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31" h="212">
                  <a:moveTo>
                    <a:pt x="47" y="191"/>
                  </a:moveTo>
                  <a:cubicBezTo>
                    <a:pt x="18" y="183"/>
                    <a:pt x="0" y="155"/>
                    <a:pt x="6" y="128"/>
                  </a:cubicBezTo>
                  <a:cubicBezTo>
                    <a:pt x="12" y="105"/>
                    <a:pt x="20" y="67"/>
                    <a:pt x="60" y="50"/>
                  </a:cubicBezTo>
                  <a:cubicBezTo>
                    <a:pt x="136" y="18"/>
                    <a:pt x="164" y="36"/>
                    <a:pt x="189" y="36"/>
                  </a:cubicBezTo>
                  <a:cubicBezTo>
                    <a:pt x="214" y="36"/>
                    <a:pt x="227" y="22"/>
                    <a:pt x="241" y="16"/>
                  </a:cubicBezTo>
                  <a:cubicBezTo>
                    <a:pt x="274" y="0"/>
                    <a:pt x="304" y="27"/>
                    <a:pt x="314" y="41"/>
                  </a:cubicBezTo>
                  <a:cubicBezTo>
                    <a:pt x="324" y="55"/>
                    <a:pt x="331" y="123"/>
                    <a:pt x="290" y="151"/>
                  </a:cubicBezTo>
                  <a:cubicBezTo>
                    <a:pt x="249" y="179"/>
                    <a:pt x="171" y="212"/>
                    <a:pt x="98" y="201"/>
                  </a:cubicBezTo>
                  <a:cubicBezTo>
                    <a:pt x="76" y="198"/>
                    <a:pt x="59" y="195"/>
                    <a:pt x="47" y="191"/>
                  </a:cubicBezTo>
                  <a:close/>
                </a:path>
              </a:pathLst>
            </a:custGeom>
            <a:solidFill>
              <a:srgbClr val="1D1D1B"/>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245" name="Freeform 120"/>
            <p:cNvSpPr/>
            <p:nvPr>
              <p:custDataLst>
                <p:tags r:id="rId92"/>
              </p:custDataLst>
            </p:nvPr>
          </p:nvSpPr>
          <p:spPr bwMode="auto">
            <a:xfrm>
              <a:off x="4516755" y="3176270"/>
              <a:ext cx="83820" cy="147320"/>
            </a:xfrm>
            <a:custGeom>
              <a:avLst/>
              <a:gdLst>
                <a:gd name="T0" fmla="*/ 51 w 51"/>
                <a:gd name="T1" fmla="*/ 91 h 91"/>
                <a:gd name="T2" fmla="*/ 43 w 51"/>
                <a:gd name="T3" fmla="*/ 91 h 91"/>
                <a:gd name="T4" fmla="*/ 11 w 51"/>
                <a:gd name="T5" fmla="*/ 46 h 91"/>
                <a:gd name="T6" fmla="*/ 15 w 51"/>
                <a:gd name="T7" fmla="*/ 0 h 91"/>
                <a:gd name="T8" fmla="*/ 51 w 51"/>
                <a:gd name="T9" fmla="*/ 91 h 91"/>
              </a:gdLst>
              <a:ahLst/>
              <a:cxnLst>
                <a:cxn ang="0">
                  <a:pos x="T0" y="T1"/>
                </a:cxn>
                <a:cxn ang="0">
                  <a:pos x="T2" y="T3"/>
                </a:cxn>
                <a:cxn ang="0">
                  <a:pos x="T4" y="T5"/>
                </a:cxn>
                <a:cxn ang="0">
                  <a:pos x="T6" y="T7"/>
                </a:cxn>
                <a:cxn ang="0">
                  <a:pos x="T8" y="T9"/>
                </a:cxn>
              </a:cxnLst>
              <a:rect l="0" t="0" r="r" b="b"/>
              <a:pathLst>
                <a:path w="51" h="91">
                  <a:moveTo>
                    <a:pt x="51" y="91"/>
                  </a:moveTo>
                  <a:cubicBezTo>
                    <a:pt x="48" y="91"/>
                    <a:pt x="46" y="91"/>
                    <a:pt x="43" y="91"/>
                  </a:cubicBezTo>
                  <a:cubicBezTo>
                    <a:pt x="14" y="91"/>
                    <a:pt x="11" y="73"/>
                    <a:pt x="11" y="46"/>
                  </a:cubicBezTo>
                  <a:cubicBezTo>
                    <a:pt x="11" y="28"/>
                    <a:pt x="0" y="9"/>
                    <a:pt x="15" y="0"/>
                  </a:cubicBezTo>
                  <a:lnTo>
                    <a:pt x="51" y="91"/>
                  </a:lnTo>
                  <a:close/>
                </a:path>
              </a:pathLst>
            </a:custGeom>
            <a:solidFill>
              <a:srgbClr val="FFE7C5"/>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246" name="Freeform 121"/>
            <p:cNvSpPr/>
            <p:nvPr>
              <p:custDataLst>
                <p:tags r:id="rId93"/>
              </p:custDataLst>
            </p:nvPr>
          </p:nvSpPr>
          <p:spPr bwMode="auto">
            <a:xfrm>
              <a:off x="5030470" y="2858770"/>
              <a:ext cx="194310" cy="606425"/>
            </a:xfrm>
            <a:custGeom>
              <a:avLst/>
              <a:gdLst>
                <a:gd name="T0" fmla="*/ 0 w 144"/>
                <a:gd name="T1" fmla="*/ 384 h 449"/>
                <a:gd name="T2" fmla="*/ 72 w 144"/>
                <a:gd name="T3" fmla="*/ 281 h 449"/>
                <a:gd name="T4" fmla="*/ 63 w 144"/>
                <a:gd name="T5" fmla="*/ 7 h 449"/>
                <a:gd name="T6" fmla="*/ 110 w 144"/>
                <a:gd name="T7" fmla="*/ 0 h 449"/>
                <a:gd name="T8" fmla="*/ 144 w 144"/>
                <a:gd name="T9" fmla="*/ 284 h 449"/>
                <a:gd name="T10" fmla="*/ 86 w 144"/>
                <a:gd name="T11" fmla="*/ 449 h 449"/>
                <a:gd name="T12" fmla="*/ 0 w 144"/>
                <a:gd name="T13" fmla="*/ 384 h 449"/>
              </a:gdLst>
              <a:ahLst/>
              <a:cxnLst>
                <a:cxn ang="0">
                  <a:pos x="T0" y="T1"/>
                </a:cxn>
                <a:cxn ang="0">
                  <a:pos x="T2" y="T3"/>
                </a:cxn>
                <a:cxn ang="0">
                  <a:pos x="T4" y="T5"/>
                </a:cxn>
                <a:cxn ang="0">
                  <a:pos x="T6" y="T7"/>
                </a:cxn>
                <a:cxn ang="0">
                  <a:pos x="T8" y="T9"/>
                </a:cxn>
                <a:cxn ang="0">
                  <a:pos x="T10" y="T11"/>
                </a:cxn>
                <a:cxn ang="0">
                  <a:pos x="T12" y="T13"/>
                </a:cxn>
              </a:cxnLst>
              <a:rect l="0" t="0" r="r" b="b"/>
              <a:pathLst>
                <a:path w="144" h="449">
                  <a:moveTo>
                    <a:pt x="0" y="384"/>
                  </a:moveTo>
                  <a:lnTo>
                    <a:pt x="72" y="281"/>
                  </a:lnTo>
                  <a:lnTo>
                    <a:pt x="63" y="7"/>
                  </a:lnTo>
                  <a:lnTo>
                    <a:pt x="110" y="0"/>
                  </a:lnTo>
                  <a:lnTo>
                    <a:pt x="144" y="284"/>
                  </a:lnTo>
                  <a:lnTo>
                    <a:pt x="86" y="449"/>
                  </a:lnTo>
                  <a:lnTo>
                    <a:pt x="0" y="384"/>
                  </a:lnTo>
                  <a:close/>
                </a:path>
              </a:pathLst>
            </a:custGeom>
            <a:solidFill>
              <a:srgbClr val="FFE7C5"/>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247" name="Freeform 122"/>
            <p:cNvSpPr/>
            <p:nvPr>
              <p:custDataLst>
                <p:tags r:id="rId94"/>
              </p:custDataLst>
            </p:nvPr>
          </p:nvSpPr>
          <p:spPr bwMode="auto">
            <a:xfrm>
              <a:off x="4255135" y="2872105"/>
              <a:ext cx="194310" cy="607695"/>
            </a:xfrm>
            <a:custGeom>
              <a:avLst/>
              <a:gdLst>
                <a:gd name="T0" fmla="*/ 144 w 144"/>
                <a:gd name="T1" fmla="*/ 385 h 450"/>
                <a:gd name="T2" fmla="*/ 72 w 144"/>
                <a:gd name="T3" fmla="*/ 282 h 450"/>
                <a:gd name="T4" fmla="*/ 80 w 144"/>
                <a:gd name="T5" fmla="*/ 8 h 450"/>
                <a:gd name="T6" fmla="*/ 34 w 144"/>
                <a:gd name="T7" fmla="*/ 0 h 450"/>
                <a:gd name="T8" fmla="*/ 0 w 144"/>
                <a:gd name="T9" fmla="*/ 285 h 450"/>
                <a:gd name="T10" fmla="*/ 58 w 144"/>
                <a:gd name="T11" fmla="*/ 450 h 450"/>
                <a:gd name="T12" fmla="*/ 144 w 144"/>
                <a:gd name="T13" fmla="*/ 385 h 450"/>
              </a:gdLst>
              <a:ahLst/>
              <a:cxnLst>
                <a:cxn ang="0">
                  <a:pos x="T0" y="T1"/>
                </a:cxn>
                <a:cxn ang="0">
                  <a:pos x="T2" y="T3"/>
                </a:cxn>
                <a:cxn ang="0">
                  <a:pos x="T4" y="T5"/>
                </a:cxn>
                <a:cxn ang="0">
                  <a:pos x="T6" y="T7"/>
                </a:cxn>
                <a:cxn ang="0">
                  <a:pos x="T8" y="T9"/>
                </a:cxn>
                <a:cxn ang="0">
                  <a:pos x="T10" y="T11"/>
                </a:cxn>
                <a:cxn ang="0">
                  <a:pos x="T12" y="T13"/>
                </a:cxn>
              </a:cxnLst>
              <a:rect l="0" t="0" r="r" b="b"/>
              <a:pathLst>
                <a:path w="144" h="450">
                  <a:moveTo>
                    <a:pt x="144" y="385"/>
                  </a:moveTo>
                  <a:lnTo>
                    <a:pt x="72" y="282"/>
                  </a:lnTo>
                  <a:lnTo>
                    <a:pt x="80" y="8"/>
                  </a:lnTo>
                  <a:lnTo>
                    <a:pt x="34" y="0"/>
                  </a:lnTo>
                  <a:lnTo>
                    <a:pt x="0" y="285"/>
                  </a:lnTo>
                  <a:lnTo>
                    <a:pt x="58" y="450"/>
                  </a:lnTo>
                  <a:lnTo>
                    <a:pt x="144" y="385"/>
                  </a:lnTo>
                  <a:close/>
                </a:path>
              </a:pathLst>
            </a:custGeom>
            <a:solidFill>
              <a:srgbClr val="FFE7C5"/>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248" name="Freeform 123"/>
            <p:cNvSpPr/>
            <p:nvPr>
              <p:custDataLst>
                <p:tags r:id="rId95"/>
              </p:custDataLst>
            </p:nvPr>
          </p:nvSpPr>
          <p:spPr bwMode="auto">
            <a:xfrm>
              <a:off x="4454525" y="3759835"/>
              <a:ext cx="618490" cy="757555"/>
            </a:xfrm>
            <a:custGeom>
              <a:avLst/>
              <a:gdLst>
                <a:gd name="T0" fmla="*/ 350 w 382"/>
                <a:gd name="T1" fmla="*/ 34 h 468"/>
                <a:gd name="T2" fmla="*/ 55 w 382"/>
                <a:gd name="T3" fmla="*/ 0 h 468"/>
                <a:gd name="T4" fmla="*/ 0 w 382"/>
                <a:gd name="T5" fmla="*/ 445 h 468"/>
                <a:gd name="T6" fmla="*/ 10 w 382"/>
                <a:gd name="T7" fmla="*/ 446 h 468"/>
                <a:gd name="T8" fmla="*/ 48 w 382"/>
                <a:gd name="T9" fmla="*/ 421 h 468"/>
                <a:gd name="T10" fmla="*/ 76 w 382"/>
                <a:gd name="T11" fmla="*/ 414 h 468"/>
                <a:gd name="T12" fmla="*/ 119 w 382"/>
                <a:gd name="T13" fmla="*/ 404 h 468"/>
                <a:gd name="T14" fmla="*/ 163 w 382"/>
                <a:gd name="T15" fmla="*/ 405 h 468"/>
                <a:gd name="T16" fmla="*/ 259 w 382"/>
                <a:gd name="T17" fmla="*/ 422 h 468"/>
                <a:gd name="T18" fmla="*/ 271 w 382"/>
                <a:gd name="T19" fmla="*/ 427 h 468"/>
                <a:gd name="T20" fmla="*/ 274 w 382"/>
                <a:gd name="T21" fmla="*/ 427 h 468"/>
                <a:gd name="T22" fmla="*/ 320 w 382"/>
                <a:gd name="T23" fmla="*/ 464 h 468"/>
                <a:gd name="T24" fmla="*/ 382 w 382"/>
                <a:gd name="T25" fmla="*/ 468 h 468"/>
                <a:gd name="T26" fmla="*/ 350 w 382"/>
                <a:gd name="T27" fmla="*/ 34 h 4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82" h="468">
                  <a:moveTo>
                    <a:pt x="350" y="34"/>
                  </a:moveTo>
                  <a:cubicBezTo>
                    <a:pt x="55" y="0"/>
                    <a:pt x="55" y="0"/>
                    <a:pt x="55" y="0"/>
                  </a:cubicBezTo>
                  <a:cubicBezTo>
                    <a:pt x="0" y="445"/>
                    <a:pt x="0" y="445"/>
                    <a:pt x="0" y="445"/>
                  </a:cubicBezTo>
                  <a:cubicBezTo>
                    <a:pt x="10" y="446"/>
                    <a:pt x="10" y="446"/>
                    <a:pt x="10" y="446"/>
                  </a:cubicBezTo>
                  <a:cubicBezTo>
                    <a:pt x="16" y="433"/>
                    <a:pt x="29" y="422"/>
                    <a:pt x="48" y="421"/>
                  </a:cubicBezTo>
                  <a:cubicBezTo>
                    <a:pt x="55" y="416"/>
                    <a:pt x="64" y="413"/>
                    <a:pt x="76" y="414"/>
                  </a:cubicBezTo>
                  <a:cubicBezTo>
                    <a:pt x="91" y="414"/>
                    <a:pt x="103" y="404"/>
                    <a:pt x="119" y="404"/>
                  </a:cubicBezTo>
                  <a:cubicBezTo>
                    <a:pt x="134" y="404"/>
                    <a:pt x="149" y="405"/>
                    <a:pt x="163" y="405"/>
                  </a:cubicBezTo>
                  <a:cubicBezTo>
                    <a:pt x="195" y="406"/>
                    <a:pt x="228" y="413"/>
                    <a:pt x="259" y="422"/>
                  </a:cubicBezTo>
                  <a:cubicBezTo>
                    <a:pt x="263" y="423"/>
                    <a:pt x="268" y="425"/>
                    <a:pt x="271" y="427"/>
                  </a:cubicBezTo>
                  <a:cubicBezTo>
                    <a:pt x="272" y="427"/>
                    <a:pt x="273" y="427"/>
                    <a:pt x="274" y="427"/>
                  </a:cubicBezTo>
                  <a:cubicBezTo>
                    <a:pt x="304" y="425"/>
                    <a:pt x="319" y="443"/>
                    <a:pt x="320" y="464"/>
                  </a:cubicBezTo>
                  <a:cubicBezTo>
                    <a:pt x="382" y="468"/>
                    <a:pt x="382" y="468"/>
                    <a:pt x="382" y="468"/>
                  </a:cubicBezTo>
                  <a:lnTo>
                    <a:pt x="350" y="34"/>
                  </a:lnTo>
                  <a:close/>
                </a:path>
              </a:pathLst>
            </a:custGeom>
            <a:solidFill>
              <a:schemeClr val="tx2"/>
            </a:solidFill>
            <a:ln>
              <a:noFill/>
            </a:ln>
          </p:spPr>
          <p:txBody>
            <a:bodyPr vert="horz" wrap="square" lIns="68580" tIns="34290" rIns="68580" bIns="34290" numCol="1" anchor="t" anchorCtr="0" compatLnSpc="1"/>
            <a:lstStyle/>
            <a:p>
              <a:endParaRPr lang="zh-CN" altLang="en-US" sz="1350"/>
            </a:p>
          </p:txBody>
        </p:sp>
        <p:sp>
          <p:nvSpPr>
            <p:cNvPr id="249" name="Freeform 124"/>
            <p:cNvSpPr/>
            <p:nvPr>
              <p:custDataLst>
                <p:tags r:id="rId96"/>
              </p:custDataLst>
            </p:nvPr>
          </p:nvSpPr>
          <p:spPr bwMode="auto">
            <a:xfrm>
              <a:off x="4322445" y="3342005"/>
              <a:ext cx="847090" cy="570230"/>
            </a:xfrm>
            <a:custGeom>
              <a:avLst/>
              <a:gdLst>
                <a:gd name="T0" fmla="*/ 0 w 522"/>
                <a:gd name="T1" fmla="*/ 85 h 352"/>
                <a:gd name="T2" fmla="*/ 127 w 522"/>
                <a:gd name="T3" fmla="*/ 331 h 352"/>
                <a:gd name="T4" fmla="*/ 435 w 522"/>
                <a:gd name="T5" fmla="*/ 352 h 352"/>
                <a:gd name="T6" fmla="*/ 522 w 522"/>
                <a:gd name="T7" fmla="*/ 67 h 352"/>
                <a:gd name="T8" fmla="*/ 431 w 522"/>
                <a:gd name="T9" fmla="*/ 0 h 352"/>
                <a:gd name="T10" fmla="*/ 380 w 522"/>
                <a:gd name="T11" fmla="*/ 75 h 352"/>
                <a:gd name="T12" fmla="*/ 309 w 522"/>
                <a:gd name="T13" fmla="*/ 112 h 352"/>
                <a:gd name="T14" fmla="*/ 221 w 522"/>
                <a:gd name="T15" fmla="*/ 112 h 352"/>
                <a:gd name="T16" fmla="*/ 168 w 522"/>
                <a:gd name="T17" fmla="*/ 95 h 352"/>
                <a:gd name="T18" fmla="*/ 81 w 522"/>
                <a:gd name="T19" fmla="*/ 19 h 352"/>
                <a:gd name="T20" fmla="*/ 0 w 522"/>
                <a:gd name="T21" fmla="*/ 85 h 3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22" h="352">
                  <a:moveTo>
                    <a:pt x="0" y="85"/>
                  </a:moveTo>
                  <a:cubicBezTo>
                    <a:pt x="127" y="331"/>
                    <a:pt x="127" y="331"/>
                    <a:pt x="127" y="331"/>
                  </a:cubicBezTo>
                  <a:cubicBezTo>
                    <a:pt x="435" y="352"/>
                    <a:pt x="435" y="352"/>
                    <a:pt x="435" y="352"/>
                  </a:cubicBezTo>
                  <a:cubicBezTo>
                    <a:pt x="522" y="67"/>
                    <a:pt x="522" y="67"/>
                    <a:pt x="522" y="67"/>
                  </a:cubicBezTo>
                  <a:cubicBezTo>
                    <a:pt x="431" y="0"/>
                    <a:pt x="431" y="0"/>
                    <a:pt x="431" y="0"/>
                  </a:cubicBezTo>
                  <a:cubicBezTo>
                    <a:pt x="380" y="75"/>
                    <a:pt x="380" y="75"/>
                    <a:pt x="380" y="75"/>
                  </a:cubicBezTo>
                  <a:cubicBezTo>
                    <a:pt x="365" y="98"/>
                    <a:pt x="338" y="112"/>
                    <a:pt x="309" y="112"/>
                  </a:cubicBezTo>
                  <a:cubicBezTo>
                    <a:pt x="221" y="112"/>
                    <a:pt x="221" y="112"/>
                    <a:pt x="221" y="112"/>
                  </a:cubicBezTo>
                  <a:cubicBezTo>
                    <a:pt x="202" y="112"/>
                    <a:pt x="183" y="106"/>
                    <a:pt x="168" y="95"/>
                  </a:cubicBezTo>
                  <a:cubicBezTo>
                    <a:pt x="81" y="19"/>
                    <a:pt x="81" y="19"/>
                    <a:pt x="81" y="19"/>
                  </a:cubicBezTo>
                  <a:lnTo>
                    <a:pt x="0" y="85"/>
                  </a:lnTo>
                  <a:close/>
                </a:path>
              </a:pathLst>
            </a:custGeom>
            <a:solidFill>
              <a:schemeClr val="tx2"/>
            </a:solidFill>
            <a:ln>
              <a:noFill/>
            </a:ln>
          </p:spPr>
          <p:txBody>
            <a:bodyPr vert="horz" wrap="square" lIns="68580" tIns="34290" rIns="68580" bIns="34290" numCol="1" anchor="t" anchorCtr="0" compatLnSpc="1"/>
            <a:lstStyle/>
            <a:p>
              <a:endParaRPr lang="zh-CN" altLang="en-US" sz="1350"/>
            </a:p>
          </p:txBody>
        </p:sp>
        <p:sp>
          <p:nvSpPr>
            <p:cNvPr id="250" name="Freeform 125"/>
            <p:cNvSpPr/>
            <p:nvPr>
              <p:custDataLst>
                <p:tags r:id="rId97"/>
              </p:custDataLst>
            </p:nvPr>
          </p:nvSpPr>
          <p:spPr bwMode="auto">
            <a:xfrm>
              <a:off x="4454525" y="4380865"/>
              <a:ext cx="626745" cy="172720"/>
            </a:xfrm>
            <a:custGeom>
              <a:avLst/>
              <a:gdLst>
                <a:gd name="T0" fmla="*/ 0 w 387"/>
                <a:gd name="T1" fmla="*/ 62 h 107"/>
                <a:gd name="T2" fmla="*/ 200 w 387"/>
                <a:gd name="T3" fmla="*/ 27 h 107"/>
                <a:gd name="T4" fmla="*/ 382 w 387"/>
                <a:gd name="T5" fmla="*/ 85 h 107"/>
                <a:gd name="T6" fmla="*/ 303 w 387"/>
                <a:gd name="T7" fmla="*/ 107 h 107"/>
                <a:gd name="T8" fmla="*/ 307 w 387"/>
                <a:gd name="T9" fmla="*/ 61 h 107"/>
                <a:gd name="T10" fmla="*/ 27 w 387"/>
                <a:gd name="T11" fmla="*/ 47 h 107"/>
                <a:gd name="T12" fmla="*/ 18 w 387"/>
                <a:gd name="T13" fmla="*/ 51 h 107"/>
                <a:gd name="T14" fmla="*/ 14 w 387"/>
                <a:gd name="T15" fmla="*/ 78 h 107"/>
                <a:gd name="T16" fmla="*/ 0 w 387"/>
                <a:gd name="T17" fmla="*/ 62 h 1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87" h="107">
                  <a:moveTo>
                    <a:pt x="0" y="62"/>
                  </a:moveTo>
                  <a:cubicBezTo>
                    <a:pt x="0" y="62"/>
                    <a:pt x="38" y="0"/>
                    <a:pt x="200" y="27"/>
                  </a:cubicBezTo>
                  <a:cubicBezTo>
                    <a:pt x="363" y="55"/>
                    <a:pt x="387" y="67"/>
                    <a:pt x="382" y="85"/>
                  </a:cubicBezTo>
                  <a:cubicBezTo>
                    <a:pt x="378" y="103"/>
                    <a:pt x="303" y="107"/>
                    <a:pt x="303" y="107"/>
                  </a:cubicBezTo>
                  <a:cubicBezTo>
                    <a:pt x="307" y="61"/>
                    <a:pt x="307" y="61"/>
                    <a:pt x="307" y="61"/>
                  </a:cubicBezTo>
                  <a:cubicBezTo>
                    <a:pt x="221" y="14"/>
                    <a:pt x="117" y="9"/>
                    <a:pt x="27" y="47"/>
                  </a:cubicBezTo>
                  <a:cubicBezTo>
                    <a:pt x="18" y="51"/>
                    <a:pt x="18" y="51"/>
                    <a:pt x="18" y="51"/>
                  </a:cubicBezTo>
                  <a:cubicBezTo>
                    <a:pt x="14" y="78"/>
                    <a:pt x="14" y="78"/>
                    <a:pt x="14" y="78"/>
                  </a:cubicBezTo>
                  <a:cubicBezTo>
                    <a:pt x="14" y="78"/>
                    <a:pt x="2" y="74"/>
                    <a:pt x="0" y="62"/>
                  </a:cubicBezTo>
                  <a:close/>
                </a:path>
              </a:pathLst>
            </a:custGeom>
            <a:solidFill>
              <a:schemeClr val="tx2"/>
            </a:solidFill>
            <a:ln>
              <a:noFill/>
            </a:ln>
          </p:spPr>
          <p:txBody>
            <a:bodyPr vert="horz" wrap="square" lIns="68580" tIns="34290" rIns="68580" bIns="34290" numCol="1" anchor="t" anchorCtr="0" compatLnSpc="1"/>
            <a:lstStyle/>
            <a:p>
              <a:endParaRPr lang="zh-CN" altLang="en-US" sz="1350"/>
            </a:p>
          </p:txBody>
        </p:sp>
        <p:sp>
          <p:nvSpPr>
            <p:cNvPr id="251" name="Freeform 126"/>
            <p:cNvSpPr/>
            <p:nvPr>
              <p:custDataLst>
                <p:tags r:id="rId98"/>
              </p:custDataLst>
            </p:nvPr>
          </p:nvSpPr>
          <p:spPr bwMode="auto">
            <a:xfrm>
              <a:off x="4144010" y="2373630"/>
              <a:ext cx="1153795" cy="447040"/>
            </a:xfrm>
            <a:custGeom>
              <a:avLst/>
              <a:gdLst>
                <a:gd name="T0" fmla="*/ 698 w 711"/>
                <a:gd name="T1" fmla="*/ 236 h 276"/>
                <a:gd name="T2" fmla="*/ 29 w 711"/>
                <a:gd name="T3" fmla="*/ 276 h 276"/>
                <a:gd name="T4" fmla="*/ 15 w 711"/>
                <a:gd name="T5" fmla="*/ 264 h 276"/>
                <a:gd name="T6" fmla="*/ 0 w 711"/>
                <a:gd name="T7" fmla="*/ 54 h 276"/>
                <a:gd name="T8" fmla="*/ 13 w 711"/>
                <a:gd name="T9" fmla="*/ 41 h 276"/>
                <a:gd name="T10" fmla="*/ 681 w 711"/>
                <a:gd name="T11" fmla="*/ 1 h 276"/>
                <a:gd name="T12" fmla="*/ 696 w 711"/>
                <a:gd name="T13" fmla="*/ 12 h 276"/>
                <a:gd name="T14" fmla="*/ 711 w 711"/>
                <a:gd name="T15" fmla="*/ 222 h 276"/>
                <a:gd name="T16" fmla="*/ 698 w 711"/>
                <a:gd name="T17" fmla="*/ 236 h 2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11" h="276">
                  <a:moveTo>
                    <a:pt x="698" y="236"/>
                  </a:moveTo>
                  <a:cubicBezTo>
                    <a:pt x="29" y="276"/>
                    <a:pt x="29" y="276"/>
                    <a:pt x="29" y="276"/>
                  </a:cubicBezTo>
                  <a:cubicBezTo>
                    <a:pt x="22" y="276"/>
                    <a:pt x="16" y="271"/>
                    <a:pt x="15" y="264"/>
                  </a:cubicBezTo>
                  <a:cubicBezTo>
                    <a:pt x="0" y="54"/>
                    <a:pt x="0" y="54"/>
                    <a:pt x="0" y="54"/>
                  </a:cubicBezTo>
                  <a:cubicBezTo>
                    <a:pt x="0" y="48"/>
                    <a:pt x="5" y="42"/>
                    <a:pt x="13" y="41"/>
                  </a:cubicBezTo>
                  <a:cubicBezTo>
                    <a:pt x="681" y="1"/>
                    <a:pt x="681" y="1"/>
                    <a:pt x="681" y="1"/>
                  </a:cubicBezTo>
                  <a:cubicBezTo>
                    <a:pt x="689" y="0"/>
                    <a:pt x="695" y="6"/>
                    <a:pt x="696" y="12"/>
                  </a:cubicBezTo>
                  <a:cubicBezTo>
                    <a:pt x="711" y="222"/>
                    <a:pt x="711" y="222"/>
                    <a:pt x="711" y="222"/>
                  </a:cubicBezTo>
                  <a:cubicBezTo>
                    <a:pt x="711" y="229"/>
                    <a:pt x="706" y="235"/>
                    <a:pt x="698" y="236"/>
                  </a:cubicBezTo>
                  <a:close/>
                </a:path>
              </a:pathLst>
            </a:custGeom>
            <a:solidFill>
              <a:srgbClr val="00DDFE"/>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252" name="Freeform 127"/>
            <p:cNvSpPr/>
            <p:nvPr>
              <p:custDataLst>
                <p:tags r:id="rId99"/>
              </p:custDataLst>
            </p:nvPr>
          </p:nvSpPr>
          <p:spPr bwMode="auto">
            <a:xfrm>
              <a:off x="4264025" y="2458720"/>
              <a:ext cx="902335" cy="124460"/>
            </a:xfrm>
            <a:custGeom>
              <a:avLst/>
              <a:gdLst>
                <a:gd name="T0" fmla="*/ 668 w 668"/>
                <a:gd name="T1" fmla="*/ 52 h 92"/>
                <a:gd name="T2" fmla="*/ 4 w 668"/>
                <a:gd name="T3" fmla="*/ 92 h 92"/>
                <a:gd name="T4" fmla="*/ 0 w 668"/>
                <a:gd name="T5" fmla="*/ 39 h 92"/>
                <a:gd name="T6" fmla="*/ 664 w 668"/>
                <a:gd name="T7" fmla="*/ 0 h 92"/>
                <a:gd name="T8" fmla="*/ 668 w 668"/>
                <a:gd name="T9" fmla="*/ 52 h 92"/>
              </a:gdLst>
              <a:ahLst/>
              <a:cxnLst>
                <a:cxn ang="0">
                  <a:pos x="T0" y="T1"/>
                </a:cxn>
                <a:cxn ang="0">
                  <a:pos x="T2" y="T3"/>
                </a:cxn>
                <a:cxn ang="0">
                  <a:pos x="T4" y="T5"/>
                </a:cxn>
                <a:cxn ang="0">
                  <a:pos x="T6" y="T7"/>
                </a:cxn>
                <a:cxn ang="0">
                  <a:pos x="T8" y="T9"/>
                </a:cxn>
              </a:cxnLst>
              <a:rect l="0" t="0" r="r" b="b"/>
              <a:pathLst>
                <a:path w="668" h="92">
                  <a:moveTo>
                    <a:pt x="668" y="52"/>
                  </a:moveTo>
                  <a:lnTo>
                    <a:pt x="4" y="92"/>
                  </a:lnTo>
                  <a:lnTo>
                    <a:pt x="0" y="39"/>
                  </a:lnTo>
                  <a:lnTo>
                    <a:pt x="664" y="0"/>
                  </a:lnTo>
                  <a:lnTo>
                    <a:pt x="668" y="52"/>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253" name="Freeform 128"/>
            <p:cNvSpPr/>
            <p:nvPr>
              <p:custDataLst>
                <p:tags r:id="rId100"/>
              </p:custDataLst>
            </p:nvPr>
          </p:nvSpPr>
          <p:spPr bwMode="auto">
            <a:xfrm>
              <a:off x="4273550" y="2608580"/>
              <a:ext cx="571500" cy="105410"/>
            </a:xfrm>
            <a:custGeom>
              <a:avLst/>
              <a:gdLst>
                <a:gd name="T0" fmla="*/ 423 w 423"/>
                <a:gd name="T1" fmla="*/ 53 h 78"/>
                <a:gd name="T2" fmla="*/ 4 w 423"/>
                <a:gd name="T3" fmla="*/ 78 h 78"/>
                <a:gd name="T4" fmla="*/ 0 w 423"/>
                <a:gd name="T5" fmla="*/ 25 h 78"/>
                <a:gd name="T6" fmla="*/ 419 w 423"/>
                <a:gd name="T7" fmla="*/ 0 h 78"/>
                <a:gd name="T8" fmla="*/ 423 w 423"/>
                <a:gd name="T9" fmla="*/ 53 h 78"/>
              </a:gdLst>
              <a:ahLst/>
              <a:cxnLst>
                <a:cxn ang="0">
                  <a:pos x="T0" y="T1"/>
                </a:cxn>
                <a:cxn ang="0">
                  <a:pos x="T2" y="T3"/>
                </a:cxn>
                <a:cxn ang="0">
                  <a:pos x="T4" y="T5"/>
                </a:cxn>
                <a:cxn ang="0">
                  <a:pos x="T6" y="T7"/>
                </a:cxn>
                <a:cxn ang="0">
                  <a:pos x="T8" y="T9"/>
                </a:cxn>
              </a:cxnLst>
              <a:rect l="0" t="0" r="r" b="b"/>
              <a:pathLst>
                <a:path w="423" h="78">
                  <a:moveTo>
                    <a:pt x="423" y="53"/>
                  </a:moveTo>
                  <a:lnTo>
                    <a:pt x="4" y="78"/>
                  </a:lnTo>
                  <a:lnTo>
                    <a:pt x="0" y="25"/>
                  </a:lnTo>
                  <a:lnTo>
                    <a:pt x="419" y="0"/>
                  </a:lnTo>
                  <a:lnTo>
                    <a:pt x="423" y="53"/>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254" name="Freeform 129"/>
            <p:cNvSpPr/>
            <p:nvPr>
              <p:custDataLst>
                <p:tags r:id="rId101"/>
              </p:custDataLst>
            </p:nvPr>
          </p:nvSpPr>
          <p:spPr bwMode="auto">
            <a:xfrm>
              <a:off x="5033010" y="2616835"/>
              <a:ext cx="166370" cy="287655"/>
            </a:xfrm>
            <a:custGeom>
              <a:avLst/>
              <a:gdLst>
                <a:gd name="T0" fmla="*/ 33 w 102"/>
                <a:gd name="T1" fmla="*/ 101 h 178"/>
                <a:gd name="T2" fmla="*/ 12 w 102"/>
                <a:gd name="T3" fmla="*/ 16 h 178"/>
                <a:gd name="T4" fmla="*/ 29 w 102"/>
                <a:gd name="T5" fmla="*/ 25 h 178"/>
                <a:gd name="T6" fmla="*/ 50 w 102"/>
                <a:gd name="T7" fmla="*/ 90 h 178"/>
                <a:gd name="T8" fmla="*/ 37 w 102"/>
                <a:gd name="T9" fmla="*/ 4 h 178"/>
                <a:gd name="T10" fmla="*/ 51 w 102"/>
                <a:gd name="T11" fmla="*/ 12 h 178"/>
                <a:gd name="T12" fmla="*/ 67 w 102"/>
                <a:gd name="T13" fmla="*/ 77 h 178"/>
                <a:gd name="T14" fmla="*/ 65 w 102"/>
                <a:gd name="T15" fmla="*/ 19 h 178"/>
                <a:gd name="T16" fmla="*/ 77 w 102"/>
                <a:gd name="T17" fmla="*/ 31 h 178"/>
                <a:gd name="T18" fmla="*/ 81 w 102"/>
                <a:gd name="T19" fmla="*/ 82 h 178"/>
                <a:gd name="T20" fmla="*/ 94 w 102"/>
                <a:gd name="T21" fmla="*/ 42 h 178"/>
                <a:gd name="T22" fmla="*/ 102 w 102"/>
                <a:gd name="T23" fmla="*/ 47 h 178"/>
                <a:gd name="T24" fmla="*/ 91 w 102"/>
                <a:gd name="T25" fmla="*/ 93 h 178"/>
                <a:gd name="T26" fmla="*/ 89 w 102"/>
                <a:gd name="T27" fmla="*/ 152 h 178"/>
                <a:gd name="T28" fmla="*/ 54 w 102"/>
                <a:gd name="T29" fmla="*/ 165 h 178"/>
                <a:gd name="T30" fmla="*/ 0 w 102"/>
                <a:gd name="T31" fmla="*/ 95 h 178"/>
                <a:gd name="T32" fmla="*/ 23 w 102"/>
                <a:gd name="T33" fmla="*/ 93 h 178"/>
                <a:gd name="T34" fmla="*/ 33 w 102"/>
                <a:gd name="T35" fmla="*/ 101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02" h="178">
                  <a:moveTo>
                    <a:pt x="33" y="101"/>
                  </a:moveTo>
                  <a:cubicBezTo>
                    <a:pt x="33" y="101"/>
                    <a:pt x="10" y="25"/>
                    <a:pt x="12" y="16"/>
                  </a:cubicBezTo>
                  <a:cubicBezTo>
                    <a:pt x="13" y="7"/>
                    <a:pt x="24" y="9"/>
                    <a:pt x="29" y="25"/>
                  </a:cubicBezTo>
                  <a:cubicBezTo>
                    <a:pt x="33" y="41"/>
                    <a:pt x="50" y="90"/>
                    <a:pt x="50" y="90"/>
                  </a:cubicBezTo>
                  <a:cubicBezTo>
                    <a:pt x="50" y="90"/>
                    <a:pt x="33" y="9"/>
                    <a:pt x="37" y="4"/>
                  </a:cubicBezTo>
                  <a:cubicBezTo>
                    <a:pt x="41" y="0"/>
                    <a:pt x="50" y="1"/>
                    <a:pt x="51" y="12"/>
                  </a:cubicBezTo>
                  <a:cubicBezTo>
                    <a:pt x="52" y="24"/>
                    <a:pt x="67" y="77"/>
                    <a:pt x="67" y="77"/>
                  </a:cubicBezTo>
                  <a:cubicBezTo>
                    <a:pt x="67" y="77"/>
                    <a:pt x="63" y="29"/>
                    <a:pt x="65" y="19"/>
                  </a:cubicBezTo>
                  <a:cubicBezTo>
                    <a:pt x="67" y="8"/>
                    <a:pt x="77" y="21"/>
                    <a:pt x="77" y="31"/>
                  </a:cubicBezTo>
                  <a:cubicBezTo>
                    <a:pt x="77" y="42"/>
                    <a:pt x="81" y="82"/>
                    <a:pt x="81" y="82"/>
                  </a:cubicBezTo>
                  <a:cubicBezTo>
                    <a:pt x="81" y="82"/>
                    <a:pt x="90" y="46"/>
                    <a:pt x="94" y="42"/>
                  </a:cubicBezTo>
                  <a:cubicBezTo>
                    <a:pt x="99" y="38"/>
                    <a:pt x="102" y="42"/>
                    <a:pt x="102" y="47"/>
                  </a:cubicBezTo>
                  <a:cubicBezTo>
                    <a:pt x="102" y="51"/>
                    <a:pt x="91" y="93"/>
                    <a:pt x="91" y="93"/>
                  </a:cubicBezTo>
                  <a:cubicBezTo>
                    <a:pt x="91" y="93"/>
                    <a:pt x="90" y="105"/>
                    <a:pt x="89" y="152"/>
                  </a:cubicBezTo>
                  <a:cubicBezTo>
                    <a:pt x="89" y="178"/>
                    <a:pt x="57" y="168"/>
                    <a:pt x="54" y="165"/>
                  </a:cubicBezTo>
                  <a:cubicBezTo>
                    <a:pt x="51" y="161"/>
                    <a:pt x="4" y="105"/>
                    <a:pt x="0" y="95"/>
                  </a:cubicBezTo>
                  <a:cubicBezTo>
                    <a:pt x="23" y="93"/>
                    <a:pt x="23" y="93"/>
                    <a:pt x="23" y="93"/>
                  </a:cubicBezTo>
                  <a:cubicBezTo>
                    <a:pt x="33" y="109"/>
                    <a:pt x="34" y="105"/>
                    <a:pt x="33" y="101"/>
                  </a:cubicBezTo>
                  <a:close/>
                </a:path>
              </a:pathLst>
            </a:custGeom>
            <a:solidFill>
              <a:srgbClr val="FFE7C5"/>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255" name="Freeform 130"/>
            <p:cNvSpPr/>
            <p:nvPr>
              <p:custDataLst>
                <p:tags r:id="rId102"/>
              </p:custDataLst>
            </p:nvPr>
          </p:nvSpPr>
          <p:spPr bwMode="auto">
            <a:xfrm>
              <a:off x="4279265" y="2640965"/>
              <a:ext cx="159385" cy="290195"/>
            </a:xfrm>
            <a:custGeom>
              <a:avLst/>
              <a:gdLst>
                <a:gd name="T0" fmla="*/ 69 w 98"/>
                <a:gd name="T1" fmla="*/ 101 h 179"/>
                <a:gd name="T2" fmla="*/ 91 w 98"/>
                <a:gd name="T3" fmla="*/ 17 h 179"/>
                <a:gd name="T4" fmla="*/ 74 w 98"/>
                <a:gd name="T5" fmla="*/ 26 h 179"/>
                <a:gd name="T6" fmla="*/ 52 w 98"/>
                <a:gd name="T7" fmla="*/ 90 h 179"/>
                <a:gd name="T8" fmla="*/ 66 w 98"/>
                <a:gd name="T9" fmla="*/ 5 h 179"/>
                <a:gd name="T10" fmla="*/ 52 w 98"/>
                <a:gd name="T11" fmla="*/ 13 h 179"/>
                <a:gd name="T12" fmla="*/ 35 w 98"/>
                <a:gd name="T13" fmla="*/ 77 h 179"/>
                <a:gd name="T14" fmla="*/ 37 w 98"/>
                <a:gd name="T15" fmla="*/ 19 h 179"/>
                <a:gd name="T16" fmla="*/ 26 w 98"/>
                <a:gd name="T17" fmla="*/ 32 h 179"/>
                <a:gd name="T18" fmla="*/ 21 w 98"/>
                <a:gd name="T19" fmla="*/ 83 h 179"/>
                <a:gd name="T20" fmla="*/ 8 w 98"/>
                <a:gd name="T21" fmla="*/ 43 h 179"/>
                <a:gd name="T22" fmla="*/ 0 w 98"/>
                <a:gd name="T23" fmla="*/ 47 h 179"/>
                <a:gd name="T24" fmla="*/ 11 w 98"/>
                <a:gd name="T25" fmla="*/ 93 h 179"/>
                <a:gd name="T26" fmla="*/ 13 w 98"/>
                <a:gd name="T27" fmla="*/ 152 h 179"/>
                <a:gd name="T28" fmla="*/ 48 w 98"/>
                <a:gd name="T29" fmla="*/ 165 h 179"/>
                <a:gd name="T30" fmla="*/ 98 w 98"/>
                <a:gd name="T31" fmla="*/ 102 h 179"/>
                <a:gd name="T32" fmla="*/ 72 w 98"/>
                <a:gd name="T33" fmla="*/ 103 h 179"/>
                <a:gd name="T34" fmla="*/ 69 w 98"/>
                <a:gd name="T35" fmla="*/ 101 h 1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98" h="179">
                  <a:moveTo>
                    <a:pt x="69" y="101"/>
                  </a:moveTo>
                  <a:cubicBezTo>
                    <a:pt x="69" y="101"/>
                    <a:pt x="92" y="26"/>
                    <a:pt x="91" y="17"/>
                  </a:cubicBezTo>
                  <a:cubicBezTo>
                    <a:pt x="90" y="8"/>
                    <a:pt x="78" y="9"/>
                    <a:pt x="74" y="26"/>
                  </a:cubicBezTo>
                  <a:cubicBezTo>
                    <a:pt x="69" y="42"/>
                    <a:pt x="52" y="90"/>
                    <a:pt x="52" y="90"/>
                  </a:cubicBezTo>
                  <a:cubicBezTo>
                    <a:pt x="52" y="90"/>
                    <a:pt x="70" y="10"/>
                    <a:pt x="66" y="5"/>
                  </a:cubicBezTo>
                  <a:cubicBezTo>
                    <a:pt x="62" y="0"/>
                    <a:pt x="53" y="2"/>
                    <a:pt x="52" y="13"/>
                  </a:cubicBezTo>
                  <a:cubicBezTo>
                    <a:pt x="50" y="24"/>
                    <a:pt x="35" y="77"/>
                    <a:pt x="35" y="77"/>
                  </a:cubicBezTo>
                  <a:cubicBezTo>
                    <a:pt x="35" y="77"/>
                    <a:pt x="39" y="30"/>
                    <a:pt x="37" y="19"/>
                  </a:cubicBezTo>
                  <a:cubicBezTo>
                    <a:pt x="35" y="9"/>
                    <a:pt x="26" y="22"/>
                    <a:pt x="26" y="32"/>
                  </a:cubicBezTo>
                  <a:cubicBezTo>
                    <a:pt x="25" y="43"/>
                    <a:pt x="21" y="83"/>
                    <a:pt x="21" y="83"/>
                  </a:cubicBezTo>
                  <a:cubicBezTo>
                    <a:pt x="21" y="83"/>
                    <a:pt x="13" y="47"/>
                    <a:pt x="8" y="43"/>
                  </a:cubicBezTo>
                  <a:cubicBezTo>
                    <a:pt x="3" y="39"/>
                    <a:pt x="0" y="43"/>
                    <a:pt x="0" y="47"/>
                  </a:cubicBezTo>
                  <a:cubicBezTo>
                    <a:pt x="1" y="52"/>
                    <a:pt x="11" y="93"/>
                    <a:pt x="11" y="93"/>
                  </a:cubicBezTo>
                  <a:cubicBezTo>
                    <a:pt x="11" y="93"/>
                    <a:pt x="12" y="106"/>
                    <a:pt x="13" y="152"/>
                  </a:cubicBezTo>
                  <a:cubicBezTo>
                    <a:pt x="14" y="179"/>
                    <a:pt x="46" y="169"/>
                    <a:pt x="48" y="165"/>
                  </a:cubicBezTo>
                  <a:cubicBezTo>
                    <a:pt x="51" y="162"/>
                    <a:pt x="94" y="113"/>
                    <a:pt x="98" y="102"/>
                  </a:cubicBezTo>
                  <a:cubicBezTo>
                    <a:pt x="72" y="103"/>
                    <a:pt x="72" y="103"/>
                    <a:pt x="72" y="103"/>
                  </a:cubicBezTo>
                  <a:cubicBezTo>
                    <a:pt x="71" y="106"/>
                    <a:pt x="69" y="105"/>
                    <a:pt x="69" y="101"/>
                  </a:cubicBezTo>
                  <a:close/>
                </a:path>
              </a:pathLst>
            </a:custGeom>
            <a:solidFill>
              <a:srgbClr val="FFE7C5"/>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256" name="Freeform 132"/>
            <p:cNvSpPr/>
            <p:nvPr>
              <p:custDataLst>
                <p:tags r:id="rId103"/>
              </p:custDataLst>
            </p:nvPr>
          </p:nvSpPr>
          <p:spPr bwMode="auto">
            <a:xfrm>
              <a:off x="1516380" y="1792605"/>
              <a:ext cx="894080" cy="239395"/>
            </a:xfrm>
            <a:custGeom>
              <a:avLst/>
              <a:gdLst>
                <a:gd name="T0" fmla="*/ 650 w 662"/>
                <a:gd name="T1" fmla="*/ 177 h 177"/>
                <a:gd name="T2" fmla="*/ 0 w 662"/>
                <a:gd name="T3" fmla="*/ 51 h 177"/>
                <a:gd name="T4" fmla="*/ 12 w 662"/>
                <a:gd name="T5" fmla="*/ 0 h 177"/>
                <a:gd name="T6" fmla="*/ 662 w 662"/>
                <a:gd name="T7" fmla="*/ 126 h 177"/>
                <a:gd name="T8" fmla="*/ 650 w 662"/>
                <a:gd name="T9" fmla="*/ 177 h 177"/>
              </a:gdLst>
              <a:ahLst/>
              <a:cxnLst>
                <a:cxn ang="0">
                  <a:pos x="T0" y="T1"/>
                </a:cxn>
                <a:cxn ang="0">
                  <a:pos x="T2" y="T3"/>
                </a:cxn>
                <a:cxn ang="0">
                  <a:pos x="T4" y="T5"/>
                </a:cxn>
                <a:cxn ang="0">
                  <a:pos x="T6" y="T7"/>
                </a:cxn>
                <a:cxn ang="0">
                  <a:pos x="T8" y="T9"/>
                </a:cxn>
              </a:cxnLst>
              <a:rect l="0" t="0" r="r" b="b"/>
              <a:pathLst>
                <a:path w="662" h="177">
                  <a:moveTo>
                    <a:pt x="650" y="177"/>
                  </a:moveTo>
                  <a:lnTo>
                    <a:pt x="0" y="51"/>
                  </a:lnTo>
                  <a:lnTo>
                    <a:pt x="12" y="0"/>
                  </a:lnTo>
                  <a:lnTo>
                    <a:pt x="662" y="126"/>
                  </a:lnTo>
                  <a:lnTo>
                    <a:pt x="650" y="177"/>
                  </a:lnTo>
                  <a:close/>
                </a:path>
              </a:pathLst>
            </a:custGeom>
            <a:solidFill>
              <a:srgbClr val="F9B233"/>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257" name="Freeform 133"/>
            <p:cNvSpPr/>
            <p:nvPr>
              <p:custDataLst>
                <p:tags r:id="rId104"/>
              </p:custDataLst>
            </p:nvPr>
          </p:nvSpPr>
          <p:spPr bwMode="auto">
            <a:xfrm>
              <a:off x="1486535" y="1922780"/>
              <a:ext cx="894080" cy="239395"/>
            </a:xfrm>
            <a:custGeom>
              <a:avLst/>
              <a:gdLst>
                <a:gd name="T0" fmla="*/ 650 w 662"/>
                <a:gd name="T1" fmla="*/ 177 h 177"/>
                <a:gd name="T2" fmla="*/ 0 w 662"/>
                <a:gd name="T3" fmla="*/ 51 h 177"/>
                <a:gd name="T4" fmla="*/ 12 w 662"/>
                <a:gd name="T5" fmla="*/ 0 h 177"/>
                <a:gd name="T6" fmla="*/ 662 w 662"/>
                <a:gd name="T7" fmla="*/ 126 h 177"/>
                <a:gd name="T8" fmla="*/ 650 w 662"/>
                <a:gd name="T9" fmla="*/ 177 h 177"/>
              </a:gdLst>
              <a:ahLst/>
              <a:cxnLst>
                <a:cxn ang="0">
                  <a:pos x="T0" y="T1"/>
                </a:cxn>
                <a:cxn ang="0">
                  <a:pos x="T2" y="T3"/>
                </a:cxn>
                <a:cxn ang="0">
                  <a:pos x="T4" y="T5"/>
                </a:cxn>
                <a:cxn ang="0">
                  <a:pos x="T6" y="T7"/>
                </a:cxn>
                <a:cxn ang="0">
                  <a:pos x="T8" y="T9"/>
                </a:cxn>
              </a:cxnLst>
              <a:rect l="0" t="0" r="r" b="b"/>
              <a:pathLst>
                <a:path w="662" h="177">
                  <a:moveTo>
                    <a:pt x="650" y="177"/>
                  </a:moveTo>
                  <a:lnTo>
                    <a:pt x="0" y="51"/>
                  </a:lnTo>
                  <a:lnTo>
                    <a:pt x="12" y="0"/>
                  </a:lnTo>
                  <a:lnTo>
                    <a:pt x="662" y="126"/>
                  </a:lnTo>
                  <a:lnTo>
                    <a:pt x="650" y="177"/>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258" name="Freeform 134"/>
            <p:cNvSpPr/>
            <p:nvPr>
              <p:custDataLst>
                <p:tags r:id="rId105"/>
              </p:custDataLst>
            </p:nvPr>
          </p:nvSpPr>
          <p:spPr bwMode="auto">
            <a:xfrm>
              <a:off x="1457325" y="2049780"/>
              <a:ext cx="389255" cy="143510"/>
            </a:xfrm>
            <a:custGeom>
              <a:avLst/>
              <a:gdLst>
                <a:gd name="T0" fmla="*/ 276 w 288"/>
                <a:gd name="T1" fmla="*/ 106 h 106"/>
                <a:gd name="T2" fmla="*/ 0 w 288"/>
                <a:gd name="T3" fmla="*/ 52 h 106"/>
                <a:gd name="T4" fmla="*/ 12 w 288"/>
                <a:gd name="T5" fmla="*/ 0 h 106"/>
                <a:gd name="T6" fmla="*/ 288 w 288"/>
                <a:gd name="T7" fmla="*/ 54 h 106"/>
                <a:gd name="T8" fmla="*/ 276 w 288"/>
                <a:gd name="T9" fmla="*/ 106 h 106"/>
              </a:gdLst>
              <a:ahLst/>
              <a:cxnLst>
                <a:cxn ang="0">
                  <a:pos x="T0" y="T1"/>
                </a:cxn>
                <a:cxn ang="0">
                  <a:pos x="T2" y="T3"/>
                </a:cxn>
                <a:cxn ang="0">
                  <a:pos x="T4" y="T5"/>
                </a:cxn>
                <a:cxn ang="0">
                  <a:pos x="T6" y="T7"/>
                </a:cxn>
                <a:cxn ang="0">
                  <a:pos x="T8" y="T9"/>
                </a:cxn>
              </a:cxnLst>
              <a:rect l="0" t="0" r="r" b="b"/>
              <a:pathLst>
                <a:path w="288" h="106">
                  <a:moveTo>
                    <a:pt x="276" y="106"/>
                  </a:moveTo>
                  <a:lnTo>
                    <a:pt x="0" y="52"/>
                  </a:lnTo>
                  <a:lnTo>
                    <a:pt x="12" y="0"/>
                  </a:lnTo>
                  <a:lnTo>
                    <a:pt x="288" y="54"/>
                  </a:lnTo>
                  <a:lnTo>
                    <a:pt x="276" y="106"/>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259" name="Freeform 135"/>
            <p:cNvSpPr/>
            <p:nvPr>
              <p:custDataLst>
                <p:tags r:id="rId106"/>
              </p:custDataLst>
            </p:nvPr>
          </p:nvSpPr>
          <p:spPr bwMode="auto">
            <a:xfrm>
              <a:off x="1427480" y="2179320"/>
              <a:ext cx="894080" cy="240665"/>
            </a:xfrm>
            <a:custGeom>
              <a:avLst/>
              <a:gdLst>
                <a:gd name="T0" fmla="*/ 650 w 662"/>
                <a:gd name="T1" fmla="*/ 178 h 178"/>
                <a:gd name="T2" fmla="*/ 0 w 662"/>
                <a:gd name="T3" fmla="*/ 52 h 178"/>
                <a:gd name="T4" fmla="*/ 12 w 662"/>
                <a:gd name="T5" fmla="*/ 0 h 178"/>
                <a:gd name="T6" fmla="*/ 662 w 662"/>
                <a:gd name="T7" fmla="*/ 126 h 178"/>
                <a:gd name="T8" fmla="*/ 650 w 662"/>
                <a:gd name="T9" fmla="*/ 178 h 178"/>
              </a:gdLst>
              <a:ahLst/>
              <a:cxnLst>
                <a:cxn ang="0">
                  <a:pos x="T0" y="T1"/>
                </a:cxn>
                <a:cxn ang="0">
                  <a:pos x="T2" y="T3"/>
                </a:cxn>
                <a:cxn ang="0">
                  <a:pos x="T4" y="T5"/>
                </a:cxn>
                <a:cxn ang="0">
                  <a:pos x="T6" y="T7"/>
                </a:cxn>
                <a:cxn ang="0">
                  <a:pos x="T8" y="T9"/>
                </a:cxn>
              </a:cxnLst>
              <a:rect l="0" t="0" r="r" b="b"/>
              <a:pathLst>
                <a:path w="662" h="178">
                  <a:moveTo>
                    <a:pt x="650" y="178"/>
                  </a:moveTo>
                  <a:lnTo>
                    <a:pt x="0" y="52"/>
                  </a:lnTo>
                  <a:lnTo>
                    <a:pt x="12" y="0"/>
                  </a:lnTo>
                  <a:lnTo>
                    <a:pt x="662" y="126"/>
                  </a:lnTo>
                  <a:lnTo>
                    <a:pt x="650" y="178"/>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260" name="Freeform 136"/>
            <p:cNvSpPr/>
            <p:nvPr>
              <p:custDataLst>
                <p:tags r:id="rId107"/>
              </p:custDataLst>
            </p:nvPr>
          </p:nvSpPr>
          <p:spPr bwMode="auto">
            <a:xfrm>
              <a:off x="1397635" y="2308860"/>
              <a:ext cx="894080" cy="237490"/>
            </a:xfrm>
            <a:custGeom>
              <a:avLst/>
              <a:gdLst>
                <a:gd name="T0" fmla="*/ 650 w 662"/>
                <a:gd name="T1" fmla="*/ 176 h 176"/>
                <a:gd name="T2" fmla="*/ 0 w 662"/>
                <a:gd name="T3" fmla="*/ 51 h 176"/>
                <a:gd name="T4" fmla="*/ 12 w 662"/>
                <a:gd name="T5" fmla="*/ 0 h 176"/>
                <a:gd name="T6" fmla="*/ 662 w 662"/>
                <a:gd name="T7" fmla="*/ 126 h 176"/>
                <a:gd name="T8" fmla="*/ 650 w 662"/>
                <a:gd name="T9" fmla="*/ 176 h 176"/>
              </a:gdLst>
              <a:ahLst/>
              <a:cxnLst>
                <a:cxn ang="0">
                  <a:pos x="T0" y="T1"/>
                </a:cxn>
                <a:cxn ang="0">
                  <a:pos x="T2" y="T3"/>
                </a:cxn>
                <a:cxn ang="0">
                  <a:pos x="T4" y="T5"/>
                </a:cxn>
                <a:cxn ang="0">
                  <a:pos x="T6" y="T7"/>
                </a:cxn>
                <a:cxn ang="0">
                  <a:pos x="T8" y="T9"/>
                </a:cxn>
              </a:cxnLst>
              <a:rect l="0" t="0" r="r" b="b"/>
              <a:pathLst>
                <a:path w="662" h="176">
                  <a:moveTo>
                    <a:pt x="650" y="176"/>
                  </a:moveTo>
                  <a:lnTo>
                    <a:pt x="0" y="51"/>
                  </a:lnTo>
                  <a:lnTo>
                    <a:pt x="12" y="0"/>
                  </a:lnTo>
                  <a:lnTo>
                    <a:pt x="662" y="126"/>
                  </a:lnTo>
                  <a:lnTo>
                    <a:pt x="650" y="176"/>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grpSp>
      <p:cxnSp>
        <p:nvCxnSpPr>
          <p:cNvPr id="114" name="直接连接符 113"/>
          <p:cNvCxnSpPr/>
          <p:nvPr>
            <p:custDataLst>
              <p:tags r:id="rId108"/>
            </p:custDataLst>
          </p:nvPr>
        </p:nvCxnSpPr>
        <p:spPr>
          <a:xfrm>
            <a:off x="4683340" y="2957348"/>
            <a:ext cx="2971189"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20" name="标题 1"/>
          <p:cNvSpPr>
            <a:spLocks noGrp="1"/>
          </p:cNvSpPr>
          <p:nvPr>
            <p:ph type="title" hasCustomPrompt="1"/>
            <p:custDataLst>
              <p:tags r:id="rId109"/>
            </p:custDataLst>
          </p:nvPr>
        </p:nvSpPr>
        <p:spPr>
          <a:xfrm>
            <a:off x="4615473" y="2322577"/>
            <a:ext cx="3751841" cy="671513"/>
          </a:xfrm>
        </p:spPr>
        <p:txBody>
          <a:bodyPr bIns="46800" anchor="b">
            <a:normAutofit/>
          </a:bodyPr>
          <a:lstStyle>
            <a:lvl1pPr algn="l">
              <a:defRPr sz="3300" b="1" baseline="0">
                <a:solidFill>
                  <a:schemeClr val="tx1">
                    <a:lumMod val="85000"/>
                    <a:lumOff val="15000"/>
                  </a:schemeClr>
                </a:solidFill>
                <a:latin typeface="Arial" panose="020B0604020202020204" pitchFamily="34" charset="0"/>
                <a:ea typeface="汉仪旗黑-85S" panose="00020600040101010101" pitchFamily="18" charset="-122"/>
                <a:cs typeface="Arial" panose="020B0604020202020204" pitchFamily="34" charset="0"/>
              </a:defRPr>
            </a:lvl1pPr>
          </a:lstStyle>
          <a:p>
            <a:r>
              <a:rPr lang="zh-CN" altLang="en-US" dirty="0"/>
              <a:t>单击此处编辑标题</a:t>
            </a:r>
            <a:endParaRPr lang="zh-CN" altLang="en-US" dirty="0"/>
          </a:p>
        </p:txBody>
      </p:sp>
      <p:sp>
        <p:nvSpPr>
          <p:cNvPr id="21" name="文本占位符 2"/>
          <p:cNvSpPr>
            <a:spLocks noGrp="1"/>
          </p:cNvSpPr>
          <p:nvPr>
            <p:ph type="body" idx="1" hasCustomPrompt="1"/>
            <p:custDataLst>
              <p:tags r:id="rId110"/>
            </p:custDataLst>
          </p:nvPr>
        </p:nvSpPr>
        <p:spPr>
          <a:xfrm>
            <a:off x="4616310" y="3032885"/>
            <a:ext cx="3751841" cy="761717"/>
          </a:xfrm>
        </p:spPr>
        <p:txBody>
          <a:bodyPr bIns="46800" anchor="t">
            <a:normAutofit/>
          </a:bodyPr>
          <a:lstStyle>
            <a:lvl1pPr marL="0" indent="0" algn="l">
              <a:lnSpc>
                <a:spcPct val="100000"/>
              </a:lnSpc>
              <a:buNone/>
              <a:defRPr sz="1500" baseline="0">
                <a:solidFill>
                  <a:schemeClr val="tx1">
                    <a:lumMod val="85000"/>
                    <a:lumOff val="15000"/>
                  </a:schemeClr>
                </a:solidFill>
                <a:latin typeface="Arial" panose="020B0604020202020204" pitchFamily="34" charset="0"/>
                <a:ea typeface="微软雅黑" panose="020B0503020204020204" pitchFamily="34" charset="-122"/>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dirty="0"/>
              <a:t>单击此处编辑文本</a:t>
            </a:r>
            <a:endParaRPr lang="en-US" dirty="0"/>
          </a:p>
        </p:txBody>
      </p:sp>
      <p:sp>
        <p:nvSpPr>
          <p:cNvPr id="2" name="日期占位符 1"/>
          <p:cNvSpPr>
            <a:spLocks noGrp="1"/>
          </p:cNvSpPr>
          <p:nvPr>
            <p:ph type="dt" sz="half" idx="10"/>
            <p:custDataLst>
              <p:tags r:id="rId111"/>
            </p:custDataLst>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112"/>
            </p:custDataLst>
          </p:nvPr>
        </p:nvSpPr>
        <p:spPr/>
        <p:txBody>
          <a:bodyPr/>
          <a:lstStyle/>
          <a:p>
            <a:endParaRPr lang="zh-CN" altLang="en-US" dirty="0"/>
          </a:p>
        </p:txBody>
      </p:sp>
      <p:sp>
        <p:nvSpPr>
          <p:cNvPr id="4" name="灯片编号占位符 3"/>
          <p:cNvSpPr>
            <a:spLocks noGrp="1"/>
          </p:cNvSpPr>
          <p:nvPr>
            <p:ph type="sldNum" sz="quarter" idx="12"/>
            <p:custDataLst>
              <p:tags r:id="rId113"/>
            </p:custDataLst>
          </p:nvPr>
        </p:nvSpPr>
        <p:spPr/>
        <p:txBody>
          <a:bodyPr/>
          <a:lstStyle/>
          <a:p>
            <a:fld id="{49AE70B2-8BF9-45C0-BB95-33D1B9D3A854}" type="slidenum">
              <a:rPr lang="zh-CN" altLang="en-US" smtClean="0"/>
            </a:fld>
            <a:endParaRPr lang="zh-CN" alt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woObj" preserve="1">
  <p:cSld name="两栏内容">
    <p:bg>
      <p:bgPr>
        <a:solidFill>
          <a:schemeClr val="bg2"/>
        </a:solidFill>
        <a:effectLst/>
      </p:bgPr>
    </p:bg>
    <p:spTree>
      <p:nvGrpSpPr>
        <p:cNvPr id="1" name=""/>
        <p:cNvGrpSpPr/>
        <p:nvPr/>
      </p:nvGrpSpPr>
      <p:grpSpPr>
        <a:xfrm>
          <a:off x="0" y="0"/>
          <a:ext cx="0" cy="0"/>
          <a:chOff x="0" y="0"/>
          <a:chExt cx="0" cy="0"/>
        </a:xfrm>
      </p:grpSpPr>
      <p:pic>
        <p:nvPicPr>
          <p:cNvPr id="41" name="图片 40"/>
          <p:cNvPicPr>
            <a:picLocks noChangeAspect="1"/>
          </p:cNvPicPr>
          <p:nvPr userDrawn="1">
            <p:custDataLst>
              <p:tags r:id="rId2"/>
            </p:custDataLst>
          </p:nvPr>
        </p:nvPicPr>
        <p:blipFill>
          <a:blip r:embed="rId3">
            <a:extLst>
              <a:ext uri="{28A0092B-C50C-407E-A947-70E740481C1C}">
                <a14:useLocalDpi xmlns:a14="http://schemas.microsoft.com/office/drawing/2010/main" val="0"/>
              </a:ext>
            </a:extLst>
          </a:blip>
          <a:stretch>
            <a:fillRect/>
          </a:stretch>
        </p:blipFill>
        <p:spPr>
          <a:xfrm>
            <a:off x="7931976" y="3954677"/>
            <a:ext cx="1101947" cy="1188823"/>
          </a:xfrm>
          <a:prstGeom prst="rect">
            <a:avLst/>
          </a:prstGeom>
        </p:spPr>
      </p:pic>
      <p:sp>
        <p:nvSpPr>
          <p:cNvPr id="2" name="标题 1"/>
          <p:cNvSpPr>
            <a:spLocks noGrp="1"/>
          </p:cNvSpPr>
          <p:nvPr>
            <p:ph type="title"/>
            <p:custDataLst>
              <p:tags r:id="rId4"/>
            </p:custDataLst>
          </p:nvPr>
        </p:nvSpPr>
        <p:spPr>
          <a:xfrm>
            <a:off x="502411" y="332426"/>
            <a:ext cx="8139178" cy="331473"/>
          </a:xfrm>
        </p:spPr>
        <p:txBody>
          <a:bodyPr vert="horz" lIns="101600" tIns="38100" rIns="76200" bIns="38100" rtlCol="0" anchor="t" anchorCtr="0">
            <a:noAutofit/>
          </a:bodyPr>
          <a:lstStyle>
            <a:lvl1pPr marL="0" marR="0" lvl="0" algn="l" defTabSz="914400" rtl="0" eaLnBrk="1" fontAlgn="auto" latinLnBrk="0" hangingPunct="1">
              <a:lnSpc>
                <a:spcPct val="120000"/>
              </a:lnSpc>
              <a:buNone/>
              <a:defRPr kumimoji="0" lang="zh-CN" altLang="en-US" sz="1800" b="1" i="0" u="none" strike="noStrike" kern="1200" cap="none" spc="200" normalizeH="0" baseline="0" noProof="1" dirty="0">
                <a:solidFill>
                  <a:schemeClr val="accent1"/>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单击此处编辑母版标题样式</a:t>
            </a:r>
            <a:endParaRPr dirty="0">
              <a:sym typeface="+mn-ea"/>
            </a:endParaRPr>
          </a:p>
        </p:txBody>
      </p:sp>
      <p:sp>
        <p:nvSpPr>
          <p:cNvPr id="3" name="内容占位符 2"/>
          <p:cNvSpPr>
            <a:spLocks noGrp="1"/>
          </p:cNvSpPr>
          <p:nvPr>
            <p:ph sz="half" idx="1"/>
            <p:custDataLst>
              <p:tags r:id="rId5"/>
            </p:custDataLst>
          </p:nvPr>
        </p:nvSpPr>
        <p:spPr>
          <a:xfrm>
            <a:off x="502448" y="714381"/>
            <a:ext cx="3962432" cy="4041680"/>
          </a:xfrm>
        </p:spPr>
        <p:txBody>
          <a:bodyPr vert="horz" lIns="101600" tIns="0" rIns="82550" bIns="0" rtlCol="0">
            <a:noAutofit/>
          </a:bodyPr>
          <a:lstStyle>
            <a:lvl1pPr marL="171450" marR="0" lvl="0" indent="-171450" algn="l" defTabSz="914400" rtl="0" eaLnBrk="1" fontAlgn="auto" latinLnBrk="0" hangingPunct="1">
              <a:lnSpc>
                <a:spcPct val="12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n-cs"/>
                <a:sym typeface="+mn-ea"/>
              </a:defRPr>
            </a:lvl1pPr>
            <a:lvl2pPr marL="514350" marR="0" lvl="1" indent="-171450" algn="l" defTabSz="914400" rtl="0" eaLnBrk="1" fontAlgn="auto" latinLnBrk="0" hangingPunct="1">
              <a:lnSpc>
                <a:spcPct val="120000"/>
              </a:lnSpc>
              <a:spcBef>
                <a:spcPts val="0"/>
              </a:spcBef>
              <a:spcAft>
                <a:spcPts val="1000"/>
              </a:spcAft>
              <a:buFont typeface="Arial" panose="020B0604020202020204" pitchFamily="34" charset="0"/>
              <a:buChar char="•"/>
              <a:tabLst>
                <a:tab pos="1609725" algn="l"/>
              </a:tabLst>
              <a:defRPr kumimoji="0" lang="zh-CN" altLang="en-US" sz="12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n-cs"/>
                <a:sym typeface="+mn-ea"/>
              </a:defRPr>
            </a:lvl2pPr>
            <a:lvl3pPr marL="857250" marR="0" lvl="2" indent="-171450" algn="l" defTabSz="914400" rtl="0" eaLnBrk="1" fontAlgn="auto" latinLnBrk="0" hangingPunct="1">
              <a:lnSpc>
                <a:spcPct val="12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n-cs"/>
                <a:sym typeface="+mn-ea"/>
              </a:defRPr>
            </a:lvl3pPr>
            <a:lvl4pPr marL="1200150" marR="0" lvl="3" indent="-171450" algn="l" defTabSz="914400" rtl="0" eaLnBrk="1" fontAlgn="auto" latinLnBrk="0" hangingPunct="1">
              <a:lnSpc>
                <a:spcPct val="12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n-cs"/>
                <a:sym typeface="+mn-ea"/>
              </a:defRPr>
            </a:lvl4pPr>
            <a:lvl5pPr marL="1543050" marR="0" lvl="4" indent="-171450" algn="l" defTabSz="914400" rtl="0" eaLnBrk="1" fontAlgn="auto" latinLnBrk="0" hangingPunct="1">
              <a:lnSpc>
                <a:spcPct val="12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4" name="内容占位符 3"/>
          <p:cNvSpPr>
            <a:spLocks noGrp="1"/>
          </p:cNvSpPr>
          <p:nvPr>
            <p:ph sz="half" idx="2"/>
            <p:custDataLst>
              <p:tags r:id="rId6"/>
            </p:custDataLst>
          </p:nvPr>
        </p:nvSpPr>
        <p:spPr>
          <a:xfrm>
            <a:off x="4679158" y="714381"/>
            <a:ext cx="3962432" cy="4041680"/>
          </a:xfrm>
        </p:spPr>
        <p:txBody>
          <a:bodyPr>
            <a:noAutofit/>
          </a:bodyPr>
          <a:lstStyle>
            <a:lvl1pPr>
              <a:lnSpc>
                <a:spcPct val="120000"/>
              </a:lnSpc>
              <a:defRPr sz="1200" baseline="0">
                <a:solidFill>
                  <a:schemeClr val="tx1">
                    <a:lumMod val="85000"/>
                    <a:lumOff val="15000"/>
                  </a:schemeClr>
                </a:solidFill>
                <a:latin typeface="Arial" panose="020B0604020202020204" pitchFamily="34" charset="0"/>
                <a:ea typeface="微软雅黑" panose="020B0503020204020204" pitchFamily="34" charset="-122"/>
              </a:defRPr>
            </a:lvl1pPr>
            <a:lvl2pPr>
              <a:lnSpc>
                <a:spcPct val="120000"/>
              </a:lnSpc>
              <a:defRPr sz="1200" baseline="0">
                <a:solidFill>
                  <a:schemeClr val="tx1">
                    <a:lumMod val="85000"/>
                    <a:lumOff val="15000"/>
                  </a:schemeClr>
                </a:solidFill>
                <a:latin typeface="Arial" panose="020B0604020202020204" pitchFamily="34" charset="0"/>
                <a:ea typeface="微软雅黑" panose="020B0503020204020204" pitchFamily="34" charset="-122"/>
              </a:defRPr>
            </a:lvl2pPr>
            <a:lvl3pPr>
              <a:lnSpc>
                <a:spcPct val="120000"/>
              </a:lnSpc>
              <a:defRPr sz="1200" baseline="0">
                <a:solidFill>
                  <a:schemeClr val="tx1">
                    <a:lumMod val="85000"/>
                    <a:lumOff val="15000"/>
                  </a:schemeClr>
                </a:solidFill>
                <a:latin typeface="Arial" panose="020B0604020202020204" pitchFamily="34" charset="0"/>
                <a:ea typeface="微软雅黑" panose="020B0503020204020204" pitchFamily="34" charset="-122"/>
              </a:defRPr>
            </a:lvl3pPr>
            <a:lvl4pPr>
              <a:lnSpc>
                <a:spcPct val="120000"/>
              </a:lnSpc>
              <a:defRPr sz="1200" baseline="0">
                <a:solidFill>
                  <a:schemeClr val="tx1">
                    <a:lumMod val="85000"/>
                    <a:lumOff val="15000"/>
                  </a:schemeClr>
                </a:solidFill>
                <a:latin typeface="Arial" panose="020B0604020202020204" pitchFamily="34" charset="0"/>
                <a:ea typeface="微软雅黑" panose="020B0503020204020204" pitchFamily="34" charset="-122"/>
              </a:defRPr>
            </a:lvl4pPr>
            <a:lvl5pPr>
              <a:lnSpc>
                <a:spcPct val="120000"/>
              </a:lnSpc>
              <a:defRPr sz="1200" baseline="0">
                <a:solidFill>
                  <a:schemeClr val="tx1">
                    <a:lumMod val="85000"/>
                    <a:lumOff val="15000"/>
                  </a:schemeClr>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7"/>
            </p:custDataLst>
          </p:nvPr>
        </p:nvSpPr>
        <p:spPr/>
        <p:txBody>
          <a:bodyPr/>
          <a:lstStyle>
            <a:lvl1pPr>
              <a:lnSpc>
                <a:spcPct val="120000"/>
              </a:lnSpc>
              <a:defRPr>
                <a:latin typeface="微软雅黑" panose="020B0503020204020204" pitchFamily="34" charset="-122"/>
                <a:ea typeface="微软雅黑" panose="020B0503020204020204" pitchFamily="34" charset="-122"/>
              </a:defRPr>
            </a:lvl1p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8"/>
            </p:custDataLst>
          </p:nvPr>
        </p:nvSpPr>
        <p:spPr/>
        <p:txBody>
          <a:bodyPr/>
          <a:lstStyle>
            <a:lvl1pPr>
              <a:lnSpc>
                <a:spcPct val="120000"/>
              </a:lnSpc>
              <a:defRPr>
                <a:latin typeface="微软雅黑" panose="020B0503020204020204" pitchFamily="34" charset="-122"/>
                <a:ea typeface="微软雅黑" panose="020B0503020204020204" pitchFamily="34" charset="-122"/>
              </a:defRPr>
            </a:lvl1pPr>
          </a:lstStyle>
          <a:p>
            <a:endParaRPr lang="zh-CN" altLang="en-US"/>
          </a:p>
        </p:txBody>
      </p:sp>
      <p:sp>
        <p:nvSpPr>
          <p:cNvPr id="7" name="灯片编号占位符 6"/>
          <p:cNvSpPr>
            <a:spLocks noGrp="1"/>
          </p:cNvSpPr>
          <p:nvPr>
            <p:ph type="sldNum" sz="quarter" idx="12"/>
            <p:custDataLst>
              <p:tags r:id="rId9"/>
            </p:custDataLst>
          </p:nvPr>
        </p:nvSpPr>
        <p:spPr/>
        <p:txBody>
          <a:bodyPr/>
          <a:lstStyle>
            <a:lvl1pPr>
              <a:lnSpc>
                <a:spcPct val="120000"/>
              </a:lnSpc>
              <a:defRPr>
                <a:latin typeface="微软雅黑" panose="020B0503020204020204" pitchFamily="34" charset="-122"/>
                <a:ea typeface="微软雅黑" panose="020B0503020204020204" pitchFamily="34" charset="-122"/>
              </a:defRPr>
            </a:lvl1pPr>
          </a:lstStyle>
          <a:p>
            <a:fld id="{49AE70B2-8BF9-45C0-BB95-33D1B9D3A854}" type="slidenum">
              <a:rPr lang="zh-CN" altLang="en-US" smtClean="0"/>
            </a:fld>
            <a:endParaRPr lang="zh-CN" altLang="en-US"/>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woTxTwoObj" preserve="1">
  <p:cSld name="比较">
    <p:bg>
      <p:bgPr>
        <a:solidFill>
          <a:schemeClr val="bg2"/>
        </a:solidFill>
        <a:effectLst/>
      </p:bgPr>
    </p:bg>
    <p:spTree>
      <p:nvGrpSpPr>
        <p:cNvPr id="1" name=""/>
        <p:cNvGrpSpPr/>
        <p:nvPr/>
      </p:nvGrpSpPr>
      <p:grpSpPr>
        <a:xfrm>
          <a:off x="0" y="0"/>
          <a:ext cx="0" cy="0"/>
          <a:chOff x="0" y="0"/>
          <a:chExt cx="0" cy="0"/>
        </a:xfrm>
      </p:grpSpPr>
      <p:pic>
        <p:nvPicPr>
          <p:cNvPr id="70" name="图片 69"/>
          <p:cNvPicPr>
            <a:picLocks noChangeAspect="1"/>
          </p:cNvPicPr>
          <p:nvPr userDrawn="1">
            <p:custDataLst>
              <p:tags r:id="rId2"/>
            </p:custDataLst>
          </p:nvPr>
        </p:nvPicPr>
        <p:blipFill>
          <a:blip r:embed="rId3">
            <a:extLst>
              <a:ext uri="{28A0092B-C50C-407E-A947-70E740481C1C}">
                <a14:useLocalDpi xmlns:a14="http://schemas.microsoft.com/office/drawing/2010/main" val="0"/>
              </a:ext>
            </a:extLst>
          </a:blip>
          <a:stretch>
            <a:fillRect/>
          </a:stretch>
        </p:blipFill>
        <p:spPr>
          <a:xfrm>
            <a:off x="7931976" y="3954677"/>
            <a:ext cx="1101947" cy="1188823"/>
          </a:xfrm>
          <a:prstGeom prst="rect">
            <a:avLst/>
          </a:prstGeom>
        </p:spPr>
      </p:pic>
      <p:sp>
        <p:nvSpPr>
          <p:cNvPr id="2" name="标题 1"/>
          <p:cNvSpPr>
            <a:spLocks noGrp="1"/>
          </p:cNvSpPr>
          <p:nvPr>
            <p:ph type="title"/>
            <p:custDataLst>
              <p:tags r:id="rId4"/>
            </p:custDataLst>
          </p:nvPr>
        </p:nvSpPr>
        <p:spPr>
          <a:xfrm>
            <a:off x="502412" y="332426"/>
            <a:ext cx="8139178" cy="331473"/>
          </a:xfrm>
        </p:spPr>
        <p:txBody>
          <a:bodyPr vert="horz" lIns="101600" tIns="38100" rIns="76200" bIns="38100" rtlCol="0" anchor="t" anchorCtr="0">
            <a:noAutofit/>
          </a:bodyPr>
          <a:lstStyle>
            <a:lvl1pPr marL="0" marR="0" lvl="0" algn="l" defTabSz="914400" rtl="0" eaLnBrk="1" fontAlgn="auto" latinLnBrk="0" hangingPunct="1">
              <a:lnSpc>
                <a:spcPct val="120000"/>
              </a:lnSpc>
              <a:buNone/>
              <a:defRPr kumimoji="0" lang="zh-CN" altLang="en-US" sz="1800" b="1" i="0" u="none" strike="noStrike" kern="1200" cap="none" spc="200" normalizeH="0" baseline="0" noProof="1" dirty="0">
                <a:solidFill>
                  <a:schemeClr val="accent1"/>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单击此处编辑母版标题样式</a:t>
            </a:r>
            <a:endParaRPr dirty="0">
              <a:sym typeface="+mn-ea"/>
            </a:endParaRPr>
          </a:p>
        </p:txBody>
      </p:sp>
      <p:sp>
        <p:nvSpPr>
          <p:cNvPr id="3" name="文本占位符 2"/>
          <p:cNvSpPr>
            <a:spLocks noGrp="1"/>
          </p:cNvSpPr>
          <p:nvPr>
            <p:ph type="body" idx="1" hasCustomPrompt="1"/>
            <p:custDataLst>
              <p:tags r:id="rId5"/>
            </p:custDataLst>
          </p:nvPr>
        </p:nvSpPr>
        <p:spPr>
          <a:xfrm>
            <a:off x="502448" y="714381"/>
            <a:ext cx="3962432" cy="285752"/>
          </a:xfrm>
        </p:spPr>
        <p:txBody>
          <a:bodyPr lIns="101600" tIns="38100" rIns="76200" bIns="38100" anchor="t" anchorCtr="0">
            <a:noAutofit/>
          </a:bodyPr>
          <a:lstStyle>
            <a:lvl1pPr marL="0" indent="0" eaLnBrk="1" fontAlgn="auto" latinLnBrk="0" hangingPunct="1">
              <a:lnSpc>
                <a:spcPct val="120000"/>
              </a:lnSpc>
              <a:spcAft>
                <a:spcPts val="0"/>
              </a:spcAft>
              <a:buNone/>
              <a:defRPr sz="1500" b="0" u="none" strike="noStrike" kern="1200" cap="none" spc="200" normalizeH="0" baseline="0">
                <a:solidFill>
                  <a:schemeClr val="tx1">
                    <a:lumMod val="85000"/>
                    <a:lumOff val="15000"/>
                  </a:schemeClr>
                </a:solidFill>
                <a:uFillTx/>
                <a:latin typeface="Arial" panose="020B0604020202020204" pitchFamily="34" charset="0"/>
                <a:ea typeface="微软雅黑" panose="020B0503020204020204" pitchFamily="34" charset="-122"/>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6"/>
            </p:custDataLst>
          </p:nvPr>
        </p:nvSpPr>
        <p:spPr>
          <a:xfrm>
            <a:off x="502444" y="1054894"/>
            <a:ext cx="3962400" cy="3701064"/>
          </a:xfrm>
        </p:spPr>
        <p:txBody>
          <a:bodyPr vert="horz" lIns="101600" tIns="0" rIns="82550" bIns="0" rtlCol="0">
            <a:noAutofit/>
          </a:bodyPr>
          <a:lstStyle>
            <a:lvl1pPr marL="171450" marR="0" lvl="0" indent="-171450" algn="l" defTabSz="914400" rtl="0" eaLnBrk="1" fontAlgn="auto" latinLnBrk="0" hangingPunct="1">
              <a:lnSpc>
                <a:spcPct val="12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n-cs"/>
                <a:sym typeface="+mn-ea"/>
              </a:defRPr>
            </a:lvl1pPr>
            <a:lvl2pPr marL="514350" marR="0" lvl="1" indent="-171450" algn="l" defTabSz="914400" rtl="0" eaLnBrk="1" fontAlgn="auto" latinLnBrk="0" hangingPunct="1">
              <a:lnSpc>
                <a:spcPct val="120000"/>
              </a:lnSpc>
              <a:spcBef>
                <a:spcPts val="0"/>
              </a:spcBef>
              <a:spcAft>
                <a:spcPts val="1000"/>
              </a:spcAft>
              <a:buFont typeface="Arial" panose="020B0604020202020204" pitchFamily="34" charset="0"/>
              <a:buChar char="•"/>
              <a:tabLst>
                <a:tab pos="1609725" algn="l"/>
              </a:tabLst>
              <a:defRPr kumimoji="0" lang="zh-CN" altLang="en-US" sz="12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n-cs"/>
                <a:sym typeface="+mn-ea"/>
              </a:defRPr>
            </a:lvl2pPr>
            <a:lvl3pPr marL="857250" marR="0" lvl="2" indent="-171450" algn="l" defTabSz="914400" rtl="0" eaLnBrk="1" fontAlgn="auto" latinLnBrk="0" hangingPunct="1">
              <a:lnSpc>
                <a:spcPct val="12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n-cs"/>
                <a:sym typeface="+mn-ea"/>
              </a:defRPr>
            </a:lvl3pPr>
            <a:lvl4pPr marL="1200150" marR="0" lvl="3" indent="-171450" algn="l" defTabSz="914400" rtl="0" eaLnBrk="1" fontAlgn="auto" latinLnBrk="0" hangingPunct="1">
              <a:lnSpc>
                <a:spcPct val="12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n-cs"/>
                <a:sym typeface="+mn-ea"/>
              </a:defRPr>
            </a:lvl4pPr>
            <a:lvl5pPr marL="1543050" marR="0" lvl="4" indent="-171450" algn="l" defTabSz="914400" rtl="0" eaLnBrk="1" fontAlgn="auto" latinLnBrk="0" hangingPunct="1">
              <a:lnSpc>
                <a:spcPct val="12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5" name="文本占位符 4"/>
          <p:cNvSpPr>
            <a:spLocks noGrp="1"/>
          </p:cNvSpPr>
          <p:nvPr>
            <p:ph type="body" sz="quarter" idx="3" hasCustomPrompt="1"/>
            <p:custDataLst>
              <p:tags r:id="rId7"/>
            </p:custDataLst>
          </p:nvPr>
        </p:nvSpPr>
        <p:spPr>
          <a:xfrm>
            <a:off x="4676813" y="714381"/>
            <a:ext cx="3962432" cy="285752"/>
          </a:xfrm>
        </p:spPr>
        <p:txBody>
          <a:bodyPr vert="horz" lIns="101600" tIns="38100" rIns="76200" bIns="38100" rtlCol="0" anchor="t" anchorCtr="0">
            <a:noAutofit/>
          </a:bodyPr>
          <a:lstStyle>
            <a:lvl1pPr marL="0" marR="0" lvl="0" indent="0" algn="l" defTabSz="914400" rtl="0" eaLnBrk="1" fontAlgn="auto" latinLnBrk="0" hangingPunct="1">
              <a:lnSpc>
                <a:spcPct val="120000"/>
              </a:lnSpc>
              <a:spcBef>
                <a:spcPts val="0"/>
              </a:spcBef>
              <a:spcAft>
                <a:spcPts val="0"/>
              </a:spcAft>
              <a:buFont typeface="Arial" panose="020B0604020202020204" pitchFamily="34" charset="0"/>
              <a:buNone/>
              <a:defRPr kumimoji="0" lang="zh-CN" altLang="en-US" sz="1500" b="0" i="0" u="none" strike="noStrike" kern="1200" cap="none" spc="20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n-cs"/>
                <a:sym typeface="+mn-ea"/>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dirty="0">
                <a:sym typeface="+mn-ea"/>
              </a:rPr>
              <a:t>单击此处编辑文本</a:t>
            </a:r>
            <a:endParaRPr dirty="0">
              <a:sym typeface="+mn-ea"/>
            </a:endParaRPr>
          </a:p>
        </p:txBody>
      </p:sp>
      <p:sp>
        <p:nvSpPr>
          <p:cNvPr id="6" name="内容占位符 5"/>
          <p:cNvSpPr>
            <a:spLocks noGrp="1"/>
          </p:cNvSpPr>
          <p:nvPr>
            <p:ph sz="quarter" idx="4"/>
            <p:custDataLst>
              <p:tags r:id="rId8"/>
            </p:custDataLst>
          </p:nvPr>
        </p:nvSpPr>
        <p:spPr>
          <a:xfrm>
            <a:off x="4676813" y="1054894"/>
            <a:ext cx="3962432" cy="3701064"/>
          </a:xfrm>
        </p:spPr>
        <p:txBody>
          <a:bodyPr vert="horz" lIns="101600" tIns="0" rIns="82550" bIns="0" rtlCol="0">
            <a:noAutofit/>
          </a:bodyPr>
          <a:lstStyle>
            <a:lvl1pPr marL="171450" marR="0" lvl="0" indent="-171450" algn="l" defTabSz="914400" rtl="0" eaLnBrk="1" fontAlgn="auto" latinLnBrk="0" hangingPunct="1">
              <a:lnSpc>
                <a:spcPct val="12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n-cs"/>
                <a:sym typeface="+mn-ea"/>
              </a:defRPr>
            </a:lvl1pPr>
            <a:lvl2pPr marL="514350" marR="0" lvl="1" indent="-171450" algn="l" defTabSz="914400" rtl="0" eaLnBrk="1" fontAlgn="auto" latinLnBrk="0" hangingPunct="1">
              <a:lnSpc>
                <a:spcPct val="120000"/>
              </a:lnSpc>
              <a:spcBef>
                <a:spcPts val="0"/>
              </a:spcBef>
              <a:spcAft>
                <a:spcPts val="1000"/>
              </a:spcAft>
              <a:buFont typeface="Arial" panose="020B0604020202020204" pitchFamily="34" charset="0"/>
              <a:buChar char="•"/>
              <a:tabLst>
                <a:tab pos="1609725" algn="l"/>
              </a:tabLst>
              <a:defRPr kumimoji="0" lang="zh-CN" altLang="en-US" sz="12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n-cs"/>
                <a:sym typeface="+mn-ea"/>
              </a:defRPr>
            </a:lvl2pPr>
            <a:lvl3pPr marL="857250" marR="0" lvl="2" indent="-171450" algn="l" defTabSz="914400" rtl="0" eaLnBrk="1" fontAlgn="auto" latinLnBrk="0" hangingPunct="1">
              <a:lnSpc>
                <a:spcPct val="12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n-cs"/>
                <a:sym typeface="+mn-ea"/>
              </a:defRPr>
            </a:lvl3pPr>
            <a:lvl4pPr marL="1200150" marR="0" lvl="3" indent="-171450" algn="l" defTabSz="914400" rtl="0" eaLnBrk="1" fontAlgn="auto" latinLnBrk="0" hangingPunct="1">
              <a:lnSpc>
                <a:spcPct val="12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n-cs"/>
                <a:sym typeface="+mn-ea"/>
              </a:defRPr>
            </a:lvl4pPr>
            <a:lvl5pPr marL="1543050" marR="0" lvl="4" indent="-171450" algn="l" defTabSz="914400" rtl="0" eaLnBrk="1" fontAlgn="auto" latinLnBrk="0" hangingPunct="1">
              <a:lnSpc>
                <a:spcPct val="12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7" name="日期占位符 6"/>
          <p:cNvSpPr>
            <a:spLocks noGrp="1"/>
          </p:cNvSpPr>
          <p:nvPr>
            <p:ph type="dt" sz="half" idx="10"/>
            <p:custDataLst>
              <p:tags r:id="rId9"/>
            </p:custDataLst>
          </p:nvPr>
        </p:nvSpPr>
        <p:spPr/>
        <p:txBody>
          <a:bodyPr/>
          <a:lstStyle>
            <a:lvl1pPr>
              <a:lnSpc>
                <a:spcPct val="120000"/>
              </a:lnSpc>
              <a:defRPr>
                <a:latin typeface="微软雅黑" panose="020B0503020204020204" pitchFamily="34" charset="-122"/>
                <a:ea typeface="微软雅黑" panose="020B0503020204020204" pitchFamily="34" charset="-122"/>
              </a:defRPr>
            </a:lvl1p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10"/>
            </p:custDataLst>
          </p:nvPr>
        </p:nvSpPr>
        <p:spPr/>
        <p:txBody>
          <a:bodyPr/>
          <a:lstStyle>
            <a:lvl1pPr>
              <a:lnSpc>
                <a:spcPct val="120000"/>
              </a:lnSpc>
              <a:defRPr>
                <a:latin typeface="微软雅黑" panose="020B0503020204020204" pitchFamily="34" charset="-122"/>
                <a:ea typeface="微软雅黑" panose="020B0503020204020204" pitchFamily="34" charset="-122"/>
              </a:defRPr>
            </a:lvl1pPr>
          </a:lstStyle>
          <a:p>
            <a:endParaRPr lang="zh-CN" altLang="en-US"/>
          </a:p>
        </p:txBody>
      </p:sp>
      <p:sp>
        <p:nvSpPr>
          <p:cNvPr id="9" name="灯片编号占位符 8"/>
          <p:cNvSpPr>
            <a:spLocks noGrp="1"/>
          </p:cNvSpPr>
          <p:nvPr>
            <p:ph type="sldNum" sz="quarter" idx="12"/>
            <p:custDataLst>
              <p:tags r:id="rId11"/>
            </p:custDataLst>
          </p:nvPr>
        </p:nvSpPr>
        <p:spPr/>
        <p:txBody>
          <a:bodyPr/>
          <a:lstStyle>
            <a:lvl1pPr>
              <a:lnSpc>
                <a:spcPct val="120000"/>
              </a:lnSpc>
              <a:defRPr>
                <a:latin typeface="微软雅黑" panose="020B0503020204020204" pitchFamily="34" charset="-122"/>
                <a:ea typeface="微软雅黑" panose="020B0503020204020204" pitchFamily="34" charset="-122"/>
              </a:defRPr>
            </a:lvl1pPr>
          </a:lstStyle>
          <a:p>
            <a:fld id="{49AE70B2-8BF9-45C0-BB95-33D1B9D3A854}" type="slidenum">
              <a:rPr lang="zh-CN" altLang="en-US" smtClean="0"/>
            </a:fld>
            <a:endParaRPr lang="zh-CN" altLang="en-US"/>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titleOnly" preserve="1">
  <p:cSld name="仅标题">
    <p:bg>
      <p:bgPr>
        <a:solidFill>
          <a:schemeClr val="bg2"/>
        </a:solidFill>
        <a:effectLst/>
      </p:bgPr>
    </p:bg>
    <p:spTree>
      <p:nvGrpSpPr>
        <p:cNvPr id="1" name=""/>
        <p:cNvGrpSpPr/>
        <p:nvPr/>
      </p:nvGrpSpPr>
      <p:grpSpPr>
        <a:xfrm>
          <a:off x="0" y="0"/>
          <a:ext cx="0" cy="0"/>
          <a:chOff x="0" y="0"/>
          <a:chExt cx="0" cy="0"/>
        </a:xfrm>
      </p:grpSpPr>
      <p:grpSp>
        <p:nvGrpSpPr>
          <p:cNvPr id="83" name="组合 82"/>
          <p:cNvGrpSpPr/>
          <p:nvPr userDrawn="1">
            <p:custDataLst>
              <p:tags r:id="rId2"/>
            </p:custDataLst>
          </p:nvPr>
        </p:nvGrpSpPr>
        <p:grpSpPr>
          <a:xfrm>
            <a:off x="8435108" y="3376748"/>
            <a:ext cx="551168" cy="1700826"/>
            <a:chOff x="4144010" y="2373630"/>
            <a:chExt cx="1153795" cy="3560445"/>
          </a:xfrm>
        </p:grpSpPr>
        <p:sp>
          <p:nvSpPr>
            <p:cNvPr id="84" name="Freeform 40"/>
            <p:cNvSpPr/>
            <p:nvPr userDrawn="1">
              <p:custDataLst>
                <p:tags r:id="rId3"/>
              </p:custDataLst>
            </p:nvPr>
          </p:nvSpPr>
          <p:spPr bwMode="auto">
            <a:xfrm>
              <a:off x="4357370" y="5834380"/>
              <a:ext cx="62230" cy="99695"/>
            </a:xfrm>
            <a:custGeom>
              <a:avLst/>
              <a:gdLst>
                <a:gd name="T0" fmla="*/ 35 w 39"/>
                <a:gd name="T1" fmla="*/ 62 h 62"/>
                <a:gd name="T2" fmla="*/ 5 w 39"/>
                <a:gd name="T3" fmla="*/ 0 h 62"/>
                <a:gd name="T4" fmla="*/ 35 w 39"/>
                <a:gd name="T5" fmla="*/ 62 h 62"/>
              </a:gdLst>
              <a:ahLst/>
              <a:cxnLst>
                <a:cxn ang="0">
                  <a:pos x="T0" y="T1"/>
                </a:cxn>
                <a:cxn ang="0">
                  <a:pos x="T2" y="T3"/>
                </a:cxn>
                <a:cxn ang="0">
                  <a:pos x="T4" y="T5"/>
                </a:cxn>
              </a:cxnLst>
              <a:rect l="0" t="0" r="r" b="b"/>
              <a:pathLst>
                <a:path w="39" h="62">
                  <a:moveTo>
                    <a:pt x="35" y="62"/>
                  </a:moveTo>
                  <a:cubicBezTo>
                    <a:pt x="35" y="62"/>
                    <a:pt x="0" y="52"/>
                    <a:pt x="5" y="0"/>
                  </a:cubicBezTo>
                  <a:cubicBezTo>
                    <a:pt x="5" y="0"/>
                    <a:pt x="39" y="17"/>
                    <a:pt x="35" y="62"/>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latin typeface="微软雅黑" panose="020B0503020204020204" pitchFamily="34" charset="-122"/>
                <a:ea typeface="微软雅黑" panose="020B0503020204020204" pitchFamily="34" charset="-122"/>
              </a:endParaRPr>
            </a:p>
          </p:txBody>
        </p:sp>
        <p:sp>
          <p:nvSpPr>
            <p:cNvPr id="85" name="Freeform 41"/>
            <p:cNvSpPr/>
            <p:nvPr userDrawn="1">
              <p:custDataLst>
                <p:tags r:id="rId4"/>
              </p:custDataLst>
            </p:nvPr>
          </p:nvSpPr>
          <p:spPr bwMode="auto">
            <a:xfrm>
              <a:off x="4408805" y="5834380"/>
              <a:ext cx="63500" cy="99695"/>
            </a:xfrm>
            <a:custGeom>
              <a:avLst/>
              <a:gdLst>
                <a:gd name="T0" fmla="*/ 3 w 39"/>
                <a:gd name="T1" fmla="*/ 62 h 62"/>
                <a:gd name="T2" fmla="*/ 34 w 39"/>
                <a:gd name="T3" fmla="*/ 0 h 62"/>
                <a:gd name="T4" fmla="*/ 3 w 39"/>
                <a:gd name="T5" fmla="*/ 62 h 62"/>
              </a:gdLst>
              <a:ahLst/>
              <a:cxnLst>
                <a:cxn ang="0">
                  <a:pos x="T0" y="T1"/>
                </a:cxn>
                <a:cxn ang="0">
                  <a:pos x="T2" y="T3"/>
                </a:cxn>
                <a:cxn ang="0">
                  <a:pos x="T4" y="T5"/>
                </a:cxn>
              </a:cxnLst>
              <a:rect l="0" t="0" r="r" b="b"/>
              <a:pathLst>
                <a:path w="39" h="62">
                  <a:moveTo>
                    <a:pt x="3" y="62"/>
                  </a:moveTo>
                  <a:cubicBezTo>
                    <a:pt x="3" y="62"/>
                    <a:pt x="39" y="52"/>
                    <a:pt x="34" y="0"/>
                  </a:cubicBezTo>
                  <a:cubicBezTo>
                    <a:pt x="34" y="0"/>
                    <a:pt x="0" y="17"/>
                    <a:pt x="3" y="62"/>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latin typeface="微软雅黑" panose="020B0503020204020204" pitchFamily="34" charset="-122"/>
                <a:ea typeface="微软雅黑" panose="020B0503020204020204" pitchFamily="34" charset="-122"/>
              </a:endParaRPr>
            </a:p>
          </p:txBody>
        </p:sp>
        <p:sp>
          <p:nvSpPr>
            <p:cNvPr id="86" name="Freeform 42"/>
            <p:cNvSpPr/>
            <p:nvPr userDrawn="1">
              <p:custDataLst>
                <p:tags r:id="rId5"/>
              </p:custDataLst>
            </p:nvPr>
          </p:nvSpPr>
          <p:spPr bwMode="auto">
            <a:xfrm>
              <a:off x="4376420" y="5784850"/>
              <a:ext cx="81280" cy="112395"/>
            </a:xfrm>
            <a:custGeom>
              <a:avLst/>
              <a:gdLst>
                <a:gd name="T0" fmla="*/ 23 w 50"/>
                <a:gd name="T1" fmla="*/ 69 h 69"/>
                <a:gd name="T2" fmla="*/ 22 w 50"/>
                <a:gd name="T3" fmla="*/ 0 h 69"/>
                <a:gd name="T4" fmla="*/ 23 w 50"/>
                <a:gd name="T5" fmla="*/ 69 h 69"/>
              </a:gdLst>
              <a:ahLst/>
              <a:cxnLst>
                <a:cxn ang="0">
                  <a:pos x="T0" y="T1"/>
                </a:cxn>
                <a:cxn ang="0">
                  <a:pos x="T2" y="T3"/>
                </a:cxn>
                <a:cxn ang="0">
                  <a:pos x="T4" y="T5"/>
                </a:cxn>
              </a:cxnLst>
              <a:rect l="0" t="0" r="r" b="b"/>
              <a:pathLst>
                <a:path w="50" h="69">
                  <a:moveTo>
                    <a:pt x="23" y="69"/>
                  </a:moveTo>
                  <a:cubicBezTo>
                    <a:pt x="23" y="69"/>
                    <a:pt x="50" y="43"/>
                    <a:pt x="22" y="0"/>
                  </a:cubicBezTo>
                  <a:cubicBezTo>
                    <a:pt x="22" y="0"/>
                    <a:pt x="0" y="32"/>
                    <a:pt x="23" y="69"/>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latin typeface="微软雅黑" panose="020B0503020204020204" pitchFamily="34" charset="-122"/>
                <a:ea typeface="微软雅黑" panose="020B0503020204020204" pitchFamily="34" charset="-122"/>
              </a:endParaRPr>
            </a:p>
          </p:txBody>
        </p:sp>
        <p:sp>
          <p:nvSpPr>
            <p:cNvPr id="87" name="Freeform 46"/>
            <p:cNvSpPr/>
            <p:nvPr userDrawn="1">
              <p:custDataLst>
                <p:tags r:id="rId6"/>
              </p:custDataLst>
            </p:nvPr>
          </p:nvSpPr>
          <p:spPr bwMode="auto">
            <a:xfrm>
              <a:off x="5090795" y="5541645"/>
              <a:ext cx="75565" cy="118745"/>
            </a:xfrm>
            <a:custGeom>
              <a:avLst/>
              <a:gdLst>
                <a:gd name="T0" fmla="*/ 41 w 46"/>
                <a:gd name="T1" fmla="*/ 73 h 73"/>
                <a:gd name="T2" fmla="*/ 6 w 46"/>
                <a:gd name="T3" fmla="*/ 0 h 73"/>
                <a:gd name="T4" fmla="*/ 41 w 46"/>
                <a:gd name="T5" fmla="*/ 73 h 73"/>
              </a:gdLst>
              <a:ahLst/>
              <a:cxnLst>
                <a:cxn ang="0">
                  <a:pos x="T0" y="T1"/>
                </a:cxn>
                <a:cxn ang="0">
                  <a:pos x="T2" y="T3"/>
                </a:cxn>
                <a:cxn ang="0">
                  <a:pos x="T4" y="T5"/>
                </a:cxn>
              </a:cxnLst>
              <a:rect l="0" t="0" r="r" b="b"/>
              <a:pathLst>
                <a:path w="46" h="73">
                  <a:moveTo>
                    <a:pt x="41" y="73"/>
                  </a:moveTo>
                  <a:cubicBezTo>
                    <a:pt x="41" y="73"/>
                    <a:pt x="0" y="61"/>
                    <a:pt x="6" y="0"/>
                  </a:cubicBezTo>
                  <a:cubicBezTo>
                    <a:pt x="6" y="0"/>
                    <a:pt x="46" y="20"/>
                    <a:pt x="41" y="73"/>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latin typeface="微软雅黑" panose="020B0503020204020204" pitchFamily="34" charset="-122"/>
                <a:ea typeface="微软雅黑" panose="020B0503020204020204" pitchFamily="34" charset="-122"/>
              </a:endParaRPr>
            </a:p>
          </p:txBody>
        </p:sp>
        <p:sp>
          <p:nvSpPr>
            <p:cNvPr id="88" name="Freeform 47"/>
            <p:cNvSpPr/>
            <p:nvPr userDrawn="1">
              <p:custDataLst>
                <p:tags r:id="rId7"/>
              </p:custDataLst>
            </p:nvPr>
          </p:nvSpPr>
          <p:spPr bwMode="auto">
            <a:xfrm>
              <a:off x="5151755" y="5541645"/>
              <a:ext cx="74295" cy="118745"/>
            </a:xfrm>
            <a:custGeom>
              <a:avLst/>
              <a:gdLst>
                <a:gd name="T0" fmla="*/ 4 w 46"/>
                <a:gd name="T1" fmla="*/ 73 h 73"/>
                <a:gd name="T2" fmla="*/ 41 w 46"/>
                <a:gd name="T3" fmla="*/ 0 h 73"/>
                <a:gd name="T4" fmla="*/ 4 w 46"/>
                <a:gd name="T5" fmla="*/ 73 h 73"/>
              </a:gdLst>
              <a:ahLst/>
              <a:cxnLst>
                <a:cxn ang="0">
                  <a:pos x="T0" y="T1"/>
                </a:cxn>
                <a:cxn ang="0">
                  <a:pos x="T2" y="T3"/>
                </a:cxn>
                <a:cxn ang="0">
                  <a:pos x="T4" y="T5"/>
                </a:cxn>
              </a:cxnLst>
              <a:rect l="0" t="0" r="r" b="b"/>
              <a:pathLst>
                <a:path w="46" h="73">
                  <a:moveTo>
                    <a:pt x="4" y="73"/>
                  </a:moveTo>
                  <a:cubicBezTo>
                    <a:pt x="4" y="73"/>
                    <a:pt x="46" y="61"/>
                    <a:pt x="41" y="0"/>
                  </a:cubicBezTo>
                  <a:cubicBezTo>
                    <a:pt x="41" y="0"/>
                    <a:pt x="0" y="20"/>
                    <a:pt x="4" y="73"/>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latin typeface="微软雅黑" panose="020B0503020204020204" pitchFamily="34" charset="-122"/>
                <a:ea typeface="微软雅黑" panose="020B0503020204020204" pitchFamily="34" charset="-122"/>
              </a:endParaRPr>
            </a:p>
          </p:txBody>
        </p:sp>
        <p:sp>
          <p:nvSpPr>
            <p:cNvPr id="89" name="Freeform 48"/>
            <p:cNvSpPr/>
            <p:nvPr userDrawn="1">
              <p:custDataLst>
                <p:tags r:id="rId8"/>
              </p:custDataLst>
            </p:nvPr>
          </p:nvSpPr>
          <p:spPr bwMode="auto">
            <a:xfrm>
              <a:off x="5112385" y="5481955"/>
              <a:ext cx="95885" cy="132080"/>
            </a:xfrm>
            <a:custGeom>
              <a:avLst/>
              <a:gdLst>
                <a:gd name="T0" fmla="*/ 28 w 59"/>
                <a:gd name="T1" fmla="*/ 82 h 82"/>
                <a:gd name="T2" fmla="*/ 27 w 59"/>
                <a:gd name="T3" fmla="*/ 0 h 82"/>
                <a:gd name="T4" fmla="*/ 28 w 59"/>
                <a:gd name="T5" fmla="*/ 82 h 82"/>
              </a:gdLst>
              <a:ahLst/>
              <a:cxnLst>
                <a:cxn ang="0">
                  <a:pos x="T0" y="T1"/>
                </a:cxn>
                <a:cxn ang="0">
                  <a:pos x="T2" y="T3"/>
                </a:cxn>
                <a:cxn ang="0">
                  <a:pos x="T4" y="T5"/>
                </a:cxn>
              </a:cxnLst>
              <a:rect l="0" t="0" r="r" b="b"/>
              <a:pathLst>
                <a:path w="59" h="82">
                  <a:moveTo>
                    <a:pt x="28" y="82"/>
                  </a:moveTo>
                  <a:cubicBezTo>
                    <a:pt x="28" y="82"/>
                    <a:pt x="59" y="51"/>
                    <a:pt x="27" y="0"/>
                  </a:cubicBezTo>
                  <a:cubicBezTo>
                    <a:pt x="27" y="0"/>
                    <a:pt x="0" y="37"/>
                    <a:pt x="28" y="82"/>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latin typeface="微软雅黑" panose="020B0503020204020204" pitchFamily="34" charset="-122"/>
                <a:ea typeface="微软雅黑" panose="020B0503020204020204" pitchFamily="34" charset="-122"/>
              </a:endParaRPr>
            </a:p>
          </p:txBody>
        </p:sp>
        <p:sp>
          <p:nvSpPr>
            <p:cNvPr id="90" name="Freeform 109"/>
            <p:cNvSpPr/>
            <p:nvPr userDrawn="1">
              <p:custDataLst>
                <p:tags r:id="rId9"/>
              </p:custDataLst>
            </p:nvPr>
          </p:nvSpPr>
          <p:spPr bwMode="auto">
            <a:xfrm>
              <a:off x="4731385" y="5468620"/>
              <a:ext cx="106680" cy="98425"/>
            </a:xfrm>
            <a:custGeom>
              <a:avLst/>
              <a:gdLst>
                <a:gd name="T0" fmla="*/ 79 w 79"/>
                <a:gd name="T1" fmla="*/ 15 h 73"/>
                <a:gd name="T2" fmla="*/ 68 w 79"/>
                <a:gd name="T3" fmla="*/ 73 h 73"/>
                <a:gd name="T4" fmla="*/ 0 w 79"/>
                <a:gd name="T5" fmla="*/ 72 h 73"/>
                <a:gd name="T6" fmla="*/ 13 w 79"/>
                <a:gd name="T7" fmla="*/ 0 h 73"/>
                <a:gd name="T8" fmla="*/ 79 w 79"/>
                <a:gd name="T9" fmla="*/ 15 h 73"/>
              </a:gdLst>
              <a:ahLst/>
              <a:cxnLst>
                <a:cxn ang="0">
                  <a:pos x="T0" y="T1"/>
                </a:cxn>
                <a:cxn ang="0">
                  <a:pos x="T2" y="T3"/>
                </a:cxn>
                <a:cxn ang="0">
                  <a:pos x="T4" y="T5"/>
                </a:cxn>
                <a:cxn ang="0">
                  <a:pos x="T6" y="T7"/>
                </a:cxn>
                <a:cxn ang="0">
                  <a:pos x="T8" y="T9"/>
                </a:cxn>
              </a:cxnLst>
              <a:rect l="0" t="0" r="r" b="b"/>
              <a:pathLst>
                <a:path w="79" h="73">
                  <a:moveTo>
                    <a:pt x="79" y="15"/>
                  </a:moveTo>
                  <a:lnTo>
                    <a:pt x="68" y="73"/>
                  </a:lnTo>
                  <a:lnTo>
                    <a:pt x="0" y="72"/>
                  </a:lnTo>
                  <a:lnTo>
                    <a:pt x="13" y="0"/>
                  </a:lnTo>
                  <a:lnTo>
                    <a:pt x="79" y="15"/>
                  </a:lnTo>
                  <a:close/>
                </a:path>
              </a:pathLst>
            </a:custGeom>
            <a:solidFill>
              <a:srgbClr val="FFE7C5"/>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latin typeface="微软雅黑" panose="020B0503020204020204" pitchFamily="34" charset="-122"/>
                <a:ea typeface="微软雅黑" panose="020B0503020204020204" pitchFamily="34" charset="-122"/>
              </a:endParaRPr>
            </a:p>
          </p:txBody>
        </p:sp>
        <p:sp>
          <p:nvSpPr>
            <p:cNvPr id="91" name="Freeform 110"/>
            <p:cNvSpPr/>
            <p:nvPr userDrawn="1">
              <p:custDataLst>
                <p:tags r:id="rId10"/>
              </p:custDataLst>
            </p:nvPr>
          </p:nvSpPr>
          <p:spPr bwMode="auto">
            <a:xfrm>
              <a:off x="4723765" y="5518785"/>
              <a:ext cx="123190" cy="50165"/>
            </a:xfrm>
            <a:custGeom>
              <a:avLst/>
              <a:gdLst>
                <a:gd name="T0" fmla="*/ 79 w 91"/>
                <a:gd name="T1" fmla="*/ 37 h 37"/>
                <a:gd name="T2" fmla="*/ 91 w 91"/>
                <a:gd name="T3" fmla="*/ 0 h 37"/>
                <a:gd name="T4" fmla="*/ 6 w 91"/>
                <a:gd name="T5" fmla="*/ 0 h 37"/>
                <a:gd name="T6" fmla="*/ 0 w 91"/>
                <a:gd name="T7" fmla="*/ 35 h 37"/>
                <a:gd name="T8" fmla="*/ 79 w 91"/>
                <a:gd name="T9" fmla="*/ 37 h 37"/>
              </a:gdLst>
              <a:ahLst/>
              <a:cxnLst>
                <a:cxn ang="0">
                  <a:pos x="T0" y="T1"/>
                </a:cxn>
                <a:cxn ang="0">
                  <a:pos x="T2" y="T3"/>
                </a:cxn>
                <a:cxn ang="0">
                  <a:pos x="T4" y="T5"/>
                </a:cxn>
                <a:cxn ang="0">
                  <a:pos x="T6" y="T7"/>
                </a:cxn>
                <a:cxn ang="0">
                  <a:pos x="T8" y="T9"/>
                </a:cxn>
              </a:cxnLst>
              <a:rect l="0" t="0" r="r" b="b"/>
              <a:pathLst>
                <a:path w="91" h="37">
                  <a:moveTo>
                    <a:pt x="79" y="37"/>
                  </a:moveTo>
                  <a:lnTo>
                    <a:pt x="91" y="0"/>
                  </a:lnTo>
                  <a:lnTo>
                    <a:pt x="6" y="0"/>
                  </a:lnTo>
                  <a:lnTo>
                    <a:pt x="0" y="35"/>
                  </a:lnTo>
                  <a:lnTo>
                    <a:pt x="79" y="37"/>
                  </a:lnTo>
                  <a:close/>
                </a:path>
              </a:pathLst>
            </a:custGeom>
            <a:solidFill>
              <a:srgbClr val="F9B233"/>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latin typeface="微软雅黑" panose="020B0503020204020204" pitchFamily="34" charset="-122"/>
                <a:ea typeface="微软雅黑" panose="020B0503020204020204" pitchFamily="34" charset="-122"/>
              </a:endParaRPr>
            </a:p>
          </p:txBody>
        </p:sp>
        <p:sp>
          <p:nvSpPr>
            <p:cNvPr id="92" name="Freeform 111"/>
            <p:cNvSpPr/>
            <p:nvPr userDrawn="1">
              <p:custDataLst>
                <p:tags r:id="rId11"/>
              </p:custDataLst>
            </p:nvPr>
          </p:nvSpPr>
          <p:spPr bwMode="auto">
            <a:xfrm>
              <a:off x="4650740" y="5561965"/>
              <a:ext cx="364490" cy="198755"/>
            </a:xfrm>
            <a:custGeom>
              <a:avLst/>
              <a:gdLst>
                <a:gd name="T0" fmla="*/ 119 w 225"/>
                <a:gd name="T1" fmla="*/ 5 h 123"/>
                <a:gd name="T2" fmla="*/ 137 w 225"/>
                <a:gd name="T3" fmla="*/ 75 h 123"/>
                <a:gd name="T4" fmla="*/ 212 w 225"/>
                <a:gd name="T5" fmla="*/ 100 h 123"/>
                <a:gd name="T6" fmla="*/ 209 w 225"/>
                <a:gd name="T7" fmla="*/ 121 h 123"/>
                <a:gd name="T8" fmla="*/ 115 w 225"/>
                <a:gd name="T9" fmla="*/ 123 h 123"/>
                <a:gd name="T10" fmla="*/ 60 w 225"/>
                <a:gd name="T11" fmla="*/ 96 h 123"/>
                <a:gd name="T12" fmla="*/ 45 w 225"/>
                <a:gd name="T13" fmla="*/ 107 h 123"/>
                <a:gd name="T14" fmla="*/ 0 w 225"/>
                <a:gd name="T15" fmla="*/ 91 h 123"/>
                <a:gd name="T16" fmla="*/ 40 w 225"/>
                <a:gd name="T17" fmla="*/ 0 h 123"/>
                <a:gd name="T18" fmla="*/ 119 w 225"/>
                <a:gd name="T19" fmla="*/ 5 h 1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25" h="123">
                  <a:moveTo>
                    <a:pt x="119" y="5"/>
                  </a:moveTo>
                  <a:cubicBezTo>
                    <a:pt x="137" y="75"/>
                    <a:pt x="137" y="75"/>
                    <a:pt x="137" y="75"/>
                  </a:cubicBezTo>
                  <a:cubicBezTo>
                    <a:pt x="212" y="100"/>
                    <a:pt x="212" y="100"/>
                    <a:pt x="212" y="100"/>
                  </a:cubicBezTo>
                  <a:cubicBezTo>
                    <a:pt x="225" y="103"/>
                    <a:pt x="223" y="121"/>
                    <a:pt x="209" y="121"/>
                  </a:cubicBezTo>
                  <a:cubicBezTo>
                    <a:pt x="115" y="123"/>
                    <a:pt x="115" y="123"/>
                    <a:pt x="115" y="123"/>
                  </a:cubicBezTo>
                  <a:cubicBezTo>
                    <a:pt x="60" y="96"/>
                    <a:pt x="60" y="96"/>
                    <a:pt x="60" y="96"/>
                  </a:cubicBezTo>
                  <a:cubicBezTo>
                    <a:pt x="45" y="107"/>
                    <a:pt x="45" y="107"/>
                    <a:pt x="45" y="107"/>
                  </a:cubicBezTo>
                  <a:cubicBezTo>
                    <a:pt x="0" y="91"/>
                    <a:pt x="0" y="91"/>
                    <a:pt x="0" y="91"/>
                  </a:cubicBezTo>
                  <a:cubicBezTo>
                    <a:pt x="40" y="0"/>
                    <a:pt x="40" y="0"/>
                    <a:pt x="40" y="0"/>
                  </a:cubicBezTo>
                  <a:lnTo>
                    <a:pt x="119" y="5"/>
                  </a:lnTo>
                  <a:close/>
                </a:path>
              </a:pathLst>
            </a:custGeom>
            <a:solidFill>
              <a:srgbClr val="1D1D1B"/>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latin typeface="微软雅黑" panose="020B0503020204020204" pitchFamily="34" charset="-122"/>
                <a:ea typeface="微软雅黑" panose="020B0503020204020204" pitchFamily="34" charset="-122"/>
              </a:endParaRPr>
            </a:p>
          </p:txBody>
        </p:sp>
        <p:sp>
          <p:nvSpPr>
            <p:cNvPr id="93" name="Freeform 112"/>
            <p:cNvSpPr/>
            <p:nvPr userDrawn="1">
              <p:custDataLst>
                <p:tags r:id="rId12"/>
              </p:custDataLst>
            </p:nvPr>
          </p:nvSpPr>
          <p:spPr bwMode="auto">
            <a:xfrm>
              <a:off x="4399280" y="5475605"/>
              <a:ext cx="99695" cy="98425"/>
            </a:xfrm>
            <a:custGeom>
              <a:avLst/>
              <a:gdLst>
                <a:gd name="T0" fmla="*/ 6 w 74"/>
                <a:gd name="T1" fmla="*/ 0 h 73"/>
                <a:gd name="T2" fmla="*/ 0 w 74"/>
                <a:gd name="T3" fmla="*/ 60 h 73"/>
                <a:gd name="T4" fmla="*/ 67 w 74"/>
                <a:gd name="T5" fmla="*/ 73 h 73"/>
                <a:gd name="T6" fmla="*/ 74 w 74"/>
                <a:gd name="T7" fmla="*/ 1 h 73"/>
                <a:gd name="T8" fmla="*/ 6 w 74"/>
                <a:gd name="T9" fmla="*/ 0 h 73"/>
              </a:gdLst>
              <a:ahLst/>
              <a:cxnLst>
                <a:cxn ang="0">
                  <a:pos x="T0" y="T1"/>
                </a:cxn>
                <a:cxn ang="0">
                  <a:pos x="T2" y="T3"/>
                </a:cxn>
                <a:cxn ang="0">
                  <a:pos x="T4" y="T5"/>
                </a:cxn>
                <a:cxn ang="0">
                  <a:pos x="T6" y="T7"/>
                </a:cxn>
                <a:cxn ang="0">
                  <a:pos x="T8" y="T9"/>
                </a:cxn>
              </a:cxnLst>
              <a:rect l="0" t="0" r="r" b="b"/>
              <a:pathLst>
                <a:path w="74" h="73">
                  <a:moveTo>
                    <a:pt x="6" y="0"/>
                  </a:moveTo>
                  <a:lnTo>
                    <a:pt x="0" y="60"/>
                  </a:lnTo>
                  <a:lnTo>
                    <a:pt x="67" y="73"/>
                  </a:lnTo>
                  <a:lnTo>
                    <a:pt x="74" y="1"/>
                  </a:lnTo>
                  <a:lnTo>
                    <a:pt x="6" y="0"/>
                  </a:lnTo>
                  <a:close/>
                </a:path>
              </a:pathLst>
            </a:custGeom>
            <a:solidFill>
              <a:srgbClr val="FFE7C5"/>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latin typeface="微软雅黑" panose="020B0503020204020204" pitchFamily="34" charset="-122"/>
                <a:ea typeface="微软雅黑" panose="020B0503020204020204" pitchFamily="34" charset="-122"/>
              </a:endParaRPr>
            </a:p>
          </p:txBody>
        </p:sp>
        <p:sp>
          <p:nvSpPr>
            <p:cNvPr id="94" name="Freeform 113"/>
            <p:cNvSpPr/>
            <p:nvPr userDrawn="1">
              <p:custDataLst>
                <p:tags r:id="rId13"/>
              </p:custDataLst>
            </p:nvPr>
          </p:nvSpPr>
          <p:spPr bwMode="auto">
            <a:xfrm>
              <a:off x="4391025" y="5504815"/>
              <a:ext cx="112395" cy="70485"/>
            </a:xfrm>
            <a:custGeom>
              <a:avLst/>
              <a:gdLst>
                <a:gd name="T0" fmla="*/ 2 w 83"/>
                <a:gd name="T1" fmla="*/ 38 h 52"/>
                <a:gd name="T2" fmla="*/ 0 w 83"/>
                <a:gd name="T3" fmla="*/ 0 h 52"/>
                <a:gd name="T4" fmla="*/ 83 w 83"/>
                <a:gd name="T5" fmla="*/ 19 h 52"/>
                <a:gd name="T6" fmla="*/ 79 w 83"/>
                <a:gd name="T7" fmla="*/ 52 h 52"/>
                <a:gd name="T8" fmla="*/ 2 w 83"/>
                <a:gd name="T9" fmla="*/ 38 h 52"/>
              </a:gdLst>
              <a:ahLst/>
              <a:cxnLst>
                <a:cxn ang="0">
                  <a:pos x="T0" y="T1"/>
                </a:cxn>
                <a:cxn ang="0">
                  <a:pos x="T2" y="T3"/>
                </a:cxn>
                <a:cxn ang="0">
                  <a:pos x="T4" y="T5"/>
                </a:cxn>
                <a:cxn ang="0">
                  <a:pos x="T6" y="T7"/>
                </a:cxn>
                <a:cxn ang="0">
                  <a:pos x="T8" y="T9"/>
                </a:cxn>
              </a:cxnLst>
              <a:rect l="0" t="0" r="r" b="b"/>
              <a:pathLst>
                <a:path w="83" h="52">
                  <a:moveTo>
                    <a:pt x="2" y="38"/>
                  </a:moveTo>
                  <a:lnTo>
                    <a:pt x="0" y="0"/>
                  </a:lnTo>
                  <a:lnTo>
                    <a:pt x="83" y="19"/>
                  </a:lnTo>
                  <a:lnTo>
                    <a:pt x="79" y="52"/>
                  </a:lnTo>
                  <a:lnTo>
                    <a:pt x="2" y="38"/>
                  </a:lnTo>
                  <a:close/>
                </a:path>
              </a:pathLst>
            </a:custGeom>
            <a:solidFill>
              <a:srgbClr val="F9B233"/>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latin typeface="微软雅黑" panose="020B0503020204020204" pitchFamily="34" charset="-122"/>
                <a:ea typeface="微软雅黑" panose="020B0503020204020204" pitchFamily="34" charset="-122"/>
              </a:endParaRPr>
            </a:p>
          </p:txBody>
        </p:sp>
        <p:sp>
          <p:nvSpPr>
            <p:cNvPr id="95" name="Freeform 114"/>
            <p:cNvSpPr/>
            <p:nvPr userDrawn="1">
              <p:custDataLst>
                <p:tags r:id="rId14"/>
              </p:custDataLst>
            </p:nvPr>
          </p:nvSpPr>
          <p:spPr bwMode="auto">
            <a:xfrm>
              <a:off x="4157345" y="5553710"/>
              <a:ext cx="372745" cy="187960"/>
            </a:xfrm>
            <a:custGeom>
              <a:avLst/>
              <a:gdLst>
                <a:gd name="T0" fmla="*/ 138 w 230"/>
                <a:gd name="T1" fmla="*/ 0 h 116"/>
                <a:gd name="T2" fmla="*/ 117 w 230"/>
                <a:gd name="T3" fmla="*/ 58 h 116"/>
                <a:gd name="T4" fmla="*/ 17 w 230"/>
                <a:gd name="T5" fmla="*/ 94 h 116"/>
                <a:gd name="T6" fmla="*/ 14 w 230"/>
                <a:gd name="T7" fmla="*/ 116 h 116"/>
                <a:gd name="T8" fmla="*/ 110 w 230"/>
                <a:gd name="T9" fmla="*/ 116 h 116"/>
                <a:gd name="T10" fmla="*/ 171 w 230"/>
                <a:gd name="T11" fmla="*/ 102 h 116"/>
                <a:gd name="T12" fmla="*/ 182 w 230"/>
                <a:gd name="T13" fmla="*/ 116 h 116"/>
                <a:gd name="T14" fmla="*/ 230 w 230"/>
                <a:gd name="T15" fmla="*/ 110 h 116"/>
                <a:gd name="T16" fmla="*/ 215 w 230"/>
                <a:gd name="T17" fmla="*/ 13 h 116"/>
                <a:gd name="T18" fmla="*/ 138 w 230"/>
                <a:gd name="T19" fmla="*/ 0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30" h="116">
                  <a:moveTo>
                    <a:pt x="138" y="0"/>
                  </a:moveTo>
                  <a:cubicBezTo>
                    <a:pt x="117" y="58"/>
                    <a:pt x="117" y="58"/>
                    <a:pt x="117" y="58"/>
                  </a:cubicBezTo>
                  <a:cubicBezTo>
                    <a:pt x="17" y="94"/>
                    <a:pt x="17" y="94"/>
                    <a:pt x="17" y="94"/>
                  </a:cubicBezTo>
                  <a:cubicBezTo>
                    <a:pt x="2" y="94"/>
                    <a:pt x="0" y="113"/>
                    <a:pt x="14" y="116"/>
                  </a:cubicBezTo>
                  <a:cubicBezTo>
                    <a:pt x="110" y="116"/>
                    <a:pt x="110" y="116"/>
                    <a:pt x="110" y="116"/>
                  </a:cubicBezTo>
                  <a:cubicBezTo>
                    <a:pt x="171" y="102"/>
                    <a:pt x="171" y="102"/>
                    <a:pt x="171" y="102"/>
                  </a:cubicBezTo>
                  <a:cubicBezTo>
                    <a:pt x="182" y="116"/>
                    <a:pt x="182" y="116"/>
                    <a:pt x="182" y="116"/>
                  </a:cubicBezTo>
                  <a:cubicBezTo>
                    <a:pt x="230" y="110"/>
                    <a:pt x="230" y="110"/>
                    <a:pt x="230" y="110"/>
                  </a:cubicBezTo>
                  <a:cubicBezTo>
                    <a:pt x="215" y="13"/>
                    <a:pt x="215" y="13"/>
                    <a:pt x="215" y="13"/>
                  </a:cubicBezTo>
                  <a:lnTo>
                    <a:pt x="138" y="0"/>
                  </a:lnTo>
                  <a:close/>
                </a:path>
              </a:pathLst>
            </a:custGeom>
            <a:solidFill>
              <a:srgbClr val="1D1D1B"/>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latin typeface="微软雅黑" panose="020B0503020204020204" pitchFamily="34" charset="-122"/>
                <a:ea typeface="微软雅黑" panose="020B0503020204020204" pitchFamily="34" charset="-122"/>
              </a:endParaRPr>
            </a:p>
          </p:txBody>
        </p:sp>
        <p:sp>
          <p:nvSpPr>
            <p:cNvPr id="96" name="Freeform 115"/>
            <p:cNvSpPr/>
            <p:nvPr userDrawn="1">
              <p:custDataLst>
                <p:tags r:id="rId15"/>
              </p:custDataLst>
            </p:nvPr>
          </p:nvSpPr>
          <p:spPr bwMode="auto">
            <a:xfrm>
              <a:off x="4619625" y="3385820"/>
              <a:ext cx="321310" cy="144780"/>
            </a:xfrm>
            <a:custGeom>
              <a:avLst/>
              <a:gdLst>
                <a:gd name="T0" fmla="*/ 58 w 198"/>
                <a:gd name="T1" fmla="*/ 11 h 89"/>
                <a:gd name="T2" fmla="*/ 56 w 198"/>
                <a:gd name="T3" fmla="*/ 35 h 89"/>
                <a:gd name="T4" fmla="*/ 11 w 198"/>
                <a:gd name="T5" fmla="*/ 86 h 89"/>
                <a:gd name="T6" fmla="*/ 0 w 198"/>
                <a:gd name="T7" fmla="*/ 89 h 89"/>
                <a:gd name="T8" fmla="*/ 198 w 198"/>
                <a:gd name="T9" fmla="*/ 89 h 89"/>
                <a:gd name="T10" fmla="*/ 172 w 198"/>
                <a:gd name="T11" fmla="*/ 88 h 89"/>
                <a:gd name="T12" fmla="*/ 132 w 198"/>
                <a:gd name="T13" fmla="*/ 29 h 89"/>
                <a:gd name="T14" fmla="*/ 135 w 198"/>
                <a:gd name="T15" fmla="*/ 0 h 89"/>
                <a:gd name="T16" fmla="*/ 58 w 198"/>
                <a:gd name="T17" fmla="*/ 11 h 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98" h="89">
                  <a:moveTo>
                    <a:pt x="58" y="11"/>
                  </a:moveTo>
                  <a:cubicBezTo>
                    <a:pt x="56" y="35"/>
                    <a:pt x="56" y="35"/>
                    <a:pt x="56" y="35"/>
                  </a:cubicBezTo>
                  <a:cubicBezTo>
                    <a:pt x="53" y="59"/>
                    <a:pt x="36" y="79"/>
                    <a:pt x="11" y="86"/>
                  </a:cubicBezTo>
                  <a:cubicBezTo>
                    <a:pt x="0" y="89"/>
                    <a:pt x="0" y="89"/>
                    <a:pt x="0" y="89"/>
                  </a:cubicBezTo>
                  <a:cubicBezTo>
                    <a:pt x="198" y="89"/>
                    <a:pt x="198" y="89"/>
                    <a:pt x="198" y="89"/>
                  </a:cubicBezTo>
                  <a:cubicBezTo>
                    <a:pt x="172" y="88"/>
                    <a:pt x="172" y="88"/>
                    <a:pt x="172" y="88"/>
                  </a:cubicBezTo>
                  <a:cubicBezTo>
                    <a:pt x="146" y="79"/>
                    <a:pt x="130" y="55"/>
                    <a:pt x="132" y="29"/>
                  </a:cubicBezTo>
                  <a:cubicBezTo>
                    <a:pt x="135" y="0"/>
                    <a:pt x="135" y="0"/>
                    <a:pt x="135" y="0"/>
                  </a:cubicBezTo>
                  <a:lnTo>
                    <a:pt x="58" y="11"/>
                  </a:lnTo>
                  <a:close/>
                </a:path>
              </a:pathLst>
            </a:custGeom>
            <a:solidFill>
              <a:srgbClr val="FFE7C5"/>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latin typeface="微软雅黑" panose="020B0503020204020204" pitchFamily="34" charset="-122"/>
                <a:ea typeface="微软雅黑" panose="020B0503020204020204" pitchFamily="34" charset="-122"/>
              </a:endParaRPr>
            </a:p>
          </p:txBody>
        </p:sp>
        <p:sp>
          <p:nvSpPr>
            <p:cNvPr id="97" name="Freeform 116"/>
            <p:cNvSpPr/>
            <p:nvPr userDrawn="1">
              <p:custDataLst>
                <p:tags r:id="rId16"/>
              </p:custDataLst>
            </p:nvPr>
          </p:nvSpPr>
          <p:spPr bwMode="auto">
            <a:xfrm>
              <a:off x="4361815" y="4399915"/>
              <a:ext cx="590550" cy="1085850"/>
            </a:xfrm>
            <a:custGeom>
              <a:avLst/>
              <a:gdLst>
                <a:gd name="T0" fmla="*/ 364 w 364"/>
                <a:gd name="T1" fmla="*/ 42 h 671"/>
                <a:gd name="T2" fmla="*/ 314 w 364"/>
                <a:gd name="T3" fmla="*/ 671 h 671"/>
                <a:gd name="T4" fmla="*/ 235 w 364"/>
                <a:gd name="T5" fmla="*/ 671 h 671"/>
                <a:gd name="T6" fmla="*/ 219 w 364"/>
                <a:gd name="T7" fmla="*/ 159 h 671"/>
                <a:gd name="T8" fmla="*/ 145 w 364"/>
                <a:gd name="T9" fmla="*/ 372 h 671"/>
                <a:gd name="T10" fmla="*/ 88 w 364"/>
                <a:gd name="T11" fmla="*/ 671 h 671"/>
                <a:gd name="T12" fmla="*/ 0 w 364"/>
                <a:gd name="T13" fmla="*/ 671 h 671"/>
                <a:gd name="T14" fmla="*/ 48 w 364"/>
                <a:gd name="T15" fmla="*/ 329 h 671"/>
                <a:gd name="T16" fmla="*/ 75 w 364"/>
                <a:gd name="T17" fmla="*/ 25 h 671"/>
                <a:gd name="T18" fmla="*/ 344 w 364"/>
                <a:gd name="T19" fmla="*/ 34 h 671"/>
                <a:gd name="T20" fmla="*/ 364 w 364"/>
                <a:gd name="T21" fmla="*/ 42 h 6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64" h="671">
                  <a:moveTo>
                    <a:pt x="364" y="42"/>
                  </a:moveTo>
                  <a:cubicBezTo>
                    <a:pt x="314" y="671"/>
                    <a:pt x="314" y="671"/>
                    <a:pt x="314" y="671"/>
                  </a:cubicBezTo>
                  <a:cubicBezTo>
                    <a:pt x="235" y="671"/>
                    <a:pt x="235" y="671"/>
                    <a:pt x="235" y="671"/>
                  </a:cubicBezTo>
                  <a:cubicBezTo>
                    <a:pt x="219" y="159"/>
                    <a:pt x="219" y="159"/>
                    <a:pt x="219" y="159"/>
                  </a:cubicBezTo>
                  <a:cubicBezTo>
                    <a:pt x="145" y="372"/>
                    <a:pt x="145" y="372"/>
                    <a:pt x="145" y="372"/>
                  </a:cubicBezTo>
                  <a:cubicBezTo>
                    <a:pt x="88" y="671"/>
                    <a:pt x="88" y="671"/>
                    <a:pt x="88" y="671"/>
                  </a:cubicBezTo>
                  <a:cubicBezTo>
                    <a:pt x="0" y="671"/>
                    <a:pt x="0" y="671"/>
                    <a:pt x="0" y="671"/>
                  </a:cubicBezTo>
                  <a:cubicBezTo>
                    <a:pt x="48" y="329"/>
                    <a:pt x="48" y="329"/>
                    <a:pt x="48" y="329"/>
                  </a:cubicBezTo>
                  <a:cubicBezTo>
                    <a:pt x="75" y="25"/>
                    <a:pt x="75" y="25"/>
                    <a:pt x="75" y="25"/>
                  </a:cubicBezTo>
                  <a:cubicBezTo>
                    <a:pt x="163" y="0"/>
                    <a:pt x="258" y="3"/>
                    <a:pt x="344" y="34"/>
                  </a:cubicBezTo>
                  <a:lnTo>
                    <a:pt x="364" y="42"/>
                  </a:lnTo>
                  <a:close/>
                </a:path>
              </a:pathLst>
            </a:custGeom>
            <a:solidFill>
              <a:srgbClr val="1D1D1B"/>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latin typeface="微软雅黑" panose="020B0503020204020204" pitchFamily="34" charset="-122"/>
                <a:ea typeface="微软雅黑" panose="020B0503020204020204" pitchFamily="34" charset="-122"/>
              </a:endParaRPr>
            </a:p>
          </p:txBody>
        </p:sp>
        <p:sp>
          <p:nvSpPr>
            <p:cNvPr id="98" name="Freeform 117"/>
            <p:cNvSpPr/>
            <p:nvPr userDrawn="1">
              <p:custDataLst>
                <p:tags r:id="rId17"/>
              </p:custDataLst>
            </p:nvPr>
          </p:nvSpPr>
          <p:spPr bwMode="auto">
            <a:xfrm>
              <a:off x="4508500" y="2994025"/>
              <a:ext cx="433705" cy="467360"/>
            </a:xfrm>
            <a:custGeom>
              <a:avLst/>
              <a:gdLst>
                <a:gd name="T0" fmla="*/ 0 w 267"/>
                <a:gd name="T1" fmla="*/ 21 h 288"/>
                <a:gd name="T2" fmla="*/ 86 w 267"/>
                <a:gd name="T3" fmla="*/ 239 h 288"/>
                <a:gd name="T4" fmla="*/ 257 w 267"/>
                <a:gd name="T5" fmla="*/ 204 h 288"/>
                <a:gd name="T6" fmla="*/ 236 w 267"/>
                <a:gd name="T7" fmla="*/ 0 h 288"/>
                <a:gd name="T8" fmla="*/ 0 w 267"/>
                <a:gd name="T9" fmla="*/ 21 h 288"/>
              </a:gdLst>
              <a:ahLst/>
              <a:cxnLst>
                <a:cxn ang="0">
                  <a:pos x="T0" y="T1"/>
                </a:cxn>
                <a:cxn ang="0">
                  <a:pos x="T2" y="T3"/>
                </a:cxn>
                <a:cxn ang="0">
                  <a:pos x="T4" y="T5"/>
                </a:cxn>
                <a:cxn ang="0">
                  <a:pos x="T6" y="T7"/>
                </a:cxn>
                <a:cxn ang="0">
                  <a:pos x="T8" y="T9"/>
                </a:cxn>
              </a:cxnLst>
              <a:rect l="0" t="0" r="r" b="b"/>
              <a:pathLst>
                <a:path w="267" h="288">
                  <a:moveTo>
                    <a:pt x="0" y="21"/>
                  </a:moveTo>
                  <a:cubicBezTo>
                    <a:pt x="0" y="21"/>
                    <a:pt x="26" y="190"/>
                    <a:pt x="86" y="239"/>
                  </a:cubicBezTo>
                  <a:cubicBezTo>
                    <a:pt x="147" y="288"/>
                    <a:pt x="248" y="240"/>
                    <a:pt x="257" y="204"/>
                  </a:cubicBezTo>
                  <a:cubicBezTo>
                    <a:pt x="267" y="168"/>
                    <a:pt x="236" y="0"/>
                    <a:pt x="236" y="0"/>
                  </a:cubicBezTo>
                  <a:lnTo>
                    <a:pt x="0" y="21"/>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latin typeface="微软雅黑" panose="020B0503020204020204" pitchFamily="34" charset="-122"/>
                <a:ea typeface="微软雅黑" panose="020B0503020204020204" pitchFamily="34" charset="-122"/>
              </a:endParaRPr>
            </a:p>
          </p:txBody>
        </p:sp>
        <p:sp>
          <p:nvSpPr>
            <p:cNvPr id="99" name="Freeform 118"/>
            <p:cNvSpPr/>
            <p:nvPr userDrawn="1">
              <p:custDataLst>
                <p:tags r:id="rId18"/>
              </p:custDataLst>
            </p:nvPr>
          </p:nvSpPr>
          <p:spPr bwMode="auto">
            <a:xfrm>
              <a:off x="4911090" y="3116580"/>
              <a:ext cx="68580" cy="144780"/>
            </a:xfrm>
            <a:custGeom>
              <a:avLst/>
              <a:gdLst>
                <a:gd name="T0" fmla="*/ 11 w 42"/>
                <a:gd name="T1" fmla="*/ 89 h 89"/>
                <a:gd name="T2" fmla="*/ 18 w 42"/>
                <a:gd name="T3" fmla="*/ 87 h 89"/>
                <a:gd name="T4" fmla="*/ 25 w 42"/>
                <a:gd name="T5" fmla="*/ 32 h 89"/>
                <a:gd name="T6" fmla="*/ 0 w 42"/>
                <a:gd name="T7" fmla="*/ 0 h 89"/>
                <a:gd name="T8" fmla="*/ 11 w 42"/>
                <a:gd name="T9" fmla="*/ 89 h 89"/>
              </a:gdLst>
              <a:ahLst/>
              <a:cxnLst>
                <a:cxn ang="0">
                  <a:pos x="T0" y="T1"/>
                </a:cxn>
                <a:cxn ang="0">
                  <a:pos x="T2" y="T3"/>
                </a:cxn>
                <a:cxn ang="0">
                  <a:pos x="T4" y="T5"/>
                </a:cxn>
                <a:cxn ang="0">
                  <a:pos x="T6" y="T7"/>
                </a:cxn>
                <a:cxn ang="0">
                  <a:pos x="T8" y="T9"/>
                </a:cxn>
              </a:cxnLst>
              <a:rect l="0" t="0" r="r" b="b"/>
              <a:pathLst>
                <a:path w="42" h="89">
                  <a:moveTo>
                    <a:pt x="11" y="89"/>
                  </a:moveTo>
                  <a:cubicBezTo>
                    <a:pt x="13" y="89"/>
                    <a:pt x="15" y="88"/>
                    <a:pt x="18" y="87"/>
                  </a:cubicBezTo>
                  <a:cubicBezTo>
                    <a:pt x="42" y="76"/>
                    <a:pt x="37" y="54"/>
                    <a:pt x="25" y="32"/>
                  </a:cubicBezTo>
                  <a:cubicBezTo>
                    <a:pt x="17" y="17"/>
                    <a:pt x="17" y="2"/>
                    <a:pt x="0" y="0"/>
                  </a:cubicBezTo>
                  <a:lnTo>
                    <a:pt x="11" y="89"/>
                  </a:lnTo>
                  <a:close/>
                </a:path>
              </a:pathLst>
            </a:custGeom>
            <a:solidFill>
              <a:srgbClr val="FFE7C5"/>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latin typeface="微软雅黑" panose="020B0503020204020204" pitchFamily="34" charset="-122"/>
                <a:ea typeface="微软雅黑" panose="020B0503020204020204" pitchFamily="34" charset="-122"/>
              </a:endParaRPr>
            </a:p>
          </p:txBody>
        </p:sp>
        <p:sp>
          <p:nvSpPr>
            <p:cNvPr id="100" name="Freeform 119"/>
            <p:cNvSpPr/>
            <p:nvPr userDrawn="1">
              <p:custDataLst>
                <p:tags r:id="rId19"/>
              </p:custDataLst>
            </p:nvPr>
          </p:nvSpPr>
          <p:spPr bwMode="auto">
            <a:xfrm>
              <a:off x="4499610" y="2804795"/>
              <a:ext cx="537845" cy="342900"/>
            </a:xfrm>
            <a:custGeom>
              <a:avLst/>
              <a:gdLst>
                <a:gd name="T0" fmla="*/ 47 w 331"/>
                <a:gd name="T1" fmla="*/ 191 h 212"/>
                <a:gd name="T2" fmla="*/ 6 w 331"/>
                <a:gd name="T3" fmla="*/ 128 h 212"/>
                <a:gd name="T4" fmla="*/ 60 w 331"/>
                <a:gd name="T5" fmla="*/ 50 h 212"/>
                <a:gd name="T6" fmla="*/ 189 w 331"/>
                <a:gd name="T7" fmla="*/ 36 h 212"/>
                <a:gd name="T8" fmla="*/ 241 w 331"/>
                <a:gd name="T9" fmla="*/ 16 h 212"/>
                <a:gd name="T10" fmla="*/ 314 w 331"/>
                <a:gd name="T11" fmla="*/ 41 h 212"/>
                <a:gd name="T12" fmla="*/ 290 w 331"/>
                <a:gd name="T13" fmla="*/ 151 h 212"/>
                <a:gd name="T14" fmla="*/ 98 w 331"/>
                <a:gd name="T15" fmla="*/ 201 h 212"/>
                <a:gd name="T16" fmla="*/ 47 w 331"/>
                <a:gd name="T17" fmla="*/ 191 h 2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31" h="212">
                  <a:moveTo>
                    <a:pt x="47" y="191"/>
                  </a:moveTo>
                  <a:cubicBezTo>
                    <a:pt x="18" y="183"/>
                    <a:pt x="0" y="155"/>
                    <a:pt x="6" y="128"/>
                  </a:cubicBezTo>
                  <a:cubicBezTo>
                    <a:pt x="12" y="105"/>
                    <a:pt x="20" y="67"/>
                    <a:pt x="60" y="50"/>
                  </a:cubicBezTo>
                  <a:cubicBezTo>
                    <a:pt x="136" y="18"/>
                    <a:pt x="164" y="36"/>
                    <a:pt x="189" y="36"/>
                  </a:cubicBezTo>
                  <a:cubicBezTo>
                    <a:pt x="214" y="36"/>
                    <a:pt x="227" y="22"/>
                    <a:pt x="241" y="16"/>
                  </a:cubicBezTo>
                  <a:cubicBezTo>
                    <a:pt x="274" y="0"/>
                    <a:pt x="304" y="27"/>
                    <a:pt x="314" y="41"/>
                  </a:cubicBezTo>
                  <a:cubicBezTo>
                    <a:pt x="324" y="55"/>
                    <a:pt x="331" y="123"/>
                    <a:pt x="290" y="151"/>
                  </a:cubicBezTo>
                  <a:cubicBezTo>
                    <a:pt x="249" y="179"/>
                    <a:pt x="171" y="212"/>
                    <a:pt x="98" y="201"/>
                  </a:cubicBezTo>
                  <a:cubicBezTo>
                    <a:pt x="76" y="198"/>
                    <a:pt x="59" y="195"/>
                    <a:pt x="47" y="191"/>
                  </a:cubicBezTo>
                  <a:close/>
                </a:path>
              </a:pathLst>
            </a:custGeom>
            <a:solidFill>
              <a:srgbClr val="1D1D1B"/>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latin typeface="微软雅黑" panose="020B0503020204020204" pitchFamily="34" charset="-122"/>
                <a:ea typeface="微软雅黑" panose="020B0503020204020204" pitchFamily="34" charset="-122"/>
              </a:endParaRPr>
            </a:p>
          </p:txBody>
        </p:sp>
        <p:sp>
          <p:nvSpPr>
            <p:cNvPr id="101" name="Freeform 120"/>
            <p:cNvSpPr/>
            <p:nvPr userDrawn="1">
              <p:custDataLst>
                <p:tags r:id="rId20"/>
              </p:custDataLst>
            </p:nvPr>
          </p:nvSpPr>
          <p:spPr bwMode="auto">
            <a:xfrm>
              <a:off x="4516755" y="3176270"/>
              <a:ext cx="83820" cy="147320"/>
            </a:xfrm>
            <a:custGeom>
              <a:avLst/>
              <a:gdLst>
                <a:gd name="T0" fmla="*/ 51 w 51"/>
                <a:gd name="T1" fmla="*/ 91 h 91"/>
                <a:gd name="T2" fmla="*/ 43 w 51"/>
                <a:gd name="T3" fmla="*/ 91 h 91"/>
                <a:gd name="T4" fmla="*/ 11 w 51"/>
                <a:gd name="T5" fmla="*/ 46 h 91"/>
                <a:gd name="T6" fmla="*/ 15 w 51"/>
                <a:gd name="T7" fmla="*/ 0 h 91"/>
                <a:gd name="T8" fmla="*/ 51 w 51"/>
                <a:gd name="T9" fmla="*/ 91 h 91"/>
              </a:gdLst>
              <a:ahLst/>
              <a:cxnLst>
                <a:cxn ang="0">
                  <a:pos x="T0" y="T1"/>
                </a:cxn>
                <a:cxn ang="0">
                  <a:pos x="T2" y="T3"/>
                </a:cxn>
                <a:cxn ang="0">
                  <a:pos x="T4" y="T5"/>
                </a:cxn>
                <a:cxn ang="0">
                  <a:pos x="T6" y="T7"/>
                </a:cxn>
                <a:cxn ang="0">
                  <a:pos x="T8" y="T9"/>
                </a:cxn>
              </a:cxnLst>
              <a:rect l="0" t="0" r="r" b="b"/>
              <a:pathLst>
                <a:path w="51" h="91">
                  <a:moveTo>
                    <a:pt x="51" y="91"/>
                  </a:moveTo>
                  <a:cubicBezTo>
                    <a:pt x="48" y="91"/>
                    <a:pt x="46" y="91"/>
                    <a:pt x="43" y="91"/>
                  </a:cubicBezTo>
                  <a:cubicBezTo>
                    <a:pt x="14" y="91"/>
                    <a:pt x="11" y="73"/>
                    <a:pt x="11" y="46"/>
                  </a:cubicBezTo>
                  <a:cubicBezTo>
                    <a:pt x="11" y="28"/>
                    <a:pt x="0" y="9"/>
                    <a:pt x="15" y="0"/>
                  </a:cubicBezTo>
                  <a:lnTo>
                    <a:pt x="51" y="91"/>
                  </a:lnTo>
                  <a:close/>
                </a:path>
              </a:pathLst>
            </a:custGeom>
            <a:solidFill>
              <a:srgbClr val="FFE7C5"/>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latin typeface="微软雅黑" panose="020B0503020204020204" pitchFamily="34" charset="-122"/>
                <a:ea typeface="微软雅黑" panose="020B0503020204020204" pitchFamily="34" charset="-122"/>
              </a:endParaRPr>
            </a:p>
          </p:txBody>
        </p:sp>
        <p:sp>
          <p:nvSpPr>
            <p:cNvPr id="102" name="Freeform 121"/>
            <p:cNvSpPr/>
            <p:nvPr userDrawn="1">
              <p:custDataLst>
                <p:tags r:id="rId21"/>
              </p:custDataLst>
            </p:nvPr>
          </p:nvSpPr>
          <p:spPr bwMode="auto">
            <a:xfrm>
              <a:off x="5030470" y="2858770"/>
              <a:ext cx="194310" cy="606425"/>
            </a:xfrm>
            <a:custGeom>
              <a:avLst/>
              <a:gdLst>
                <a:gd name="T0" fmla="*/ 0 w 144"/>
                <a:gd name="T1" fmla="*/ 384 h 449"/>
                <a:gd name="T2" fmla="*/ 72 w 144"/>
                <a:gd name="T3" fmla="*/ 281 h 449"/>
                <a:gd name="T4" fmla="*/ 63 w 144"/>
                <a:gd name="T5" fmla="*/ 7 h 449"/>
                <a:gd name="T6" fmla="*/ 110 w 144"/>
                <a:gd name="T7" fmla="*/ 0 h 449"/>
                <a:gd name="T8" fmla="*/ 144 w 144"/>
                <a:gd name="T9" fmla="*/ 284 h 449"/>
                <a:gd name="T10" fmla="*/ 86 w 144"/>
                <a:gd name="T11" fmla="*/ 449 h 449"/>
                <a:gd name="T12" fmla="*/ 0 w 144"/>
                <a:gd name="T13" fmla="*/ 384 h 449"/>
              </a:gdLst>
              <a:ahLst/>
              <a:cxnLst>
                <a:cxn ang="0">
                  <a:pos x="T0" y="T1"/>
                </a:cxn>
                <a:cxn ang="0">
                  <a:pos x="T2" y="T3"/>
                </a:cxn>
                <a:cxn ang="0">
                  <a:pos x="T4" y="T5"/>
                </a:cxn>
                <a:cxn ang="0">
                  <a:pos x="T6" y="T7"/>
                </a:cxn>
                <a:cxn ang="0">
                  <a:pos x="T8" y="T9"/>
                </a:cxn>
                <a:cxn ang="0">
                  <a:pos x="T10" y="T11"/>
                </a:cxn>
                <a:cxn ang="0">
                  <a:pos x="T12" y="T13"/>
                </a:cxn>
              </a:cxnLst>
              <a:rect l="0" t="0" r="r" b="b"/>
              <a:pathLst>
                <a:path w="144" h="449">
                  <a:moveTo>
                    <a:pt x="0" y="384"/>
                  </a:moveTo>
                  <a:lnTo>
                    <a:pt x="72" y="281"/>
                  </a:lnTo>
                  <a:lnTo>
                    <a:pt x="63" y="7"/>
                  </a:lnTo>
                  <a:lnTo>
                    <a:pt x="110" y="0"/>
                  </a:lnTo>
                  <a:lnTo>
                    <a:pt x="144" y="284"/>
                  </a:lnTo>
                  <a:lnTo>
                    <a:pt x="86" y="449"/>
                  </a:lnTo>
                  <a:lnTo>
                    <a:pt x="0" y="384"/>
                  </a:lnTo>
                  <a:close/>
                </a:path>
              </a:pathLst>
            </a:custGeom>
            <a:solidFill>
              <a:srgbClr val="FFE7C5"/>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latin typeface="微软雅黑" panose="020B0503020204020204" pitchFamily="34" charset="-122"/>
                <a:ea typeface="微软雅黑" panose="020B0503020204020204" pitchFamily="34" charset="-122"/>
              </a:endParaRPr>
            </a:p>
          </p:txBody>
        </p:sp>
        <p:sp>
          <p:nvSpPr>
            <p:cNvPr id="103" name="Freeform 122"/>
            <p:cNvSpPr/>
            <p:nvPr userDrawn="1">
              <p:custDataLst>
                <p:tags r:id="rId22"/>
              </p:custDataLst>
            </p:nvPr>
          </p:nvSpPr>
          <p:spPr bwMode="auto">
            <a:xfrm>
              <a:off x="4255135" y="2872105"/>
              <a:ext cx="194310" cy="607695"/>
            </a:xfrm>
            <a:custGeom>
              <a:avLst/>
              <a:gdLst>
                <a:gd name="T0" fmla="*/ 144 w 144"/>
                <a:gd name="T1" fmla="*/ 385 h 450"/>
                <a:gd name="T2" fmla="*/ 72 w 144"/>
                <a:gd name="T3" fmla="*/ 282 h 450"/>
                <a:gd name="T4" fmla="*/ 80 w 144"/>
                <a:gd name="T5" fmla="*/ 8 h 450"/>
                <a:gd name="T6" fmla="*/ 34 w 144"/>
                <a:gd name="T7" fmla="*/ 0 h 450"/>
                <a:gd name="T8" fmla="*/ 0 w 144"/>
                <a:gd name="T9" fmla="*/ 285 h 450"/>
                <a:gd name="T10" fmla="*/ 58 w 144"/>
                <a:gd name="T11" fmla="*/ 450 h 450"/>
                <a:gd name="T12" fmla="*/ 144 w 144"/>
                <a:gd name="T13" fmla="*/ 385 h 450"/>
              </a:gdLst>
              <a:ahLst/>
              <a:cxnLst>
                <a:cxn ang="0">
                  <a:pos x="T0" y="T1"/>
                </a:cxn>
                <a:cxn ang="0">
                  <a:pos x="T2" y="T3"/>
                </a:cxn>
                <a:cxn ang="0">
                  <a:pos x="T4" y="T5"/>
                </a:cxn>
                <a:cxn ang="0">
                  <a:pos x="T6" y="T7"/>
                </a:cxn>
                <a:cxn ang="0">
                  <a:pos x="T8" y="T9"/>
                </a:cxn>
                <a:cxn ang="0">
                  <a:pos x="T10" y="T11"/>
                </a:cxn>
                <a:cxn ang="0">
                  <a:pos x="T12" y="T13"/>
                </a:cxn>
              </a:cxnLst>
              <a:rect l="0" t="0" r="r" b="b"/>
              <a:pathLst>
                <a:path w="144" h="450">
                  <a:moveTo>
                    <a:pt x="144" y="385"/>
                  </a:moveTo>
                  <a:lnTo>
                    <a:pt x="72" y="282"/>
                  </a:lnTo>
                  <a:lnTo>
                    <a:pt x="80" y="8"/>
                  </a:lnTo>
                  <a:lnTo>
                    <a:pt x="34" y="0"/>
                  </a:lnTo>
                  <a:lnTo>
                    <a:pt x="0" y="285"/>
                  </a:lnTo>
                  <a:lnTo>
                    <a:pt x="58" y="450"/>
                  </a:lnTo>
                  <a:lnTo>
                    <a:pt x="144" y="385"/>
                  </a:lnTo>
                  <a:close/>
                </a:path>
              </a:pathLst>
            </a:custGeom>
            <a:solidFill>
              <a:srgbClr val="FFE7C5"/>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latin typeface="微软雅黑" panose="020B0503020204020204" pitchFamily="34" charset="-122"/>
                <a:ea typeface="微软雅黑" panose="020B0503020204020204" pitchFamily="34" charset="-122"/>
              </a:endParaRPr>
            </a:p>
          </p:txBody>
        </p:sp>
        <p:sp>
          <p:nvSpPr>
            <p:cNvPr id="104" name="Freeform 123"/>
            <p:cNvSpPr/>
            <p:nvPr userDrawn="1">
              <p:custDataLst>
                <p:tags r:id="rId23"/>
              </p:custDataLst>
            </p:nvPr>
          </p:nvSpPr>
          <p:spPr bwMode="auto">
            <a:xfrm>
              <a:off x="4454525" y="3759835"/>
              <a:ext cx="618490" cy="757555"/>
            </a:xfrm>
            <a:custGeom>
              <a:avLst/>
              <a:gdLst>
                <a:gd name="T0" fmla="*/ 350 w 382"/>
                <a:gd name="T1" fmla="*/ 34 h 468"/>
                <a:gd name="T2" fmla="*/ 55 w 382"/>
                <a:gd name="T3" fmla="*/ 0 h 468"/>
                <a:gd name="T4" fmla="*/ 0 w 382"/>
                <a:gd name="T5" fmla="*/ 445 h 468"/>
                <a:gd name="T6" fmla="*/ 10 w 382"/>
                <a:gd name="T7" fmla="*/ 446 h 468"/>
                <a:gd name="T8" fmla="*/ 48 w 382"/>
                <a:gd name="T9" fmla="*/ 421 h 468"/>
                <a:gd name="T10" fmla="*/ 76 w 382"/>
                <a:gd name="T11" fmla="*/ 414 h 468"/>
                <a:gd name="T12" fmla="*/ 119 w 382"/>
                <a:gd name="T13" fmla="*/ 404 h 468"/>
                <a:gd name="T14" fmla="*/ 163 w 382"/>
                <a:gd name="T15" fmla="*/ 405 h 468"/>
                <a:gd name="T16" fmla="*/ 259 w 382"/>
                <a:gd name="T17" fmla="*/ 422 h 468"/>
                <a:gd name="T18" fmla="*/ 271 w 382"/>
                <a:gd name="T19" fmla="*/ 427 h 468"/>
                <a:gd name="T20" fmla="*/ 274 w 382"/>
                <a:gd name="T21" fmla="*/ 427 h 468"/>
                <a:gd name="T22" fmla="*/ 320 w 382"/>
                <a:gd name="T23" fmla="*/ 464 h 468"/>
                <a:gd name="T24" fmla="*/ 382 w 382"/>
                <a:gd name="T25" fmla="*/ 468 h 468"/>
                <a:gd name="T26" fmla="*/ 350 w 382"/>
                <a:gd name="T27" fmla="*/ 34 h 4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82" h="468">
                  <a:moveTo>
                    <a:pt x="350" y="34"/>
                  </a:moveTo>
                  <a:cubicBezTo>
                    <a:pt x="55" y="0"/>
                    <a:pt x="55" y="0"/>
                    <a:pt x="55" y="0"/>
                  </a:cubicBezTo>
                  <a:cubicBezTo>
                    <a:pt x="0" y="445"/>
                    <a:pt x="0" y="445"/>
                    <a:pt x="0" y="445"/>
                  </a:cubicBezTo>
                  <a:cubicBezTo>
                    <a:pt x="10" y="446"/>
                    <a:pt x="10" y="446"/>
                    <a:pt x="10" y="446"/>
                  </a:cubicBezTo>
                  <a:cubicBezTo>
                    <a:pt x="16" y="433"/>
                    <a:pt x="29" y="422"/>
                    <a:pt x="48" y="421"/>
                  </a:cubicBezTo>
                  <a:cubicBezTo>
                    <a:pt x="55" y="416"/>
                    <a:pt x="64" y="413"/>
                    <a:pt x="76" y="414"/>
                  </a:cubicBezTo>
                  <a:cubicBezTo>
                    <a:pt x="91" y="414"/>
                    <a:pt x="103" y="404"/>
                    <a:pt x="119" y="404"/>
                  </a:cubicBezTo>
                  <a:cubicBezTo>
                    <a:pt x="134" y="404"/>
                    <a:pt x="149" y="405"/>
                    <a:pt x="163" y="405"/>
                  </a:cubicBezTo>
                  <a:cubicBezTo>
                    <a:pt x="195" y="406"/>
                    <a:pt x="228" y="413"/>
                    <a:pt x="259" y="422"/>
                  </a:cubicBezTo>
                  <a:cubicBezTo>
                    <a:pt x="263" y="423"/>
                    <a:pt x="268" y="425"/>
                    <a:pt x="271" y="427"/>
                  </a:cubicBezTo>
                  <a:cubicBezTo>
                    <a:pt x="272" y="427"/>
                    <a:pt x="273" y="427"/>
                    <a:pt x="274" y="427"/>
                  </a:cubicBezTo>
                  <a:cubicBezTo>
                    <a:pt x="304" y="425"/>
                    <a:pt x="319" y="443"/>
                    <a:pt x="320" y="464"/>
                  </a:cubicBezTo>
                  <a:cubicBezTo>
                    <a:pt x="382" y="468"/>
                    <a:pt x="382" y="468"/>
                    <a:pt x="382" y="468"/>
                  </a:cubicBezTo>
                  <a:lnTo>
                    <a:pt x="350" y="34"/>
                  </a:lnTo>
                  <a:close/>
                </a:path>
              </a:pathLst>
            </a:custGeom>
            <a:solidFill>
              <a:schemeClr val="tx2"/>
            </a:solidFill>
            <a:ln>
              <a:noFill/>
            </a:ln>
          </p:spPr>
          <p:txBody>
            <a:bodyPr vert="horz" wrap="square" lIns="68580" tIns="34290" rIns="68580" bIns="34290" numCol="1" anchor="t" anchorCtr="0" compatLnSpc="1"/>
            <a:lstStyle/>
            <a:p>
              <a:endParaRPr lang="zh-CN" altLang="en-US" sz="1350">
                <a:latin typeface="微软雅黑" panose="020B0503020204020204" pitchFamily="34" charset="-122"/>
                <a:ea typeface="微软雅黑" panose="020B0503020204020204" pitchFamily="34" charset="-122"/>
              </a:endParaRPr>
            </a:p>
          </p:txBody>
        </p:sp>
        <p:sp>
          <p:nvSpPr>
            <p:cNvPr id="105" name="Freeform 124"/>
            <p:cNvSpPr/>
            <p:nvPr userDrawn="1">
              <p:custDataLst>
                <p:tags r:id="rId24"/>
              </p:custDataLst>
            </p:nvPr>
          </p:nvSpPr>
          <p:spPr bwMode="auto">
            <a:xfrm>
              <a:off x="4322445" y="3342005"/>
              <a:ext cx="847090" cy="570230"/>
            </a:xfrm>
            <a:custGeom>
              <a:avLst/>
              <a:gdLst>
                <a:gd name="T0" fmla="*/ 0 w 522"/>
                <a:gd name="T1" fmla="*/ 85 h 352"/>
                <a:gd name="T2" fmla="*/ 127 w 522"/>
                <a:gd name="T3" fmla="*/ 331 h 352"/>
                <a:gd name="T4" fmla="*/ 435 w 522"/>
                <a:gd name="T5" fmla="*/ 352 h 352"/>
                <a:gd name="T6" fmla="*/ 522 w 522"/>
                <a:gd name="T7" fmla="*/ 67 h 352"/>
                <a:gd name="T8" fmla="*/ 431 w 522"/>
                <a:gd name="T9" fmla="*/ 0 h 352"/>
                <a:gd name="T10" fmla="*/ 380 w 522"/>
                <a:gd name="T11" fmla="*/ 75 h 352"/>
                <a:gd name="T12" fmla="*/ 309 w 522"/>
                <a:gd name="T13" fmla="*/ 112 h 352"/>
                <a:gd name="T14" fmla="*/ 221 w 522"/>
                <a:gd name="T15" fmla="*/ 112 h 352"/>
                <a:gd name="T16" fmla="*/ 168 w 522"/>
                <a:gd name="T17" fmla="*/ 95 h 352"/>
                <a:gd name="T18" fmla="*/ 81 w 522"/>
                <a:gd name="T19" fmla="*/ 19 h 352"/>
                <a:gd name="T20" fmla="*/ 0 w 522"/>
                <a:gd name="T21" fmla="*/ 85 h 3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22" h="352">
                  <a:moveTo>
                    <a:pt x="0" y="85"/>
                  </a:moveTo>
                  <a:cubicBezTo>
                    <a:pt x="127" y="331"/>
                    <a:pt x="127" y="331"/>
                    <a:pt x="127" y="331"/>
                  </a:cubicBezTo>
                  <a:cubicBezTo>
                    <a:pt x="435" y="352"/>
                    <a:pt x="435" y="352"/>
                    <a:pt x="435" y="352"/>
                  </a:cubicBezTo>
                  <a:cubicBezTo>
                    <a:pt x="522" y="67"/>
                    <a:pt x="522" y="67"/>
                    <a:pt x="522" y="67"/>
                  </a:cubicBezTo>
                  <a:cubicBezTo>
                    <a:pt x="431" y="0"/>
                    <a:pt x="431" y="0"/>
                    <a:pt x="431" y="0"/>
                  </a:cubicBezTo>
                  <a:cubicBezTo>
                    <a:pt x="380" y="75"/>
                    <a:pt x="380" y="75"/>
                    <a:pt x="380" y="75"/>
                  </a:cubicBezTo>
                  <a:cubicBezTo>
                    <a:pt x="365" y="98"/>
                    <a:pt x="338" y="112"/>
                    <a:pt x="309" y="112"/>
                  </a:cubicBezTo>
                  <a:cubicBezTo>
                    <a:pt x="221" y="112"/>
                    <a:pt x="221" y="112"/>
                    <a:pt x="221" y="112"/>
                  </a:cubicBezTo>
                  <a:cubicBezTo>
                    <a:pt x="202" y="112"/>
                    <a:pt x="183" y="106"/>
                    <a:pt x="168" y="95"/>
                  </a:cubicBezTo>
                  <a:cubicBezTo>
                    <a:pt x="81" y="19"/>
                    <a:pt x="81" y="19"/>
                    <a:pt x="81" y="19"/>
                  </a:cubicBezTo>
                  <a:lnTo>
                    <a:pt x="0" y="85"/>
                  </a:lnTo>
                  <a:close/>
                </a:path>
              </a:pathLst>
            </a:custGeom>
            <a:solidFill>
              <a:schemeClr val="tx2"/>
            </a:solidFill>
            <a:ln>
              <a:noFill/>
            </a:ln>
          </p:spPr>
          <p:txBody>
            <a:bodyPr vert="horz" wrap="square" lIns="68580" tIns="34290" rIns="68580" bIns="34290" numCol="1" anchor="t" anchorCtr="0" compatLnSpc="1"/>
            <a:lstStyle/>
            <a:p>
              <a:endParaRPr lang="zh-CN" altLang="en-US" sz="1350">
                <a:latin typeface="微软雅黑" panose="020B0503020204020204" pitchFamily="34" charset="-122"/>
                <a:ea typeface="微软雅黑" panose="020B0503020204020204" pitchFamily="34" charset="-122"/>
              </a:endParaRPr>
            </a:p>
          </p:txBody>
        </p:sp>
        <p:sp>
          <p:nvSpPr>
            <p:cNvPr id="106" name="Freeform 125"/>
            <p:cNvSpPr/>
            <p:nvPr userDrawn="1">
              <p:custDataLst>
                <p:tags r:id="rId25"/>
              </p:custDataLst>
            </p:nvPr>
          </p:nvSpPr>
          <p:spPr bwMode="auto">
            <a:xfrm>
              <a:off x="4454525" y="4380865"/>
              <a:ext cx="626745" cy="172720"/>
            </a:xfrm>
            <a:custGeom>
              <a:avLst/>
              <a:gdLst>
                <a:gd name="T0" fmla="*/ 0 w 387"/>
                <a:gd name="T1" fmla="*/ 62 h 107"/>
                <a:gd name="T2" fmla="*/ 200 w 387"/>
                <a:gd name="T3" fmla="*/ 27 h 107"/>
                <a:gd name="T4" fmla="*/ 382 w 387"/>
                <a:gd name="T5" fmla="*/ 85 h 107"/>
                <a:gd name="T6" fmla="*/ 303 w 387"/>
                <a:gd name="T7" fmla="*/ 107 h 107"/>
                <a:gd name="T8" fmla="*/ 307 w 387"/>
                <a:gd name="T9" fmla="*/ 61 h 107"/>
                <a:gd name="T10" fmla="*/ 27 w 387"/>
                <a:gd name="T11" fmla="*/ 47 h 107"/>
                <a:gd name="T12" fmla="*/ 18 w 387"/>
                <a:gd name="T13" fmla="*/ 51 h 107"/>
                <a:gd name="T14" fmla="*/ 14 w 387"/>
                <a:gd name="T15" fmla="*/ 78 h 107"/>
                <a:gd name="T16" fmla="*/ 0 w 387"/>
                <a:gd name="T17" fmla="*/ 62 h 1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87" h="107">
                  <a:moveTo>
                    <a:pt x="0" y="62"/>
                  </a:moveTo>
                  <a:cubicBezTo>
                    <a:pt x="0" y="62"/>
                    <a:pt x="38" y="0"/>
                    <a:pt x="200" y="27"/>
                  </a:cubicBezTo>
                  <a:cubicBezTo>
                    <a:pt x="363" y="55"/>
                    <a:pt x="387" y="67"/>
                    <a:pt x="382" y="85"/>
                  </a:cubicBezTo>
                  <a:cubicBezTo>
                    <a:pt x="378" y="103"/>
                    <a:pt x="303" y="107"/>
                    <a:pt x="303" y="107"/>
                  </a:cubicBezTo>
                  <a:cubicBezTo>
                    <a:pt x="307" y="61"/>
                    <a:pt x="307" y="61"/>
                    <a:pt x="307" y="61"/>
                  </a:cubicBezTo>
                  <a:cubicBezTo>
                    <a:pt x="221" y="14"/>
                    <a:pt x="117" y="9"/>
                    <a:pt x="27" y="47"/>
                  </a:cubicBezTo>
                  <a:cubicBezTo>
                    <a:pt x="18" y="51"/>
                    <a:pt x="18" y="51"/>
                    <a:pt x="18" y="51"/>
                  </a:cubicBezTo>
                  <a:cubicBezTo>
                    <a:pt x="14" y="78"/>
                    <a:pt x="14" y="78"/>
                    <a:pt x="14" y="78"/>
                  </a:cubicBezTo>
                  <a:cubicBezTo>
                    <a:pt x="14" y="78"/>
                    <a:pt x="2" y="74"/>
                    <a:pt x="0" y="62"/>
                  </a:cubicBezTo>
                  <a:close/>
                </a:path>
              </a:pathLst>
            </a:custGeom>
            <a:solidFill>
              <a:schemeClr val="tx2"/>
            </a:solidFill>
            <a:ln>
              <a:noFill/>
            </a:ln>
          </p:spPr>
          <p:txBody>
            <a:bodyPr vert="horz" wrap="square" lIns="68580" tIns="34290" rIns="68580" bIns="34290" numCol="1" anchor="t" anchorCtr="0" compatLnSpc="1"/>
            <a:lstStyle/>
            <a:p>
              <a:endParaRPr lang="zh-CN" altLang="en-US" sz="1350">
                <a:latin typeface="微软雅黑" panose="020B0503020204020204" pitchFamily="34" charset="-122"/>
                <a:ea typeface="微软雅黑" panose="020B0503020204020204" pitchFamily="34" charset="-122"/>
              </a:endParaRPr>
            </a:p>
          </p:txBody>
        </p:sp>
        <p:sp>
          <p:nvSpPr>
            <p:cNvPr id="107" name="Freeform 126"/>
            <p:cNvSpPr/>
            <p:nvPr userDrawn="1">
              <p:custDataLst>
                <p:tags r:id="rId26"/>
              </p:custDataLst>
            </p:nvPr>
          </p:nvSpPr>
          <p:spPr bwMode="auto">
            <a:xfrm>
              <a:off x="4144010" y="2373630"/>
              <a:ext cx="1153795" cy="447040"/>
            </a:xfrm>
            <a:custGeom>
              <a:avLst/>
              <a:gdLst>
                <a:gd name="T0" fmla="*/ 698 w 711"/>
                <a:gd name="T1" fmla="*/ 236 h 276"/>
                <a:gd name="T2" fmla="*/ 29 w 711"/>
                <a:gd name="T3" fmla="*/ 276 h 276"/>
                <a:gd name="T4" fmla="*/ 15 w 711"/>
                <a:gd name="T5" fmla="*/ 264 h 276"/>
                <a:gd name="T6" fmla="*/ 0 w 711"/>
                <a:gd name="T7" fmla="*/ 54 h 276"/>
                <a:gd name="T8" fmla="*/ 13 w 711"/>
                <a:gd name="T9" fmla="*/ 41 h 276"/>
                <a:gd name="T10" fmla="*/ 681 w 711"/>
                <a:gd name="T11" fmla="*/ 1 h 276"/>
                <a:gd name="T12" fmla="*/ 696 w 711"/>
                <a:gd name="T13" fmla="*/ 12 h 276"/>
                <a:gd name="T14" fmla="*/ 711 w 711"/>
                <a:gd name="T15" fmla="*/ 222 h 276"/>
                <a:gd name="T16" fmla="*/ 698 w 711"/>
                <a:gd name="T17" fmla="*/ 236 h 2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11" h="276">
                  <a:moveTo>
                    <a:pt x="698" y="236"/>
                  </a:moveTo>
                  <a:cubicBezTo>
                    <a:pt x="29" y="276"/>
                    <a:pt x="29" y="276"/>
                    <a:pt x="29" y="276"/>
                  </a:cubicBezTo>
                  <a:cubicBezTo>
                    <a:pt x="22" y="276"/>
                    <a:pt x="16" y="271"/>
                    <a:pt x="15" y="264"/>
                  </a:cubicBezTo>
                  <a:cubicBezTo>
                    <a:pt x="0" y="54"/>
                    <a:pt x="0" y="54"/>
                    <a:pt x="0" y="54"/>
                  </a:cubicBezTo>
                  <a:cubicBezTo>
                    <a:pt x="0" y="48"/>
                    <a:pt x="5" y="42"/>
                    <a:pt x="13" y="41"/>
                  </a:cubicBezTo>
                  <a:cubicBezTo>
                    <a:pt x="681" y="1"/>
                    <a:pt x="681" y="1"/>
                    <a:pt x="681" y="1"/>
                  </a:cubicBezTo>
                  <a:cubicBezTo>
                    <a:pt x="689" y="0"/>
                    <a:pt x="695" y="6"/>
                    <a:pt x="696" y="12"/>
                  </a:cubicBezTo>
                  <a:cubicBezTo>
                    <a:pt x="711" y="222"/>
                    <a:pt x="711" y="222"/>
                    <a:pt x="711" y="222"/>
                  </a:cubicBezTo>
                  <a:cubicBezTo>
                    <a:pt x="711" y="229"/>
                    <a:pt x="706" y="235"/>
                    <a:pt x="698" y="236"/>
                  </a:cubicBezTo>
                  <a:close/>
                </a:path>
              </a:pathLst>
            </a:custGeom>
            <a:solidFill>
              <a:srgbClr val="00DDFE"/>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latin typeface="微软雅黑" panose="020B0503020204020204" pitchFamily="34" charset="-122"/>
                <a:ea typeface="微软雅黑" panose="020B0503020204020204" pitchFamily="34" charset="-122"/>
              </a:endParaRPr>
            </a:p>
          </p:txBody>
        </p:sp>
        <p:sp>
          <p:nvSpPr>
            <p:cNvPr id="108" name="Freeform 127"/>
            <p:cNvSpPr/>
            <p:nvPr userDrawn="1">
              <p:custDataLst>
                <p:tags r:id="rId27"/>
              </p:custDataLst>
            </p:nvPr>
          </p:nvSpPr>
          <p:spPr bwMode="auto">
            <a:xfrm>
              <a:off x="4264025" y="2458720"/>
              <a:ext cx="902335" cy="124460"/>
            </a:xfrm>
            <a:custGeom>
              <a:avLst/>
              <a:gdLst>
                <a:gd name="T0" fmla="*/ 668 w 668"/>
                <a:gd name="T1" fmla="*/ 52 h 92"/>
                <a:gd name="T2" fmla="*/ 4 w 668"/>
                <a:gd name="T3" fmla="*/ 92 h 92"/>
                <a:gd name="T4" fmla="*/ 0 w 668"/>
                <a:gd name="T5" fmla="*/ 39 h 92"/>
                <a:gd name="T6" fmla="*/ 664 w 668"/>
                <a:gd name="T7" fmla="*/ 0 h 92"/>
                <a:gd name="T8" fmla="*/ 668 w 668"/>
                <a:gd name="T9" fmla="*/ 52 h 92"/>
              </a:gdLst>
              <a:ahLst/>
              <a:cxnLst>
                <a:cxn ang="0">
                  <a:pos x="T0" y="T1"/>
                </a:cxn>
                <a:cxn ang="0">
                  <a:pos x="T2" y="T3"/>
                </a:cxn>
                <a:cxn ang="0">
                  <a:pos x="T4" y="T5"/>
                </a:cxn>
                <a:cxn ang="0">
                  <a:pos x="T6" y="T7"/>
                </a:cxn>
                <a:cxn ang="0">
                  <a:pos x="T8" y="T9"/>
                </a:cxn>
              </a:cxnLst>
              <a:rect l="0" t="0" r="r" b="b"/>
              <a:pathLst>
                <a:path w="668" h="92">
                  <a:moveTo>
                    <a:pt x="668" y="52"/>
                  </a:moveTo>
                  <a:lnTo>
                    <a:pt x="4" y="92"/>
                  </a:lnTo>
                  <a:lnTo>
                    <a:pt x="0" y="39"/>
                  </a:lnTo>
                  <a:lnTo>
                    <a:pt x="664" y="0"/>
                  </a:lnTo>
                  <a:lnTo>
                    <a:pt x="668" y="52"/>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latin typeface="微软雅黑" panose="020B0503020204020204" pitchFamily="34" charset="-122"/>
                <a:ea typeface="微软雅黑" panose="020B0503020204020204" pitchFamily="34" charset="-122"/>
              </a:endParaRPr>
            </a:p>
          </p:txBody>
        </p:sp>
        <p:sp>
          <p:nvSpPr>
            <p:cNvPr id="109" name="Freeform 128"/>
            <p:cNvSpPr/>
            <p:nvPr userDrawn="1">
              <p:custDataLst>
                <p:tags r:id="rId28"/>
              </p:custDataLst>
            </p:nvPr>
          </p:nvSpPr>
          <p:spPr bwMode="auto">
            <a:xfrm>
              <a:off x="4273550" y="2608580"/>
              <a:ext cx="571500" cy="105410"/>
            </a:xfrm>
            <a:custGeom>
              <a:avLst/>
              <a:gdLst>
                <a:gd name="T0" fmla="*/ 423 w 423"/>
                <a:gd name="T1" fmla="*/ 53 h 78"/>
                <a:gd name="T2" fmla="*/ 4 w 423"/>
                <a:gd name="T3" fmla="*/ 78 h 78"/>
                <a:gd name="T4" fmla="*/ 0 w 423"/>
                <a:gd name="T5" fmla="*/ 25 h 78"/>
                <a:gd name="T6" fmla="*/ 419 w 423"/>
                <a:gd name="T7" fmla="*/ 0 h 78"/>
                <a:gd name="T8" fmla="*/ 423 w 423"/>
                <a:gd name="T9" fmla="*/ 53 h 78"/>
              </a:gdLst>
              <a:ahLst/>
              <a:cxnLst>
                <a:cxn ang="0">
                  <a:pos x="T0" y="T1"/>
                </a:cxn>
                <a:cxn ang="0">
                  <a:pos x="T2" y="T3"/>
                </a:cxn>
                <a:cxn ang="0">
                  <a:pos x="T4" y="T5"/>
                </a:cxn>
                <a:cxn ang="0">
                  <a:pos x="T6" y="T7"/>
                </a:cxn>
                <a:cxn ang="0">
                  <a:pos x="T8" y="T9"/>
                </a:cxn>
              </a:cxnLst>
              <a:rect l="0" t="0" r="r" b="b"/>
              <a:pathLst>
                <a:path w="423" h="78">
                  <a:moveTo>
                    <a:pt x="423" y="53"/>
                  </a:moveTo>
                  <a:lnTo>
                    <a:pt x="4" y="78"/>
                  </a:lnTo>
                  <a:lnTo>
                    <a:pt x="0" y="25"/>
                  </a:lnTo>
                  <a:lnTo>
                    <a:pt x="419" y="0"/>
                  </a:lnTo>
                  <a:lnTo>
                    <a:pt x="423" y="53"/>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latin typeface="微软雅黑" panose="020B0503020204020204" pitchFamily="34" charset="-122"/>
                <a:ea typeface="微软雅黑" panose="020B0503020204020204" pitchFamily="34" charset="-122"/>
              </a:endParaRPr>
            </a:p>
          </p:txBody>
        </p:sp>
        <p:sp>
          <p:nvSpPr>
            <p:cNvPr id="110" name="Freeform 129"/>
            <p:cNvSpPr/>
            <p:nvPr userDrawn="1">
              <p:custDataLst>
                <p:tags r:id="rId29"/>
              </p:custDataLst>
            </p:nvPr>
          </p:nvSpPr>
          <p:spPr bwMode="auto">
            <a:xfrm>
              <a:off x="5033010" y="2616835"/>
              <a:ext cx="166370" cy="287655"/>
            </a:xfrm>
            <a:custGeom>
              <a:avLst/>
              <a:gdLst>
                <a:gd name="T0" fmla="*/ 33 w 102"/>
                <a:gd name="T1" fmla="*/ 101 h 178"/>
                <a:gd name="T2" fmla="*/ 12 w 102"/>
                <a:gd name="T3" fmla="*/ 16 h 178"/>
                <a:gd name="T4" fmla="*/ 29 w 102"/>
                <a:gd name="T5" fmla="*/ 25 h 178"/>
                <a:gd name="T6" fmla="*/ 50 w 102"/>
                <a:gd name="T7" fmla="*/ 90 h 178"/>
                <a:gd name="T8" fmla="*/ 37 w 102"/>
                <a:gd name="T9" fmla="*/ 4 h 178"/>
                <a:gd name="T10" fmla="*/ 51 w 102"/>
                <a:gd name="T11" fmla="*/ 12 h 178"/>
                <a:gd name="T12" fmla="*/ 67 w 102"/>
                <a:gd name="T13" fmla="*/ 77 h 178"/>
                <a:gd name="T14" fmla="*/ 65 w 102"/>
                <a:gd name="T15" fmla="*/ 19 h 178"/>
                <a:gd name="T16" fmla="*/ 77 w 102"/>
                <a:gd name="T17" fmla="*/ 31 h 178"/>
                <a:gd name="T18" fmla="*/ 81 w 102"/>
                <a:gd name="T19" fmla="*/ 82 h 178"/>
                <a:gd name="T20" fmla="*/ 94 w 102"/>
                <a:gd name="T21" fmla="*/ 42 h 178"/>
                <a:gd name="T22" fmla="*/ 102 w 102"/>
                <a:gd name="T23" fmla="*/ 47 h 178"/>
                <a:gd name="T24" fmla="*/ 91 w 102"/>
                <a:gd name="T25" fmla="*/ 93 h 178"/>
                <a:gd name="T26" fmla="*/ 89 w 102"/>
                <a:gd name="T27" fmla="*/ 152 h 178"/>
                <a:gd name="T28" fmla="*/ 54 w 102"/>
                <a:gd name="T29" fmla="*/ 165 h 178"/>
                <a:gd name="T30" fmla="*/ 0 w 102"/>
                <a:gd name="T31" fmla="*/ 95 h 178"/>
                <a:gd name="T32" fmla="*/ 23 w 102"/>
                <a:gd name="T33" fmla="*/ 93 h 178"/>
                <a:gd name="T34" fmla="*/ 33 w 102"/>
                <a:gd name="T35" fmla="*/ 101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02" h="178">
                  <a:moveTo>
                    <a:pt x="33" y="101"/>
                  </a:moveTo>
                  <a:cubicBezTo>
                    <a:pt x="33" y="101"/>
                    <a:pt x="10" y="25"/>
                    <a:pt x="12" y="16"/>
                  </a:cubicBezTo>
                  <a:cubicBezTo>
                    <a:pt x="13" y="7"/>
                    <a:pt x="24" y="9"/>
                    <a:pt x="29" y="25"/>
                  </a:cubicBezTo>
                  <a:cubicBezTo>
                    <a:pt x="33" y="41"/>
                    <a:pt x="50" y="90"/>
                    <a:pt x="50" y="90"/>
                  </a:cubicBezTo>
                  <a:cubicBezTo>
                    <a:pt x="50" y="90"/>
                    <a:pt x="33" y="9"/>
                    <a:pt x="37" y="4"/>
                  </a:cubicBezTo>
                  <a:cubicBezTo>
                    <a:pt x="41" y="0"/>
                    <a:pt x="50" y="1"/>
                    <a:pt x="51" y="12"/>
                  </a:cubicBezTo>
                  <a:cubicBezTo>
                    <a:pt x="52" y="24"/>
                    <a:pt x="67" y="77"/>
                    <a:pt x="67" y="77"/>
                  </a:cubicBezTo>
                  <a:cubicBezTo>
                    <a:pt x="67" y="77"/>
                    <a:pt x="63" y="29"/>
                    <a:pt x="65" y="19"/>
                  </a:cubicBezTo>
                  <a:cubicBezTo>
                    <a:pt x="67" y="8"/>
                    <a:pt x="77" y="21"/>
                    <a:pt x="77" y="31"/>
                  </a:cubicBezTo>
                  <a:cubicBezTo>
                    <a:pt x="77" y="42"/>
                    <a:pt x="81" y="82"/>
                    <a:pt x="81" y="82"/>
                  </a:cubicBezTo>
                  <a:cubicBezTo>
                    <a:pt x="81" y="82"/>
                    <a:pt x="90" y="46"/>
                    <a:pt x="94" y="42"/>
                  </a:cubicBezTo>
                  <a:cubicBezTo>
                    <a:pt x="99" y="38"/>
                    <a:pt x="102" y="42"/>
                    <a:pt x="102" y="47"/>
                  </a:cubicBezTo>
                  <a:cubicBezTo>
                    <a:pt x="102" y="51"/>
                    <a:pt x="91" y="93"/>
                    <a:pt x="91" y="93"/>
                  </a:cubicBezTo>
                  <a:cubicBezTo>
                    <a:pt x="91" y="93"/>
                    <a:pt x="90" y="105"/>
                    <a:pt x="89" y="152"/>
                  </a:cubicBezTo>
                  <a:cubicBezTo>
                    <a:pt x="89" y="178"/>
                    <a:pt x="57" y="168"/>
                    <a:pt x="54" y="165"/>
                  </a:cubicBezTo>
                  <a:cubicBezTo>
                    <a:pt x="51" y="161"/>
                    <a:pt x="4" y="105"/>
                    <a:pt x="0" y="95"/>
                  </a:cubicBezTo>
                  <a:cubicBezTo>
                    <a:pt x="23" y="93"/>
                    <a:pt x="23" y="93"/>
                    <a:pt x="23" y="93"/>
                  </a:cubicBezTo>
                  <a:cubicBezTo>
                    <a:pt x="33" y="109"/>
                    <a:pt x="34" y="105"/>
                    <a:pt x="33" y="101"/>
                  </a:cubicBezTo>
                  <a:close/>
                </a:path>
              </a:pathLst>
            </a:custGeom>
            <a:solidFill>
              <a:srgbClr val="FFE7C5"/>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latin typeface="微软雅黑" panose="020B0503020204020204" pitchFamily="34" charset="-122"/>
                <a:ea typeface="微软雅黑" panose="020B0503020204020204" pitchFamily="34" charset="-122"/>
              </a:endParaRPr>
            </a:p>
          </p:txBody>
        </p:sp>
        <p:sp>
          <p:nvSpPr>
            <p:cNvPr id="111" name="Freeform 130"/>
            <p:cNvSpPr/>
            <p:nvPr userDrawn="1">
              <p:custDataLst>
                <p:tags r:id="rId30"/>
              </p:custDataLst>
            </p:nvPr>
          </p:nvSpPr>
          <p:spPr bwMode="auto">
            <a:xfrm>
              <a:off x="4279265" y="2640965"/>
              <a:ext cx="159385" cy="290195"/>
            </a:xfrm>
            <a:custGeom>
              <a:avLst/>
              <a:gdLst>
                <a:gd name="T0" fmla="*/ 69 w 98"/>
                <a:gd name="T1" fmla="*/ 101 h 179"/>
                <a:gd name="T2" fmla="*/ 91 w 98"/>
                <a:gd name="T3" fmla="*/ 17 h 179"/>
                <a:gd name="T4" fmla="*/ 74 w 98"/>
                <a:gd name="T5" fmla="*/ 26 h 179"/>
                <a:gd name="T6" fmla="*/ 52 w 98"/>
                <a:gd name="T7" fmla="*/ 90 h 179"/>
                <a:gd name="T8" fmla="*/ 66 w 98"/>
                <a:gd name="T9" fmla="*/ 5 h 179"/>
                <a:gd name="T10" fmla="*/ 52 w 98"/>
                <a:gd name="T11" fmla="*/ 13 h 179"/>
                <a:gd name="T12" fmla="*/ 35 w 98"/>
                <a:gd name="T13" fmla="*/ 77 h 179"/>
                <a:gd name="T14" fmla="*/ 37 w 98"/>
                <a:gd name="T15" fmla="*/ 19 h 179"/>
                <a:gd name="T16" fmla="*/ 26 w 98"/>
                <a:gd name="T17" fmla="*/ 32 h 179"/>
                <a:gd name="T18" fmla="*/ 21 w 98"/>
                <a:gd name="T19" fmla="*/ 83 h 179"/>
                <a:gd name="T20" fmla="*/ 8 w 98"/>
                <a:gd name="T21" fmla="*/ 43 h 179"/>
                <a:gd name="T22" fmla="*/ 0 w 98"/>
                <a:gd name="T23" fmla="*/ 47 h 179"/>
                <a:gd name="T24" fmla="*/ 11 w 98"/>
                <a:gd name="T25" fmla="*/ 93 h 179"/>
                <a:gd name="T26" fmla="*/ 13 w 98"/>
                <a:gd name="T27" fmla="*/ 152 h 179"/>
                <a:gd name="T28" fmla="*/ 48 w 98"/>
                <a:gd name="T29" fmla="*/ 165 h 179"/>
                <a:gd name="T30" fmla="*/ 98 w 98"/>
                <a:gd name="T31" fmla="*/ 102 h 179"/>
                <a:gd name="T32" fmla="*/ 72 w 98"/>
                <a:gd name="T33" fmla="*/ 103 h 179"/>
                <a:gd name="T34" fmla="*/ 69 w 98"/>
                <a:gd name="T35" fmla="*/ 101 h 1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98" h="179">
                  <a:moveTo>
                    <a:pt x="69" y="101"/>
                  </a:moveTo>
                  <a:cubicBezTo>
                    <a:pt x="69" y="101"/>
                    <a:pt x="92" y="26"/>
                    <a:pt x="91" y="17"/>
                  </a:cubicBezTo>
                  <a:cubicBezTo>
                    <a:pt x="90" y="8"/>
                    <a:pt x="78" y="9"/>
                    <a:pt x="74" y="26"/>
                  </a:cubicBezTo>
                  <a:cubicBezTo>
                    <a:pt x="69" y="42"/>
                    <a:pt x="52" y="90"/>
                    <a:pt x="52" y="90"/>
                  </a:cubicBezTo>
                  <a:cubicBezTo>
                    <a:pt x="52" y="90"/>
                    <a:pt x="70" y="10"/>
                    <a:pt x="66" y="5"/>
                  </a:cubicBezTo>
                  <a:cubicBezTo>
                    <a:pt x="62" y="0"/>
                    <a:pt x="53" y="2"/>
                    <a:pt x="52" y="13"/>
                  </a:cubicBezTo>
                  <a:cubicBezTo>
                    <a:pt x="50" y="24"/>
                    <a:pt x="35" y="77"/>
                    <a:pt x="35" y="77"/>
                  </a:cubicBezTo>
                  <a:cubicBezTo>
                    <a:pt x="35" y="77"/>
                    <a:pt x="39" y="30"/>
                    <a:pt x="37" y="19"/>
                  </a:cubicBezTo>
                  <a:cubicBezTo>
                    <a:pt x="35" y="9"/>
                    <a:pt x="26" y="22"/>
                    <a:pt x="26" y="32"/>
                  </a:cubicBezTo>
                  <a:cubicBezTo>
                    <a:pt x="25" y="43"/>
                    <a:pt x="21" y="83"/>
                    <a:pt x="21" y="83"/>
                  </a:cubicBezTo>
                  <a:cubicBezTo>
                    <a:pt x="21" y="83"/>
                    <a:pt x="13" y="47"/>
                    <a:pt x="8" y="43"/>
                  </a:cubicBezTo>
                  <a:cubicBezTo>
                    <a:pt x="3" y="39"/>
                    <a:pt x="0" y="43"/>
                    <a:pt x="0" y="47"/>
                  </a:cubicBezTo>
                  <a:cubicBezTo>
                    <a:pt x="1" y="52"/>
                    <a:pt x="11" y="93"/>
                    <a:pt x="11" y="93"/>
                  </a:cubicBezTo>
                  <a:cubicBezTo>
                    <a:pt x="11" y="93"/>
                    <a:pt x="12" y="106"/>
                    <a:pt x="13" y="152"/>
                  </a:cubicBezTo>
                  <a:cubicBezTo>
                    <a:pt x="14" y="179"/>
                    <a:pt x="46" y="169"/>
                    <a:pt x="48" y="165"/>
                  </a:cubicBezTo>
                  <a:cubicBezTo>
                    <a:pt x="51" y="162"/>
                    <a:pt x="94" y="113"/>
                    <a:pt x="98" y="102"/>
                  </a:cubicBezTo>
                  <a:cubicBezTo>
                    <a:pt x="72" y="103"/>
                    <a:pt x="72" y="103"/>
                    <a:pt x="72" y="103"/>
                  </a:cubicBezTo>
                  <a:cubicBezTo>
                    <a:pt x="71" y="106"/>
                    <a:pt x="69" y="105"/>
                    <a:pt x="69" y="101"/>
                  </a:cubicBezTo>
                  <a:close/>
                </a:path>
              </a:pathLst>
            </a:custGeom>
            <a:solidFill>
              <a:srgbClr val="FFE7C5"/>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latin typeface="微软雅黑" panose="020B0503020204020204" pitchFamily="34" charset="-122"/>
                <a:ea typeface="微软雅黑" panose="020B0503020204020204" pitchFamily="34" charset="-122"/>
              </a:endParaRPr>
            </a:p>
          </p:txBody>
        </p:sp>
      </p:grpSp>
      <p:sp>
        <p:nvSpPr>
          <p:cNvPr id="2" name="标题 1"/>
          <p:cNvSpPr>
            <a:spLocks noGrp="1"/>
          </p:cNvSpPr>
          <p:nvPr>
            <p:ph type="title"/>
            <p:custDataLst>
              <p:tags r:id="rId31"/>
            </p:custDataLst>
          </p:nvPr>
        </p:nvSpPr>
        <p:spPr/>
        <p:txBody>
          <a:bodyPr vert="horz" lIns="101600" tIns="38100" rIns="76200" bIns="38100" rtlCol="0" anchor="t" anchorCtr="0">
            <a:noAutofit/>
          </a:bodyPr>
          <a:lstStyle>
            <a:lvl1pPr marL="0" marR="0" lvl="0" algn="l" defTabSz="914400" rtl="0" eaLnBrk="1" fontAlgn="auto" latinLnBrk="0" hangingPunct="1">
              <a:lnSpc>
                <a:spcPct val="100000"/>
              </a:lnSpc>
              <a:buNone/>
              <a:defRPr kumimoji="0" lang="zh-CN" altLang="en-US" sz="1800" b="1" i="0" u="none" strike="noStrike" kern="1200" cap="none" spc="200" normalizeH="0" baseline="0" noProof="1" dirty="0">
                <a:solidFill>
                  <a:schemeClr val="accent1"/>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单击此处编辑母版标题样式</a:t>
            </a:r>
            <a:endParaRPr dirty="0">
              <a:sym typeface="+mn-ea"/>
            </a:endParaRPr>
          </a:p>
        </p:txBody>
      </p:sp>
      <p:sp>
        <p:nvSpPr>
          <p:cNvPr id="3" name="日期占位符 2"/>
          <p:cNvSpPr>
            <a:spLocks noGrp="1"/>
          </p:cNvSpPr>
          <p:nvPr>
            <p:ph type="dt" sz="half" idx="10"/>
            <p:custDataLst>
              <p:tags r:id="rId32"/>
            </p:custDataLst>
          </p:nvPr>
        </p:nvSpPr>
        <p:spPr/>
        <p:txBody>
          <a:bodyPr/>
          <a:lstStyle>
            <a:lvl1pPr>
              <a:defRPr>
                <a:latin typeface="微软雅黑" panose="020B0503020204020204" pitchFamily="34" charset="-122"/>
                <a:ea typeface="微软雅黑" panose="020B0503020204020204" pitchFamily="34" charset="-122"/>
              </a:defRPr>
            </a:lvl1p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3"/>
            </p:custDataLst>
          </p:nvPr>
        </p:nvSpPr>
        <p:spPr/>
        <p:txBody>
          <a:bodyPr/>
          <a:lstStyle>
            <a:lvl1pPr>
              <a:defRPr>
                <a:latin typeface="微软雅黑" panose="020B0503020204020204" pitchFamily="34" charset="-122"/>
                <a:ea typeface="微软雅黑" panose="020B0503020204020204" pitchFamily="34" charset="-122"/>
              </a:defRPr>
            </a:lvl1pPr>
          </a:lstStyle>
          <a:p>
            <a:endParaRPr lang="zh-CN" altLang="en-US"/>
          </a:p>
        </p:txBody>
      </p:sp>
      <p:sp>
        <p:nvSpPr>
          <p:cNvPr id="5" name="灯片编号占位符 4"/>
          <p:cNvSpPr>
            <a:spLocks noGrp="1"/>
          </p:cNvSpPr>
          <p:nvPr>
            <p:ph type="sldNum" sz="quarter" idx="12"/>
            <p:custDataLst>
              <p:tags r:id="rId34"/>
            </p:custDataLst>
          </p:nvPr>
        </p:nvSpPr>
        <p:spPr/>
        <p:txBody>
          <a:bodyPr/>
          <a:lstStyle>
            <a:lvl1pPr>
              <a:defRPr>
                <a:latin typeface="微软雅黑" panose="020B0503020204020204" pitchFamily="34" charset="-122"/>
                <a:ea typeface="微软雅黑" panose="020B0503020204020204" pitchFamily="34" charset="-122"/>
              </a:defRPr>
            </a:lvl1pPr>
          </a:lstStyle>
          <a:p>
            <a:fld id="{49AE70B2-8BF9-45C0-BB95-33D1B9D3A854}" type="slidenum">
              <a:rPr lang="zh-CN" altLang="en-US" smtClean="0"/>
            </a:fld>
            <a:endParaRPr lang="zh-CN" altLang="en-US"/>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blank" preserve="1">
  <p:cSld name="空白">
    <p:bg>
      <p:bgPr>
        <a:solidFill>
          <a:schemeClr val="bg2"/>
        </a:solidFill>
        <a:effectLst/>
      </p:bgPr>
    </p:bg>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图片与标题">
    <p:bg>
      <p:bgPr>
        <a:solidFill>
          <a:schemeClr val="bg2"/>
        </a:solidFill>
        <a:effectLst/>
      </p:bgPr>
    </p:bg>
    <p:spTree>
      <p:nvGrpSpPr>
        <p:cNvPr id="1" name=""/>
        <p:cNvGrpSpPr/>
        <p:nvPr/>
      </p:nvGrpSpPr>
      <p:grpSpPr>
        <a:xfrm>
          <a:off x="0" y="0"/>
          <a:ext cx="0" cy="0"/>
          <a:chOff x="0" y="0"/>
          <a:chExt cx="0" cy="0"/>
        </a:xfrm>
      </p:grpSpPr>
      <p:pic>
        <p:nvPicPr>
          <p:cNvPr id="67" name="图片 66"/>
          <p:cNvPicPr>
            <a:picLocks noChangeAspect="1"/>
          </p:cNvPicPr>
          <p:nvPr userDrawn="1">
            <p:custDataLst>
              <p:tags r:id="rId2"/>
            </p:custDataLst>
          </p:nvPr>
        </p:nvPicPr>
        <p:blipFill>
          <a:blip r:embed="rId3">
            <a:extLst>
              <a:ext uri="{28A0092B-C50C-407E-A947-70E740481C1C}">
                <a14:useLocalDpi xmlns:a14="http://schemas.microsoft.com/office/drawing/2010/main" val="0"/>
              </a:ext>
            </a:extLst>
          </a:blip>
          <a:stretch>
            <a:fillRect/>
          </a:stretch>
        </p:blipFill>
        <p:spPr>
          <a:xfrm>
            <a:off x="7931976" y="3954677"/>
            <a:ext cx="1101947" cy="1188823"/>
          </a:xfrm>
          <a:prstGeom prst="rect">
            <a:avLst/>
          </a:prstGeom>
        </p:spPr>
      </p:pic>
      <p:sp>
        <p:nvSpPr>
          <p:cNvPr id="2" name="标题 1"/>
          <p:cNvSpPr>
            <a:spLocks noGrp="1"/>
          </p:cNvSpPr>
          <p:nvPr>
            <p:ph type="title"/>
            <p:custDataLst>
              <p:tags r:id="rId4"/>
            </p:custDataLst>
          </p:nvPr>
        </p:nvSpPr>
        <p:spPr>
          <a:xfrm>
            <a:off x="502448" y="332426"/>
            <a:ext cx="8139178" cy="331473"/>
          </a:xfrm>
        </p:spPr>
        <p:txBody>
          <a:bodyPr vert="horz" lIns="101600" tIns="38100" rIns="76200" bIns="38100" rtlCol="0" anchor="t" anchorCtr="0">
            <a:noAutofit/>
          </a:bodyPr>
          <a:lstStyle>
            <a:lvl1pPr marL="0" marR="0" lvl="0" algn="l" defTabSz="914400" rtl="0" eaLnBrk="1" fontAlgn="auto" latinLnBrk="0" hangingPunct="1">
              <a:lnSpc>
                <a:spcPct val="120000"/>
              </a:lnSpc>
              <a:buNone/>
              <a:defRPr kumimoji="0" lang="zh-CN" altLang="en-US" sz="1800" b="1" i="0" u="none" strike="noStrike" kern="1200" cap="none" spc="200" normalizeH="0" baseline="0" noProof="1" dirty="0">
                <a:solidFill>
                  <a:schemeClr val="accent1"/>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单击此处编辑母版标题样式</a:t>
            </a:r>
            <a:endParaRPr dirty="0">
              <a:sym typeface="+mn-ea"/>
            </a:endParaRPr>
          </a:p>
        </p:txBody>
      </p:sp>
      <p:sp>
        <p:nvSpPr>
          <p:cNvPr id="3" name="图片占位符 2"/>
          <p:cNvSpPr>
            <a:spLocks noGrp="1"/>
          </p:cNvSpPr>
          <p:nvPr>
            <p:ph type="pic" idx="1"/>
            <p:custDataLst>
              <p:tags r:id="rId5"/>
            </p:custDataLst>
          </p:nvPr>
        </p:nvSpPr>
        <p:spPr>
          <a:xfrm>
            <a:off x="502448" y="714381"/>
            <a:ext cx="3962432" cy="4041680"/>
          </a:xfrm>
        </p:spPr>
        <p:txBody>
          <a:bodyPr vert="horz" lIns="101600" tIns="0" rIns="82550" bIns="0" rtlCol="0">
            <a:noAutofit/>
          </a:bodyPr>
          <a:lstStyle>
            <a:lvl1pPr marL="0" marR="0" lvl="0" indent="0" algn="l" defTabSz="914400" rtl="0" eaLnBrk="1" fontAlgn="auto" latinLnBrk="0" hangingPunct="1">
              <a:lnSpc>
                <a:spcPct val="120000"/>
              </a:lnSpc>
              <a:spcBef>
                <a:spcPts val="0"/>
              </a:spcBef>
              <a:spcAft>
                <a:spcPts val="1000"/>
              </a:spcAft>
              <a:buFont typeface="Arial" panose="020B0604020202020204" pitchFamily="34" charset="0"/>
              <a:buNone/>
              <a:defRPr kumimoji="0" lang="zh-CN" altLang="en-US" sz="12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n-cs"/>
                <a:sym typeface="+mn-ea"/>
              </a:defRPr>
            </a:lvl1pPr>
            <a:lvl2pPr marL="514350" marR="0" lvl="1" indent="-17145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200" b="0" i="0" u="none" strike="noStrike" kern="1200" cap="none" spc="150" normalizeH="0" baseline="0" noProof="1" dirty="0">
                <a:solidFill>
                  <a:schemeClr val="tx1"/>
                </a:solidFill>
                <a:uFillTx/>
                <a:latin typeface="+mn-lt"/>
                <a:ea typeface="+mn-ea"/>
                <a:cs typeface="+mn-cs"/>
                <a:sym typeface="+mn-ea"/>
              </a:defRPr>
            </a:lvl2pPr>
            <a:lvl3pPr marL="857250" marR="0" lvl="2"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mn-lt"/>
                <a:ea typeface="+mn-ea"/>
                <a:cs typeface="+mn-cs"/>
                <a:sym typeface="+mn-ea"/>
              </a:defRPr>
            </a:lvl3pPr>
            <a:lvl4pPr marL="1200150" marR="0" lvl="3"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mn-lt"/>
                <a:ea typeface="+mn-ea"/>
                <a:cs typeface="+mn-cs"/>
                <a:sym typeface="+mn-ea"/>
              </a:defRPr>
            </a:lvl4pPr>
            <a:lvl5pPr marL="1543050" marR="0" lvl="4"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mn-lt"/>
                <a:ea typeface="+mn-ea"/>
                <a:cs typeface="+mn-cs"/>
                <a:sym typeface="+mn-ea"/>
              </a:defRPr>
            </a:lvl5pPr>
          </a:lstStyle>
          <a:p>
            <a:pPr lvl="0"/>
            <a:endParaRPr>
              <a:sym typeface="+mn-ea"/>
            </a:endParaRPr>
          </a:p>
        </p:txBody>
      </p:sp>
      <p:sp>
        <p:nvSpPr>
          <p:cNvPr id="4" name="文本占位符 3"/>
          <p:cNvSpPr>
            <a:spLocks noGrp="1"/>
          </p:cNvSpPr>
          <p:nvPr>
            <p:ph type="body" sz="half" idx="2"/>
            <p:custDataLst>
              <p:tags r:id="rId6"/>
            </p:custDataLst>
          </p:nvPr>
        </p:nvSpPr>
        <p:spPr>
          <a:xfrm>
            <a:off x="4679194" y="714381"/>
            <a:ext cx="3962432" cy="4041680"/>
          </a:xfrm>
        </p:spPr>
        <p:txBody>
          <a:bodyPr vert="horz" lIns="101600" tIns="0" rIns="82550" bIns="0" rtlCol="0">
            <a:normAutofit/>
          </a:bodyPr>
          <a:lstStyle>
            <a:lvl1pPr marL="171450" marR="0" lvl="0" indent="-171450" algn="l" defTabSz="914400" rtl="0" eaLnBrk="1" fontAlgn="auto" latinLnBrk="0" hangingPunct="1">
              <a:lnSpc>
                <a:spcPct val="12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n-cs"/>
                <a:sym typeface="+mn-ea"/>
              </a:defRPr>
            </a:lvl1pPr>
          </a:lstStyle>
          <a:p>
            <a:pPr lvl="0"/>
            <a:r>
              <a:rPr>
                <a:sym typeface="+mn-ea"/>
              </a:rPr>
              <a:t>单击此处编辑母版文本样式</a:t>
            </a:r>
            <a:endParaRPr>
              <a:sym typeface="+mn-ea"/>
            </a:endParaRPr>
          </a:p>
        </p:txBody>
      </p:sp>
      <p:sp>
        <p:nvSpPr>
          <p:cNvPr id="5" name="日期占位符 4"/>
          <p:cNvSpPr>
            <a:spLocks noGrp="1"/>
          </p:cNvSpPr>
          <p:nvPr>
            <p:ph type="dt" sz="half" idx="10"/>
            <p:custDataLst>
              <p:tags r:id="rId7"/>
            </p:custDataLst>
          </p:nvPr>
        </p:nvSpPr>
        <p:spPr/>
        <p:txBody>
          <a:bodyPr/>
          <a:lstStyle>
            <a:lvl1pPr>
              <a:defRPr>
                <a:latin typeface="微软雅黑" panose="020B0503020204020204" pitchFamily="34" charset="-122"/>
                <a:ea typeface="微软雅黑" panose="020B0503020204020204" pitchFamily="34" charset="-122"/>
              </a:defRPr>
            </a:lvl1p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custDataLst>
              <p:tags r:id="rId8"/>
            </p:custDataLst>
          </p:nvPr>
        </p:nvSpPr>
        <p:spPr/>
        <p:txBody>
          <a:bodyPr/>
          <a:lstStyle>
            <a:lvl1pPr>
              <a:defRPr>
                <a:latin typeface="微软雅黑" panose="020B0503020204020204" pitchFamily="34" charset="-122"/>
                <a:ea typeface="微软雅黑" panose="020B0503020204020204" pitchFamily="34" charset="-122"/>
              </a:defRPr>
            </a:lvl1pPr>
          </a:lstStyle>
          <a:p>
            <a:endParaRPr lang="zh-CN" altLang="en-US" dirty="0"/>
          </a:p>
        </p:txBody>
      </p:sp>
      <p:sp>
        <p:nvSpPr>
          <p:cNvPr id="7" name="灯片编号占位符 6"/>
          <p:cNvSpPr>
            <a:spLocks noGrp="1"/>
          </p:cNvSpPr>
          <p:nvPr>
            <p:ph type="sldNum" sz="quarter" idx="12"/>
            <p:custDataLst>
              <p:tags r:id="rId9"/>
            </p:custDataLst>
          </p:nvPr>
        </p:nvSpPr>
        <p:spPr/>
        <p:txBody>
          <a:bodyPr/>
          <a:lstStyle>
            <a:lvl1pPr>
              <a:defRPr>
                <a:latin typeface="微软雅黑" panose="020B0503020204020204" pitchFamily="34" charset="-122"/>
                <a:ea typeface="微软雅黑" panose="020B0503020204020204" pitchFamily="34" charset="-122"/>
              </a:defRPr>
            </a:lvl1pPr>
          </a:lstStyle>
          <a:p>
            <a:fld id="{FABC47A4-756D-490B-A52F-7D9E2C9FC05F}" type="slidenum">
              <a:rPr lang="zh-CN" altLang="en-US" smtClean="0"/>
            </a:fld>
            <a:endParaRPr lang="zh-CN" altLang="en-US"/>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vertTitleAndTx" preserve="1">
  <p:cSld name="竖排标题与文本">
    <p:bg>
      <p:bgPr>
        <a:solidFill>
          <a:schemeClr val="tx2"/>
        </a:solidFill>
        <a:effectLst/>
      </p:bgPr>
    </p:bg>
    <p:spTree>
      <p:nvGrpSpPr>
        <p:cNvPr id="1" name=""/>
        <p:cNvGrpSpPr/>
        <p:nvPr/>
      </p:nvGrpSpPr>
      <p:grpSpPr>
        <a:xfrm>
          <a:off x="0" y="0"/>
          <a:ext cx="0" cy="0"/>
          <a:chOff x="0" y="0"/>
          <a:chExt cx="0" cy="0"/>
        </a:xfrm>
      </p:grpSpPr>
      <p:grpSp>
        <p:nvGrpSpPr>
          <p:cNvPr id="63" name="组合 62"/>
          <p:cNvGrpSpPr/>
          <p:nvPr userDrawn="1">
            <p:custDataLst>
              <p:tags r:id="rId2"/>
            </p:custDataLst>
          </p:nvPr>
        </p:nvGrpSpPr>
        <p:grpSpPr>
          <a:xfrm>
            <a:off x="0" y="228150"/>
            <a:ext cx="9144000" cy="4915350"/>
            <a:chOff x="0" y="304200"/>
            <a:chExt cx="12192000" cy="6553800"/>
          </a:xfrm>
        </p:grpSpPr>
        <p:grpSp>
          <p:nvGrpSpPr>
            <p:cNvPr id="64" name="组合 63"/>
            <p:cNvGrpSpPr/>
            <p:nvPr userDrawn="1"/>
          </p:nvGrpSpPr>
          <p:grpSpPr>
            <a:xfrm>
              <a:off x="0" y="304200"/>
              <a:ext cx="12192000" cy="6249600"/>
              <a:chOff x="0" y="304200"/>
              <a:chExt cx="12192000" cy="6249600"/>
            </a:xfrm>
          </p:grpSpPr>
          <p:sp>
            <p:nvSpPr>
              <p:cNvPr id="66" name="矩形 65"/>
              <p:cNvSpPr/>
              <p:nvPr userDrawn="1">
                <p:custDataLst>
                  <p:tags r:id="rId3"/>
                </p:custDataLst>
              </p:nvPr>
            </p:nvSpPr>
            <p:spPr>
              <a:xfrm>
                <a:off x="0" y="2123388"/>
                <a:ext cx="12192000" cy="261122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67" name="矩形 66"/>
              <p:cNvSpPr/>
              <p:nvPr userDrawn="1">
                <p:custDataLst>
                  <p:tags r:id="rId4"/>
                </p:custDataLst>
              </p:nvPr>
            </p:nvSpPr>
            <p:spPr>
              <a:xfrm>
                <a:off x="292800" y="304200"/>
                <a:ext cx="11606400" cy="62496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微软雅黑" panose="020B0503020204020204" pitchFamily="34" charset="-122"/>
                  <a:ea typeface="微软雅黑" panose="020B0503020204020204" pitchFamily="34" charset="-122"/>
                </a:endParaRPr>
              </a:p>
            </p:txBody>
          </p:sp>
        </p:grpSp>
        <p:pic>
          <p:nvPicPr>
            <p:cNvPr id="65" name="图片 64"/>
            <p:cNvPicPr>
              <a:picLocks noChangeAspect="1"/>
            </p:cNvPicPr>
            <p:nvPr userDrawn="1">
              <p:custDataLst>
                <p:tags r:id="rId5"/>
              </p:custDataLst>
            </p:nvPr>
          </p:nvPicPr>
          <p:blipFill>
            <a:blip r:embed="rId6">
              <a:extLst>
                <a:ext uri="{28A0092B-C50C-407E-A947-70E740481C1C}">
                  <a14:useLocalDpi xmlns:a14="http://schemas.microsoft.com/office/drawing/2010/main" val="0"/>
                </a:ext>
              </a:extLst>
            </a:blip>
            <a:stretch>
              <a:fillRect/>
            </a:stretch>
          </p:blipFill>
          <p:spPr>
            <a:xfrm>
              <a:off x="10575968" y="5272903"/>
              <a:ext cx="1469263" cy="1585097"/>
            </a:xfrm>
            <a:prstGeom prst="rect">
              <a:avLst/>
            </a:prstGeom>
          </p:spPr>
        </p:pic>
      </p:grpSp>
      <p:sp>
        <p:nvSpPr>
          <p:cNvPr id="2" name="竖排标题 1"/>
          <p:cNvSpPr>
            <a:spLocks noGrp="1"/>
          </p:cNvSpPr>
          <p:nvPr>
            <p:ph type="title" orient="vert"/>
            <p:custDataLst>
              <p:tags r:id="rId7"/>
            </p:custDataLst>
          </p:nvPr>
        </p:nvSpPr>
        <p:spPr>
          <a:xfrm>
            <a:off x="7928351" y="714381"/>
            <a:ext cx="713238" cy="4041680"/>
          </a:xfrm>
        </p:spPr>
        <p:txBody>
          <a:bodyPr vert="eaVert" lIns="101600" tIns="38100" rIns="76200" bIns="38100" rtlCol="0" anchor="ctr" anchorCtr="0">
            <a:noAutofit/>
          </a:bodyPr>
          <a:lstStyle>
            <a:lvl1pPr marL="0" marR="0" lvl="0" algn="l" defTabSz="914400" rtl="0" eaLnBrk="1" fontAlgn="auto" latinLnBrk="0" hangingPunct="1">
              <a:lnSpc>
                <a:spcPct val="120000"/>
              </a:lnSpc>
              <a:spcAft>
                <a:spcPts val="0"/>
              </a:spcAft>
              <a:buNone/>
              <a:defRPr kumimoji="0" lang="zh-CN" altLang="en-US" sz="1800" b="1" i="0" u="none" strike="noStrike" kern="1200" cap="none" spc="200" normalizeH="0" baseline="0" noProof="1" dirty="0">
                <a:solidFill>
                  <a:schemeClr val="accent1"/>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单击此处编辑母版标题样式</a:t>
            </a:r>
            <a:endParaRPr dirty="0">
              <a:sym typeface="+mn-ea"/>
            </a:endParaRPr>
          </a:p>
        </p:txBody>
      </p:sp>
      <p:sp>
        <p:nvSpPr>
          <p:cNvPr id="3" name="竖排文字占位符 2"/>
          <p:cNvSpPr>
            <a:spLocks noGrp="1"/>
          </p:cNvSpPr>
          <p:nvPr>
            <p:ph type="body" orient="vert" idx="1"/>
            <p:custDataLst>
              <p:tags r:id="rId8"/>
            </p:custDataLst>
          </p:nvPr>
        </p:nvSpPr>
        <p:spPr>
          <a:xfrm>
            <a:off x="502444" y="714375"/>
            <a:ext cx="7371076" cy="4041680"/>
          </a:xfrm>
        </p:spPr>
        <p:txBody>
          <a:bodyPr vert="eaVert"/>
          <a:lstStyle>
            <a:lvl1pPr indent="0" eaLnBrk="1" fontAlgn="auto" latinLnBrk="0" hangingPunct="1">
              <a:lnSpc>
                <a:spcPct val="120000"/>
              </a:lnSpc>
              <a:defRPr baseline="0">
                <a:solidFill>
                  <a:schemeClr val="tx1">
                    <a:lumMod val="85000"/>
                    <a:lumOff val="15000"/>
                  </a:schemeClr>
                </a:solidFill>
                <a:latin typeface="Arial" panose="020B0604020202020204" pitchFamily="34" charset="0"/>
                <a:ea typeface="微软雅黑" panose="020B0503020204020204" pitchFamily="34" charset="-122"/>
              </a:defRPr>
            </a:lvl1pPr>
            <a:lvl2pPr indent="0" eaLnBrk="1" fontAlgn="auto" latinLnBrk="0" hangingPunct="1">
              <a:lnSpc>
                <a:spcPct val="120000"/>
              </a:lnSpc>
              <a:defRPr baseline="0">
                <a:solidFill>
                  <a:schemeClr val="tx1">
                    <a:lumMod val="85000"/>
                    <a:lumOff val="15000"/>
                  </a:schemeClr>
                </a:solidFill>
                <a:latin typeface="Arial" panose="020B0604020202020204" pitchFamily="34" charset="0"/>
                <a:ea typeface="微软雅黑" panose="020B0503020204020204" pitchFamily="34" charset="-122"/>
              </a:defRPr>
            </a:lvl2pPr>
            <a:lvl3pPr indent="0" eaLnBrk="1" fontAlgn="auto" latinLnBrk="0" hangingPunct="1">
              <a:lnSpc>
                <a:spcPct val="120000"/>
              </a:lnSpc>
              <a:defRPr baseline="0">
                <a:solidFill>
                  <a:schemeClr val="tx1">
                    <a:lumMod val="85000"/>
                    <a:lumOff val="15000"/>
                  </a:schemeClr>
                </a:solidFill>
                <a:latin typeface="Arial" panose="020B0604020202020204" pitchFamily="34" charset="0"/>
                <a:ea typeface="微软雅黑" panose="020B0503020204020204" pitchFamily="34" charset="-122"/>
              </a:defRPr>
            </a:lvl3pPr>
            <a:lvl4pPr indent="0" eaLnBrk="1" fontAlgn="auto" latinLnBrk="0" hangingPunct="1">
              <a:lnSpc>
                <a:spcPct val="120000"/>
              </a:lnSpc>
              <a:defRPr baseline="0">
                <a:solidFill>
                  <a:schemeClr val="tx1">
                    <a:lumMod val="85000"/>
                    <a:lumOff val="15000"/>
                  </a:schemeClr>
                </a:solidFill>
                <a:latin typeface="Arial" panose="020B0604020202020204" pitchFamily="34" charset="0"/>
                <a:ea typeface="微软雅黑" panose="020B0503020204020204" pitchFamily="34" charset="-122"/>
              </a:defRPr>
            </a:lvl4pPr>
            <a:lvl5pPr indent="0" eaLnBrk="1" fontAlgn="auto" latinLnBrk="0" hangingPunct="1">
              <a:lnSpc>
                <a:spcPct val="120000"/>
              </a:lnSpc>
              <a:defRPr baseline="0">
                <a:solidFill>
                  <a:schemeClr val="tx1">
                    <a:lumMod val="85000"/>
                    <a:lumOff val="15000"/>
                  </a:schemeClr>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custDataLst>
              <p:tags r:id="rId9"/>
            </p:custDataLst>
          </p:nvPr>
        </p:nvSpPr>
        <p:spPr/>
        <p:txBody>
          <a:bodyPr/>
          <a:lstStyle>
            <a:lvl1pPr>
              <a:lnSpc>
                <a:spcPct val="120000"/>
              </a:lnSpc>
              <a:defRPr>
                <a:latin typeface="微软雅黑" panose="020B0503020204020204" pitchFamily="34" charset="-122"/>
                <a:ea typeface="微软雅黑" panose="020B0503020204020204" pitchFamily="34" charset="-122"/>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10"/>
            </p:custDataLst>
          </p:nvPr>
        </p:nvSpPr>
        <p:spPr/>
        <p:txBody>
          <a:bodyPr/>
          <a:lstStyle>
            <a:lvl1pPr>
              <a:lnSpc>
                <a:spcPct val="120000"/>
              </a:lnSpc>
              <a:defRPr>
                <a:latin typeface="微软雅黑" panose="020B0503020204020204" pitchFamily="34" charset="-122"/>
                <a:ea typeface="微软雅黑" panose="020B0503020204020204" pitchFamily="34" charset="-122"/>
              </a:defRPr>
            </a:lvl1pPr>
          </a:lstStyle>
          <a:p>
            <a:endParaRPr lang="zh-CN" altLang="en-US"/>
          </a:p>
        </p:txBody>
      </p:sp>
      <p:sp>
        <p:nvSpPr>
          <p:cNvPr id="6" name="灯片编号占位符 5"/>
          <p:cNvSpPr>
            <a:spLocks noGrp="1"/>
          </p:cNvSpPr>
          <p:nvPr>
            <p:ph type="sldNum" sz="quarter" idx="12"/>
            <p:custDataLst>
              <p:tags r:id="rId11"/>
            </p:custDataLst>
          </p:nvPr>
        </p:nvSpPr>
        <p:spPr/>
        <p:txBody>
          <a:bodyPr/>
          <a:lstStyle>
            <a:lvl1pPr>
              <a:lnSpc>
                <a:spcPct val="120000"/>
              </a:lnSpc>
              <a:defRPr>
                <a:latin typeface="微软雅黑" panose="020B0503020204020204" pitchFamily="34" charset="-122"/>
                <a:ea typeface="微软雅黑" panose="020B0503020204020204" pitchFamily="34" charset="-122"/>
              </a:defRPr>
            </a:lvl1pPr>
          </a:lstStyle>
          <a:p>
            <a:fld id="{49AE70B2-8BF9-45C0-BB95-33D1B9D3A854}" type="slidenum">
              <a:rPr lang="zh-CN" altLang="en-US" smtClean="0"/>
            </a:fld>
            <a:endParaRPr lang="zh-CN" altLang="en-US"/>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内容">
    <p:bg>
      <p:bgPr>
        <a:solidFill>
          <a:schemeClr val="tx2"/>
        </a:solidFill>
        <a:effectLst/>
      </p:bgPr>
    </p:bg>
    <p:spTree>
      <p:nvGrpSpPr>
        <p:cNvPr id="1" name=""/>
        <p:cNvGrpSpPr/>
        <p:nvPr/>
      </p:nvGrpSpPr>
      <p:grpSpPr>
        <a:xfrm>
          <a:off x="0" y="0"/>
          <a:ext cx="0" cy="0"/>
          <a:chOff x="0" y="0"/>
          <a:chExt cx="0" cy="0"/>
        </a:xfrm>
      </p:grpSpPr>
      <p:grpSp>
        <p:nvGrpSpPr>
          <p:cNvPr id="66" name="组合 65"/>
          <p:cNvGrpSpPr/>
          <p:nvPr userDrawn="1">
            <p:custDataLst>
              <p:tags r:id="rId2"/>
            </p:custDataLst>
          </p:nvPr>
        </p:nvGrpSpPr>
        <p:grpSpPr>
          <a:xfrm>
            <a:off x="0" y="228150"/>
            <a:ext cx="9144000" cy="4915350"/>
            <a:chOff x="0" y="304200"/>
            <a:chExt cx="12192000" cy="6553800"/>
          </a:xfrm>
        </p:grpSpPr>
        <p:grpSp>
          <p:nvGrpSpPr>
            <p:cNvPr id="67" name="组合 66"/>
            <p:cNvGrpSpPr/>
            <p:nvPr userDrawn="1"/>
          </p:nvGrpSpPr>
          <p:grpSpPr>
            <a:xfrm>
              <a:off x="0" y="304200"/>
              <a:ext cx="12192000" cy="6249600"/>
              <a:chOff x="0" y="304200"/>
              <a:chExt cx="12192000" cy="6249600"/>
            </a:xfrm>
          </p:grpSpPr>
          <p:sp>
            <p:nvSpPr>
              <p:cNvPr id="69" name="矩形 68"/>
              <p:cNvSpPr/>
              <p:nvPr userDrawn="1">
                <p:custDataLst>
                  <p:tags r:id="rId3"/>
                </p:custDataLst>
              </p:nvPr>
            </p:nvSpPr>
            <p:spPr>
              <a:xfrm>
                <a:off x="0" y="2123388"/>
                <a:ext cx="12192000" cy="261122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70" name="矩形 69"/>
              <p:cNvSpPr/>
              <p:nvPr userDrawn="1">
                <p:custDataLst>
                  <p:tags r:id="rId4"/>
                </p:custDataLst>
              </p:nvPr>
            </p:nvSpPr>
            <p:spPr>
              <a:xfrm>
                <a:off x="292800" y="304200"/>
                <a:ext cx="11606400" cy="62496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微软雅黑" panose="020B0503020204020204" pitchFamily="34" charset="-122"/>
                  <a:ea typeface="微软雅黑" panose="020B0503020204020204" pitchFamily="34" charset="-122"/>
                </a:endParaRPr>
              </a:p>
            </p:txBody>
          </p:sp>
        </p:grpSp>
        <p:pic>
          <p:nvPicPr>
            <p:cNvPr id="68" name="图片 67"/>
            <p:cNvPicPr>
              <a:picLocks noChangeAspect="1"/>
            </p:cNvPicPr>
            <p:nvPr userDrawn="1">
              <p:custDataLst>
                <p:tags r:id="rId5"/>
              </p:custDataLst>
            </p:nvPr>
          </p:nvPicPr>
          <p:blipFill>
            <a:blip r:embed="rId6">
              <a:extLst>
                <a:ext uri="{28A0092B-C50C-407E-A947-70E740481C1C}">
                  <a14:useLocalDpi xmlns:a14="http://schemas.microsoft.com/office/drawing/2010/main" val="0"/>
                </a:ext>
              </a:extLst>
            </a:blip>
            <a:stretch>
              <a:fillRect/>
            </a:stretch>
          </p:blipFill>
          <p:spPr>
            <a:xfrm>
              <a:off x="10575968" y="5272903"/>
              <a:ext cx="1469263" cy="1585097"/>
            </a:xfrm>
            <a:prstGeom prst="rect">
              <a:avLst/>
            </a:prstGeom>
          </p:spPr>
        </p:pic>
      </p:grpSp>
      <p:sp>
        <p:nvSpPr>
          <p:cNvPr id="7" name="内容占位符 6"/>
          <p:cNvSpPr>
            <a:spLocks noGrp="1"/>
          </p:cNvSpPr>
          <p:nvPr>
            <p:ph sz="quarter" idx="13"/>
            <p:custDataLst>
              <p:tags r:id="rId7"/>
            </p:custDataLst>
          </p:nvPr>
        </p:nvSpPr>
        <p:spPr>
          <a:xfrm>
            <a:off x="502448" y="714381"/>
            <a:ext cx="8139178" cy="4041680"/>
          </a:xfrm>
        </p:spPr>
        <p:txBody>
          <a:bodyPr/>
          <a:lstStyle>
            <a:lvl1pPr>
              <a:defRPr baseline="0">
                <a:solidFill>
                  <a:schemeClr val="tx1">
                    <a:lumMod val="85000"/>
                    <a:lumOff val="15000"/>
                  </a:schemeClr>
                </a:solidFill>
                <a:latin typeface="Arial" panose="020B0604020202020204" pitchFamily="34" charset="0"/>
                <a:ea typeface="微软雅黑" panose="020B0503020204020204" pitchFamily="34" charset="-122"/>
              </a:defRPr>
            </a:lvl1pPr>
            <a:lvl2pPr>
              <a:defRPr baseline="0">
                <a:solidFill>
                  <a:schemeClr val="tx1">
                    <a:lumMod val="85000"/>
                    <a:lumOff val="15000"/>
                  </a:schemeClr>
                </a:solidFill>
                <a:latin typeface="Arial" panose="020B0604020202020204" pitchFamily="34" charset="0"/>
                <a:ea typeface="微软雅黑" panose="020B0503020204020204" pitchFamily="34" charset="-122"/>
              </a:defRPr>
            </a:lvl2pPr>
            <a:lvl3pPr>
              <a:defRPr baseline="0">
                <a:solidFill>
                  <a:schemeClr val="tx1">
                    <a:lumMod val="85000"/>
                    <a:lumOff val="15000"/>
                  </a:schemeClr>
                </a:solidFill>
                <a:latin typeface="Arial" panose="020B0604020202020204" pitchFamily="34" charset="0"/>
                <a:ea typeface="微软雅黑" panose="020B0503020204020204" pitchFamily="34" charset="-122"/>
              </a:defRPr>
            </a:lvl3pPr>
            <a:lvl4pPr>
              <a:defRPr baseline="0">
                <a:solidFill>
                  <a:schemeClr val="tx1">
                    <a:lumMod val="85000"/>
                    <a:lumOff val="15000"/>
                  </a:schemeClr>
                </a:solidFill>
                <a:latin typeface="Arial" panose="020B0604020202020204" pitchFamily="34" charset="0"/>
                <a:ea typeface="微软雅黑" panose="020B0503020204020204" pitchFamily="34" charset="-122"/>
              </a:defRPr>
            </a:lvl4pPr>
            <a:lvl5pPr>
              <a:defRPr baseline="0">
                <a:solidFill>
                  <a:schemeClr val="tx1">
                    <a:lumMod val="85000"/>
                    <a:lumOff val="15000"/>
                  </a:schemeClr>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3" name="日期占位符 2"/>
          <p:cNvSpPr>
            <a:spLocks noGrp="1"/>
          </p:cNvSpPr>
          <p:nvPr>
            <p:ph type="dt" sz="half" idx="10"/>
            <p:custDataLst>
              <p:tags r:id="rId8"/>
            </p:custDataLst>
          </p:nvPr>
        </p:nvSpPr>
        <p:spPr/>
        <p:txBody>
          <a:bodyPr/>
          <a:lstStyle>
            <a:lvl1pPr>
              <a:defRPr>
                <a:latin typeface="微软雅黑" panose="020B0503020204020204" pitchFamily="34" charset="-122"/>
                <a:ea typeface="微软雅黑" panose="020B0503020204020204" pitchFamily="34" charset="-122"/>
              </a:defRPr>
            </a:lvl1p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9"/>
            </p:custDataLst>
          </p:nvPr>
        </p:nvSpPr>
        <p:spPr/>
        <p:txBody>
          <a:bodyPr/>
          <a:lstStyle>
            <a:lvl1pPr>
              <a:defRPr>
                <a:latin typeface="微软雅黑" panose="020B0503020204020204" pitchFamily="34" charset="-122"/>
                <a:ea typeface="微软雅黑" panose="020B0503020204020204" pitchFamily="34" charset="-122"/>
              </a:defRPr>
            </a:lvl1pPr>
          </a:lstStyle>
          <a:p>
            <a:endParaRPr lang="zh-CN" altLang="en-US"/>
          </a:p>
        </p:txBody>
      </p:sp>
      <p:sp>
        <p:nvSpPr>
          <p:cNvPr id="5" name="灯片编号占位符 4"/>
          <p:cNvSpPr>
            <a:spLocks noGrp="1"/>
          </p:cNvSpPr>
          <p:nvPr>
            <p:ph type="sldNum" sz="quarter" idx="12"/>
            <p:custDataLst>
              <p:tags r:id="rId10"/>
            </p:custDataLst>
          </p:nvPr>
        </p:nvSpPr>
        <p:spPr/>
        <p:txBody>
          <a:bodyPr/>
          <a:lstStyle>
            <a:lvl1pPr>
              <a:defRPr>
                <a:latin typeface="微软雅黑" panose="020B0503020204020204" pitchFamily="34" charset="-122"/>
                <a:ea typeface="微软雅黑" panose="020B0503020204020204" pitchFamily="34" charset="-122"/>
              </a:defRPr>
            </a:lvl1pPr>
          </a:lstStyle>
          <a:p>
            <a:fld id="{49AE70B2-8BF9-45C0-BB95-33D1B9D3A854}" type="slidenum">
              <a:rPr lang="zh-CN" altLang="en-US" smtClean="0"/>
            </a:fld>
            <a:endParaRPr lang="zh-CN" altLang="en-US"/>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末尾幻灯片">
    <p:bg>
      <p:bgPr>
        <a:solidFill>
          <a:schemeClr val="bg2"/>
        </a:solidFill>
        <a:effectLst/>
      </p:bgPr>
    </p:bg>
    <p:spTree>
      <p:nvGrpSpPr>
        <p:cNvPr id="1" name=""/>
        <p:cNvGrpSpPr/>
        <p:nvPr/>
      </p:nvGrpSpPr>
      <p:grpSpPr>
        <a:xfrm>
          <a:off x="0" y="0"/>
          <a:ext cx="0" cy="0"/>
          <a:chOff x="0" y="0"/>
          <a:chExt cx="0" cy="0"/>
        </a:xfrm>
      </p:grpSpPr>
      <p:sp>
        <p:nvSpPr>
          <p:cNvPr id="277" name="Freeform 137"/>
          <p:cNvSpPr/>
          <p:nvPr>
            <p:custDataLst>
              <p:tags r:id="rId2"/>
            </p:custDataLst>
          </p:nvPr>
        </p:nvSpPr>
        <p:spPr bwMode="auto">
          <a:xfrm flipH="1">
            <a:off x="8415338" y="4367264"/>
            <a:ext cx="101204" cy="108347"/>
          </a:xfrm>
          <a:custGeom>
            <a:avLst/>
            <a:gdLst>
              <a:gd name="T0" fmla="*/ 84 w 85"/>
              <a:gd name="T1" fmla="*/ 90 h 91"/>
              <a:gd name="T2" fmla="*/ 0 w 85"/>
              <a:gd name="T3" fmla="*/ 91 h 91"/>
              <a:gd name="T4" fmla="*/ 1 w 85"/>
              <a:gd name="T5" fmla="*/ 1 h 91"/>
              <a:gd name="T6" fmla="*/ 85 w 85"/>
              <a:gd name="T7" fmla="*/ 0 h 91"/>
              <a:gd name="T8" fmla="*/ 84 w 85"/>
              <a:gd name="T9" fmla="*/ 90 h 91"/>
            </a:gdLst>
            <a:ahLst/>
            <a:cxnLst>
              <a:cxn ang="0">
                <a:pos x="T0" y="T1"/>
              </a:cxn>
              <a:cxn ang="0">
                <a:pos x="T2" y="T3"/>
              </a:cxn>
              <a:cxn ang="0">
                <a:pos x="T4" y="T5"/>
              </a:cxn>
              <a:cxn ang="0">
                <a:pos x="T6" y="T7"/>
              </a:cxn>
              <a:cxn ang="0">
                <a:pos x="T8" y="T9"/>
              </a:cxn>
            </a:cxnLst>
            <a:rect l="0" t="0" r="r" b="b"/>
            <a:pathLst>
              <a:path w="85" h="91">
                <a:moveTo>
                  <a:pt x="84" y="90"/>
                </a:moveTo>
                <a:lnTo>
                  <a:pt x="0" y="91"/>
                </a:lnTo>
                <a:lnTo>
                  <a:pt x="1" y="1"/>
                </a:lnTo>
                <a:lnTo>
                  <a:pt x="85" y="0"/>
                </a:lnTo>
                <a:lnTo>
                  <a:pt x="84" y="9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278" name="Freeform 138"/>
          <p:cNvSpPr/>
          <p:nvPr>
            <p:custDataLst>
              <p:tags r:id="rId3"/>
            </p:custDataLst>
          </p:nvPr>
        </p:nvSpPr>
        <p:spPr bwMode="auto">
          <a:xfrm flipH="1">
            <a:off x="8267701" y="4276777"/>
            <a:ext cx="102394" cy="197644"/>
          </a:xfrm>
          <a:custGeom>
            <a:avLst/>
            <a:gdLst>
              <a:gd name="T0" fmla="*/ 84 w 86"/>
              <a:gd name="T1" fmla="*/ 164 h 166"/>
              <a:gd name="T2" fmla="*/ 0 w 86"/>
              <a:gd name="T3" fmla="*/ 166 h 166"/>
              <a:gd name="T4" fmla="*/ 2 w 86"/>
              <a:gd name="T5" fmla="*/ 1 h 166"/>
              <a:gd name="T6" fmla="*/ 86 w 86"/>
              <a:gd name="T7" fmla="*/ 0 h 166"/>
              <a:gd name="T8" fmla="*/ 84 w 86"/>
              <a:gd name="T9" fmla="*/ 164 h 166"/>
            </a:gdLst>
            <a:ahLst/>
            <a:cxnLst>
              <a:cxn ang="0">
                <a:pos x="T0" y="T1"/>
              </a:cxn>
              <a:cxn ang="0">
                <a:pos x="T2" y="T3"/>
              </a:cxn>
              <a:cxn ang="0">
                <a:pos x="T4" y="T5"/>
              </a:cxn>
              <a:cxn ang="0">
                <a:pos x="T6" y="T7"/>
              </a:cxn>
              <a:cxn ang="0">
                <a:pos x="T8" y="T9"/>
              </a:cxn>
            </a:cxnLst>
            <a:rect l="0" t="0" r="r" b="b"/>
            <a:pathLst>
              <a:path w="86" h="166">
                <a:moveTo>
                  <a:pt x="84" y="164"/>
                </a:moveTo>
                <a:lnTo>
                  <a:pt x="0" y="166"/>
                </a:lnTo>
                <a:lnTo>
                  <a:pt x="2" y="1"/>
                </a:lnTo>
                <a:lnTo>
                  <a:pt x="86" y="0"/>
                </a:lnTo>
                <a:lnTo>
                  <a:pt x="84" y="164"/>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279" name="Freeform 139"/>
          <p:cNvSpPr/>
          <p:nvPr>
            <p:custDataLst>
              <p:tags r:id="rId4"/>
            </p:custDataLst>
          </p:nvPr>
        </p:nvSpPr>
        <p:spPr bwMode="auto">
          <a:xfrm flipH="1">
            <a:off x="8120063" y="4142236"/>
            <a:ext cx="103585" cy="328613"/>
          </a:xfrm>
          <a:custGeom>
            <a:avLst/>
            <a:gdLst>
              <a:gd name="T0" fmla="*/ 84 w 87"/>
              <a:gd name="T1" fmla="*/ 276 h 276"/>
              <a:gd name="T2" fmla="*/ 0 w 87"/>
              <a:gd name="T3" fmla="*/ 276 h 276"/>
              <a:gd name="T4" fmla="*/ 3 w 87"/>
              <a:gd name="T5" fmla="*/ 2 h 276"/>
              <a:gd name="T6" fmla="*/ 87 w 87"/>
              <a:gd name="T7" fmla="*/ 0 h 276"/>
              <a:gd name="T8" fmla="*/ 84 w 87"/>
              <a:gd name="T9" fmla="*/ 276 h 276"/>
            </a:gdLst>
            <a:ahLst/>
            <a:cxnLst>
              <a:cxn ang="0">
                <a:pos x="T0" y="T1"/>
              </a:cxn>
              <a:cxn ang="0">
                <a:pos x="T2" y="T3"/>
              </a:cxn>
              <a:cxn ang="0">
                <a:pos x="T4" y="T5"/>
              </a:cxn>
              <a:cxn ang="0">
                <a:pos x="T6" y="T7"/>
              </a:cxn>
              <a:cxn ang="0">
                <a:pos x="T8" y="T9"/>
              </a:cxn>
            </a:cxnLst>
            <a:rect l="0" t="0" r="r" b="b"/>
            <a:pathLst>
              <a:path w="87" h="276">
                <a:moveTo>
                  <a:pt x="84" y="276"/>
                </a:moveTo>
                <a:lnTo>
                  <a:pt x="0" y="276"/>
                </a:lnTo>
                <a:lnTo>
                  <a:pt x="3" y="2"/>
                </a:lnTo>
                <a:lnTo>
                  <a:pt x="87" y="0"/>
                </a:lnTo>
                <a:lnTo>
                  <a:pt x="84" y="276"/>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155" name="Rectangle 13"/>
          <p:cNvSpPr>
            <a:spLocks noChangeArrowheads="1"/>
          </p:cNvSpPr>
          <p:nvPr>
            <p:custDataLst>
              <p:tags r:id="rId5"/>
            </p:custDataLst>
          </p:nvPr>
        </p:nvSpPr>
        <p:spPr bwMode="auto">
          <a:xfrm flipH="1">
            <a:off x="0" y="3757613"/>
            <a:ext cx="9145191" cy="1385888"/>
          </a:xfrm>
          <a:prstGeom prst="rect">
            <a:avLst/>
          </a:prstGeom>
          <a:solidFill>
            <a:schemeClr val="accent1"/>
          </a:solidFill>
          <a:ln>
            <a:noFill/>
          </a:ln>
        </p:spPr>
        <p:txBody>
          <a:bodyPr vert="horz" wrap="square" lIns="68580" tIns="34290" rIns="68580" bIns="34290" numCol="1" anchor="t" anchorCtr="0" compatLnSpc="1"/>
          <a:lstStyle/>
          <a:p>
            <a:endParaRPr lang="zh-CN" altLang="en-US" sz="1350"/>
          </a:p>
        </p:txBody>
      </p:sp>
      <p:grpSp>
        <p:nvGrpSpPr>
          <p:cNvPr id="5" name="组合 4"/>
          <p:cNvGrpSpPr/>
          <p:nvPr userDrawn="1">
            <p:custDataLst>
              <p:tags r:id="rId6"/>
            </p:custDataLst>
          </p:nvPr>
        </p:nvGrpSpPr>
        <p:grpSpPr>
          <a:xfrm>
            <a:off x="701278" y="852488"/>
            <a:ext cx="3870722" cy="4075510"/>
            <a:chOff x="935037" y="1136650"/>
            <a:chExt cx="5160963" cy="5434013"/>
          </a:xfrm>
        </p:grpSpPr>
        <p:sp>
          <p:nvSpPr>
            <p:cNvPr id="168" name="Oval 28"/>
            <p:cNvSpPr>
              <a:spLocks noChangeArrowheads="1"/>
            </p:cNvSpPr>
            <p:nvPr>
              <p:custDataLst>
                <p:tags r:id="rId7"/>
              </p:custDataLst>
            </p:nvPr>
          </p:nvSpPr>
          <p:spPr bwMode="auto">
            <a:xfrm flipH="1">
              <a:off x="2617788" y="4206875"/>
              <a:ext cx="79375" cy="84138"/>
            </a:xfrm>
            <a:prstGeom prst="ellipse">
              <a:avLst/>
            </a:prstGeom>
            <a:solidFill>
              <a:schemeClr val="accent2">
                <a:lumMod val="60000"/>
                <a:lumOff val="40000"/>
              </a:schemeClr>
            </a:solidFill>
            <a:ln>
              <a:noFill/>
            </a:ln>
          </p:spPr>
          <p:txBody>
            <a:bodyPr vert="horz" wrap="square" lIns="68580" tIns="34290" rIns="68580" bIns="34290" numCol="1" anchor="t" anchorCtr="0" compatLnSpc="1"/>
            <a:lstStyle/>
            <a:p>
              <a:endParaRPr lang="zh-CN" altLang="en-US" sz="1350"/>
            </a:p>
          </p:txBody>
        </p:sp>
        <p:grpSp>
          <p:nvGrpSpPr>
            <p:cNvPr id="9" name="组合 8"/>
            <p:cNvGrpSpPr/>
            <p:nvPr>
              <p:custDataLst>
                <p:tags r:id="rId8"/>
              </p:custDataLst>
            </p:nvPr>
          </p:nvGrpSpPr>
          <p:grpSpPr>
            <a:xfrm flipH="1">
              <a:off x="935037" y="1136650"/>
              <a:ext cx="5160963" cy="5434013"/>
              <a:chOff x="1157287" y="1136650"/>
              <a:chExt cx="5160963" cy="5434013"/>
            </a:xfrm>
          </p:grpSpPr>
          <p:sp>
            <p:nvSpPr>
              <p:cNvPr id="174" name="Freeform 34"/>
              <p:cNvSpPr/>
              <p:nvPr>
                <p:custDataLst>
                  <p:tags r:id="rId9"/>
                </p:custDataLst>
              </p:nvPr>
            </p:nvSpPr>
            <p:spPr bwMode="auto">
              <a:xfrm flipH="1">
                <a:off x="6226175" y="6007100"/>
                <a:ext cx="92075" cy="146050"/>
              </a:xfrm>
              <a:custGeom>
                <a:avLst/>
                <a:gdLst>
                  <a:gd name="T0" fmla="*/ 44 w 48"/>
                  <a:gd name="T1" fmla="*/ 77 h 77"/>
                  <a:gd name="T2" fmla="*/ 7 w 48"/>
                  <a:gd name="T3" fmla="*/ 0 h 77"/>
                  <a:gd name="T4" fmla="*/ 44 w 48"/>
                  <a:gd name="T5" fmla="*/ 77 h 77"/>
                </a:gdLst>
                <a:ahLst/>
                <a:cxnLst>
                  <a:cxn ang="0">
                    <a:pos x="T0" y="T1"/>
                  </a:cxn>
                  <a:cxn ang="0">
                    <a:pos x="T2" y="T3"/>
                  </a:cxn>
                  <a:cxn ang="0">
                    <a:pos x="T4" y="T5"/>
                  </a:cxn>
                </a:cxnLst>
                <a:rect l="0" t="0" r="r" b="b"/>
                <a:pathLst>
                  <a:path w="48" h="77">
                    <a:moveTo>
                      <a:pt x="44" y="77"/>
                    </a:moveTo>
                    <a:cubicBezTo>
                      <a:pt x="44" y="77"/>
                      <a:pt x="0" y="64"/>
                      <a:pt x="7" y="0"/>
                    </a:cubicBezTo>
                    <a:cubicBezTo>
                      <a:pt x="7" y="0"/>
                      <a:pt x="48" y="21"/>
                      <a:pt x="44" y="77"/>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grpSp>
            <p:nvGrpSpPr>
              <p:cNvPr id="8" name="组合 7"/>
              <p:cNvGrpSpPr/>
              <p:nvPr/>
            </p:nvGrpSpPr>
            <p:grpSpPr>
              <a:xfrm>
                <a:off x="1157287" y="1136650"/>
                <a:ext cx="5132388" cy="5434013"/>
                <a:chOff x="1157287" y="1136650"/>
                <a:chExt cx="5132388" cy="5434013"/>
              </a:xfrm>
            </p:grpSpPr>
            <p:sp>
              <p:nvSpPr>
                <p:cNvPr id="175" name="Freeform 35"/>
                <p:cNvSpPr/>
                <p:nvPr>
                  <p:custDataLst>
                    <p:tags r:id="rId10"/>
                  </p:custDataLst>
                </p:nvPr>
              </p:nvSpPr>
              <p:spPr bwMode="auto">
                <a:xfrm flipH="1">
                  <a:off x="6149975" y="6008688"/>
                  <a:ext cx="92075" cy="144463"/>
                </a:xfrm>
                <a:custGeom>
                  <a:avLst/>
                  <a:gdLst>
                    <a:gd name="T0" fmla="*/ 4 w 48"/>
                    <a:gd name="T1" fmla="*/ 76 h 76"/>
                    <a:gd name="T2" fmla="*/ 42 w 48"/>
                    <a:gd name="T3" fmla="*/ 0 h 76"/>
                    <a:gd name="T4" fmla="*/ 4 w 48"/>
                    <a:gd name="T5" fmla="*/ 76 h 76"/>
                  </a:gdLst>
                  <a:ahLst/>
                  <a:cxnLst>
                    <a:cxn ang="0">
                      <a:pos x="T0" y="T1"/>
                    </a:cxn>
                    <a:cxn ang="0">
                      <a:pos x="T2" y="T3"/>
                    </a:cxn>
                    <a:cxn ang="0">
                      <a:pos x="T4" y="T5"/>
                    </a:cxn>
                  </a:cxnLst>
                  <a:rect l="0" t="0" r="r" b="b"/>
                  <a:pathLst>
                    <a:path w="48" h="76">
                      <a:moveTo>
                        <a:pt x="4" y="76"/>
                      </a:moveTo>
                      <a:cubicBezTo>
                        <a:pt x="4" y="76"/>
                        <a:pt x="48" y="64"/>
                        <a:pt x="42" y="0"/>
                      </a:cubicBezTo>
                      <a:cubicBezTo>
                        <a:pt x="42" y="0"/>
                        <a:pt x="0" y="20"/>
                        <a:pt x="4" y="76"/>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176" name="Freeform 36"/>
                <p:cNvSpPr/>
                <p:nvPr>
                  <p:custDataLst>
                    <p:tags r:id="rId11"/>
                  </p:custDataLst>
                </p:nvPr>
              </p:nvSpPr>
              <p:spPr bwMode="auto">
                <a:xfrm flipH="1">
                  <a:off x="6172200" y="5932488"/>
                  <a:ext cx="117475" cy="163513"/>
                </a:xfrm>
                <a:custGeom>
                  <a:avLst/>
                  <a:gdLst>
                    <a:gd name="T0" fmla="*/ 28 w 61"/>
                    <a:gd name="T1" fmla="*/ 86 h 86"/>
                    <a:gd name="T2" fmla="*/ 27 w 61"/>
                    <a:gd name="T3" fmla="*/ 0 h 86"/>
                    <a:gd name="T4" fmla="*/ 28 w 61"/>
                    <a:gd name="T5" fmla="*/ 86 h 86"/>
                  </a:gdLst>
                  <a:ahLst/>
                  <a:cxnLst>
                    <a:cxn ang="0">
                      <a:pos x="T0" y="T1"/>
                    </a:cxn>
                    <a:cxn ang="0">
                      <a:pos x="T2" y="T3"/>
                    </a:cxn>
                    <a:cxn ang="0">
                      <a:pos x="T4" y="T5"/>
                    </a:cxn>
                  </a:cxnLst>
                  <a:rect l="0" t="0" r="r" b="b"/>
                  <a:pathLst>
                    <a:path w="61" h="86">
                      <a:moveTo>
                        <a:pt x="28" y="86"/>
                      </a:moveTo>
                      <a:cubicBezTo>
                        <a:pt x="28" y="86"/>
                        <a:pt x="61" y="54"/>
                        <a:pt x="27" y="0"/>
                      </a:cubicBezTo>
                      <a:cubicBezTo>
                        <a:pt x="27" y="0"/>
                        <a:pt x="0" y="40"/>
                        <a:pt x="28" y="86"/>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177" name="Freeform 37"/>
                <p:cNvSpPr/>
                <p:nvPr>
                  <p:custDataLst>
                    <p:tags r:id="rId12"/>
                  </p:custDataLst>
                </p:nvPr>
              </p:nvSpPr>
              <p:spPr bwMode="auto">
                <a:xfrm flipH="1">
                  <a:off x="5467350" y="6453188"/>
                  <a:ext cx="74613" cy="117475"/>
                </a:xfrm>
                <a:custGeom>
                  <a:avLst/>
                  <a:gdLst>
                    <a:gd name="T0" fmla="*/ 35 w 39"/>
                    <a:gd name="T1" fmla="*/ 62 h 62"/>
                    <a:gd name="T2" fmla="*/ 5 w 39"/>
                    <a:gd name="T3" fmla="*/ 0 h 62"/>
                    <a:gd name="T4" fmla="*/ 35 w 39"/>
                    <a:gd name="T5" fmla="*/ 62 h 62"/>
                  </a:gdLst>
                  <a:ahLst/>
                  <a:cxnLst>
                    <a:cxn ang="0">
                      <a:pos x="T0" y="T1"/>
                    </a:cxn>
                    <a:cxn ang="0">
                      <a:pos x="T2" y="T3"/>
                    </a:cxn>
                    <a:cxn ang="0">
                      <a:pos x="T4" y="T5"/>
                    </a:cxn>
                  </a:cxnLst>
                  <a:rect l="0" t="0" r="r" b="b"/>
                  <a:pathLst>
                    <a:path w="39" h="62">
                      <a:moveTo>
                        <a:pt x="35" y="62"/>
                      </a:moveTo>
                      <a:cubicBezTo>
                        <a:pt x="35" y="62"/>
                        <a:pt x="0" y="52"/>
                        <a:pt x="5" y="0"/>
                      </a:cubicBezTo>
                      <a:cubicBezTo>
                        <a:pt x="5" y="0"/>
                        <a:pt x="39" y="17"/>
                        <a:pt x="35" y="62"/>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178" name="Freeform 38"/>
                <p:cNvSpPr/>
                <p:nvPr>
                  <p:custDataLst>
                    <p:tags r:id="rId13"/>
                  </p:custDataLst>
                </p:nvPr>
              </p:nvSpPr>
              <p:spPr bwMode="auto">
                <a:xfrm flipH="1">
                  <a:off x="5408613" y="6454775"/>
                  <a:ext cx="73025" cy="115888"/>
                </a:xfrm>
                <a:custGeom>
                  <a:avLst/>
                  <a:gdLst>
                    <a:gd name="T0" fmla="*/ 3 w 38"/>
                    <a:gd name="T1" fmla="*/ 61 h 61"/>
                    <a:gd name="T2" fmla="*/ 34 w 38"/>
                    <a:gd name="T3" fmla="*/ 0 h 61"/>
                    <a:gd name="T4" fmla="*/ 3 w 38"/>
                    <a:gd name="T5" fmla="*/ 61 h 61"/>
                  </a:gdLst>
                  <a:ahLst/>
                  <a:cxnLst>
                    <a:cxn ang="0">
                      <a:pos x="T0" y="T1"/>
                    </a:cxn>
                    <a:cxn ang="0">
                      <a:pos x="T2" y="T3"/>
                    </a:cxn>
                    <a:cxn ang="0">
                      <a:pos x="T4" y="T5"/>
                    </a:cxn>
                  </a:cxnLst>
                  <a:rect l="0" t="0" r="r" b="b"/>
                  <a:pathLst>
                    <a:path w="38" h="61">
                      <a:moveTo>
                        <a:pt x="3" y="61"/>
                      </a:moveTo>
                      <a:cubicBezTo>
                        <a:pt x="3" y="61"/>
                        <a:pt x="38" y="52"/>
                        <a:pt x="34" y="0"/>
                      </a:cubicBezTo>
                      <a:cubicBezTo>
                        <a:pt x="34" y="0"/>
                        <a:pt x="0" y="16"/>
                        <a:pt x="3" y="61"/>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179" name="Freeform 39"/>
                <p:cNvSpPr/>
                <p:nvPr>
                  <p:custDataLst>
                    <p:tags r:id="rId14"/>
                  </p:custDataLst>
                </p:nvPr>
              </p:nvSpPr>
              <p:spPr bwMode="auto">
                <a:xfrm flipH="1">
                  <a:off x="5426075" y="6394450"/>
                  <a:ext cx="95250" cy="130175"/>
                </a:xfrm>
                <a:custGeom>
                  <a:avLst/>
                  <a:gdLst>
                    <a:gd name="T0" fmla="*/ 24 w 50"/>
                    <a:gd name="T1" fmla="*/ 69 h 69"/>
                    <a:gd name="T2" fmla="*/ 22 w 50"/>
                    <a:gd name="T3" fmla="*/ 0 h 69"/>
                    <a:gd name="T4" fmla="*/ 24 w 50"/>
                    <a:gd name="T5" fmla="*/ 69 h 69"/>
                  </a:gdLst>
                  <a:ahLst/>
                  <a:cxnLst>
                    <a:cxn ang="0">
                      <a:pos x="T0" y="T1"/>
                    </a:cxn>
                    <a:cxn ang="0">
                      <a:pos x="T2" y="T3"/>
                    </a:cxn>
                    <a:cxn ang="0">
                      <a:pos x="T4" y="T5"/>
                    </a:cxn>
                  </a:cxnLst>
                  <a:rect l="0" t="0" r="r" b="b"/>
                  <a:pathLst>
                    <a:path w="50" h="69">
                      <a:moveTo>
                        <a:pt x="24" y="69"/>
                      </a:moveTo>
                      <a:cubicBezTo>
                        <a:pt x="24" y="69"/>
                        <a:pt x="50" y="43"/>
                        <a:pt x="22" y="0"/>
                      </a:cubicBezTo>
                      <a:cubicBezTo>
                        <a:pt x="22" y="0"/>
                        <a:pt x="0" y="32"/>
                        <a:pt x="24" y="69"/>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180" name="Freeform 40"/>
                <p:cNvSpPr/>
                <p:nvPr>
                  <p:custDataLst>
                    <p:tags r:id="rId15"/>
                  </p:custDataLst>
                </p:nvPr>
              </p:nvSpPr>
              <p:spPr bwMode="auto">
                <a:xfrm flipH="1">
                  <a:off x="2339975" y="6389688"/>
                  <a:ext cx="73025" cy="117475"/>
                </a:xfrm>
                <a:custGeom>
                  <a:avLst/>
                  <a:gdLst>
                    <a:gd name="T0" fmla="*/ 35 w 39"/>
                    <a:gd name="T1" fmla="*/ 62 h 62"/>
                    <a:gd name="T2" fmla="*/ 5 w 39"/>
                    <a:gd name="T3" fmla="*/ 0 h 62"/>
                    <a:gd name="T4" fmla="*/ 35 w 39"/>
                    <a:gd name="T5" fmla="*/ 62 h 62"/>
                  </a:gdLst>
                  <a:ahLst/>
                  <a:cxnLst>
                    <a:cxn ang="0">
                      <a:pos x="T0" y="T1"/>
                    </a:cxn>
                    <a:cxn ang="0">
                      <a:pos x="T2" y="T3"/>
                    </a:cxn>
                    <a:cxn ang="0">
                      <a:pos x="T4" y="T5"/>
                    </a:cxn>
                  </a:cxnLst>
                  <a:rect l="0" t="0" r="r" b="b"/>
                  <a:pathLst>
                    <a:path w="39" h="62">
                      <a:moveTo>
                        <a:pt x="35" y="62"/>
                      </a:moveTo>
                      <a:cubicBezTo>
                        <a:pt x="35" y="62"/>
                        <a:pt x="0" y="52"/>
                        <a:pt x="5" y="0"/>
                      </a:cubicBezTo>
                      <a:cubicBezTo>
                        <a:pt x="5" y="0"/>
                        <a:pt x="39" y="17"/>
                        <a:pt x="35" y="62"/>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181" name="Freeform 41"/>
                <p:cNvSpPr/>
                <p:nvPr>
                  <p:custDataLst>
                    <p:tags r:id="rId16"/>
                  </p:custDataLst>
                </p:nvPr>
              </p:nvSpPr>
              <p:spPr bwMode="auto">
                <a:xfrm flipH="1">
                  <a:off x="2278062" y="6389688"/>
                  <a:ext cx="74613" cy="117475"/>
                </a:xfrm>
                <a:custGeom>
                  <a:avLst/>
                  <a:gdLst>
                    <a:gd name="T0" fmla="*/ 3 w 39"/>
                    <a:gd name="T1" fmla="*/ 62 h 62"/>
                    <a:gd name="T2" fmla="*/ 34 w 39"/>
                    <a:gd name="T3" fmla="*/ 0 h 62"/>
                    <a:gd name="T4" fmla="*/ 3 w 39"/>
                    <a:gd name="T5" fmla="*/ 62 h 62"/>
                  </a:gdLst>
                  <a:ahLst/>
                  <a:cxnLst>
                    <a:cxn ang="0">
                      <a:pos x="T0" y="T1"/>
                    </a:cxn>
                    <a:cxn ang="0">
                      <a:pos x="T2" y="T3"/>
                    </a:cxn>
                    <a:cxn ang="0">
                      <a:pos x="T4" y="T5"/>
                    </a:cxn>
                  </a:cxnLst>
                  <a:rect l="0" t="0" r="r" b="b"/>
                  <a:pathLst>
                    <a:path w="39" h="62">
                      <a:moveTo>
                        <a:pt x="3" y="62"/>
                      </a:moveTo>
                      <a:cubicBezTo>
                        <a:pt x="3" y="62"/>
                        <a:pt x="39" y="52"/>
                        <a:pt x="34" y="0"/>
                      </a:cubicBezTo>
                      <a:cubicBezTo>
                        <a:pt x="34" y="0"/>
                        <a:pt x="0" y="17"/>
                        <a:pt x="3" y="62"/>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182" name="Freeform 42"/>
                <p:cNvSpPr/>
                <p:nvPr>
                  <p:custDataLst>
                    <p:tags r:id="rId17"/>
                  </p:custDataLst>
                </p:nvPr>
              </p:nvSpPr>
              <p:spPr bwMode="auto">
                <a:xfrm flipH="1">
                  <a:off x="2295525" y="6330950"/>
                  <a:ext cx="95250" cy="131763"/>
                </a:xfrm>
                <a:custGeom>
                  <a:avLst/>
                  <a:gdLst>
                    <a:gd name="T0" fmla="*/ 23 w 50"/>
                    <a:gd name="T1" fmla="*/ 69 h 69"/>
                    <a:gd name="T2" fmla="*/ 22 w 50"/>
                    <a:gd name="T3" fmla="*/ 0 h 69"/>
                    <a:gd name="T4" fmla="*/ 23 w 50"/>
                    <a:gd name="T5" fmla="*/ 69 h 69"/>
                  </a:gdLst>
                  <a:ahLst/>
                  <a:cxnLst>
                    <a:cxn ang="0">
                      <a:pos x="T0" y="T1"/>
                    </a:cxn>
                    <a:cxn ang="0">
                      <a:pos x="T2" y="T3"/>
                    </a:cxn>
                    <a:cxn ang="0">
                      <a:pos x="T4" y="T5"/>
                    </a:cxn>
                  </a:cxnLst>
                  <a:rect l="0" t="0" r="r" b="b"/>
                  <a:pathLst>
                    <a:path w="50" h="69">
                      <a:moveTo>
                        <a:pt x="23" y="69"/>
                      </a:moveTo>
                      <a:cubicBezTo>
                        <a:pt x="23" y="69"/>
                        <a:pt x="50" y="43"/>
                        <a:pt x="22" y="0"/>
                      </a:cubicBezTo>
                      <a:cubicBezTo>
                        <a:pt x="22" y="0"/>
                        <a:pt x="0" y="32"/>
                        <a:pt x="23" y="69"/>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189" name="Freeform 49"/>
                <p:cNvSpPr/>
                <p:nvPr>
                  <p:custDataLst>
                    <p:tags r:id="rId18"/>
                  </p:custDataLst>
                </p:nvPr>
              </p:nvSpPr>
              <p:spPr bwMode="auto">
                <a:xfrm flipH="1">
                  <a:off x="1162050" y="1143000"/>
                  <a:ext cx="4940300" cy="2841625"/>
                </a:xfrm>
                <a:custGeom>
                  <a:avLst/>
                  <a:gdLst>
                    <a:gd name="T0" fmla="*/ 2551 w 2593"/>
                    <a:gd name="T1" fmla="*/ 1493 h 1493"/>
                    <a:gd name="T2" fmla="*/ 41 w 2593"/>
                    <a:gd name="T3" fmla="*/ 1493 h 1493"/>
                    <a:gd name="T4" fmla="*/ 0 w 2593"/>
                    <a:gd name="T5" fmla="*/ 1451 h 1493"/>
                    <a:gd name="T6" fmla="*/ 0 w 2593"/>
                    <a:gd name="T7" fmla="*/ 41 h 1493"/>
                    <a:gd name="T8" fmla="*/ 41 w 2593"/>
                    <a:gd name="T9" fmla="*/ 0 h 1493"/>
                    <a:gd name="T10" fmla="*/ 2551 w 2593"/>
                    <a:gd name="T11" fmla="*/ 0 h 1493"/>
                    <a:gd name="T12" fmla="*/ 2593 w 2593"/>
                    <a:gd name="T13" fmla="*/ 41 h 1493"/>
                    <a:gd name="T14" fmla="*/ 2593 w 2593"/>
                    <a:gd name="T15" fmla="*/ 1451 h 1493"/>
                    <a:gd name="T16" fmla="*/ 2551 w 2593"/>
                    <a:gd name="T17" fmla="*/ 1493 h 14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593" h="1493">
                      <a:moveTo>
                        <a:pt x="2551" y="1493"/>
                      </a:moveTo>
                      <a:cubicBezTo>
                        <a:pt x="41" y="1493"/>
                        <a:pt x="41" y="1493"/>
                        <a:pt x="41" y="1493"/>
                      </a:cubicBezTo>
                      <a:cubicBezTo>
                        <a:pt x="19" y="1493"/>
                        <a:pt x="0" y="1474"/>
                        <a:pt x="0" y="1451"/>
                      </a:cubicBezTo>
                      <a:cubicBezTo>
                        <a:pt x="0" y="41"/>
                        <a:pt x="0" y="41"/>
                        <a:pt x="0" y="41"/>
                      </a:cubicBezTo>
                      <a:cubicBezTo>
                        <a:pt x="0" y="18"/>
                        <a:pt x="19" y="0"/>
                        <a:pt x="41" y="0"/>
                      </a:cubicBezTo>
                      <a:cubicBezTo>
                        <a:pt x="2551" y="0"/>
                        <a:pt x="2551" y="0"/>
                        <a:pt x="2551" y="0"/>
                      </a:cubicBezTo>
                      <a:cubicBezTo>
                        <a:pt x="2574" y="0"/>
                        <a:pt x="2593" y="18"/>
                        <a:pt x="2593" y="41"/>
                      </a:cubicBezTo>
                      <a:cubicBezTo>
                        <a:pt x="2593" y="1451"/>
                        <a:pt x="2593" y="1451"/>
                        <a:pt x="2593" y="1451"/>
                      </a:cubicBezTo>
                      <a:cubicBezTo>
                        <a:pt x="2593" y="1474"/>
                        <a:pt x="2574" y="1493"/>
                        <a:pt x="2551" y="1493"/>
                      </a:cubicBezTo>
                      <a:close/>
                    </a:path>
                  </a:pathLst>
                </a:custGeom>
                <a:solidFill>
                  <a:srgbClr val="FADD74"/>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190" name="Freeform 50"/>
                <p:cNvSpPr/>
                <p:nvPr>
                  <p:custDataLst>
                    <p:tags r:id="rId19"/>
                  </p:custDataLst>
                </p:nvPr>
              </p:nvSpPr>
              <p:spPr bwMode="auto">
                <a:xfrm flipH="1">
                  <a:off x="4456112" y="1409700"/>
                  <a:ext cx="1646238" cy="2574925"/>
                </a:xfrm>
                <a:custGeom>
                  <a:avLst/>
                  <a:gdLst>
                    <a:gd name="T0" fmla="*/ 864 w 864"/>
                    <a:gd name="T1" fmla="*/ 1353 h 1353"/>
                    <a:gd name="T2" fmla="*/ 24 w 864"/>
                    <a:gd name="T3" fmla="*/ 1353 h 1353"/>
                    <a:gd name="T4" fmla="*/ 0 w 864"/>
                    <a:gd name="T5" fmla="*/ 1329 h 1353"/>
                    <a:gd name="T6" fmla="*/ 0 w 864"/>
                    <a:gd name="T7" fmla="*/ 0 h 1353"/>
                    <a:gd name="T8" fmla="*/ 864 w 864"/>
                    <a:gd name="T9" fmla="*/ 0 h 1353"/>
                    <a:gd name="T10" fmla="*/ 864 w 864"/>
                    <a:gd name="T11" fmla="*/ 1353 h 1353"/>
                  </a:gdLst>
                  <a:ahLst/>
                  <a:cxnLst>
                    <a:cxn ang="0">
                      <a:pos x="T0" y="T1"/>
                    </a:cxn>
                    <a:cxn ang="0">
                      <a:pos x="T2" y="T3"/>
                    </a:cxn>
                    <a:cxn ang="0">
                      <a:pos x="T4" y="T5"/>
                    </a:cxn>
                    <a:cxn ang="0">
                      <a:pos x="T6" y="T7"/>
                    </a:cxn>
                    <a:cxn ang="0">
                      <a:pos x="T8" y="T9"/>
                    </a:cxn>
                    <a:cxn ang="0">
                      <a:pos x="T10" y="T11"/>
                    </a:cxn>
                  </a:cxnLst>
                  <a:rect l="0" t="0" r="r" b="b"/>
                  <a:pathLst>
                    <a:path w="864" h="1353">
                      <a:moveTo>
                        <a:pt x="864" y="1353"/>
                      </a:moveTo>
                      <a:cubicBezTo>
                        <a:pt x="24" y="1353"/>
                        <a:pt x="24" y="1353"/>
                        <a:pt x="24" y="1353"/>
                      </a:cubicBezTo>
                      <a:cubicBezTo>
                        <a:pt x="11" y="1353"/>
                        <a:pt x="0" y="1342"/>
                        <a:pt x="0" y="1329"/>
                      </a:cubicBezTo>
                      <a:cubicBezTo>
                        <a:pt x="0" y="0"/>
                        <a:pt x="0" y="0"/>
                        <a:pt x="0" y="0"/>
                      </a:cubicBezTo>
                      <a:cubicBezTo>
                        <a:pt x="864" y="0"/>
                        <a:pt x="864" y="0"/>
                        <a:pt x="864" y="0"/>
                      </a:cubicBezTo>
                      <a:lnTo>
                        <a:pt x="864" y="1353"/>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192" name="Freeform 52"/>
                <p:cNvSpPr/>
                <p:nvPr>
                  <p:custDataLst>
                    <p:tags r:id="rId20"/>
                  </p:custDataLst>
                </p:nvPr>
              </p:nvSpPr>
              <p:spPr bwMode="auto">
                <a:xfrm flipH="1">
                  <a:off x="1157287" y="1136650"/>
                  <a:ext cx="4954588" cy="273050"/>
                </a:xfrm>
                <a:custGeom>
                  <a:avLst/>
                  <a:gdLst>
                    <a:gd name="T0" fmla="*/ 5 w 2600"/>
                    <a:gd name="T1" fmla="*/ 143 h 143"/>
                    <a:gd name="T2" fmla="*/ 2598 w 2600"/>
                    <a:gd name="T3" fmla="*/ 143 h 143"/>
                    <a:gd name="T4" fmla="*/ 2598 w 2600"/>
                    <a:gd name="T5" fmla="*/ 93 h 143"/>
                    <a:gd name="T6" fmla="*/ 2569 w 2600"/>
                    <a:gd name="T7" fmla="*/ 27 h 143"/>
                    <a:gd name="T8" fmla="*/ 2504 w 2600"/>
                    <a:gd name="T9" fmla="*/ 3 h 143"/>
                    <a:gd name="T10" fmla="*/ 103 w 2600"/>
                    <a:gd name="T11" fmla="*/ 3 h 143"/>
                    <a:gd name="T12" fmla="*/ 34 w 2600"/>
                    <a:gd name="T13" fmla="*/ 29 h 143"/>
                    <a:gd name="T14" fmla="*/ 5 w 2600"/>
                    <a:gd name="T15" fmla="*/ 104 h 143"/>
                    <a:gd name="T16" fmla="*/ 5 w 2600"/>
                    <a:gd name="T17" fmla="*/ 143 h 1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600" h="143">
                      <a:moveTo>
                        <a:pt x="5" y="143"/>
                      </a:moveTo>
                      <a:cubicBezTo>
                        <a:pt x="2598" y="143"/>
                        <a:pt x="2598" y="143"/>
                        <a:pt x="2598" y="143"/>
                      </a:cubicBezTo>
                      <a:cubicBezTo>
                        <a:pt x="2598" y="93"/>
                        <a:pt x="2598" y="93"/>
                        <a:pt x="2598" y="93"/>
                      </a:cubicBezTo>
                      <a:cubicBezTo>
                        <a:pt x="2598" y="93"/>
                        <a:pt x="2600" y="52"/>
                        <a:pt x="2569" y="27"/>
                      </a:cubicBezTo>
                      <a:cubicBezTo>
                        <a:pt x="2538" y="3"/>
                        <a:pt x="2511" y="3"/>
                        <a:pt x="2504" y="3"/>
                      </a:cubicBezTo>
                      <a:cubicBezTo>
                        <a:pt x="2498" y="3"/>
                        <a:pt x="103" y="3"/>
                        <a:pt x="103" y="3"/>
                      </a:cubicBezTo>
                      <a:cubicBezTo>
                        <a:pt x="103" y="3"/>
                        <a:pt x="68" y="0"/>
                        <a:pt x="34" y="29"/>
                      </a:cubicBezTo>
                      <a:cubicBezTo>
                        <a:pt x="0" y="58"/>
                        <a:pt x="5" y="104"/>
                        <a:pt x="5" y="104"/>
                      </a:cubicBezTo>
                      <a:lnTo>
                        <a:pt x="5" y="143"/>
                      </a:lnTo>
                      <a:close/>
                    </a:path>
                  </a:pathLst>
                </a:custGeom>
                <a:solidFill>
                  <a:srgbClr val="34525C"/>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271" name="Freeform 131"/>
                <p:cNvSpPr/>
                <p:nvPr>
                  <p:custDataLst>
                    <p:tags r:id="rId21"/>
                  </p:custDataLst>
                </p:nvPr>
              </p:nvSpPr>
              <p:spPr bwMode="auto">
                <a:xfrm flipH="1">
                  <a:off x="4541838" y="1490663"/>
                  <a:ext cx="1473200" cy="1192213"/>
                </a:xfrm>
                <a:custGeom>
                  <a:avLst/>
                  <a:gdLst>
                    <a:gd name="T0" fmla="*/ 646 w 773"/>
                    <a:gd name="T1" fmla="*/ 624 h 626"/>
                    <a:gd name="T2" fmla="*/ 12 w 773"/>
                    <a:gd name="T3" fmla="*/ 502 h 626"/>
                    <a:gd name="T4" fmla="*/ 2 w 773"/>
                    <a:gd name="T5" fmla="*/ 487 h 626"/>
                    <a:gd name="T6" fmla="*/ 112 w 773"/>
                    <a:gd name="T7" fmla="*/ 11 h 626"/>
                    <a:gd name="T8" fmla="*/ 128 w 773"/>
                    <a:gd name="T9" fmla="*/ 1 h 626"/>
                    <a:gd name="T10" fmla="*/ 761 w 773"/>
                    <a:gd name="T11" fmla="*/ 124 h 626"/>
                    <a:gd name="T12" fmla="*/ 772 w 773"/>
                    <a:gd name="T13" fmla="*/ 138 h 626"/>
                    <a:gd name="T14" fmla="*/ 662 w 773"/>
                    <a:gd name="T15" fmla="*/ 615 h 626"/>
                    <a:gd name="T16" fmla="*/ 646 w 773"/>
                    <a:gd name="T17" fmla="*/ 624 h 6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73" h="626">
                      <a:moveTo>
                        <a:pt x="646" y="624"/>
                      </a:moveTo>
                      <a:cubicBezTo>
                        <a:pt x="12" y="502"/>
                        <a:pt x="12" y="502"/>
                        <a:pt x="12" y="502"/>
                      </a:cubicBezTo>
                      <a:cubicBezTo>
                        <a:pt x="5" y="500"/>
                        <a:pt x="0" y="494"/>
                        <a:pt x="2" y="487"/>
                      </a:cubicBezTo>
                      <a:cubicBezTo>
                        <a:pt x="112" y="11"/>
                        <a:pt x="112" y="11"/>
                        <a:pt x="112" y="11"/>
                      </a:cubicBezTo>
                      <a:cubicBezTo>
                        <a:pt x="113" y="4"/>
                        <a:pt x="120" y="0"/>
                        <a:pt x="128" y="1"/>
                      </a:cubicBezTo>
                      <a:cubicBezTo>
                        <a:pt x="761" y="124"/>
                        <a:pt x="761" y="124"/>
                        <a:pt x="761" y="124"/>
                      </a:cubicBezTo>
                      <a:cubicBezTo>
                        <a:pt x="768" y="125"/>
                        <a:pt x="773" y="132"/>
                        <a:pt x="772" y="138"/>
                      </a:cubicBezTo>
                      <a:cubicBezTo>
                        <a:pt x="662" y="615"/>
                        <a:pt x="662" y="615"/>
                        <a:pt x="662" y="615"/>
                      </a:cubicBezTo>
                      <a:cubicBezTo>
                        <a:pt x="660" y="622"/>
                        <a:pt x="653" y="626"/>
                        <a:pt x="646" y="624"/>
                      </a:cubicBezTo>
                      <a:close/>
                    </a:path>
                  </a:pathLst>
                </a:custGeom>
                <a:solidFill>
                  <a:srgbClr val="FADD74"/>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183" name="Freeform 43"/>
                <p:cNvSpPr/>
                <p:nvPr>
                  <p:custDataLst>
                    <p:tags r:id="rId22"/>
                  </p:custDataLst>
                </p:nvPr>
              </p:nvSpPr>
              <p:spPr bwMode="auto">
                <a:xfrm flipH="1">
                  <a:off x="3741737" y="6008688"/>
                  <a:ext cx="87313" cy="138113"/>
                </a:xfrm>
                <a:custGeom>
                  <a:avLst/>
                  <a:gdLst>
                    <a:gd name="T0" fmla="*/ 41 w 46"/>
                    <a:gd name="T1" fmla="*/ 72 h 72"/>
                    <a:gd name="T2" fmla="*/ 6 w 46"/>
                    <a:gd name="T3" fmla="*/ 0 h 72"/>
                    <a:gd name="T4" fmla="*/ 41 w 46"/>
                    <a:gd name="T5" fmla="*/ 72 h 72"/>
                  </a:gdLst>
                  <a:ahLst/>
                  <a:cxnLst>
                    <a:cxn ang="0">
                      <a:pos x="T0" y="T1"/>
                    </a:cxn>
                    <a:cxn ang="0">
                      <a:pos x="T2" y="T3"/>
                    </a:cxn>
                    <a:cxn ang="0">
                      <a:pos x="T4" y="T5"/>
                    </a:cxn>
                  </a:cxnLst>
                  <a:rect l="0" t="0" r="r" b="b"/>
                  <a:pathLst>
                    <a:path w="46" h="72">
                      <a:moveTo>
                        <a:pt x="41" y="72"/>
                      </a:moveTo>
                      <a:cubicBezTo>
                        <a:pt x="41" y="72"/>
                        <a:pt x="0" y="61"/>
                        <a:pt x="6" y="0"/>
                      </a:cubicBezTo>
                      <a:cubicBezTo>
                        <a:pt x="6" y="0"/>
                        <a:pt x="46" y="20"/>
                        <a:pt x="41" y="72"/>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184" name="Freeform 44"/>
                <p:cNvSpPr/>
                <p:nvPr>
                  <p:custDataLst>
                    <p:tags r:id="rId23"/>
                  </p:custDataLst>
                </p:nvPr>
              </p:nvSpPr>
              <p:spPr bwMode="auto">
                <a:xfrm flipH="1">
                  <a:off x="3670300" y="6011863"/>
                  <a:ext cx="88900" cy="134938"/>
                </a:xfrm>
                <a:custGeom>
                  <a:avLst/>
                  <a:gdLst>
                    <a:gd name="T0" fmla="*/ 4 w 46"/>
                    <a:gd name="T1" fmla="*/ 71 h 71"/>
                    <a:gd name="T2" fmla="*/ 40 w 46"/>
                    <a:gd name="T3" fmla="*/ 0 h 71"/>
                    <a:gd name="T4" fmla="*/ 4 w 46"/>
                    <a:gd name="T5" fmla="*/ 71 h 71"/>
                  </a:gdLst>
                  <a:ahLst/>
                  <a:cxnLst>
                    <a:cxn ang="0">
                      <a:pos x="T0" y="T1"/>
                    </a:cxn>
                    <a:cxn ang="0">
                      <a:pos x="T2" y="T3"/>
                    </a:cxn>
                    <a:cxn ang="0">
                      <a:pos x="T4" y="T5"/>
                    </a:cxn>
                  </a:cxnLst>
                  <a:rect l="0" t="0" r="r" b="b"/>
                  <a:pathLst>
                    <a:path w="46" h="71">
                      <a:moveTo>
                        <a:pt x="4" y="71"/>
                      </a:moveTo>
                      <a:cubicBezTo>
                        <a:pt x="4" y="71"/>
                        <a:pt x="46" y="60"/>
                        <a:pt x="40" y="0"/>
                      </a:cubicBezTo>
                      <a:cubicBezTo>
                        <a:pt x="40" y="0"/>
                        <a:pt x="0" y="19"/>
                        <a:pt x="4" y="71"/>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185" name="Freeform 45"/>
                <p:cNvSpPr/>
                <p:nvPr>
                  <p:custDataLst>
                    <p:tags r:id="rId24"/>
                  </p:custDataLst>
                </p:nvPr>
              </p:nvSpPr>
              <p:spPr bwMode="auto">
                <a:xfrm flipH="1">
                  <a:off x="3692525" y="5940425"/>
                  <a:ext cx="109538" cy="153988"/>
                </a:xfrm>
                <a:custGeom>
                  <a:avLst/>
                  <a:gdLst>
                    <a:gd name="T0" fmla="*/ 27 w 58"/>
                    <a:gd name="T1" fmla="*/ 81 h 81"/>
                    <a:gd name="T2" fmla="*/ 26 w 58"/>
                    <a:gd name="T3" fmla="*/ 0 h 81"/>
                    <a:gd name="T4" fmla="*/ 27 w 58"/>
                    <a:gd name="T5" fmla="*/ 81 h 81"/>
                  </a:gdLst>
                  <a:ahLst/>
                  <a:cxnLst>
                    <a:cxn ang="0">
                      <a:pos x="T0" y="T1"/>
                    </a:cxn>
                    <a:cxn ang="0">
                      <a:pos x="T2" y="T3"/>
                    </a:cxn>
                    <a:cxn ang="0">
                      <a:pos x="T4" y="T5"/>
                    </a:cxn>
                  </a:cxnLst>
                  <a:rect l="0" t="0" r="r" b="b"/>
                  <a:pathLst>
                    <a:path w="58" h="81">
                      <a:moveTo>
                        <a:pt x="27" y="81"/>
                      </a:moveTo>
                      <a:cubicBezTo>
                        <a:pt x="27" y="81"/>
                        <a:pt x="58" y="50"/>
                        <a:pt x="26" y="0"/>
                      </a:cubicBezTo>
                      <a:cubicBezTo>
                        <a:pt x="26" y="0"/>
                        <a:pt x="0" y="37"/>
                        <a:pt x="27" y="81"/>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186" name="Freeform 46"/>
                <p:cNvSpPr/>
                <p:nvPr>
                  <p:custDataLst>
                    <p:tags r:id="rId25"/>
                  </p:custDataLst>
                </p:nvPr>
              </p:nvSpPr>
              <p:spPr bwMode="auto">
                <a:xfrm flipH="1">
                  <a:off x="1462088" y="6045200"/>
                  <a:ext cx="88900" cy="139700"/>
                </a:xfrm>
                <a:custGeom>
                  <a:avLst/>
                  <a:gdLst>
                    <a:gd name="T0" fmla="*/ 41 w 46"/>
                    <a:gd name="T1" fmla="*/ 73 h 73"/>
                    <a:gd name="T2" fmla="*/ 6 w 46"/>
                    <a:gd name="T3" fmla="*/ 0 h 73"/>
                    <a:gd name="T4" fmla="*/ 41 w 46"/>
                    <a:gd name="T5" fmla="*/ 73 h 73"/>
                  </a:gdLst>
                  <a:ahLst/>
                  <a:cxnLst>
                    <a:cxn ang="0">
                      <a:pos x="T0" y="T1"/>
                    </a:cxn>
                    <a:cxn ang="0">
                      <a:pos x="T2" y="T3"/>
                    </a:cxn>
                    <a:cxn ang="0">
                      <a:pos x="T4" y="T5"/>
                    </a:cxn>
                  </a:cxnLst>
                  <a:rect l="0" t="0" r="r" b="b"/>
                  <a:pathLst>
                    <a:path w="46" h="73">
                      <a:moveTo>
                        <a:pt x="41" y="73"/>
                      </a:moveTo>
                      <a:cubicBezTo>
                        <a:pt x="41" y="73"/>
                        <a:pt x="0" y="61"/>
                        <a:pt x="6" y="0"/>
                      </a:cubicBezTo>
                      <a:cubicBezTo>
                        <a:pt x="6" y="0"/>
                        <a:pt x="46" y="20"/>
                        <a:pt x="41" y="73"/>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187" name="Freeform 47"/>
                <p:cNvSpPr/>
                <p:nvPr>
                  <p:custDataLst>
                    <p:tags r:id="rId26"/>
                  </p:custDataLst>
                </p:nvPr>
              </p:nvSpPr>
              <p:spPr bwMode="auto">
                <a:xfrm flipH="1">
                  <a:off x="1392237" y="6045200"/>
                  <a:ext cx="87313" cy="139700"/>
                </a:xfrm>
                <a:custGeom>
                  <a:avLst/>
                  <a:gdLst>
                    <a:gd name="T0" fmla="*/ 4 w 46"/>
                    <a:gd name="T1" fmla="*/ 73 h 73"/>
                    <a:gd name="T2" fmla="*/ 41 w 46"/>
                    <a:gd name="T3" fmla="*/ 0 h 73"/>
                    <a:gd name="T4" fmla="*/ 4 w 46"/>
                    <a:gd name="T5" fmla="*/ 73 h 73"/>
                  </a:gdLst>
                  <a:ahLst/>
                  <a:cxnLst>
                    <a:cxn ang="0">
                      <a:pos x="T0" y="T1"/>
                    </a:cxn>
                    <a:cxn ang="0">
                      <a:pos x="T2" y="T3"/>
                    </a:cxn>
                    <a:cxn ang="0">
                      <a:pos x="T4" y="T5"/>
                    </a:cxn>
                  </a:cxnLst>
                  <a:rect l="0" t="0" r="r" b="b"/>
                  <a:pathLst>
                    <a:path w="46" h="73">
                      <a:moveTo>
                        <a:pt x="4" y="73"/>
                      </a:moveTo>
                      <a:cubicBezTo>
                        <a:pt x="4" y="73"/>
                        <a:pt x="46" y="61"/>
                        <a:pt x="41" y="0"/>
                      </a:cubicBezTo>
                      <a:cubicBezTo>
                        <a:pt x="41" y="0"/>
                        <a:pt x="0" y="20"/>
                        <a:pt x="4" y="73"/>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188" name="Freeform 48"/>
                <p:cNvSpPr/>
                <p:nvPr>
                  <p:custDataLst>
                    <p:tags r:id="rId27"/>
                  </p:custDataLst>
                </p:nvPr>
              </p:nvSpPr>
              <p:spPr bwMode="auto">
                <a:xfrm flipH="1">
                  <a:off x="1412875" y="5975350"/>
                  <a:ext cx="112713" cy="155575"/>
                </a:xfrm>
                <a:custGeom>
                  <a:avLst/>
                  <a:gdLst>
                    <a:gd name="T0" fmla="*/ 28 w 59"/>
                    <a:gd name="T1" fmla="*/ 82 h 82"/>
                    <a:gd name="T2" fmla="*/ 27 w 59"/>
                    <a:gd name="T3" fmla="*/ 0 h 82"/>
                    <a:gd name="T4" fmla="*/ 28 w 59"/>
                    <a:gd name="T5" fmla="*/ 82 h 82"/>
                  </a:gdLst>
                  <a:ahLst/>
                  <a:cxnLst>
                    <a:cxn ang="0">
                      <a:pos x="T0" y="T1"/>
                    </a:cxn>
                    <a:cxn ang="0">
                      <a:pos x="T2" y="T3"/>
                    </a:cxn>
                    <a:cxn ang="0">
                      <a:pos x="T4" y="T5"/>
                    </a:cxn>
                  </a:cxnLst>
                  <a:rect l="0" t="0" r="r" b="b"/>
                  <a:pathLst>
                    <a:path w="59" h="82">
                      <a:moveTo>
                        <a:pt x="28" y="82"/>
                      </a:moveTo>
                      <a:cubicBezTo>
                        <a:pt x="28" y="82"/>
                        <a:pt x="59" y="51"/>
                        <a:pt x="27" y="0"/>
                      </a:cubicBezTo>
                      <a:cubicBezTo>
                        <a:pt x="27" y="0"/>
                        <a:pt x="0" y="37"/>
                        <a:pt x="28" y="82"/>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172" name="Oval 32"/>
                <p:cNvSpPr>
                  <a:spLocks noChangeArrowheads="1"/>
                </p:cNvSpPr>
                <p:nvPr>
                  <p:custDataLst>
                    <p:tags r:id="rId28"/>
                  </p:custDataLst>
                </p:nvPr>
              </p:nvSpPr>
              <p:spPr bwMode="auto">
                <a:xfrm flipH="1">
                  <a:off x="3854450" y="6224588"/>
                  <a:ext cx="1831975" cy="109538"/>
                </a:xfrm>
                <a:prstGeom prst="ellipse">
                  <a:avLst/>
                </a:prstGeom>
                <a:solidFill>
                  <a:schemeClr val="tx2">
                    <a:alpha val="70000"/>
                  </a:schemeClr>
                </a:solidFill>
                <a:ln>
                  <a:noFill/>
                </a:ln>
              </p:spPr>
              <p:txBody>
                <a:bodyPr vert="horz" wrap="square" lIns="68580" tIns="34290" rIns="68580" bIns="34290" numCol="1" anchor="t" anchorCtr="0" compatLnSpc="1"/>
                <a:lstStyle/>
                <a:p>
                  <a:endParaRPr lang="zh-CN" altLang="en-US" sz="1350"/>
                </a:p>
              </p:txBody>
            </p:sp>
            <p:sp>
              <p:nvSpPr>
                <p:cNvPr id="173" name="Oval 33"/>
                <p:cNvSpPr>
                  <a:spLocks noChangeArrowheads="1"/>
                </p:cNvSpPr>
                <p:nvPr>
                  <p:custDataLst>
                    <p:tags r:id="rId29"/>
                  </p:custDataLst>
                </p:nvPr>
              </p:nvSpPr>
              <p:spPr bwMode="auto">
                <a:xfrm flipH="1">
                  <a:off x="1160463" y="6210300"/>
                  <a:ext cx="1831975" cy="111125"/>
                </a:xfrm>
                <a:prstGeom prst="ellipse">
                  <a:avLst/>
                </a:prstGeom>
                <a:solidFill>
                  <a:schemeClr val="tx2">
                    <a:alpha val="70000"/>
                  </a:schemeClr>
                </a:solidFill>
                <a:ln>
                  <a:noFill/>
                </a:ln>
              </p:spPr>
              <p:txBody>
                <a:bodyPr vert="horz" wrap="square" lIns="68580" tIns="34290" rIns="68580" bIns="34290" numCol="1" anchor="t" anchorCtr="0" compatLnSpc="1"/>
                <a:lstStyle/>
                <a:p>
                  <a:endParaRPr lang="zh-CN" altLang="en-US" sz="1350"/>
                </a:p>
              </p:txBody>
            </p:sp>
            <p:sp>
              <p:nvSpPr>
                <p:cNvPr id="191" name="Freeform 51"/>
                <p:cNvSpPr/>
                <p:nvPr>
                  <p:custDataLst>
                    <p:tags r:id="rId30"/>
                  </p:custDataLst>
                </p:nvPr>
              </p:nvSpPr>
              <p:spPr bwMode="auto">
                <a:xfrm flipH="1">
                  <a:off x="1162050" y="1409700"/>
                  <a:ext cx="1647825" cy="2574925"/>
                </a:xfrm>
                <a:custGeom>
                  <a:avLst/>
                  <a:gdLst>
                    <a:gd name="T0" fmla="*/ 825 w 865"/>
                    <a:gd name="T1" fmla="*/ 1353 h 1353"/>
                    <a:gd name="T2" fmla="*/ 0 w 865"/>
                    <a:gd name="T3" fmla="*/ 1353 h 1353"/>
                    <a:gd name="T4" fmla="*/ 0 w 865"/>
                    <a:gd name="T5" fmla="*/ 0 h 1353"/>
                    <a:gd name="T6" fmla="*/ 865 w 865"/>
                    <a:gd name="T7" fmla="*/ 0 h 1353"/>
                    <a:gd name="T8" fmla="*/ 865 w 865"/>
                    <a:gd name="T9" fmla="*/ 1313 h 1353"/>
                    <a:gd name="T10" fmla="*/ 825 w 865"/>
                    <a:gd name="T11" fmla="*/ 1353 h 1353"/>
                  </a:gdLst>
                  <a:ahLst/>
                  <a:cxnLst>
                    <a:cxn ang="0">
                      <a:pos x="T0" y="T1"/>
                    </a:cxn>
                    <a:cxn ang="0">
                      <a:pos x="T2" y="T3"/>
                    </a:cxn>
                    <a:cxn ang="0">
                      <a:pos x="T4" y="T5"/>
                    </a:cxn>
                    <a:cxn ang="0">
                      <a:pos x="T6" y="T7"/>
                    </a:cxn>
                    <a:cxn ang="0">
                      <a:pos x="T8" y="T9"/>
                    </a:cxn>
                    <a:cxn ang="0">
                      <a:pos x="T10" y="T11"/>
                    </a:cxn>
                  </a:cxnLst>
                  <a:rect l="0" t="0" r="r" b="b"/>
                  <a:pathLst>
                    <a:path w="865" h="1353">
                      <a:moveTo>
                        <a:pt x="825" y="1353"/>
                      </a:moveTo>
                      <a:cubicBezTo>
                        <a:pt x="0" y="1353"/>
                        <a:pt x="0" y="1353"/>
                        <a:pt x="0" y="1353"/>
                      </a:cubicBezTo>
                      <a:cubicBezTo>
                        <a:pt x="0" y="0"/>
                        <a:pt x="0" y="0"/>
                        <a:pt x="0" y="0"/>
                      </a:cubicBezTo>
                      <a:cubicBezTo>
                        <a:pt x="865" y="0"/>
                        <a:pt x="865" y="0"/>
                        <a:pt x="865" y="0"/>
                      </a:cubicBezTo>
                      <a:cubicBezTo>
                        <a:pt x="865" y="1313"/>
                        <a:pt x="865" y="1313"/>
                        <a:pt x="865" y="1313"/>
                      </a:cubicBezTo>
                      <a:cubicBezTo>
                        <a:pt x="865" y="1335"/>
                        <a:pt x="847" y="1353"/>
                        <a:pt x="825" y="1353"/>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193" name="Oval 53"/>
                <p:cNvSpPr>
                  <a:spLocks noChangeArrowheads="1"/>
                </p:cNvSpPr>
                <p:nvPr>
                  <p:custDataLst>
                    <p:tags r:id="rId31"/>
                  </p:custDataLst>
                </p:nvPr>
              </p:nvSpPr>
              <p:spPr bwMode="auto">
                <a:xfrm flipH="1">
                  <a:off x="5770563" y="1230313"/>
                  <a:ext cx="98425" cy="92075"/>
                </a:xfrm>
                <a:prstGeom prst="ellipse">
                  <a:avLst/>
                </a:prstGeom>
                <a:solidFill>
                  <a:srgbClr val="E6332A"/>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194" name="Oval 54"/>
                <p:cNvSpPr>
                  <a:spLocks noChangeArrowheads="1"/>
                </p:cNvSpPr>
                <p:nvPr>
                  <p:custDataLst>
                    <p:tags r:id="rId32"/>
                  </p:custDataLst>
                </p:nvPr>
              </p:nvSpPr>
              <p:spPr bwMode="auto">
                <a:xfrm flipH="1">
                  <a:off x="5484813" y="1230313"/>
                  <a:ext cx="101600" cy="92075"/>
                </a:xfrm>
                <a:prstGeom prst="ellipse">
                  <a:avLst/>
                </a:prstGeom>
                <a:solidFill>
                  <a:srgbClr val="74C8D6"/>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195" name="Oval 55"/>
                <p:cNvSpPr>
                  <a:spLocks noChangeArrowheads="1"/>
                </p:cNvSpPr>
                <p:nvPr>
                  <p:custDataLst>
                    <p:tags r:id="rId33"/>
                  </p:custDataLst>
                </p:nvPr>
              </p:nvSpPr>
              <p:spPr bwMode="auto">
                <a:xfrm flipH="1">
                  <a:off x="5200650" y="1230313"/>
                  <a:ext cx="100013" cy="92075"/>
                </a:xfrm>
                <a:prstGeom prst="ellipse">
                  <a:avLst/>
                </a:prstGeom>
                <a:solidFill>
                  <a:srgbClr val="FADD74"/>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196" name="Freeform 56"/>
                <p:cNvSpPr/>
                <p:nvPr>
                  <p:custDataLst>
                    <p:tags r:id="rId34"/>
                  </p:custDataLst>
                </p:nvPr>
              </p:nvSpPr>
              <p:spPr bwMode="auto">
                <a:xfrm flipH="1">
                  <a:off x="1690688" y="1206500"/>
                  <a:ext cx="3327400" cy="144463"/>
                </a:xfrm>
                <a:custGeom>
                  <a:avLst/>
                  <a:gdLst>
                    <a:gd name="T0" fmla="*/ 1738 w 1746"/>
                    <a:gd name="T1" fmla="*/ 76 h 76"/>
                    <a:gd name="T2" fmla="*/ 8 w 1746"/>
                    <a:gd name="T3" fmla="*/ 76 h 76"/>
                    <a:gd name="T4" fmla="*/ 0 w 1746"/>
                    <a:gd name="T5" fmla="*/ 67 h 76"/>
                    <a:gd name="T6" fmla="*/ 0 w 1746"/>
                    <a:gd name="T7" fmla="*/ 8 h 76"/>
                    <a:gd name="T8" fmla="*/ 8 w 1746"/>
                    <a:gd name="T9" fmla="*/ 0 h 76"/>
                    <a:gd name="T10" fmla="*/ 1738 w 1746"/>
                    <a:gd name="T11" fmla="*/ 0 h 76"/>
                    <a:gd name="T12" fmla="*/ 1746 w 1746"/>
                    <a:gd name="T13" fmla="*/ 8 h 76"/>
                    <a:gd name="T14" fmla="*/ 1746 w 1746"/>
                    <a:gd name="T15" fmla="*/ 67 h 76"/>
                    <a:gd name="T16" fmla="*/ 1738 w 1746"/>
                    <a:gd name="T17" fmla="*/ 76 h 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46" h="76">
                      <a:moveTo>
                        <a:pt x="1738" y="76"/>
                      </a:moveTo>
                      <a:cubicBezTo>
                        <a:pt x="8" y="76"/>
                        <a:pt x="8" y="76"/>
                        <a:pt x="8" y="76"/>
                      </a:cubicBezTo>
                      <a:cubicBezTo>
                        <a:pt x="3" y="76"/>
                        <a:pt x="0" y="72"/>
                        <a:pt x="0" y="67"/>
                      </a:cubicBezTo>
                      <a:cubicBezTo>
                        <a:pt x="0" y="8"/>
                        <a:pt x="0" y="8"/>
                        <a:pt x="0" y="8"/>
                      </a:cubicBezTo>
                      <a:cubicBezTo>
                        <a:pt x="0" y="4"/>
                        <a:pt x="3" y="0"/>
                        <a:pt x="8" y="0"/>
                      </a:cubicBezTo>
                      <a:cubicBezTo>
                        <a:pt x="1738" y="0"/>
                        <a:pt x="1738" y="0"/>
                        <a:pt x="1738" y="0"/>
                      </a:cubicBezTo>
                      <a:cubicBezTo>
                        <a:pt x="1742" y="0"/>
                        <a:pt x="1746" y="4"/>
                        <a:pt x="1746" y="8"/>
                      </a:cubicBezTo>
                      <a:cubicBezTo>
                        <a:pt x="1746" y="67"/>
                        <a:pt x="1746" y="67"/>
                        <a:pt x="1746" y="67"/>
                      </a:cubicBezTo>
                      <a:cubicBezTo>
                        <a:pt x="1746" y="72"/>
                        <a:pt x="1742" y="76"/>
                        <a:pt x="1738" y="76"/>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197" name="Freeform 57"/>
                <p:cNvSpPr/>
                <p:nvPr>
                  <p:custDataLst>
                    <p:tags r:id="rId35"/>
                  </p:custDataLst>
                </p:nvPr>
              </p:nvSpPr>
              <p:spPr bwMode="auto">
                <a:xfrm flipH="1">
                  <a:off x="4619625" y="2874963"/>
                  <a:ext cx="1284288" cy="765175"/>
                </a:xfrm>
                <a:custGeom>
                  <a:avLst/>
                  <a:gdLst>
                    <a:gd name="T0" fmla="*/ 660 w 674"/>
                    <a:gd name="T1" fmla="*/ 402 h 402"/>
                    <a:gd name="T2" fmla="*/ 14 w 674"/>
                    <a:gd name="T3" fmla="*/ 402 h 402"/>
                    <a:gd name="T4" fmla="*/ 0 w 674"/>
                    <a:gd name="T5" fmla="*/ 388 h 402"/>
                    <a:gd name="T6" fmla="*/ 0 w 674"/>
                    <a:gd name="T7" fmla="*/ 15 h 402"/>
                    <a:gd name="T8" fmla="*/ 14 w 674"/>
                    <a:gd name="T9" fmla="*/ 0 h 402"/>
                    <a:gd name="T10" fmla="*/ 660 w 674"/>
                    <a:gd name="T11" fmla="*/ 0 h 402"/>
                    <a:gd name="T12" fmla="*/ 674 w 674"/>
                    <a:gd name="T13" fmla="*/ 15 h 402"/>
                    <a:gd name="T14" fmla="*/ 674 w 674"/>
                    <a:gd name="T15" fmla="*/ 388 h 402"/>
                    <a:gd name="T16" fmla="*/ 660 w 674"/>
                    <a:gd name="T17" fmla="*/ 402 h 4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74" h="402">
                      <a:moveTo>
                        <a:pt x="660" y="402"/>
                      </a:moveTo>
                      <a:cubicBezTo>
                        <a:pt x="14" y="402"/>
                        <a:pt x="14" y="402"/>
                        <a:pt x="14" y="402"/>
                      </a:cubicBezTo>
                      <a:cubicBezTo>
                        <a:pt x="6" y="402"/>
                        <a:pt x="0" y="396"/>
                        <a:pt x="0" y="388"/>
                      </a:cubicBezTo>
                      <a:cubicBezTo>
                        <a:pt x="0" y="15"/>
                        <a:pt x="0" y="15"/>
                        <a:pt x="0" y="15"/>
                      </a:cubicBezTo>
                      <a:cubicBezTo>
                        <a:pt x="0" y="7"/>
                        <a:pt x="6" y="0"/>
                        <a:pt x="14" y="0"/>
                      </a:cubicBezTo>
                      <a:cubicBezTo>
                        <a:pt x="660" y="0"/>
                        <a:pt x="660" y="0"/>
                        <a:pt x="660" y="0"/>
                      </a:cubicBezTo>
                      <a:cubicBezTo>
                        <a:pt x="668" y="0"/>
                        <a:pt x="674" y="7"/>
                        <a:pt x="674" y="15"/>
                      </a:cubicBezTo>
                      <a:cubicBezTo>
                        <a:pt x="674" y="388"/>
                        <a:pt x="674" y="388"/>
                        <a:pt x="674" y="388"/>
                      </a:cubicBezTo>
                      <a:cubicBezTo>
                        <a:pt x="674" y="396"/>
                        <a:pt x="668" y="402"/>
                        <a:pt x="660" y="402"/>
                      </a:cubicBezTo>
                      <a:close/>
                    </a:path>
                  </a:pathLst>
                </a:custGeom>
                <a:solidFill>
                  <a:srgbClr val="DADADA"/>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198" name="Rectangle 58"/>
                <p:cNvSpPr>
                  <a:spLocks noChangeArrowheads="1"/>
                </p:cNvSpPr>
                <p:nvPr>
                  <p:custDataLst>
                    <p:tags r:id="rId36"/>
                  </p:custDataLst>
                </p:nvPr>
              </p:nvSpPr>
              <p:spPr bwMode="auto">
                <a:xfrm flipH="1">
                  <a:off x="5135563" y="3257550"/>
                  <a:ext cx="682625" cy="84138"/>
                </a:xfrm>
                <a:prstGeom prst="rect">
                  <a:avLst/>
                </a:prstGeom>
                <a:solidFill>
                  <a:srgbClr val="E6332A"/>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lstStyle/>
                <a:p>
                  <a:endParaRPr lang="zh-CN" altLang="en-US" sz="1350"/>
                </a:p>
              </p:txBody>
            </p:sp>
            <p:sp>
              <p:nvSpPr>
                <p:cNvPr id="199" name="Rectangle 59"/>
                <p:cNvSpPr>
                  <a:spLocks noChangeArrowheads="1"/>
                </p:cNvSpPr>
                <p:nvPr>
                  <p:custDataLst>
                    <p:tags r:id="rId37"/>
                  </p:custDataLst>
                </p:nvPr>
              </p:nvSpPr>
              <p:spPr bwMode="auto">
                <a:xfrm flipH="1">
                  <a:off x="4762500" y="3508375"/>
                  <a:ext cx="1055688" cy="84138"/>
                </a:xfrm>
                <a:prstGeom prst="rect">
                  <a:avLst/>
                </a:prstGeom>
                <a:solidFill>
                  <a:srgbClr val="FADD7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lstStyle/>
                <a:p>
                  <a:endParaRPr lang="zh-CN" altLang="en-US" sz="1350"/>
                </a:p>
              </p:txBody>
            </p:sp>
            <p:sp>
              <p:nvSpPr>
                <p:cNvPr id="200" name="Rectangle 60"/>
                <p:cNvSpPr>
                  <a:spLocks noChangeArrowheads="1"/>
                </p:cNvSpPr>
                <p:nvPr>
                  <p:custDataLst>
                    <p:tags r:id="rId38"/>
                  </p:custDataLst>
                </p:nvPr>
              </p:nvSpPr>
              <p:spPr bwMode="auto">
                <a:xfrm flipH="1">
                  <a:off x="5227638" y="3386138"/>
                  <a:ext cx="590550" cy="8413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lstStyle/>
                <a:p>
                  <a:endParaRPr lang="zh-CN" altLang="en-US" sz="1350"/>
                </a:p>
              </p:txBody>
            </p:sp>
            <p:sp>
              <p:nvSpPr>
                <p:cNvPr id="201" name="Rectangle 61"/>
                <p:cNvSpPr>
                  <a:spLocks noChangeArrowheads="1"/>
                </p:cNvSpPr>
                <p:nvPr>
                  <p:custDataLst>
                    <p:tags r:id="rId39"/>
                  </p:custDataLst>
                </p:nvPr>
              </p:nvSpPr>
              <p:spPr bwMode="auto">
                <a:xfrm flipH="1">
                  <a:off x="5497513" y="2944813"/>
                  <a:ext cx="327025" cy="268288"/>
                </a:xfrm>
                <a:prstGeom prst="rect">
                  <a:avLst/>
                </a:prstGeom>
                <a:solidFill>
                  <a:srgbClr val="00DDFE"/>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lstStyle/>
                <a:p>
                  <a:endParaRPr lang="zh-CN" altLang="en-US" sz="1350"/>
                </a:p>
              </p:txBody>
            </p:sp>
            <p:sp>
              <p:nvSpPr>
                <p:cNvPr id="202" name="Rectangle 62"/>
                <p:cNvSpPr>
                  <a:spLocks noChangeArrowheads="1"/>
                </p:cNvSpPr>
                <p:nvPr>
                  <p:custDataLst>
                    <p:tags r:id="rId40"/>
                  </p:custDataLst>
                </p:nvPr>
              </p:nvSpPr>
              <p:spPr bwMode="auto">
                <a:xfrm flipH="1">
                  <a:off x="5111750" y="2944813"/>
                  <a:ext cx="325438" cy="268288"/>
                </a:xfrm>
                <a:prstGeom prst="rect">
                  <a:avLst/>
                </a:prstGeom>
                <a:solidFill>
                  <a:srgbClr val="FADD7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lstStyle/>
                <a:p>
                  <a:endParaRPr lang="zh-CN" altLang="en-US" sz="1350"/>
                </a:p>
              </p:txBody>
            </p:sp>
            <p:sp>
              <p:nvSpPr>
                <p:cNvPr id="203" name="Rectangle 63"/>
                <p:cNvSpPr>
                  <a:spLocks noChangeArrowheads="1"/>
                </p:cNvSpPr>
                <p:nvPr>
                  <p:custDataLst>
                    <p:tags r:id="rId41"/>
                  </p:custDataLst>
                </p:nvPr>
              </p:nvSpPr>
              <p:spPr bwMode="auto">
                <a:xfrm flipH="1">
                  <a:off x="4724400" y="2944813"/>
                  <a:ext cx="325438" cy="268288"/>
                </a:xfrm>
                <a:prstGeom prst="rect">
                  <a:avLst/>
                </a:prstGeom>
                <a:solidFill>
                  <a:srgbClr val="34525C"/>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lstStyle/>
                <a:p>
                  <a:endParaRPr lang="zh-CN" altLang="en-US" sz="1350"/>
                </a:p>
              </p:txBody>
            </p:sp>
            <p:sp>
              <p:nvSpPr>
                <p:cNvPr id="204" name="Freeform 64"/>
                <p:cNvSpPr/>
                <p:nvPr>
                  <p:custDataLst>
                    <p:tags r:id="rId42"/>
                  </p:custDataLst>
                </p:nvPr>
              </p:nvSpPr>
              <p:spPr bwMode="auto">
                <a:xfrm flipH="1">
                  <a:off x="1341438" y="1562100"/>
                  <a:ext cx="1285875" cy="762000"/>
                </a:xfrm>
                <a:custGeom>
                  <a:avLst/>
                  <a:gdLst>
                    <a:gd name="T0" fmla="*/ 660 w 675"/>
                    <a:gd name="T1" fmla="*/ 401 h 401"/>
                    <a:gd name="T2" fmla="*/ 15 w 675"/>
                    <a:gd name="T3" fmla="*/ 401 h 401"/>
                    <a:gd name="T4" fmla="*/ 0 w 675"/>
                    <a:gd name="T5" fmla="*/ 387 h 401"/>
                    <a:gd name="T6" fmla="*/ 0 w 675"/>
                    <a:gd name="T7" fmla="*/ 14 h 401"/>
                    <a:gd name="T8" fmla="*/ 15 w 675"/>
                    <a:gd name="T9" fmla="*/ 0 h 401"/>
                    <a:gd name="T10" fmla="*/ 660 w 675"/>
                    <a:gd name="T11" fmla="*/ 0 h 401"/>
                    <a:gd name="T12" fmla="*/ 675 w 675"/>
                    <a:gd name="T13" fmla="*/ 14 h 401"/>
                    <a:gd name="T14" fmla="*/ 675 w 675"/>
                    <a:gd name="T15" fmla="*/ 387 h 401"/>
                    <a:gd name="T16" fmla="*/ 660 w 675"/>
                    <a:gd name="T17" fmla="*/ 401 h 4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75" h="401">
                      <a:moveTo>
                        <a:pt x="660" y="401"/>
                      </a:moveTo>
                      <a:cubicBezTo>
                        <a:pt x="15" y="401"/>
                        <a:pt x="15" y="401"/>
                        <a:pt x="15" y="401"/>
                      </a:cubicBezTo>
                      <a:cubicBezTo>
                        <a:pt x="7" y="401"/>
                        <a:pt x="0" y="395"/>
                        <a:pt x="0" y="387"/>
                      </a:cubicBezTo>
                      <a:cubicBezTo>
                        <a:pt x="0" y="14"/>
                        <a:pt x="0" y="14"/>
                        <a:pt x="0" y="14"/>
                      </a:cubicBezTo>
                      <a:cubicBezTo>
                        <a:pt x="0" y="6"/>
                        <a:pt x="7" y="0"/>
                        <a:pt x="15" y="0"/>
                      </a:cubicBezTo>
                      <a:cubicBezTo>
                        <a:pt x="660" y="0"/>
                        <a:pt x="660" y="0"/>
                        <a:pt x="660" y="0"/>
                      </a:cubicBezTo>
                      <a:cubicBezTo>
                        <a:pt x="668" y="0"/>
                        <a:pt x="675" y="6"/>
                        <a:pt x="675" y="14"/>
                      </a:cubicBezTo>
                      <a:cubicBezTo>
                        <a:pt x="675" y="387"/>
                        <a:pt x="675" y="387"/>
                        <a:pt x="675" y="387"/>
                      </a:cubicBezTo>
                      <a:cubicBezTo>
                        <a:pt x="675" y="395"/>
                        <a:pt x="668" y="401"/>
                        <a:pt x="660" y="401"/>
                      </a:cubicBezTo>
                      <a:close/>
                    </a:path>
                  </a:pathLst>
                </a:custGeom>
                <a:solidFill>
                  <a:srgbClr val="DADADA"/>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205" name="Rectangle 65"/>
                <p:cNvSpPr>
                  <a:spLocks noChangeArrowheads="1"/>
                </p:cNvSpPr>
                <p:nvPr>
                  <p:custDataLst>
                    <p:tags r:id="rId43"/>
                  </p:custDataLst>
                </p:nvPr>
              </p:nvSpPr>
              <p:spPr bwMode="auto">
                <a:xfrm flipH="1">
                  <a:off x="1857375" y="1941513"/>
                  <a:ext cx="682625" cy="84138"/>
                </a:xfrm>
                <a:prstGeom prst="rect">
                  <a:avLst/>
                </a:prstGeom>
                <a:solidFill>
                  <a:srgbClr val="E6332A"/>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lstStyle/>
                <a:p>
                  <a:endParaRPr lang="zh-CN" altLang="en-US" sz="1350"/>
                </a:p>
              </p:txBody>
            </p:sp>
            <p:sp>
              <p:nvSpPr>
                <p:cNvPr id="206" name="Rectangle 66"/>
                <p:cNvSpPr>
                  <a:spLocks noChangeArrowheads="1"/>
                </p:cNvSpPr>
                <p:nvPr>
                  <p:custDataLst>
                    <p:tags r:id="rId44"/>
                  </p:custDataLst>
                </p:nvPr>
              </p:nvSpPr>
              <p:spPr bwMode="auto">
                <a:xfrm flipH="1">
                  <a:off x="1485900" y="2193925"/>
                  <a:ext cx="1054100" cy="82550"/>
                </a:xfrm>
                <a:prstGeom prst="rect">
                  <a:avLst/>
                </a:prstGeom>
                <a:solidFill>
                  <a:srgbClr val="FADD7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lstStyle/>
                <a:p>
                  <a:endParaRPr lang="zh-CN" altLang="en-US" sz="1350"/>
                </a:p>
              </p:txBody>
            </p:sp>
            <p:sp>
              <p:nvSpPr>
                <p:cNvPr id="207" name="Rectangle 67"/>
                <p:cNvSpPr>
                  <a:spLocks noChangeArrowheads="1"/>
                </p:cNvSpPr>
                <p:nvPr>
                  <p:custDataLst>
                    <p:tags r:id="rId45"/>
                  </p:custDataLst>
                </p:nvPr>
              </p:nvSpPr>
              <p:spPr bwMode="auto">
                <a:xfrm flipH="1">
                  <a:off x="1947862" y="2071688"/>
                  <a:ext cx="592138" cy="8413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lstStyle/>
                <a:p>
                  <a:endParaRPr lang="zh-CN" altLang="en-US" sz="1350"/>
                </a:p>
              </p:txBody>
            </p:sp>
            <p:sp>
              <p:nvSpPr>
                <p:cNvPr id="208" name="Rectangle 68"/>
                <p:cNvSpPr>
                  <a:spLocks noChangeArrowheads="1"/>
                </p:cNvSpPr>
                <p:nvPr>
                  <p:custDataLst>
                    <p:tags r:id="rId46"/>
                  </p:custDataLst>
                </p:nvPr>
              </p:nvSpPr>
              <p:spPr bwMode="auto">
                <a:xfrm flipH="1">
                  <a:off x="2220913" y="1631950"/>
                  <a:ext cx="323850" cy="266700"/>
                </a:xfrm>
                <a:prstGeom prst="rect">
                  <a:avLst/>
                </a:prstGeom>
                <a:solidFill>
                  <a:srgbClr val="00DDFE"/>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lstStyle/>
                <a:p>
                  <a:endParaRPr lang="zh-CN" altLang="en-US" sz="1350"/>
                </a:p>
              </p:txBody>
            </p:sp>
            <p:sp>
              <p:nvSpPr>
                <p:cNvPr id="209" name="Rectangle 69"/>
                <p:cNvSpPr>
                  <a:spLocks noChangeArrowheads="1"/>
                </p:cNvSpPr>
                <p:nvPr>
                  <p:custDataLst>
                    <p:tags r:id="rId47"/>
                  </p:custDataLst>
                </p:nvPr>
              </p:nvSpPr>
              <p:spPr bwMode="auto">
                <a:xfrm flipH="1">
                  <a:off x="1833562" y="1631950"/>
                  <a:ext cx="325438" cy="266700"/>
                </a:xfrm>
                <a:prstGeom prst="rect">
                  <a:avLst/>
                </a:prstGeom>
                <a:solidFill>
                  <a:srgbClr val="FADD7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lstStyle/>
                <a:p>
                  <a:endParaRPr lang="zh-CN" altLang="en-US" sz="1350"/>
                </a:p>
              </p:txBody>
            </p:sp>
            <p:sp>
              <p:nvSpPr>
                <p:cNvPr id="210" name="Rectangle 70"/>
                <p:cNvSpPr>
                  <a:spLocks noChangeArrowheads="1"/>
                </p:cNvSpPr>
                <p:nvPr>
                  <p:custDataLst>
                    <p:tags r:id="rId48"/>
                  </p:custDataLst>
                </p:nvPr>
              </p:nvSpPr>
              <p:spPr bwMode="auto">
                <a:xfrm flipH="1">
                  <a:off x="1447800" y="1631950"/>
                  <a:ext cx="323850" cy="266700"/>
                </a:xfrm>
                <a:prstGeom prst="rect">
                  <a:avLst/>
                </a:prstGeom>
                <a:solidFill>
                  <a:srgbClr val="34525C"/>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lstStyle/>
                <a:p>
                  <a:endParaRPr lang="zh-CN" altLang="en-US" sz="1350"/>
                </a:p>
              </p:txBody>
            </p:sp>
            <p:sp>
              <p:nvSpPr>
                <p:cNvPr id="211" name="Freeform 71"/>
                <p:cNvSpPr/>
                <p:nvPr>
                  <p:custDataLst>
                    <p:tags r:id="rId49"/>
                  </p:custDataLst>
                </p:nvPr>
              </p:nvSpPr>
              <p:spPr bwMode="auto">
                <a:xfrm flipH="1">
                  <a:off x="3740150" y="3190875"/>
                  <a:ext cx="436563" cy="652463"/>
                </a:xfrm>
                <a:custGeom>
                  <a:avLst/>
                  <a:gdLst>
                    <a:gd name="T0" fmla="*/ 0 w 275"/>
                    <a:gd name="T1" fmla="*/ 319 h 411"/>
                    <a:gd name="T2" fmla="*/ 113 w 275"/>
                    <a:gd name="T3" fmla="*/ 253 h 411"/>
                    <a:gd name="T4" fmla="*/ 230 w 275"/>
                    <a:gd name="T5" fmla="*/ 0 h 411"/>
                    <a:gd name="T6" fmla="*/ 275 w 275"/>
                    <a:gd name="T7" fmla="*/ 11 h 411"/>
                    <a:gd name="T8" fmla="*/ 177 w 275"/>
                    <a:gd name="T9" fmla="*/ 283 h 411"/>
                    <a:gd name="T10" fmla="*/ 50 w 275"/>
                    <a:gd name="T11" fmla="*/ 411 h 411"/>
                    <a:gd name="T12" fmla="*/ 0 w 275"/>
                    <a:gd name="T13" fmla="*/ 319 h 411"/>
                  </a:gdLst>
                  <a:ahLst/>
                  <a:cxnLst>
                    <a:cxn ang="0">
                      <a:pos x="T0" y="T1"/>
                    </a:cxn>
                    <a:cxn ang="0">
                      <a:pos x="T2" y="T3"/>
                    </a:cxn>
                    <a:cxn ang="0">
                      <a:pos x="T4" y="T5"/>
                    </a:cxn>
                    <a:cxn ang="0">
                      <a:pos x="T6" y="T7"/>
                    </a:cxn>
                    <a:cxn ang="0">
                      <a:pos x="T8" y="T9"/>
                    </a:cxn>
                    <a:cxn ang="0">
                      <a:pos x="T10" y="T11"/>
                    </a:cxn>
                    <a:cxn ang="0">
                      <a:pos x="T12" y="T13"/>
                    </a:cxn>
                  </a:cxnLst>
                  <a:rect l="0" t="0" r="r" b="b"/>
                  <a:pathLst>
                    <a:path w="275" h="411">
                      <a:moveTo>
                        <a:pt x="0" y="319"/>
                      </a:moveTo>
                      <a:lnTo>
                        <a:pt x="113" y="253"/>
                      </a:lnTo>
                      <a:lnTo>
                        <a:pt x="230" y="0"/>
                      </a:lnTo>
                      <a:lnTo>
                        <a:pt x="275" y="11"/>
                      </a:lnTo>
                      <a:lnTo>
                        <a:pt x="177" y="283"/>
                      </a:lnTo>
                      <a:lnTo>
                        <a:pt x="50" y="411"/>
                      </a:lnTo>
                      <a:lnTo>
                        <a:pt x="0" y="319"/>
                      </a:lnTo>
                      <a:close/>
                    </a:path>
                  </a:pathLst>
                </a:custGeom>
                <a:solidFill>
                  <a:srgbClr val="FFE7C5"/>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212" name="Freeform 72"/>
                <p:cNvSpPr/>
                <p:nvPr>
                  <p:custDataLst>
                    <p:tags r:id="rId50"/>
                  </p:custDataLst>
                </p:nvPr>
              </p:nvSpPr>
              <p:spPr bwMode="auto">
                <a:xfrm flipH="1">
                  <a:off x="3068637" y="1638300"/>
                  <a:ext cx="1455738" cy="1565275"/>
                </a:xfrm>
                <a:custGeom>
                  <a:avLst/>
                  <a:gdLst>
                    <a:gd name="T0" fmla="*/ 650 w 764"/>
                    <a:gd name="T1" fmla="*/ 822 h 823"/>
                    <a:gd name="T2" fmla="*/ 12 w 764"/>
                    <a:gd name="T3" fmla="*/ 749 h 823"/>
                    <a:gd name="T4" fmla="*/ 1 w 764"/>
                    <a:gd name="T5" fmla="*/ 735 h 823"/>
                    <a:gd name="T6" fmla="*/ 99 w 764"/>
                    <a:gd name="T7" fmla="*/ 12 h 823"/>
                    <a:gd name="T8" fmla="*/ 115 w 764"/>
                    <a:gd name="T9" fmla="*/ 1 h 823"/>
                    <a:gd name="T10" fmla="*/ 752 w 764"/>
                    <a:gd name="T11" fmla="*/ 74 h 823"/>
                    <a:gd name="T12" fmla="*/ 763 w 764"/>
                    <a:gd name="T13" fmla="*/ 88 h 823"/>
                    <a:gd name="T14" fmla="*/ 665 w 764"/>
                    <a:gd name="T15" fmla="*/ 811 h 823"/>
                    <a:gd name="T16" fmla="*/ 650 w 764"/>
                    <a:gd name="T17" fmla="*/ 822 h 8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64" h="823">
                      <a:moveTo>
                        <a:pt x="650" y="822"/>
                      </a:moveTo>
                      <a:cubicBezTo>
                        <a:pt x="12" y="749"/>
                        <a:pt x="12" y="749"/>
                        <a:pt x="12" y="749"/>
                      </a:cubicBezTo>
                      <a:cubicBezTo>
                        <a:pt x="5" y="748"/>
                        <a:pt x="0" y="742"/>
                        <a:pt x="1" y="735"/>
                      </a:cubicBezTo>
                      <a:cubicBezTo>
                        <a:pt x="99" y="12"/>
                        <a:pt x="99" y="12"/>
                        <a:pt x="99" y="12"/>
                      </a:cubicBezTo>
                      <a:cubicBezTo>
                        <a:pt x="100" y="5"/>
                        <a:pt x="107" y="0"/>
                        <a:pt x="115" y="1"/>
                      </a:cubicBezTo>
                      <a:cubicBezTo>
                        <a:pt x="752" y="74"/>
                        <a:pt x="752" y="74"/>
                        <a:pt x="752" y="74"/>
                      </a:cubicBezTo>
                      <a:cubicBezTo>
                        <a:pt x="759" y="75"/>
                        <a:pt x="764" y="82"/>
                        <a:pt x="763" y="88"/>
                      </a:cubicBezTo>
                      <a:cubicBezTo>
                        <a:pt x="665" y="811"/>
                        <a:pt x="665" y="811"/>
                        <a:pt x="665" y="811"/>
                      </a:cubicBezTo>
                      <a:cubicBezTo>
                        <a:pt x="664" y="818"/>
                        <a:pt x="657" y="823"/>
                        <a:pt x="650" y="822"/>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213" name="Freeform 73"/>
                <p:cNvSpPr/>
                <p:nvPr>
                  <p:custDataLst>
                    <p:tags r:id="rId51"/>
                  </p:custDataLst>
                </p:nvPr>
              </p:nvSpPr>
              <p:spPr bwMode="auto">
                <a:xfrm flipH="1">
                  <a:off x="3257550" y="2238375"/>
                  <a:ext cx="1057275" cy="207963"/>
                </a:xfrm>
                <a:custGeom>
                  <a:avLst/>
                  <a:gdLst>
                    <a:gd name="T0" fmla="*/ 659 w 666"/>
                    <a:gd name="T1" fmla="*/ 131 h 131"/>
                    <a:gd name="T2" fmla="*/ 0 w 666"/>
                    <a:gd name="T3" fmla="*/ 52 h 131"/>
                    <a:gd name="T4" fmla="*/ 8 w 666"/>
                    <a:gd name="T5" fmla="*/ 0 h 131"/>
                    <a:gd name="T6" fmla="*/ 666 w 666"/>
                    <a:gd name="T7" fmla="*/ 80 h 131"/>
                    <a:gd name="T8" fmla="*/ 659 w 666"/>
                    <a:gd name="T9" fmla="*/ 131 h 131"/>
                  </a:gdLst>
                  <a:ahLst/>
                  <a:cxnLst>
                    <a:cxn ang="0">
                      <a:pos x="T0" y="T1"/>
                    </a:cxn>
                    <a:cxn ang="0">
                      <a:pos x="T2" y="T3"/>
                    </a:cxn>
                    <a:cxn ang="0">
                      <a:pos x="T4" y="T5"/>
                    </a:cxn>
                    <a:cxn ang="0">
                      <a:pos x="T6" y="T7"/>
                    </a:cxn>
                    <a:cxn ang="0">
                      <a:pos x="T8" y="T9"/>
                    </a:cxn>
                  </a:cxnLst>
                  <a:rect l="0" t="0" r="r" b="b"/>
                  <a:pathLst>
                    <a:path w="666" h="131">
                      <a:moveTo>
                        <a:pt x="659" y="131"/>
                      </a:moveTo>
                      <a:lnTo>
                        <a:pt x="0" y="52"/>
                      </a:lnTo>
                      <a:lnTo>
                        <a:pt x="8" y="0"/>
                      </a:lnTo>
                      <a:lnTo>
                        <a:pt x="666" y="80"/>
                      </a:lnTo>
                      <a:lnTo>
                        <a:pt x="659" y="131"/>
                      </a:lnTo>
                      <a:close/>
                    </a:path>
                  </a:pathLst>
                </a:custGeom>
                <a:solidFill>
                  <a:srgbClr val="DADADA"/>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214" name="Freeform 74"/>
                <p:cNvSpPr/>
                <p:nvPr>
                  <p:custDataLst>
                    <p:tags r:id="rId52"/>
                  </p:custDataLst>
                </p:nvPr>
              </p:nvSpPr>
              <p:spPr bwMode="auto">
                <a:xfrm flipH="1">
                  <a:off x="3825875" y="2390775"/>
                  <a:ext cx="509588" cy="142875"/>
                </a:xfrm>
                <a:custGeom>
                  <a:avLst/>
                  <a:gdLst>
                    <a:gd name="T0" fmla="*/ 314 w 321"/>
                    <a:gd name="T1" fmla="*/ 90 h 90"/>
                    <a:gd name="T2" fmla="*/ 0 w 321"/>
                    <a:gd name="T3" fmla="*/ 52 h 90"/>
                    <a:gd name="T4" fmla="*/ 7 w 321"/>
                    <a:gd name="T5" fmla="*/ 0 h 90"/>
                    <a:gd name="T6" fmla="*/ 321 w 321"/>
                    <a:gd name="T7" fmla="*/ 39 h 90"/>
                    <a:gd name="T8" fmla="*/ 314 w 321"/>
                    <a:gd name="T9" fmla="*/ 90 h 90"/>
                  </a:gdLst>
                  <a:ahLst/>
                  <a:cxnLst>
                    <a:cxn ang="0">
                      <a:pos x="T0" y="T1"/>
                    </a:cxn>
                    <a:cxn ang="0">
                      <a:pos x="T2" y="T3"/>
                    </a:cxn>
                    <a:cxn ang="0">
                      <a:pos x="T4" y="T5"/>
                    </a:cxn>
                    <a:cxn ang="0">
                      <a:pos x="T6" y="T7"/>
                    </a:cxn>
                    <a:cxn ang="0">
                      <a:pos x="T8" y="T9"/>
                    </a:cxn>
                  </a:cxnLst>
                  <a:rect l="0" t="0" r="r" b="b"/>
                  <a:pathLst>
                    <a:path w="321" h="90">
                      <a:moveTo>
                        <a:pt x="314" y="90"/>
                      </a:moveTo>
                      <a:lnTo>
                        <a:pt x="0" y="52"/>
                      </a:lnTo>
                      <a:lnTo>
                        <a:pt x="7" y="0"/>
                      </a:lnTo>
                      <a:lnTo>
                        <a:pt x="321" y="39"/>
                      </a:lnTo>
                      <a:lnTo>
                        <a:pt x="314" y="90"/>
                      </a:lnTo>
                      <a:close/>
                    </a:path>
                  </a:pathLst>
                </a:custGeom>
                <a:solidFill>
                  <a:srgbClr val="DADADA"/>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215" name="Freeform 75"/>
                <p:cNvSpPr/>
                <p:nvPr>
                  <p:custDataLst>
                    <p:tags r:id="rId53"/>
                  </p:custDataLst>
                </p:nvPr>
              </p:nvSpPr>
              <p:spPr bwMode="auto">
                <a:xfrm flipH="1">
                  <a:off x="3298825" y="2543175"/>
                  <a:ext cx="1060450" cy="209550"/>
                </a:xfrm>
                <a:custGeom>
                  <a:avLst/>
                  <a:gdLst>
                    <a:gd name="T0" fmla="*/ 659 w 668"/>
                    <a:gd name="T1" fmla="*/ 132 h 132"/>
                    <a:gd name="T2" fmla="*/ 0 w 668"/>
                    <a:gd name="T3" fmla="*/ 53 h 132"/>
                    <a:gd name="T4" fmla="*/ 9 w 668"/>
                    <a:gd name="T5" fmla="*/ 0 h 132"/>
                    <a:gd name="T6" fmla="*/ 668 w 668"/>
                    <a:gd name="T7" fmla="*/ 79 h 132"/>
                    <a:gd name="T8" fmla="*/ 659 w 668"/>
                    <a:gd name="T9" fmla="*/ 132 h 132"/>
                  </a:gdLst>
                  <a:ahLst/>
                  <a:cxnLst>
                    <a:cxn ang="0">
                      <a:pos x="T0" y="T1"/>
                    </a:cxn>
                    <a:cxn ang="0">
                      <a:pos x="T2" y="T3"/>
                    </a:cxn>
                    <a:cxn ang="0">
                      <a:pos x="T4" y="T5"/>
                    </a:cxn>
                    <a:cxn ang="0">
                      <a:pos x="T6" y="T7"/>
                    </a:cxn>
                    <a:cxn ang="0">
                      <a:pos x="T8" y="T9"/>
                    </a:cxn>
                  </a:cxnLst>
                  <a:rect l="0" t="0" r="r" b="b"/>
                  <a:pathLst>
                    <a:path w="668" h="132">
                      <a:moveTo>
                        <a:pt x="659" y="132"/>
                      </a:moveTo>
                      <a:lnTo>
                        <a:pt x="0" y="53"/>
                      </a:lnTo>
                      <a:lnTo>
                        <a:pt x="9" y="0"/>
                      </a:lnTo>
                      <a:lnTo>
                        <a:pt x="668" y="79"/>
                      </a:lnTo>
                      <a:lnTo>
                        <a:pt x="659" y="132"/>
                      </a:lnTo>
                      <a:close/>
                    </a:path>
                  </a:pathLst>
                </a:custGeom>
                <a:solidFill>
                  <a:srgbClr val="FADD74"/>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216" name="Freeform 76"/>
                <p:cNvSpPr/>
                <p:nvPr>
                  <p:custDataLst>
                    <p:tags r:id="rId54"/>
                  </p:custDataLst>
                </p:nvPr>
              </p:nvSpPr>
              <p:spPr bwMode="auto">
                <a:xfrm flipH="1">
                  <a:off x="3322638" y="2697163"/>
                  <a:ext cx="1057275" cy="207963"/>
                </a:xfrm>
                <a:custGeom>
                  <a:avLst/>
                  <a:gdLst>
                    <a:gd name="T0" fmla="*/ 659 w 666"/>
                    <a:gd name="T1" fmla="*/ 131 h 131"/>
                    <a:gd name="T2" fmla="*/ 0 w 666"/>
                    <a:gd name="T3" fmla="*/ 52 h 131"/>
                    <a:gd name="T4" fmla="*/ 7 w 666"/>
                    <a:gd name="T5" fmla="*/ 0 h 131"/>
                    <a:gd name="T6" fmla="*/ 666 w 666"/>
                    <a:gd name="T7" fmla="*/ 80 h 131"/>
                    <a:gd name="T8" fmla="*/ 659 w 666"/>
                    <a:gd name="T9" fmla="*/ 131 h 131"/>
                  </a:gdLst>
                  <a:ahLst/>
                  <a:cxnLst>
                    <a:cxn ang="0">
                      <a:pos x="T0" y="T1"/>
                    </a:cxn>
                    <a:cxn ang="0">
                      <a:pos x="T2" y="T3"/>
                    </a:cxn>
                    <a:cxn ang="0">
                      <a:pos x="T4" y="T5"/>
                    </a:cxn>
                    <a:cxn ang="0">
                      <a:pos x="T6" y="T7"/>
                    </a:cxn>
                    <a:cxn ang="0">
                      <a:pos x="T8" y="T9"/>
                    </a:cxn>
                  </a:cxnLst>
                  <a:rect l="0" t="0" r="r" b="b"/>
                  <a:pathLst>
                    <a:path w="666" h="131">
                      <a:moveTo>
                        <a:pt x="659" y="131"/>
                      </a:moveTo>
                      <a:lnTo>
                        <a:pt x="0" y="52"/>
                      </a:lnTo>
                      <a:lnTo>
                        <a:pt x="7" y="0"/>
                      </a:lnTo>
                      <a:lnTo>
                        <a:pt x="666" y="80"/>
                      </a:lnTo>
                      <a:lnTo>
                        <a:pt x="659" y="131"/>
                      </a:lnTo>
                      <a:close/>
                    </a:path>
                  </a:pathLst>
                </a:custGeom>
                <a:solidFill>
                  <a:srgbClr val="DADADA"/>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217" name="Freeform 77"/>
                <p:cNvSpPr/>
                <p:nvPr>
                  <p:custDataLst>
                    <p:tags r:id="rId55"/>
                  </p:custDataLst>
                </p:nvPr>
              </p:nvSpPr>
              <p:spPr bwMode="auto">
                <a:xfrm flipH="1">
                  <a:off x="3730625" y="2849563"/>
                  <a:ext cx="669925" cy="161925"/>
                </a:xfrm>
                <a:custGeom>
                  <a:avLst/>
                  <a:gdLst>
                    <a:gd name="T0" fmla="*/ 415 w 422"/>
                    <a:gd name="T1" fmla="*/ 102 h 102"/>
                    <a:gd name="T2" fmla="*/ 0 w 422"/>
                    <a:gd name="T3" fmla="*/ 52 h 102"/>
                    <a:gd name="T4" fmla="*/ 7 w 422"/>
                    <a:gd name="T5" fmla="*/ 0 h 102"/>
                    <a:gd name="T6" fmla="*/ 422 w 422"/>
                    <a:gd name="T7" fmla="*/ 51 h 102"/>
                    <a:gd name="T8" fmla="*/ 415 w 422"/>
                    <a:gd name="T9" fmla="*/ 102 h 102"/>
                  </a:gdLst>
                  <a:ahLst/>
                  <a:cxnLst>
                    <a:cxn ang="0">
                      <a:pos x="T0" y="T1"/>
                    </a:cxn>
                    <a:cxn ang="0">
                      <a:pos x="T2" y="T3"/>
                    </a:cxn>
                    <a:cxn ang="0">
                      <a:pos x="T4" y="T5"/>
                    </a:cxn>
                    <a:cxn ang="0">
                      <a:pos x="T6" y="T7"/>
                    </a:cxn>
                    <a:cxn ang="0">
                      <a:pos x="T8" y="T9"/>
                    </a:cxn>
                  </a:cxnLst>
                  <a:rect l="0" t="0" r="r" b="b"/>
                  <a:pathLst>
                    <a:path w="422" h="102">
                      <a:moveTo>
                        <a:pt x="415" y="102"/>
                      </a:moveTo>
                      <a:lnTo>
                        <a:pt x="0" y="52"/>
                      </a:lnTo>
                      <a:lnTo>
                        <a:pt x="7" y="0"/>
                      </a:lnTo>
                      <a:lnTo>
                        <a:pt x="422" y="51"/>
                      </a:lnTo>
                      <a:lnTo>
                        <a:pt x="415" y="102"/>
                      </a:lnTo>
                      <a:close/>
                    </a:path>
                  </a:pathLst>
                </a:custGeom>
                <a:solidFill>
                  <a:srgbClr val="DADADA"/>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218" name="Freeform 78"/>
                <p:cNvSpPr/>
                <p:nvPr>
                  <p:custDataLst>
                    <p:tags r:id="rId56"/>
                  </p:custDataLst>
                </p:nvPr>
              </p:nvSpPr>
              <p:spPr bwMode="auto">
                <a:xfrm flipH="1">
                  <a:off x="4054475" y="2049463"/>
                  <a:ext cx="163513" cy="125413"/>
                </a:xfrm>
                <a:custGeom>
                  <a:avLst/>
                  <a:gdLst>
                    <a:gd name="T0" fmla="*/ 94 w 103"/>
                    <a:gd name="T1" fmla="*/ 79 h 79"/>
                    <a:gd name="T2" fmla="*/ 0 w 103"/>
                    <a:gd name="T3" fmla="*/ 67 h 79"/>
                    <a:gd name="T4" fmla="*/ 10 w 103"/>
                    <a:gd name="T5" fmla="*/ 0 h 79"/>
                    <a:gd name="T6" fmla="*/ 103 w 103"/>
                    <a:gd name="T7" fmla="*/ 12 h 79"/>
                    <a:gd name="T8" fmla="*/ 94 w 103"/>
                    <a:gd name="T9" fmla="*/ 79 h 79"/>
                  </a:gdLst>
                  <a:ahLst/>
                  <a:cxnLst>
                    <a:cxn ang="0">
                      <a:pos x="T0" y="T1"/>
                    </a:cxn>
                    <a:cxn ang="0">
                      <a:pos x="T2" y="T3"/>
                    </a:cxn>
                    <a:cxn ang="0">
                      <a:pos x="T4" y="T5"/>
                    </a:cxn>
                    <a:cxn ang="0">
                      <a:pos x="T6" y="T7"/>
                    </a:cxn>
                    <a:cxn ang="0">
                      <a:pos x="T8" y="T9"/>
                    </a:cxn>
                  </a:cxnLst>
                  <a:rect l="0" t="0" r="r" b="b"/>
                  <a:pathLst>
                    <a:path w="103" h="79">
                      <a:moveTo>
                        <a:pt x="94" y="79"/>
                      </a:moveTo>
                      <a:lnTo>
                        <a:pt x="0" y="67"/>
                      </a:lnTo>
                      <a:lnTo>
                        <a:pt x="10" y="0"/>
                      </a:lnTo>
                      <a:lnTo>
                        <a:pt x="103" y="12"/>
                      </a:lnTo>
                      <a:lnTo>
                        <a:pt x="94" y="79"/>
                      </a:lnTo>
                      <a:close/>
                    </a:path>
                  </a:pathLst>
                </a:custGeom>
                <a:solidFill>
                  <a:srgbClr val="E6332A"/>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219" name="Freeform 79"/>
                <p:cNvSpPr/>
                <p:nvPr>
                  <p:custDataLst>
                    <p:tags r:id="rId57"/>
                  </p:custDataLst>
                </p:nvPr>
              </p:nvSpPr>
              <p:spPr bwMode="auto">
                <a:xfrm flipH="1">
                  <a:off x="3790950" y="1992313"/>
                  <a:ext cx="174625" cy="212725"/>
                </a:xfrm>
                <a:custGeom>
                  <a:avLst/>
                  <a:gdLst>
                    <a:gd name="T0" fmla="*/ 93 w 110"/>
                    <a:gd name="T1" fmla="*/ 134 h 134"/>
                    <a:gd name="T2" fmla="*/ 0 w 110"/>
                    <a:gd name="T3" fmla="*/ 122 h 134"/>
                    <a:gd name="T4" fmla="*/ 18 w 110"/>
                    <a:gd name="T5" fmla="*/ 0 h 134"/>
                    <a:gd name="T6" fmla="*/ 110 w 110"/>
                    <a:gd name="T7" fmla="*/ 12 h 134"/>
                    <a:gd name="T8" fmla="*/ 93 w 110"/>
                    <a:gd name="T9" fmla="*/ 134 h 134"/>
                  </a:gdLst>
                  <a:ahLst/>
                  <a:cxnLst>
                    <a:cxn ang="0">
                      <a:pos x="T0" y="T1"/>
                    </a:cxn>
                    <a:cxn ang="0">
                      <a:pos x="T2" y="T3"/>
                    </a:cxn>
                    <a:cxn ang="0">
                      <a:pos x="T4" y="T5"/>
                    </a:cxn>
                    <a:cxn ang="0">
                      <a:pos x="T6" y="T7"/>
                    </a:cxn>
                    <a:cxn ang="0">
                      <a:pos x="T8" y="T9"/>
                    </a:cxn>
                  </a:cxnLst>
                  <a:rect l="0" t="0" r="r" b="b"/>
                  <a:pathLst>
                    <a:path w="110" h="134">
                      <a:moveTo>
                        <a:pt x="93" y="134"/>
                      </a:moveTo>
                      <a:lnTo>
                        <a:pt x="0" y="122"/>
                      </a:lnTo>
                      <a:lnTo>
                        <a:pt x="18" y="0"/>
                      </a:lnTo>
                      <a:lnTo>
                        <a:pt x="110" y="12"/>
                      </a:lnTo>
                      <a:lnTo>
                        <a:pt x="93" y="134"/>
                      </a:lnTo>
                      <a:close/>
                    </a:path>
                  </a:pathLst>
                </a:custGeom>
                <a:solidFill>
                  <a:srgbClr val="E6332A"/>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220" name="Freeform 80"/>
                <p:cNvSpPr/>
                <p:nvPr>
                  <p:custDataLst>
                    <p:tags r:id="rId58"/>
                  </p:custDataLst>
                </p:nvPr>
              </p:nvSpPr>
              <p:spPr bwMode="auto">
                <a:xfrm flipH="1">
                  <a:off x="3521075" y="1890713"/>
                  <a:ext cx="193675" cy="342900"/>
                </a:xfrm>
                <a:custGeom>
                  <a:avLst/>
                  <a:gdLst>
                    <a:gd name="T0" fmla="*/ 94 w 122"/>
                    <a:gd name="T1" fmla="*/ 216 h 216"/>
                    <a:gd name="T2" fmla="*/ 0 w 122"/>
                    <a:gd name="T3" fmla="*/ 205 h 216"/>
                    <a:gd name="T4" fmla="*/ 29 w 122"/>
                    <a:gd name="T5" fmla="*/ 0 h 216"/>
                    <a:gd name="T6" fmla="*/ 122 w 122"/>
                    <a:gd name="T7" fmla="*/ 11 h 216"/>
                    <a:gd name="T8" fmla="*/ 94 w 122"/>
                    <a:gd name="T9" fmla="*/ 216 h 216"/>
                  </a:gdLst>
                  <a:ahLst/>
                  <a:cxnLst>
                    <a:cxn ang="0">
                      <a:pos x="T0" y="T1"/>
                    </a:cxn>
                    <a:cxn ang="0">
                      <a:pos x="T2" y="T3"/>
                    </a:cxn>
                    <a:cxn ang="0">
                      <a:pos x="T4" y="T5"/>
                    </a:cxn>
                    <a:cxn ang="0">
                      <a:pos x="T6" y="T7"/>
                    </a:cxn>
                    <a:cxn ang="0">
                      <a:pos x="T8" y="T9"/>
                    </a:cxn>
                  </a:cxnLst>
                  <a:rect l="0" t="0" r="r" b="b"/>
                  <a:pathLst>
                    <a:path w="122" h="216">
                      <a:moveTo>
                        <a:pt x="94" y="216"/>
                      </a:moveTo>
                      <a:lnTo>
                        <a:pt x="0" y="205"/>
                      </a:lnTo>
                      <a:lnTo>
                        <a:pt x="29" y="0"/>
                      </a:lnTo>
                      <a:lnTo>
                        <a:pt x="122" y="11"/>
                      </a:lnTo>
                      <a:lnTo>
                        <a:pt x="94" y="216"/>
                      </a:lnTo>
                      <a:close/>
                    </a:path>
                  </a:pathLst>
                </a:custGeom>
                <a:solidFill>
                  <a:srgbClr val="E6332A"/>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221" name="Freeform 81"/>
                <p:cNvSpPr/>
                <p:nvPr>
                  <p:custDataLst>
                    <p:tags r:id="rId59"/>
                  </p:custDataLst>
                </p:nvPr>
              </p:nvSpPr>
              <p:spPr bwMode="auto">
                <a:xfrm flipH="1">
                  <a:off x="3260725" y="1858963"/>
                  <a:ext cx="203200" cy="404813"/>
                </a:xfrm>
                <a:custGeom>
                  <a:avLst/>
                  <a:gdLst>
                    <a:gd name="T0" fmla="*/ 93 w 128"/>
                    <a:gd name="T1" fmla="*/ 255 h 255"/>
                    <a:gd name="T2" fmla="*/ 0 w 128"/>
                    <a:gd name="T3" fmla="*/ 244 h 255"/>
                    <a:gd name="T4" fmla="*/ 35 w 128"/>
                    <a:gd name="T5" fmla="*/ 0 h 255"/>
                    <a:gd name="T6" fmla="*/ 128 w 128"/>
                    <a:gd name="T7" fmla="*/ 10 h 255"/>
                    <a:gd name="T8" fmla="*/ 93 w 128"/>
                    <a:gd name="T9" fmla="*/ 255 h 255"/>
                  </a:gdLst>
                  <a:ahLst/>
                  <a:cxnLst>
                    <a:cxn ang="0">
                      <a:pos x="T0" y="T1"/>
                    </a:cxn>
                    <a:cxn ang="0">
                      <a:pos x="T2" y="T3"/>
                    </a:cxn>
                    <a:cxn ang="0">
                      <a:pos x="T4" y="T5"/>
                    </a:cxn>
                    <a:cxn ang="0">
                      <a:pos x="T6" y="T7"/>
                    </a:cxn>
                    <a:cxn ang="0">
                      <a:pos x="T8" y="T9"/>
                    </a:cxn>
                  </a:cxnLst>
                  <a:rect l="0" t="0" r="r" b="b"/>
                  <a:pathLst>
                    <a:path w="128" h="255">
                      <a:moveTo>
                        <a:pt x="93" y="255"/>
                      </a:moveTo>
                      <a:lnTo>
                        <a:pt x="0" y="244"/>
                      </a:lnTo>
                      <a:lnTo>
                        <a:pt x="35" y="0"/>
                      </a:lnTo>
                      <a:lnTo>
                        <a:pt x="128" y="10"/>
                      </a:lnTo>
                      <a:lnTo>
                        <a:pt x="93" y="255"/>
                      </a:lnTo>
                      <a:close/>
                    </a:path>
                  </a:pathLst>
                </a:custGeom>
                <a:solidFill>
                  <a:srgbClr val="E6332A"/>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222" name="Freeform 82"/>
                <p:cNvSpPr/>
                <p:nvPr>
                  <p:custDataLst>
                    <p:tags r:id="rId60"/>
                  </p:custDataLst>
                </p:nvPr>
              </p:nvSpPr>
              <p:spPr bwMode="auto">
                <a:xfrm flipH="1">
                  <a:off x="3698875" y="3070225"/>
                  <a:ext cx="171450" cy="157163"/>
                </a:xfrm>
                <a:custGeom>
                  <a:avLst/>
                  <a:gdLst>
                    <a:gd name="T0" fmla="*/ 31 w 90"/>
                    <a:gd name="T1" fmla="*/ 63 h 82"/>
                    <a:gd name="T2" fmla="*/ 10 w 90"/>
                    <a:gd name="T3" fmla="*/ 5 h 82"/>
                    <a:gd name="T4" fmla="*/ 28 w 90"/>
                    <a:gd name="T5" fmla="*/ 21 h 82"/>
                    <a:gd name="T6" fmla="*/ 56 w 90"/>
                    <a:gd name="T7" fmla="*/ 40 h 82"/>
                    <a:gd name="T8" fmla="*/ 90 w 90"/>
                    <a:gd name="T9" fmla="*/ 44 h 82"/>
                    <a:gd name="T10" fmla="*/ 69 w 90"/>
                    <a:gd name="T11" fmla="*/ 72 h 82"/>
                    <a:gd name="T12" fmla="*/ 31 w 90"/>
                    <a:gd name="T13" fmla="*/ 63 h 82"/>
                  </a:gdLst>
                  <a:ahLst/>
                  <a:cxnLst>
                    <a:cxn ang="0">
                      <a:pos x="T0" y="T1"/>
                    </a:cxn>
                    <a:cxn ang="0">
                      <a:pos x="T2" y="T3"/>
                    </a:cxn>
                    <a:cxn ang="0">
                      <a:pos x="T4" y="T5"/>
                    </a:cxn>
                    <a:cxn ang="0">
                      <a:pos x="T6" y="T7"/>
                    </a:cxn>
                    <a:cxn ang="0">
                      <a:pos x="T8" y="T9"/>
                    </a:cxn>
                    <a:cxn ang="0">
                      <a:pos x="T10" y="T11"/>
                    </a:cxn>
                    <a:cxn ang="0">
                      <a:pos x="T12" y="T13"/>
                    </a:cxn>
                  </a:cxnLst>
                  <a:rect l="0" t="0" r="r" b="b"/>
                  <a:pathLst>
                    <a:path w="90" h="82">
                      <a:moveTo>
                        <a:pt x="31" y="63"/>
                      </a:moveTo>
                      <a:cubicBezTo>
                        <a:pt x="31" y="63"/>
                        <a:pt x="0" y="14"/>
                        <a:pt x="10" y="5"/>
                      </a:cubicBezTo>
                      <a:cubicBezTo>
                        <a:pt x="15" y="0"/>
                        <a:pt x="22" y="9"/>
                        <a:pt x="28" y="21"/>
                      </a:cubicBezTo>
                      <a:cubicBezTo>
                        <a:pt x="33" y="31"/>
                        <a:pt x="44" y="39"/>
                        <a:pt x="56" y="40"/>
                      </a:cubicBezTo>
                      <a:cubicBezTo>
                        <a:pt x="90" y="44"/>
                        <a:pt x="90" y="44"/>
                        <a:pt x="90" y="44"/>
                      </a:cubicBezTo>
                      <a:cubicBezTo>
                        <a:pt x="90" y="44"/>
                        <a:pt x="81" y="62"/>
                        <a:pt x="69" y="72"/>
                      </a:cubicBezTo>
                      <a:cubicBezTo>
                        <a:pt x="57" y="82"/>
                        <a:pt x="31" y="63"/>
                        <a:pt x="31" y="63"/>
                      </a:cubicBezTo>
                      <a:close/>
                    </a:path>
                  </a:pathLst>
                </a:custGeom>
                <a:solidFill>
                  <a:srgbClr val="FFE7C5"/>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223" name="Freeform 83"/>
                <p:cNvSpPr/>
                <p:nvPr>
                  <p:custDataLst>
                    <p:tags r:id="rId61"/>
                  </p:custDataLst>
                </p:nvPr>
              </p:nvSpPr>
              <p:spPr bwMode="auto">
                <a:xfrm flipH="1">
                  <a:off x="5081587" y="4167188"/>
                  <a:ext cx="461963" cy="636588"/>
                </a:xfrm>
                <a:custGeom>
                  <a:avLst/>
                  <a:gdLst>
                    <a:gd name="T0" fmla="*/ 291 w 291"/>
                    <a:gd name="T1" fmla="*/ 93 h 401"/>
                    <a:gd name="T2" fmla="*/ 175 w 291"/>
                    <a:gd name="T3" fmla="*/ 155 h 401"/>
                    <a:gd name="T4" fmla="*/ 45 w 291"/>
                    <a:gd name="T5" fmla="*/ 401 h 401"/>
                    <a:gd name="T6" fmla="*/ 0 w 291"/>
                    <a:gd name="T7" fmla="*/ 388 h 401"/>
                    <a:gd name="T8" fmla="*/ 114 w 291"/>
                    <a:gd name="T9" fmla="*/ 122 h 401"/>
                    <a:gd name="T10" fmla="*/ 248 w 291"/>
                    <a:gd name="T11" fmla="*/ 0 h 401"/>
                    <a:gd name="T12" fmla="*/ 291 w 291"/>
                    <a:gd name="T13" fmla="*/ 93 h 401"/>
                  </a:gdLst>
                  <a:ahLst/>
                  <a:cxnLst>
                    <a:cxn ang="0">
                      <a:pos x="T0" y="T1"/>
                    </a:cxn>
                    <a:cxn ang="0">
                      <a:pos x="T2" y="T3"/>
                    </a:cxn>
                    <a:cxn ang="0">
                      <a:pos x="T4" y="T5"/>
                    </a:cxn>
                    <a:cxn ang="0">
                      <a:pos x="T6" y="T7"/>
                    </a:cxn>
                    <a:cxn ang="0">
                      <a:pos x="T8" y="T9"/>
                    </a:cxn>
                    <a:cxn ang="0">
                      <a:pos x="T10" y="T11"/>
                    </a:cxn>
                    <a:cxn ang="0">
                      <a:pos x="T12" y="T13"/>
                    </a:cxn>
                  </a:cxnLst>
                  <a:rect l="0" t="0" r="r" b="b"/>
                  <a:pathLst>
                    <a:path w="291" h="401">
                      <a:moveTo>
                        <a:pt x="291" y="93"/>
                      </a:moveTo>
                      <a:lnTo>
                        <a:pt x="175" y="155"/>
                      </a:lnTo>
                      <a:lnTo>
                        <a:pt x="45" y="401"/>
                      </a:lnTo>
                      <a:lnTo>
                        <a:pt x="0" y="388"/>
                      </a:lnTo>
                      <a:lnTo>
                        <a:pt x="114" y="122"/>
                      </a:lnTo>
                      <a:lnTo>
                        <a:pt x="248" y="0"/>
                      </a:lnTo>
                      <a:lnTo>
                        <a:pt x="291" y="93"/>
                      </a:lnTo>
                      <a:close/>
                    </a:path>
                  </a:pathLst>
                </a:custGeom>
                <a:solidFill>
                  <a:srgbClr val="FFE7C5"/>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224" name="Freeform 84"/>
                <p:cNvSpPr/>
                <p:nvPr>
                  <p:custDataLst>
                    <p:tags r:id="rId62"/>
                  </p:custDataLst>
                </p:nvPr>
              </p:nvSpPr>
              <p:spPr bwMode="auto">
                <a:xfrm flipH="1">
                  <a:off x="4154487" y="4040188"/>
                  <a:ext cx="776288" cy="801688"/>
                </a:xfrm>
                <a:custGeom>
                  <a:avLst/>
                  <a:gdLst>
                    <a:gd name="T0" fmla="*/ 0 w 489"/>
                    <a:gd name="T1" fmla="*/ 446 h 505"/>
                    <a:gd name="T2" fmla="*/ 13 w 489"/>
                    <a:gd name="T3" fmla="*/ 81 h 505"/>
                    <a:gd name="T4" fmla="*/ 411 w 489"/>
                    <a:gd name="T5" fmla="*/ 0 h 505"/>
                    <a:gd name="T6" fmla="*/ 489 w 489"/>
                    <a:gd name="T7" fmla="*/ 505 h 505"/>
                    <a:gd name="T8" fmla="*/ 309 w 489"/>
                    <a:gd name="T9" fmla="*/ 477 h 505"/>
                    <a:gd name="T10" fmla="*/ 0 w 489"/>
                    <a:gd name="T11" fmla="*/ 446 h 505"/>
                  </a:gdLst>
                  <a:ahLst/>
                  <a:cxnLst>
                    <a:cxn ang="0">
                      <a:pos x="T0" y="T1"/>
                    </a:cxn>
                    <a:cxn ang="0">
                      <a:pos x="T2" y="T3"/>
                    </a:cxn>
                    <a:cxn ang="0">
                      <a:pos x="T4" y="T5"/>
                    </a:cxn>
                    <a:cxn ang="0">
                      <a:pos x="T6" y="T7"/>
                    </a:cxn>
                    <a:cxn ang="0">
                      <a:pos x="T8" y="T9"/>
                    </a:cxn>
                    <a:cxn ang="0">
                      <a:pos x="T10" y="T11"/>
                    </a:cxn>
                  </a:cxnLst>
                  <a:rect l="0" t="0" r="r" b="b"/>
                  <a:pathLst>
                    <a:path w="489" h="505">
                      <a:moveTo>
                        <a:pt x="0" y="446"/>
                      </a:moveTo>
                      <a:lnTo>
                        <a:pt x="13" y="81"/>
                      </a:lnTo>
                      <a:lnTo>
                        <a:pt x="411" y="0"/>
                      </a:lnTo>
                      <a:lnTo>
                        <a:pt x="489" y="505"/>
                      </a:lnTo>
                      <a:lnTo>
                        <a:pt x="309" y="477"/>
                      </a:lnTo>
                      <a:lnTo>
                        <a:pt x="0" y="446"/>
                      </a:lnTo>
                      <a:close/>
                    </a:path>
                  </a:pathLst>
                </a:custGeom>
                <a:solidFill>
                  <a:schemeClr val="tx2"/>
                </a:solidFill>
                <a:ln>
                  <a:noFill/>
                </a:ln>
              </p:spPr>
              <p:txBody>
                <a:bodyPr vert="horz" wrap="square" lIns="68580" tIns="34290" rIns="68580" bIns="34290" numCol="1" anchor="t" anchorCtr="0" compatLnSpc="1"/>
                <a:lstStyle/>
                <a:p>
                  <a:endParaRPr lang="zh-CN" altLang="en-US" sz="1350"/>
                </a:p>
              </p:txBody>
            </p:sp>
            <p:sp>
              <p:nvSpPr>
                <p:cNvPr id="225" name="Freeform 85"/>
                <p:cNvSpPr/>
                <p:nvPr>
                  <p:custDataLst>
                    <p:tags r:id="rId63"/>
                  </p:custDataLst>
                </p:nvPr>
              </p:nvSpPr>
              <p:spPr bwMode="auto">
                <a:xfrm flipH="1">
                  <a:off x="4016375" y="3648075"/>
                  <a:ext cx="1247775" cy="796925"/>
                </a:xfrm>
                <a:custGeom>
                  <a:avLst/>
                  <a:gdLst>
                    <a:gd name="T0" fmla="*/ 517 w 655"/>
                    <a:gd name="T1" fmla="*/ 206 h 419"/>
                    <a:gd name="T2" fmla="*/ 192 w 655"/>
                    <a:gd name="T3" fmla="*/ 294 h 419"/>
                    <a:gd name="T4" fmla="*/ 54 w 655"/>
                    <a:gd name="T5" fmla="*/ 419 h 419"/>
                    <a:gd name="T6" fmla="*/ 0 w 655"/>
                    <a:gd name="T7" fmla="*/ 306 h 419"/>
                    <a:gd name="T8" fmla="*/ 148 w 655"/>
                    <a:gd name="T9" fmla="*/ 144 h 419"/>
                    <a:gd name="T10" fmla="*/ 255 w 655"/>
                    <a:gd name="T11" fmla="*/ 120 h 419"/>
                    <a:gd name="T12" fmla="*/ 409 w 655"/>
                    <a:gd name="T13" fmla="*/ 99 h 419"/>
                    <a:gd name="T14" fmla="*/ 457 w 655"/>
                    <a:gd name="T15" fmla="*/ 103 h 419"/>
                    <a:gd name="T16" fmla="*/ 564 w 655"/>
                    <a:gd name="T17" fmla="*/ 11 h 419"/>
                    <a:gd name="T18" fmla="*/ 576 w 655"/>
                    <a:gd name="T19" fmla="*/ 0 h 419"/>
                    <a:gd name="T20" fmla="*/ 655 w 655"/>
                    <a:gd name="T21" fmla="*/ 82 h 419"/>
                    <a:gd name="T22" fmla="*/ 517 w 655"/>
                    <a:gd name="T23" fmla="*/ 206 h 4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655" h="419">
                      <a:moveTo>
                        <a:pt x="517" y="206"/>
                      </a:moveTo>
                      <a:cubicBezTo>
                        <a:pt x="192" y="294"/>
                        <a:pt x="192" y="294"/>
                        <a:pt x="192" y="294"/>
                      </a:cubicBezTo>
                      <a:cubicBezTo>
                        <a:pt x="54" y="419"/>
                        <a:pt x="54" y="419"/>
                        <a:pt x="54" y="419"/>
                      </a:cubicBezTo>
                      <a:cubicBezTo>
                        <a:pt x="0" y="306"/>
                        <a:pt x="0" y="306"/>
                        <a:pt x="0" y="306"/>
                      </a:cubicBezTo>
                      <a:cubicBezTo>
                        <a:pt x="148" y="144"/>
                        <a:pt x="148" y="144"/>
                        <a:pt x="148" y="144"/>
                      </a:cubicBezTo>
                      <a:cubicBezTo>
                        <a:pt x="155" y="138"/>
                        <a:pt x="255" y="120"/>
                        <a:pt x="255" y="120"/>
                      </a:cubicBezTo>
                      <a:cubicBezTo>
                        <a:pt x="308" y="133"/>
                        <a:pt x="363" y="125"/>
                        <a:pt x="409" y="99"/>
                      </a:cubicBezTo>
                      <a:cubicBezTo>
                        <a:pt x="457" y="103"/>
                        <a:pt x="457" y="103"/>
                        <a:pt x="457" y="103"/>
                      </a:cubicBezTo>
                      <a:cubicBezTo>
                        <a:pt x="564" y="11"/>
                        <a:pt x="564" y="11"/>
                        <a:pt x="564" y="11"/>
                      </a:cubicBezTo>
                      <a:cubicBezTo>
                        <a:pt x="576" y="0"/>
                        <a:pt x="576" y="0"/>
                        <a:pt x="576" y="0"/>
                      </a:cubicBezTo>
                      <a:cubicBezTo>
                        <a:pt x="655" y="82"/>
                        <a:pt x="655" y="82"/>
                        <a:pt x="655" y="82"/>
                      </a:cubicBezTo>
                      <a:lnTo>
                        <a:pt x="517" y="206"/>
                      </a:lnTo>
                      <a:close/>
                    </a:path>
                  </a:pathLst>
                </a:custGeom>
                <a:solidFill>
                  <a:schemeClr val="tx2"/>
                </a:solidFill>
                <a:ln>
                  <a:noFill/>
                </a:ln>
              </p:spPr>
              <p:txBody>
                <a:bodyPr vert="horz" wrap="square" lIns="68580" tIns="34290" rIns="68580" bIns="34290" numCol="1" anchor="t" anchorCtr="0" compatLnSpc="1"/>
                <a:lstStyle/>
                <a:p>
                  <a:endParaRPr lang="zh-CN" altLang="en-US" sz="1350"/>
                </a:p>
              </p:txBody>
            </p:sp>
            <p:sp>
              <p:nvSpPr>
                <p:cNvPr id="226" name="Freeform 86"/>
                <p:cNvSpPr/>
                <p:nvPr>
                  <p:custDataLst>
                    <p:tags r:id="rId64"/>
                  </p:custDataLst>
                </p:nvPr>
              </p:nvSpPr>
              <p:spPr bwMode="auto">
                <a:xfrm flipH="1">
                  <a:off x="4564062" y="3625850"/>
                  <a:ext cx="204788" cy="357188"/>
                </a:xfrm>
                <a:custGeom>
                  <a:avLst/>
                  <a:gdLst>
                    <a:gd name="T0" fmla="*/ 17 w 107"/>
                    <a:gd name="T1" fmla="*/ 22 h 187"/>
                    <a:gd name="T2" fmla="*/ 29 w 107"/>
                    <a:gd name="T3" fmla="*/ 90 h 187"/>
                    <a:gd name="T4" fmla="*/ 4 w 107"/>
                    <a:gd name="T5" fmla="*/ 130 h 187"/>
                    <a:gd name="T6" fmla="*/ 0 w 107"/>
                    <a:gd name="T7" fmla="*/ 131 h 187"/>
                    <a:gd name="T8" fmla="*/ 87 w 107"/>
                    <a:gd name="T9" fmla="*/ 185 h 187"/>
                    <a:gd name="T10" fmla="*/ 107 w 107"/>
                    <a:gd name="T11" fmla="*/ 175 h 187"/>
                    <a:gd name="T12" fmla="*/ 39 w 107"/>
                    <a:gd name="T13" fmla="*/ 12 h 187"/>
                    <a:gd name="T14" fmla="*/ 34 w 107"/>
                    <a:gd name="T15" fmla="*/ 0 h 187"/>
                    <a:gd name="T16" fmla="*/ 24 w 107"/>
                    <a:gd name="T17" fmla="*/ 8 h 187"/>
                    <a:gd name="T18" fmla="*/ 17 w 107"/>
                    <a:gd name="T19" fmla="*/ 22 h 1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7" h="187">
                      <a:moveTo>
                        <a:pt x="17" y="22"/>
                      </a:moveTo>
                      <a:cubicBezTo>
                        <a:pt x="29" y="90"/>
                        <a:pt x="29" y="90"/>
                        <a:pt x="29" y="90"/>
                      </a:cubicBezTo>
                      <a:cubicBezTo>
                        <a:pt x="32" y="107"/>
                        <a:pt x="22" y="124"/>
                        <a:pt x="4" y="130"/>
                      </a:cubicBezTo>
                      <a:cubicBezTo>
                        <a:pt x="0" y="131"/>
                        <a:pt x="0" y="131"/>
                        <a:pt x="0" y="131"/>
                      </a:cubicBezTo>
                      <a:cubicBezTo>
                        <a:pt x="0" y="131"/>
                        <a:pt x="82" y="187"/>
                        <a:pt x="87" y="185"/>
                      </a:cubicBezTo>
                      <a:cubicBezTo>
                        <a:pt x="92" y="184"/>
                        <a:pt x="107" y="175"/>
                        <a:pt x="107" y="175"/>
                      </a:cubicBezTo>
                      <a:cubicBezTo>
                        <a:pt x="39" y="12"/>
                        <a:pt x="39" y="12"/>
                        <a:pt x="39" y="12"/>
                      </a:cubicBezTo>
                      <a:cubicBezTo>
                        <a:pt x="34" y="0"/>
                        <a:pt x="34" y="0"/>
                        <a:pt x="34" y="0"/>
                      </a:cubicBezTo>
                      <a:cubicBezTo>
                        <a:pt x="24" y="8"/>
                        <a:pt x="24" y="8"/>
                        <a:pt x="24" y="8"/>
                      </a:cubicBezTo>
                      <a:lnTo>
                        <a:pt x="17" y="22"/>
                      </a:lnTo>
                      <a:close/>
                    </a:path>
                  </a:pathLst>
                </a:custGeom>
                <a:solidFill>
                  <a:srgbClr val="FFE7C5"/>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227" name="Freeform 87"/>
                <p:cNvSpPr/>
                <p:nvPr>
                  <p:custDataLst>
                    <p:tags r:id="rId65"/>
                  </p:custDataLst>
                </p:nvPr>
              </p:nvSpPr>
              <p:spPr bwMode="auto">
                <a:xfrm flipH="1">
                  <a:off x="4802188" y="3436938"/>
                  <a:ext cx="92075" cy="120650"/>
                </a:xfrm>
                <a:custGeom>
                  <a:avLst/>
                  <a:gdLst>
                    <a:gd name="T0" fmla="*/ 0 w 58"/>
                    <a:gd name="T1" fmla="*/ 19 h 76"/>
                    <a:gd name="T2" fmla="*/ 26 w 58"/>
                    <a:gd name="T3" fmla="*/ 67 h 76"/>
                    <a:gd name="T4" fmla="*/ 58 w 58"/>
                    <a:gd name="T5" fmla="*/ 76 h 76"/>
                    <a:gd name="T6" fmla="*/ 58 w 58"/>
                    <a:gd name="T7" fmla="*/ 0 h 76"/>
                    <a:gd name="T8" fmla="*/ 0 w 58"/>
                    <a:gd name="T9" fmla="*/ 19 h 76"/>
                  </a:gdLst>
                  <a:ahLst/>
                  <a:cxnLst>
                    <a:cxn ang="0">
                      <a:pos x="T0" y="T1"/>
                    </a:cxn>
                    <a:cxn ang="0">
                      <a:pos x="T2" y="T3"/>
                    </a:cxn>
                    <a:cxn ang="0">
                      <a:pos x="T4" y="T5"/>
                    </a:cxn>
                    <a:cxn ang="0">
                      <a:pos x="T6" y="T7"/>
                    </a:cxn>
                    <a:cxn ang="0">
                      <a:pos x="T8" y="T9"/>
                    </a:cxn>
                  </a:cxnLst>
                  <a:rect l="0" t="0" r="r" b="b"/>
                  <a:pathLst>
                    <a:path w="58" h="76">
                      <a:moveTo>
                        <a:pt x="0" y="19"/>
                      </a:moveTo>
                      <a:lnTo>
                        <a:pt x="26" y="67"/>
                      </a:lnTo>
                      <a:lnTo>
                        <a:pt x="58" y="76"/>
                      </a:lnTo>
                      <a:lnTo>
                        <a:pt x="58" y="0"/>
                      </a:lnTo>
                      <a:lnTo>
                        <a:pt x="0" y="19"/>
                      </a:lnTo>
                      <a:close/>
                    </a:path>
                  </a:pathLst>
                </a:custGeom>
                <a:solidFill>
                  <a:srgbClr val="FFE7C5"/>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228" name="Freeform 88"/>
                <p:cNvSpPr/>
                <p:nvPr>
                  <p:custDataLst>
                    <p:tags r:id="rId66"/>
                  </p:custDataLst>
                </p:nvPr>
              </p:nvSpPr>
              <p:spPr bwMode="auto">
                <a:xfrm flipH="1">
                  <a:off x="4295775" y="3262313"/>
                  <a:ext cx="615950" cy="577850"/>
                </a:xfrm>
                <a:custGeom>
                  <a:avLst/>
                  <a:gdLst>
                    <a:gd name="T0" fmla="*/ 228 w 323"/>
                    <a:gd name="T1" fmla="*/ 93 h 303"/>
                    <a:gd name="T2" fmla="*/ 323 w 323"/>
                    <a:gd name="T3" fmla="*/ 259 h 303"/>
                    <a:gd name="T4" fmla="*/ 138 w 323"/>
                    <a:gd name="T5" fmla="*/ 303 h 303"/>
                    <a:gd name="T6" fmla="*/ 86 w 323"/>
                    <a:gd name="T7" fmla="*/ 201 h 303"/>
                    <a:gd name="T8" fmla="*/ 53 w 323"/>
                    <a:gd name="T9" fmla="*/ 217 h 303"/>
                    <a:gd name="T10" fmla="*/ 4 w 323"/>
                    <a:gd name="T11" fmla="*/ 138 h 303"/>
                    <a:gd name="T12" fmla="*/ 38 w 323"/>
                    <a:gd name="T13" fmla="*/ 147 h 303"/>
                    <a:gd name="T14" fmla="*/ 52 w 323"/>
                    <a:gd name="T15" fmla="*/ 46 h 303"/>
                    <a:gd name="T16" fmla="*/ 182 w 323"/>
                    <a:gd name="T17" fmla="*/ 0 h 303"/>
                    <a:gd name="T18" fmla="*/ 228 w 323"/>
                    <a:gd name="T19" fmla="*/ 93 h 3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23" h="303">
                      <a:moveTo>
                        <a:pt x="228" y="93"/>
                      </a:moveTo>
                      <a:cubicBezTo>
                        <a:pt x="323" y="259"/>
                        <a:pt x="323" y="259"/>
                        <a:pt x="323" y="259"/>
                      </a:cubicBezTo>
                      <a:cubicBezTo>
                        <a:pt x="138" y="303"/>
                        <a:pt x="138" y="303"/>
                        <a:pt x="138" y="303"/>
                      </a:cubicBezTo>
                      <a:cubicBezTo>
                        <a:pt x="86" y="201"/>
                        <a:pt x="86" y="201"/>
                        <a:pt x="86" y="201"/>
                      </a:cubicBezTo>
                      <a:cubicBezTo>
                        <a:pt x="86" y="201"/>
                        <a:pt x="77" y="218"/>
                        <a:pt x="53" y="217"/>
                      </a:cubicBezTo>
                      <a:cubicBezTo>
                        <a:pt x="27" y="216"/>
                        <a:pt x="0" y="152"/>
                        <a:pt x="4" y="138"/>
                      </a:cubicBezTo>
                      <a:cubicBezTo>
                        <a:pt x="7" y="124"/>
                        <a:pt x="38" y="147"/>
                        <a:pt x="38" y="147"/>
                      </a:cubicBezTo>
                      <a:cubicBezTo>
                        <a:pt x="38" y="147"/>
                        <a:pt x="29" y="61"/>
                        <a:pt x="52" y="46"/>
                      </a:cubicBezTo>
                      <a:cubicBezTo>
                        <a:pt x="74" y="32"/>
                        <a:pt x="182" y="0"/>
                        <a:pt x="182" y="0"/>
                      </a:cubicBezTo>
                      <a:lnTo>
                        <a:pt x="228" y="93"/>
                      </a:lnTo>
                      <a:close/>
                    </a:path>
                  </a:pathLst>
                </a:custGeom>
                <a:solidFill>
                  <a:srgbClr val="FFE7C5"/>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229" name="Freeform 89"/>
                <p:cNvSpPr/>
                <p:nvPr>
                  <p:custDataLst>
                    <p:tags r:id="rId67"/>
                  </p:custDataLst>
                </p:nvPr>
              </p:nvSpPr>
              <p:spPr bwMode="auto">
                <a:xfrm flipH="1">
                  <a:off x="4267200" y="3500438"/>
                  <a:ext cx="558800" cy="609600"/>
                </a:xfrm>
                <a:custGeom>
                  <a:avLst/>
                  <a:gdLst>
                    <a:gd name="T0" fmla="*/ 220 w 293"/>
                    <a:gd name="T1" fmla="*/ 14 h 320"/>
                    <a:gd name="T2" fmla="*/ 283 w 293"/>
                    <a:gd name="T3" fmla="*/ 86 h 320"/>
                    <a:gd name="T4" fmla="*/ 290 w 293"/>
                    <a:gd name="T5" fmla="*/ 98 h 320"/>
                    <a:gd name="T6" fmla="*/ 293 w 293"/>
                    <a:gd name="T7" fmla="*/ 267 h 320"/>
                    <a:gd name="T8" fmla="*/ 288 w 293"/>
                    <a:gd name="T9" fmla="*/ 277 h 320"/>
                    <a:gd name="T10" fmla="*/ 263 w 293"/>
                    <a:gd name="T11" fmla="*/ 297 h 320"/>
                    <a:gd name="T12" fmla="*/ 178 w 293"/>
                    <a:gd name="T13" fmla="*/ 307 h 320"/>
                    <a:gd name="T14" fmla="*/ 114 w 293"/>
                    <a:gd name="T15" fmla="*/ 266 h 320"/>
                    <a:gd name="T16" fmla="*/ 74 w 293"/>
                    <a:gd name="T17" fmla="*/ 172 h 320"/>
                    <a:gd name="T18" fmla="*/ 41 w 293"/>
                    <a:gd name="T19" fmla="*/ 77 h 320"/>
                    <a:gd name="T20" fmla="*/ 41 w 293"/>
                    <a:gd name="T21" fmla="*/ 75 h 320"/>
                    <a:gd name="T22" fmla="*/ 4 w 293"/>
                    <a:gd name="T23" fmla="*/ 7 h 320"/>
                    <a:gd name="T24" fmla="*/ 22 w 293"/>
                    <a:gd name="T25" fmla="*/ 7 h 320"/>
                    <a:gd name="T26" fmla="*/ 30 w 293"/>
                    <a:gd name="T27" fmla="*/ 6 h 320"/>
                    <a:gd name="T28" fmla="*/ 35 w 293"/>
                    <a:gd name="T29" fmla="*/ 6 h 320"/>
                    <a:gd name="T30" fmla="*/ 69 w 293"/>
                    <a:gd name="T31" fmla="*/ 72 h 320"/>
                    <a:gd name="T32" fmla="*/ 80 w 293"/>
                    <a:gd name="T33" fmla="*/ 79 h 320"/>
                    <a:gd name="T34" fmla="*/ 131 w 293"/>
                    <a:gd name="T35" fmla="*/ 83 h 320"/>
                    <a:gd name="T36" fmla="*/ 138 w 293"/>
                    <a:gd name="T37" fmla="*/ 81 h 320"/>
                    <a:gd name="T38" fmla="*/ 188 w 293"/>
                    <a:gd name="T39" fmla="*/ 59 h 320"/>
                    <a:gd name="T40" fmla="*/ 196 w 293"/>
                    <a:gd name="T41" fmla="*/ 22 h 320"/>
                    <a:gd name="T42" fmla="*/ 220 w 293"/>
                    <a:gd name="T43" fmla="*/ 14 h 3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93" h="320">
                      <a:moveTo>
                        <a:pt x="220" y="14"/>
                      </a:moveTo>
                      <a:cubicBezTo>
                        <a:pt x="283" y="86"/>
                        <a:pt x="283" y="86"/>
                        <a:pt x="283" y="86"/>
                      </a:cubicBezTo>
                      <a:cubicBezTo>
                        <a:pt x="289" y="93"/>
                        <a:pt x="290" y="96"/>
                        <a:pt x="290" y="98"/>
                      </a:cubicBezTo>
                      <a:cubicBezTo>
                        <a:pt x="293" y="267"/>
                        <a:pt x="293" y="267"/>
                        <a:pt x="293" y="267"/>
                      </a:cubicBezTo>
                      <a:cubicBezTo>
                        <a:pt x="293" y="271"/>
                        <a:pt x="291" y="274"/>
                        <a:pt x="288" y="277"/>
                      </a:cubicBezTo>
                      <a:cubicBezTo>
                        <a:pt x="263" y="297"/>
                        <a:pt x="263" y="297"/>
                        <a:pt x="263" y="297"/>
                      </a:cubicBezTo>
                      <a:cubicBezTo>
                        <a:pt x="240" y="316"/>
                        <a:pt x="206" y="320"/>
                        <a:pt x="178" y="307"/>
                      </a:cubicBezTo>
                      <a:cubicBezTo>
                        <a:pt x="153" y="296"/>
                        <a:pt x="125" y="282"/>
                        <a:pt x="114" y="266"/>
                      </a:cubicBezTo>
                      <a:cubicBezTo>
                        <a:pt x="80" y="219"/>
                        <a:pt x="74" y="172"/>
                        <a:pt x="74" y="172"/>
                      </a:cubicBezTo>
                      <a:cubicBezTo>
                        <a:pt x="41" y="77"/>
                        <a:pt x="41" y="77"/>
                        <a:pt x="41" y="77"/>
                      </a:cubicBezTo>
                      <a:cubicBezTo>
                        <a:pt x="41" y="76"/>
                        <a:pt x="41" y="76"/>
                        <a:pt x="41" y="75"/>
                      </a:cubicBezTo>
                      <a:cubicBezTo>
                        <a:pt x="4" y="7"/>
                        <a:pt x="4" y="7"/>
                        <a:pt x="4" y="7"/>
                      </a:cubicBezTo>
                      <a:cubicBezTo>
                        <a:pt x="0" y="0"/>
                        <a:pt x="15" y="9"/>
                        <a:pt x="22" y="7"/>
                      </a:cubicBezTo>
                      <a:cubicBezTo>
                        <a:pt x="30" y="6"/>
                        <a:pt x="30" y="6"/>
                        <a:pt x="30" y="6"/>
                      </a:cubicBezTo>
                      <a:cubicBezTo>
                        <a:pt x="36" y="4"/>
                        <a:pt x="32" y="0"/>
                        <a:pt x="35" y="6"/>
                      </a:cubicBezTo>
                      <a:cubicBezTo>
                        <a:pt x="69" y="72"/>
                        <a:pt x="69" y="72"/>
                        <a:pt x="69" y="72"/>
                      </a:cubicBezTo>
                      <a:cubicBezTo>
                        <a:pt x="71" y="76"/>
                        <a:pt x="75" y="79"/>
                        <a:pt x="80" y="79"/>
                      </a:cubicBezTo>
                      <a:cubicBezTo>
                        <a:pt x="131" y="83"/>
                        <a:pt x="131" y="83"/>
                        <a:pt x="131" y="83"/>
                      </a:cubicBezTo>
                      <a:cubicBezTo>
                        <a:pt x="134" y="83"/>
                        <a:pt x="136" y="82"/>
                        <a:pt x="138" y="81"/>
                      </a:cubicBezTo>
                      <a:cubicBezTo>
                        <a:pt x="188" y="59"/>
                        <a:pt x="188" y="59"/>
                        <a:pt x="188" y="59"/>
                      </a:cubicBezTo>
                      <a:cubicBezTo>
                        <a:pt x="188" y="59"/>
                        <a:pt x="199" y="55"/>
                        <a:pt x="196" y="22"/>
                      </a:cubicBezTo>
                      <a:cubicBezTo>
                        <a:pt x="195" y="10"/>
                        <a:pt x="212" y="4"/>
                        <a:pt x="220" y="14"/>
                      </a:cubicBezTo>
                      <a:close/>
                    </a:path>
                  </a:pathLst>
                </a:custGeom>
                <a:solidFill>
                  <a:srgbClr val="350C0C"/>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230" name="Freeform 90"/>
                <p:cNvSpPr/>
                <p:nvPr>
                  <p:custDataLst>
                    <p:tags r:id="rId68"/>
                  </p:custDataLst>
                </p:nvPr>
              </p:nvSpPr>
              <p:spPr bwMode="auto">
                <a:xfrm flipH="1">
                  <a:off x="4391025" y="3663950"/>
                  <a:ext cx="234950" cy="128588"/>
                </a:xfrm>
                <a:custGeom>
                  <a:avLst/>
                  <a:gdLst>
                    <a:gd name="T0" fmla="*/ 69 w 123"/>
                    <a:gd name="T1" fmla="*/ 15 h 67"/>
                    <a:gd name="T2" fmla="*/ 90 w 123"/>
                    <a:gd name="T3" fmla="*/ 3 h 67"/>
                    <a:gd name="T4" fmla="*/ 117 w 123"/>
                    <a:gd name="T5" fmla="*/ 13 h 67"/>
                    <a:gd name="T6" fmla="*/ 99 w 123"/>
                    <a:gd name="T7" fmla="*/ 47 h 67"/>
                    <a:gd name="T8" fmla="*/ 43 w 123"/>
                    <a:gd name="T9" fmla="*/ 64 h 67"/>
                    <a:gd name="T10" fmla="*/ 7 w 123"/>
                    <a:gd name="T11" fmla="*/ 48 h 67"/>
                    <a:gd name="T12" fmla="*/ 13 w 123"/>
                    <a:gd name="T13" fmla="*/ 20 h 67"/>
                    <a:gd name="T14" fmla="*/ 37 w 123"/>
                    <a:gd name="T15" fmla="*/ 18 h 67"/>
                    <a:gd name="T16" fmla="*/ 69 w 123"/>
                    <a:gd name="T17" fmla="*/ 15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3" h="67">
                      <a:moveTo>
                        <a:pt x="69" y="15"/>
                      </a:moveTo>
                      <a:cubicBezTo>
                        <a:pt x="69" y="15"/>
                        <a:pt x="79" y="6"/>
                        <a:pt x="90" y="3"/>
                      </a:cubicBezTo>
                      <a:cubicBezTo>
                        <a:pt x="100" y="0"/>
                        <a:pt x="111" y="1"/>
                        <a:pt x="117" y="13"/>
                      </a:cubicBezTo>
                      <a:cubicBezTo>
                        <a:pt x="123" y="24"/>
                        <a:pt x="113" y="36"/>
                        <a:pt x="99" y="47"/>
                      </a:cubicBezTo>
                      <a:cubicBezTo>
                        <a:pt x="91" y="54"/>
                        <a:pt x="62" y="67"/>
                        <a:pt x="43" y="64"/>
                      </a:cubicBezTo>
                      <a:cubicBezTo>
                        <a:pt x="24" y="61"/>
                        <a:pt x="13" y="57"/>
                        <a:pt x="7" y="48"/>
                      </a:cubicBezTo>
                      <a:cubicBezTo>
                        <a:pt x="0" y="38"/>
                        <a:pt x="5" y="25"/>
                        <a:pt x="13" y="20"/>
                      </a:cubicBezTo>
                      <a:cubicBezTo>
                        <a:pt x="21" y="15"/>
                        <a:pt x="32" y="16"/>
                        <a:pt x="37" y="18"/>
                      </a:cubicBezTo>
                      <a:cubicBezTo>
                        <a:pt x="42" y="20"/>
                        <a:pt x="55" y="25"/>
                        <a:pt x="69" y="15"/>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231" name="Freeform 91"/>
                <p:cNvSpPr/>
                <p:nvPr>
                  <p:custDataLst>
                    <p:tags r:id="rId69"/>
                  </p:custDataLst>
                </p:nvPr>
              </p:nvSpPr>
              <p:spPr bwMode="auto">
                <a:xfrm flipH="1">
                  <a:off x="4616450" y="3455988"/>
                  <a:ext cx="38100" cy="58738"/>
                </a:xfrm>
                <a:custGeom>
                  <a:avLst/>
                  <a:gdLst>
                    <a:gd name="T0" fmla="*/ 4 w 20"/>
                    <a:gd name="T1" fmla="*/ 18 h 31"/>
                    <a:gd name="T2" fmla="*/ 16 w 20"/>
                    <a:gd name="T3" fmla="*/ 30 h 31"/>
                    <a:gd name="T4" fmla="*/ 17 w 20"/>
                    <a:gd name="T5" fmla="*/ 13 h 31"/>
                    <a:gd name="T6" fmla="*/ 5 w 20"/>
                    <a:gd name="T7" fmla="*/ 1 h 31"/>
                    <a:gd name="T8" fmla="*/ 4 w 20"/>
                    <a:gd name="T9" fmla="*/ 18 h 31"/>
                  </a:gdLst>
                  <a:ahLst/>
                  <a:cxnLst>
                    <a:cxn ang="0">
                      <a:pos x="T0" y="T1"/>
                    </a:cxn>
                    <a:cxn ang="0">
                      <a:pos x="T2" y="T3"/>
                    </a:cxn>
                    <a:cxn ang="0">
                      <a:pos x="T4" y="T5"/>
                    </a:cxn>
                    <a:cxn ang="0">
                      <a:pos x="T6" y="T7"/>
                    </a:cxn>
                    <a:cxn ang="0">
                      <a:pos x="T8" y="T9"/>
                    </a:cxn>
                  </a:cxnLst>
                  <a:rect l="0" t="0" r="r" b="b"/>
                  <a:pathLst>
                    <a:path w="20" h="31">
                      <a:moveTo>
                        <a:pt x="4" y="18"/>
                      </a:moveTo>
                      <a:cubicBezTo>
                        <a:pt x="7" y="26"/>
                        <a:pt x="12" y="31"/>
                        <a:pt x="16" y="30"/>
                      </a:cubicBezTo>
                      <a:cubicBezTo>
                        <a:pt x="20" y="29"/>
                        <a:pt x="20" y="21"/>
                        <a:pt x="17" y="13"/>
                      </a:cubicBezTo>
                      <a:cubicBezTo>
                        <a:pt x="14" y="5"/>
                        <a:pt x="8" y="0"/>
                        <a:pt x="5" y="1"/>
                      </a:cubicBezTo>
                      <a:cubicBezTo>
                        <a:pt x="1" y="2"/>
                        <a:pt x="0" y="10"/>
                        <a:pt x="4" y="18"/>
                      </a:cubicBezTo>
                      <a:close/>
                    </a:path>
                  </a:pathLst>
                </a:custGeom>
                <a:solidFill>
                  <a:srgbClr val="1D1D1B"/>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232" name="Freeform 92"/>
                <p:cNvSpPr/>
                <p:nvPr>
                  <p:custDataLst>
                    <p:tags r:id="rId70"/>
                  </p:custDataLst>
                </p:nvPr>
              </p:nvSpPr>
              <p:spPr bwMode="auto">
                <a:xfrm flipH="1">
                  <a:off x="4516437" y="3411538"/>
                  <a:ext cx="36513" cy="58738"/>
                </a:xfrm>
                <a:custGeom>
                  <a:avLst/>
                  <a:gdLst>
                    <a:gd name="T0" fmla="*/ 3 w 19"/>
                    <a:gd name="T1" fmla="*/ 18 h 31"/>
                    <a:gd name="T2" fmla="*/ 15 w 19"/>
                    <a:gd name="T3" fmla="*/ 30 h 31"/>
                    <a:gd name="T4" fmla="*/ 16 w 19"/>
                    <a:gd name="T5" fmla="*/ 14 h 31"/>
                    <a:gd name="T6" fmla="*/ 4 w 19"/>
                    <a:gd name="T7" fmla="*/ 1 h 31"/>
                    <a:gd name="T8" fmla="*/ 3 w 19"/>
                    <a:gd name="T9" fmla="*/ 18 h 31"/>
                  </a:gdLst>
                  <a:ahLst/>
                  <a:cxnLst>
                    <a:cxn ang="0">
                      <a:pos x="T0" y="T1"/>
                    </a:cxn>
                    <a:cxn ang="0">
                      <a:pos x="T2" y="T3"/>
                    </a:cxn>
                    <a:cxn ang="0">
                      <a:pos x="T4" y="T5"/>
                    </a:cxn>
                    <a:cxn ang="0">
                      <a:pos x="T6" y="T7"/>
                    </a:cxn>
                    <a:cxn ang="0">
                      <a:pos x="T8" y="T9"/>
                    </a:cxn>
                  </a:cxnLst>
                  <a:rect l="0" t="0" r="r" b="b"/>
                  <a:pathLst>
                    <a:path w="19" h="31">
                      <a:moveTo>
                        <a:pt x="3" y="18"/>
                      </a:moveTo>
                      <a:cubicBezTo>
                        <a:pt x="6" y="26"/>
                        <a:pt x="12" y="31"/>
                        <a:pt x="15" y="30"/>
                      </a:cubicBezTo>
                      <a:cubicBezTo>
                        <a:pt x="19" y="29"/>
                        <a:pt x="19" y="22"/>
                        <a:pt x="16" y="14"/>
                      </a:cubicBezTo>
                      <a:cubicBezTo>
                        <a:pt x="13" y="6"/>
                        <a:pt x="7" y="0"/>
                        <a:pt x="4" y="1"/>
                      </a:cubicBezTo>
                      <a:cubicBezTo>
                        <a:pt x="0" y="3"/>
                        <a:pt x="0" y="10"/>
                        <a:pt x="3" y="18"/>
                      </a:cubicBezTo>
                      <a:close/>
                    </a:path>
                  </a:pathLst>
                </a:custGeom>
                <a:solidFill>
                  <a:srgbClr val="1D1D1B"/>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233" name="Freeform 93"/>
                <p:cNvSpPr>
                  <a:spLocks noEditPoints="1"/>
                </p:cNvSpPr>
                <p:nvPr>
                  <p:custDataLst>
                    <p:tags r:id="rId71"/>
                  </p:custDataLst>
                </p:nvPr>
              </p:nvSpPr>
              <p:spPr bwMode="auto">
                <a:xfrm flipH="1">
                  <a:off x="4559300" y="3398838"/>
                  <a:ext cx="184150" cy="211138"/>
                </a:xfrm>
                <a:custGeom>
                  <a:avLst/>
                  <a:gdLst>
                    <a:gd name="T0" fmla="*/ 69 w 97"/>
                    <a:gd name="T1" fmla="*/ 104 h 111"/>
                    <a:gd name="T2" fmla="*/ 12 w 97"/>
                    <a:gd name="T3" fmla="*/ 68 h 111"/>
                    <a:gd name="T4" fmla="*/ 28 w 97"/>
                    <a:gd name="T5" fmla="*/ 7 h 111"/>
                    <a:gd name="T6" fmla="*/ 86 w 97"/>
                    <a:gd name="T7" fmla="*/ 42 h 111"/>
                    <a:gd name="T8" fmla="*/ 69 w 97"/>
                    <a:gd name="T9" fmla="*/ 104 h 111"/>
                    <a:gd name="T10" fmla="*/ 33 w 97"/>
                    <a:gd name="T11" fmla="*/ 17 h 111"/>
                    <a:gd name="T12" fmla="*/ 23 w 97"/>
                    <a:gd name="T13" fmla="*/ 64 h 111"/>
                    <a:gd name="T14" fmla="*/ 65 w 97"/>
                    <a:gd name="T15" fmla="*/ 93 h 111"/>
                    <a:gd name="T16" fmla="*/ 74 w 97"/>
                    <a:gd name="T17" fmla="*/ 46 h 111"/>
                    <a:gd name="T18" fmla="*/ 33 w 97"/>
                    <a:gd name="T19" fmla="*/ 17 h 1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7" h="111">
                      <a:moveTo>
                        <a:pt x="69" y="104"/>
                      </a:moveTo>
                      <a:cubicBezTo>
                        <a:pt x="48" y="111"/>
                        <a:pt x="23" y="95"/>
                        <a:pt x="12" y="68"/>
                      </a:cubicBezTo>
                      <a:cubicBezTo>
                        <a:pt x="0" y="41"/>
                        <a:pt x="8" y="14"/>
                        <a:pt x="28" y="7"/>
                      </a:cubicBezTo>
                      <a:cubicBezTo>
                        <a:pt x="49" y="0"/>
                        <a:pt x="74" y="15"/>
                        <a:pt x="86" y="42"/>
                      </a:cubicBezTo>
                      <a:cubicBezTo>
                        <a:pt x="97" y="69"/>
                        <a:pt x="89" y="96"/>
                        <a:pt x="69" y="104"/>
                      </a:cubicBezTo>
                      <a:close/>
                      <a:moveTo>
                        <a:pt x="33" y="17"/>
                      </a:moveTo>
                      <a:cubicBezTo>
                        <a:pt x="19" y="22"/>
                        <a:pt x="14" y="44"/>
                        <a:pt x="23" y="64"/>
                      </a:cubicBezTo>
                      <a:cubicBezTo>
                        <a:pt x="32" y="85"/>
                        <a:pt x="51" y="98"/>
                        <a:pt x="65" y="93"/>
                      </a:cubicBezTo>
                      <a:cubicBezTo>
                        <a:pt x="78" y="88"/>
                        <a:pt x="83" y="67"/>
                        <a:pt x="74" y="46"/>
                      </a:cubicBezTo>
                      <a:cubicBezTo>
                        <a:pt x="66" y="26"/>
                        <a:pt x="47" y="12"/>
                        <a:pt x="33" y="17"/>
                      </a:cubicBezTo>
                      <a:close/>
                    </a:path>
                  </a:pathLst>
                </a:custGeom>
                <a:solidFill>
                  <a:srgbClr val="1D1D1B"/>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234" name="Freeform 94"/>
                <p:cNvSpPr>
                  <a:spLocks noEditPoints="1"/>
                </p:cNvSpPr>
                <p:nvPr>
                  <p:custDataLst>
                    <p:tags r:id="rId72"/>
                  </p:custDataLst>
                </p:nvPr>
              </p:nvSpPr>
              <p:spPr bwMode="auto">
                <a:xfrm flipH="1">
                  <a:off x="4424362" y="3348038"/>
                  <a:ext cx="182563" cy="214313"/>
                </a:xfrm>
                <a:custGeom>
                  <a:avLst/>
                  <a:gdLst>
                    <a:gd name="T0" fmla="*/ 68 w 96"/>
                    <a:gd name="T1" fmla="*/ 104 h 112"/>
                    <a:gd name="T2" fmla="*/ 11 w 96"/>
                    <a:gd name="T3" fmla="*/ 69 h 112"/>
                    <a:gd name="T4" fmla="*/ 28 w 96"/>
                    <a:gd name="T5" fmla="*/ 8 h 112"/>
                    <a:gd name="T6" fmla="*/ 85 w 96"/>
                    <a:gd name="T7" fmla="*/ 43 h 112"/>
                    <a:gd name="T8" fmla="*/ 68 w 96"/>
                    <a:gd name="T9" fmla="*/ 104 h 112"/>
                    <a:gd name="T10" fmla="*/ 32 w 96"/>
                    <a:gd name="T11" fmla="*/ 18 h 112"/>
                    <a:gd name="T12" fmla="*/ 23 w 96"/>
                    <a:gd name="T13" fmla="*/ 65 h 112"/>
                    <a:gd name="T14" fmla="*/ 64 w 96"/>
                    <a:gd name="T15" fmla="*/ 94 h 112"/>
                    <a:gd name="T16" fmla="*/ 74 w 96"/>
                    <a:gd name="T17" fmla="*/ 47 h 112"/>
                    <a:gd name="T18" fmla="*/ 32 w 96"/>
                    <a:gd name="T19" fmla="*/ 18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6" h="112">
                      <a:moveTo>
                        <a:pt x="68" y="104"/>
                      </a:moveTo>
                      <a:cubicBezTo>
                        <a:pt x="48" y="112"/>
                        <a:pt x="23" y="96"/>
                        <a:pt x="11" y="69"/>
                      </a:cubicBezTo>
                      <a:cubicBezTo>
                        <a:pt x="0" y="42"/>
                        <a:pt x="7" y="15"/>
                        <a:pt x="28" y="8"/>
                      </a:cubicBezTo>
                      <a:cubicBezTo>
                        <a:pt x="49" y="0"/>
                        <a:pt x="74" y="16"/>
                        <a:pt x="85" y="43"/>
                      </a:cubicBezTo>
                      <a:cubicBezTo>
                        <a:pt x="96" y="70"/>
                        <a:pt x="89" y="97"/>
                        <a:pt x="68" y="104"/>
                      </a:cubicBezTo>
                      <a:close/>
                      <a:moveTo>
                        <a:pt x="32" y="18"/>
                      </a:moveTo>
                      <a:cubicBezTo>
                        <a:pt x="18" y="23"/>
                        <a:pt x="14" y="44"/>
                        <a:pt x="23" y="65"/>
                      </a:cubicBezTo>
                      <a:cubicBezTo>
                        <a:pt x="31" y="86"/>
                        <a:pt x="50" y="99"/>
                        <a:pt x="64" y="94"/>
                      </a:cubicBezTo>
                      <a:cubicBezTo>
                        <a:pt x="78" y="89"/>
                        <a:pt x="82" y="68"/>
                        <a:pt x="74" y="47"/>
                      </a:cubicBezTo>
                      <a:cubicBezTo>
                        <a:pt x="65" y="26"/>
                        <a:pt x="46" y="13"/>
                        <a:pt x="32" y="18"/>
                      </a:cubicBezTo>
                      <a:close/>
                    </a:path>
                  </a:pathLst>
                </a:custGeom>
                <a:solidFill>
                  <a:srgbClr val="1D1D1B"/>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235" name="Freeform 95"/>
                <p:cNvSpPr/>
                <p:nvPr>
                  <p:custDataLst>
                    <p:tags r:id="rId73"/>
                  </p:custDataLst>
                </p:nvPr>
              </p:nvSpPr>
              <p:spPr bwMode="auto">
                <a:xfrm flipH="1">
                  <a:off x="4427538" y="3433763"/>
                  <a:ext cx="177800" cy="153988"/>
                </a:xfrm>
                <a:custGeom>
                  <a:avLst/>
                  <a:gdLst>
                    <a:gd name="T0" fmla="*/ 0 w 112"/>
                    <a:gd name="T1" fmla="*/ 0 h 97"/>
                    <a:gd name="T2" fmla="*/ 112 w 112"/>
                    <a:gd name="T3" fmla="*/ 79 h 97"/>
                    <a:gd name="T4" fmla="*/ 42 w 112"/>
                    <a:gd name="T5" fmla="*/ 97 h 97"/>
                    <a:gd name="T6" fmla="*/ 0 w 112"/>
                    <a:gd name="T7" fmla="*/ 0 h 97"/>
                  </a:gdLst>
                  <a:ahLst/>
                  <a:cxnLst>
                    <a:cxn ang="0">
                      <a:pos x="T0" y="T1"/>
                    </a:cxn>
                    <a:cxn ang="0">
                      <a:pos x="T2" y="T3"/>
                    </a:cxn>
                    <a:cxn ang="0">
                      <a:pos x="T4" y="T5"/>
                    </a:cxn>
                    <a:cxn ang="0">
                      <a:pos x="T6" y="T7"/>
                    </a:cxn>
                  </a:cxnLst>
                  <a:rect l="0" t="0" r="r" b="b"/>
                  <a:pathLst>
                    <a:path w="112" h="97">
                      <a:moveTo>
                        <a:pt x="0" y="0"/>
                      </a:moveTo>
                      <a:lnTo>
                        <a:pt x="112" y="79"/>
                      </a:lnTo>
                      <a:lnTo>
                        <a:pt x="42" y="97"/>
                      </a:lnTo>
                      <a:lnTo>
                        <a:pt x="0" y="0"/>
                      </a:lnTo>
                      <a:close/>
                    </a:path>
                  </a:pathLst>
                </a:custGeom>
                <a:solidFill>
                  <a:srgbClr val="F95353"/>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236" name="Freeform 96"/>
                <p:cNvSpPr/>
                <p:nvPr>
                  <p:custDataLst>
                    <p:tags r:id="rId74"/>
                  </p:custDataLst>
                </p:nvPr>
              </p:nvSpPr>
              <p:spPr bwMode="auto">
                <a:xfrm flipH="1">
                  <a:off x="4716463" y="3495675"/>
                  <a:ext cx="149225" cy="34925"/>
                </a:xfrm>
                <a:custGeom>
                  <a:avLst/>
                  <a:gdLst>
                    <a:gd name="T0" fmla="*/ 94 w 94"/>
                    <a:gd name="T1" fmla="*/ 13 h 22"/>
                    <a:gd name="T2" fmla="*/ 2 w 94"/>
                    <a:gd name="T3" fmla="*/ 22 h 22"/>
                    <a:gd name="T4" fmla="*/ 0 w 94"/>
                    <a:gd name="T5" fmla="*/ 9 h 22"/>
                    <a:gd name="T6" fmla="*/ 91 w 94"/>
                    <a:gd name="T7" fmla="*/ 0 h 22"/>
                    <a:gd name="T8" fmla="*/ 94 w 94"/>
                    <a:gd name="T9" fmla="*/ 13 h 22"/>
                  </a:gdLst>
                  <a:ahLst/>
                  <a:cxnLst>
                    <a:cxn ang="0">
                      <a:pos x="T0" y="T1"/>
                    </a:cxn>
                    <a:cxn ang="0">
                      <a:pos x="T2" y="T3"/>
                    </a:cxn>
                    <a:cxn ang="0">
                      <a:pos x="T4" y="T5"/>
                    </a:cxn>
                    <a:cxn ang="0">
                      <a:pos x="T6" y="T7"/>
                    </a:cxn>
                    <a:cxn ang="0">
                      <a:pos x="T8" y="T9"/>
                    </a:cxn>
                  </a:cxnLst>
                  <a:rect l="0" t="0" r="r" b="b"/>
                  <a:pathLst>
                    <a:path w="94" h="22">
                      <a:moveTo>
                        <a:pt x="94" y="13"/>
                      </a:moveTo>
                      <a:lnTo>
                        <a:pt x="2" y="22"/>
                      </a:lnTo>
                      <a:lnTo>
                        <a:pt x="0" y="9"/>
                      </a:lnTo>
                      <a:lnTo>
                        <a:pt x="91" y="0"/>
                      </a:lnTo>
                      <a:lnTo>
                        <a:pt x="94" y="13"/>
                      </a:lnTo>
                      <a:close/>
                    </a:path>
                  </a:pathLst>
                </a:custGeom>
                <a:solidFill>
                  <a:srgbClr val="1D1D1B"/>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237" name="Freeform 97"/>
                <p:cNvSpPr/>
                <p:nvPr>
                  <p:custDataLst>
                    <p:tags r:id="rId75"/>
                  </p:custDataLst>
                </p:nvPr>
              </p:nvSpPr>
              <p:spPr bwMode="auto">
                <a:xfrm flipH="1">
                  <a:off x="4379912" y="3076575"/>
                  <a:ext cx="601663" cy="390525"/>
                </a:xfrm>
                <a:custGeom>
                  <a:avLst/>
                  <a:gdLst>
                    <a:gd name="T0" fmla="*/ 108 w 316"/>
                    <a:gd name="T1" fmla="*/ 185 h 205"/>
                    <a:gd name="T2" fmla="*/ 206 w 316"/>
                    <a:gd name="T3" fmla="*/ 131 h 205"/>
                    <a:gd name="T4" fmla="*/ 268 w 316"/>
                    <a:gd name="T5" fmla="*/ 29 h 205"/>
                    <a:gd name="T6" fmla="*/ 188 w 316"/>
                    <a:gd name="T7" fmla="*/ 50 h 205"/>
                    <a:gd name="T8" fmla="*/ 46 w 316"/>
                    <a:gd name="T9" fmla="*/ 205 h 205"/>
                    <a:gd name="T10" fmla="*/ 108 w 316"/>
                    <a:gd name="T11" fmla="*/ 185 h 205"/>
                  </a:gdLst>
                  <a:ahLst/>
                  <a:cxnLst>
                    <a:cxn ang="0">
                      <a:pos x="T0" y="T1"/>
                    </a:cxn>
                    <a:cxn ang="0">
                      <a:pos x="T2" y="T3"/>
                    </a:cxn>
                    <a:cxn ang="0">
                      <a:pos x="T4" y="T5"/>
                    </a:cxn>
                    <a:cxn ang="0">
                      <a:pos x="T6" y="T7"/>
                    </a:cxn>
                    <a:cxn ang="0">
                      <a:pos x="T8" y="T9"/>
                    </a:cxn>
                    <a:cxn ang="0">
                      <a:pos x="T10" y="T11"/>
                    </a:cxn>
                  </a:cxnLst>
                  <a:rect l="0" t="0" r="r" b="b"/>
                  <a:pathLst>
                    <a:path w="316" h="205">
                      <a:moveTo>
                        <a:pt x="108" y="185"/>
                      </a:moveTo>
                      <a:cubicBezTo>
                        <a:pt x="108" y="185"/>
                        <a:pt x="114" y="122"/>
                        <a:pt x="206" y="131"/>
                      </a:cubicBezTo>
                      <a:cubicBezTo>
                        <a:pt x="298" y="140"/>
                        <a:pt x="316" y="58"/>
                        <a:pt x="268" y="29"/>
                      </a:cubicBezTo>
                      <a:cubicBezTo>
                        <a:pt x="220" y="0"/>
                        <a:pt x="188" y="50"/>
                        <a:pt x="188" y="50"/>
                      </a:cubicBezTo>
                      <a:cubicBezTo>
                        <a:pt x="188" y="50"/>
                        <a:pt x="0" y="98"/>
                        <a:pt x="46" y="205"/>
                      </a:cubicBezTo>
                      <a:lnTo>
                        <a:pt x="108" y="185"/>
                      </a:lnTo>
                      <a:close/>
                    </a:path>
                  </a:pathLst>
                </a:custGeom>
                <a:solidFill>
                  <a:srgbClr val="350C0C"/>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238" name="Freeform 98"/>
                <p:cNvSpPr/>
                <p:nvPr>
                  <p:custDataLst>
                    <p:tags r:id="rId76"/>
                  </p:custDataLst>
                </p:nvPr>
              </p:nvSpPr>
              <p:spPr bwMode="auto">
                <a:xfrm flipH="1">
                  <a:off x="4151312" y="4627563"/>
                  <a:ext cx="808038" cy="260350"/>
                </a:xfrm>
                <a:custGeom>
                  <a:avLst/>
                  <a:gdLst>
                    <a:gd name="T0" fmla="*/ 386 w 424"/>
                    <a:gd name="T1" fmla="*/ 137 h 137"/>
                    <a:gd name="T2" fmla="*/ 422 w 424"/>
                    <a:gd name="T3" fmla="*/ 111 h 137"/>
                    <a:gd name="T4" fmla="*/ 392 w 424"/>
                    <a:gd name="T5" fmla="*/ 62 h 137"/>
                    <a:gd name="T6" fmla="*/ 190 w 424"/>
                    <a:gd name="T7" fmla="*/ 45 h 137"/>
                    <a:gd name="T8" fmla="*/ 50 w 424"/>
                    <a:gd name="T9" fmla="*/ 9 h 137"/>
                    <a:gd name="T10" fmla="*/ 26 w 424"/>
                    <a:gd name="T11" fmla="*/ 85 h 137"/>
                    <a:gd name="T12" fmla="*/ 89 w 424"/>
                    <a:gd name="T13" fmla="*/ 126 h 137"/>
                    <a:gd name="T14" fmla="*/ 386 w 424"/>
                    <a:gd name="T15" fmla="*/ 137 h 13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24" h="137">
                      <a:moveTo>
                        <a:pt x="386" y="137"/>
                      </a:moveTo>
                      <a:cubicBezTo>
                        <a:pt x="403" y="137"/>
                        <a:pt x="419" y="127"/>
                        <a:pt x="422" y="111"/>
                      </a:cubicBezTo>
                      <a:cubicBezTo>
                        <a:pt x="424" y="96"/>
                        <a:pt x="420" y="77"/>
                        <a:pt x="392" y="62"/>
                      </a:cubicBezTo>
                      <a:cubicBezTo>
                        <a:pt x="335" y="31"/>
                        <a:pt x="246" y="35"/>
                        <a:pt x="190" y="45"/>
                      </a:cubicBezTo>
                      <a:cubicBezTo>
                        <a:pt x="137" y="54"/>
                        <a:pt x="98" y="0"/>
                        <a:pt x="50" y="9"/>
                      </a:cubicBezTo>
                      <a:cubicBezTo>
                        <a:pt x="21" y="14"/>
                        <a:pt x="0" y="55"/>
                        <a:pt x="26" y="85"/>
                      </a:cubicBezTo>
                      <a:cubicBezTo>
                        <a:pt x="53" y="114"/>
                        <a:pt x="89" y="126"/>
                        <a:pt x="89" y="126"/>
                      </a:cubicBezTo>
                      <a:lnTo>
                        <a:pt x="386" y="137"/>
                      </a:lnTo>
                      <a:close/>
                    </a:path>
                  </a:pathLst>
                </a:custGeom>
                <a:solidFill>
                  <a:schemeClr val="tx2"/>
                </a:solidFill>
                <a:ln>
                  <a:noFill/>
                </a:ln>
              </p:spPr>
              <p:txBody>
                <a:bodyPr vert="horz" wrap="square" lIns="68580" tIns="34290" rIns="68580" bIns="34290" numCol="1" anchor="t" anchorCtr="0" compatLnSpc="1"/>
                <a:lstStyle/>
                <a:p>
                  <a:endParaRPr lang="zh-CN" altLang="en-US" sz="1350"/>
                </a:p>
              </p:txBody>
            </p:sp>
            <p:sp>
              <p:nvSpPr>
                <p:cNvPr id="239" name="Freeform 99"/>
                <p:cNvSpPr/>
                <p:nvPr>
                  <p:custDataLst>
                    <p:tags r:id="rId77"/>
                  </p:custDataLst>
                </p:nvPr>
              </p:nvSpPr>
              <p:spPr bwMode="auto">
                <a:xfrm flipH="1">
                  <a:off x="4329112" y="5959475"/>
                  <a:ext cx="125413" cy="115888"/>
                </a:xfrm>
                <a:custGeom>
                  <a:avLst/>
                  <a:gdLst>
                    <a:gd name="T0" fmla="*/ 79 w 79"/>
                    <a:gd name="T1" fmla="*/ 15 h 73"/>
                    <a:gd name="T2" fmla="*/ 70 w 79"/>
                    <a:gd name="T3" fmla="*/ 73 h 73"/>
                    <a:gd name="T4" fmla="*/ 0 w 79"/>
                    <a:gd name="T5" fmla="*/ 72 h 73"/>
                    <a:gd name="T6" fmla="*/ 13 w 79"/>
                    <a:gd name="T7" fmla="*/ 0 h 73"/>
                    <a:gd name="T8" fmla="*/ 79 w 79"/>
                    <a:gd name="T9" fmla="*/ 15 h 73"/>
                  </a:gdLst>
                  <a:ahLst/>
                  <a:cxnLst>
                    <a:cxn ang="0">
                      <a:pos x="T0" y="T1"/>
                    </a:cxn>
                    <a:cxn ang="0">
                      <a:pos x="T2" y="T3"/>
                    </a:cxn>
                    <a:cxn ang="0">
                      <a:pos x="T4" y="T5"/>
                    </a:cxn>
                    <a:cxn ang="0">
                      <a:pos x="T6" y="T7"/>
                    </a:cxn>
                    <a:cxn ang="0">
                      <a:pos x="T8" y="T9"/>
                    </a:cxn>
                  </a:cxnLst>
                  <a:rect l="0" t="0" r="r" b="b"/>
                  <a:pathLst>
                    <a:path w="79" h="73">
                      <a:moveTo>
                        <a:pt x="79" y="15"/>
                      </a:moveTo>
                      <a:lnTo>
                        <a:pt x="70" y="73"/>
                      </a:lnTo>
                      <a:lnTo>
                        <a:pt x="0" y="72"/>
                      </a:lnTo>
                      <a:lnTo>
                        <a:pt x="13" y="0"/>
                      </a:lnTo>
                      <a:lnTo>
                        <a:pt x="79" y="15"/>
                      </a:lnTo>
                      <a:close/>
                    </a:path>
                  </a:pathLst>
                </a:custGeom>
                <a:solidFill>
                  <a:srgbClr val="FFE7C5"/>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240" name="Freeform 100"/>
                <p:cNvSpPr/>
                <p:nvPr>
                  <p:custDataLst>
                    <p:tags r:id="rId78"/>
                  </p:custDataLst>
                </p:nvPr>
              </p:nvSpPr>
              <p:spPr bwMode="auto">
                <a:xfrm flipH="1">
                  <a:off x="4319587" y="6018213"/>
                  <a:ext cx="144463" cy="58738"/>
                </a:xfrm>
                <a:custGeom>
                  <a:avLst/>
                  <a:gdLst>
                    <a:gd name="T0" fmla="*/ 79 w 91"/>
                    <a:gd name="T1" fmla="*/ 37 h 37"/>
                    <a:gd name="T2" fmla="*/ 91 w 91"/>
                    <a:gd name="T3" fmla="*/ 0 h 37"/>
                    <a:gd name="T4" fmla="*/ 6 w 91"/>
                    <a:gd name="T5" fmla="*/ 0 h 37"/>
                    <a:gd name="T6" fmla="*/ 0 w 91"/>
                    <a:gd name="T7" fmla="*/ 35 h 37"/>
                    <a:gd name="T8" fmla="*/ 79 w 91"/>
                    <a:gd name="T9" fmla="*/ 37 h 37"/>
                  </a:gdLst>
                  <a:ahLst/>
                  <a:cxnLst>
                    <a:cxn ang="0">
                      <a:pos x="T0" y="T1"/>
                    </a:cxn>
                    <a:cxn ang="0">
                      <a:pos x="T2" y="T3"/>
                    </a:cxn>
                    <a:cxn ang="0">
                      <a:pos x="T4" y="T5"/>
                    </a:cxn>
                    <a:cxn ang="0">
                      <a:pos x="T6" y="T7"/>
                    </a:cxn>
                    <a:cxn ang="0">
                      <a:pos x="T8" y="T9"/>
                    </a:cxn>
                  </a:cxnLst>
                  <a:rect l="0" t="0" r="r" b="b"/>
                  <a:pathLst>
                    <a:path w="91" h="37">
                      <a:moveTo>
                        <a:pt x="79" y="37"/>
                      </a:moveTo>
                      <a:lnTo>
                        <a:pt x="91" y="0"/>
                      </a:lnTo>
                      <a:lnTo>
                        <a:pt x="6" y="0"/>
                      </a:lnTo>
                      <a:lnTo>
                        <a:pt x="0" y="35"/>
                      </a:lnTo>
                      <a:lnTo>
                        <a:pt x="79" y="37"/>
                      </a:lnTo>
                      <a:close/>
                    </a:path>
                  </a:pathLst>
                </a:custGeom>
                <a:solidFill>
                  <a:srgbClr val="F9B233"/>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241" name="Freeform 101"/>
                <p:cNvSpPr/>
                <p:nvPr>
                  <p:custDataLst>
                    <p:tags r:id="rId79"/>
                  </p:custDataLst>
                </p:nvPr>
              </p:nvSpPr>
              <p:spPr bwMode="auto">
                <a:xfrm flipH="1">
                  <a:off x="3925888" y="6069013"/>
                  <a:ext cx="622300" cy="233363"/>
                </a:xfrm>
                <a:custGeom>
                  <a:avLst/>
                  <a:gdLst>
                    <a:gd name="T0" fmla="*/ 118 w 326"/>
                    <a:gd name="T1" fmla="*/ 5 h 123"/>
                    <a:gd name="T2" fmla="*/ 161 w 326"/>
                    <a:gd name="T3" fmla="*/ 65 h 123"/>
                    <a:gd name="T4" fmla="*/ 312 w 326"/>
                    <a:gd name="T5" fmla="*/ 100 h 123"/>
                    <a:gd name="T6" fmla="*/ 309 w 326"/>
                    <a:gd name="T7" fmla="*/ 121 h 123"/>
                    <a:gd name="T8" fmla="*/ 115 w 326"/>
                    <a:gd name="T9" fmla="*/ 123 h 123"/>
                    <a:gd name="T10" fmla="*/ 59 w 326"/>
                    <a:gd name="T11" fmla="*/ 96 h 123"/>
                    <a:gd name="T12" fmla="*/ 44 w 326"/>
                    <a:gd name="T13" fmla="*/ 107 h 123"/>
                    <a:gd name="T14" fmla="*/ 0 w 326"/>
                    <a:gd name="T15" fmla="*/ 91 h 123"/>
                    <a:gd name="T16" fmla="*/ 39 w 326"/>
                    <a:gd name="T17" fmla="*/ 0 h 123"/>
                    <a:gd name="T18" fmla="*/ 118 w 326"/>
                    <a:gd name="T19" fmla="*/ 5 h 1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26" h="123">
                      <a:moveTo>
                        <a:pt x="118" y="5"/>
                      </a:moveTo>
                      <a:cubicBezTo>
                        <a:pt x="161" y="65"/>
                        <a:pt x="161" y="65"/>
                        <a:pt x="161" y="65"/>
                      </a:cubicBezTo>
                      <a:cubicBezTo>
                        <a:pt x="312" y="100"/>
                        <a:pt x="312" y="100"/>
                        <a:pt x="312" y="100"/>
                      </a:cubicBezTo>
                      <a:cubicBezTo>
                        <a:pt x="326" y="103"/>
                        <a:pt x="324" y="121"/>
                        <a:pt x="309" y="121"/>
                      </a:cubicBezTo>
                      <a:cubicBezTo>
                        <a:pt x="115" y="123"/>
                        <a:pt x="115" y="123"/>
                        <a:pt x="115" y="123"/>
                      </a:cubicBezTo>
                      <a:cubicBezTo>
                        <a:pt x="59" y="96"/>
                        <a:pt x="59" y="96"/>
                        <a:pt x="59" y="96"/>
                      </a:cubicBezTo>
                      <a:cubicBezTo>
                        <a:pt x="44" y="107"/>
                        <a:pt x="44" y="107"/>
                        <a:pt x="44" y="107"/>
                      </a:cubicBezTo>
                      <a:cubicBezTo>
                        <a:pt x="0" y="91"/>
                        <a:pt x="0" y="91"/>
                        <a:pt x="0" y="91"/>
                      </a:cubicBezTo>
                      <a:cubicBezTo>
                        <a:pt x="39" y="0"/>
                        <a:pt x="39" y="0"/>
                        <a:pt x="39" y="0"/>
                      </a:cubicBezTo>
                      <a:lnTo>
                        <a:pt x="118" y="5"/>
                      </a:lnTo>
                      <a:close/>
                    </a:path>
                  </a:pathLst>
                </a:custGeom>
                <a:solidFill>
                  <a:srgbClr val="1D1D1B"/>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242" name="Freeform 102"/>
                <p:cNvSpPr/>
                <p:nvPr>
                  <p:custDataLst>
                    <p:tags r:id="rId80"/>
                  </p:custDataLst>
                </p:nvPr>
              </p:nvSpPr>
              <p:spPr bwMode="auto">
                <a:xfrm flipH="1">
                  <a:off x="5221288" y="5546725"/>
                  <a:ext cx="155575" cy="134938"/>
                </a:xfrm>
                <a:custGeom>
                  <a:avLst/>
                  <a:gdLst>
                    <a:gd name="T0" fmla="*/ 98 w 98"/>
                    <a:gd name="T1" fmla="*/ 58 h 85"/>
                    <a:gd name="T2" fmla="*/ 39 w 98"/>
                    <a:gd name="T3" fmla="*/ 85 h 85"/>
                    <a:gd name="T4" fmla="*/ 0 w 98"/>
                    <a:gd name="T5" fmla="*/ 34 h 85"/>
                    <a:gd name="T6" fmla="*/ 71 w 98"/>
                    <a:gd name="T7" fmla="*/ 0 h 85"/>
                    <a:gd name="T8" fmla="*/ 98 w 98"/>
                    <a:gd name="T9" fmla="*/ 58 h 85"/>
                  </a:gdLst>
                  <a:ahLst/>
                  <a:cxnLst>
                    <a:cxn ang="0">
                      <a:pos x="T0" y="T1"/>
                    </a:cxn>
                    <a:cxn ang="0">
                      <a:pos x="T2" y="T3"/>
                    </a:cxn>
                    <a:cxn ang="0">
                      <a:pos x="T4" y="T5"/>
                    </a:cxn>
                    <a:cxn ang="0">
                      <a:pos x="T6" y="T7"/>
                    </a:cxn>
                    <a:cxn ang="0">
                      <a:pos x="T8" y="T9"/>
                    </a:cxn>
                  </a:cxnLst>
                  <a:rect l="0" t="0" r="r" b="b"/>
                  <a:pathLst>
                    <a:path w="98" h="85">
                      <a:moveTo>
                        <a:pt x="98" y="58"/>
                      </a:moveTo>
                      <a:lnTo>
                        <a:pt x="39" y="85"/>
                      </a:lnTo>
                      <a:lnTo>
                        <a:pt x="0" y="34"/>
                      </a:lnTo>
                      <a:lnTo>
                        <a:pt x="71" y="0"/>
                      </a:lnTo>
                      <a:lnTo>
                        <a:pt x="98" y="58"/>
                      </a:lnTo>
                      <a:close/>
                    </a:path>
                  </a:pathLst>
                </a:custGeom>
                <a:solidFill>
                  <a:srgbClr val="FFE7C5"/>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243" name="Freeform 103"/>
                <p:cNvSpPr/>
                <p:nvPr>
                  <p:custDataLst>
                    <p:tags r:id="rId81"/>
                  </p:custDataLst>
                </p:nvPr>
              </p:nvSpPr>
              <p:spPr bwMode="auto">
                <a:xfrm flipH="1">
                  <a:off x="5248275" y="5567363"/>
                  <a:ext cx="133350" cy="120650"/>
                </a:xfrm>
                <a:custGeom>
                  <a:avLst/>
                  <a:gdLst>
                    <a:gd name="T0" fmla="*/ 45 w 84"/>
                    <a:gd name="T1" fmla="*/ 76 h 76"/>
                    <a:gd name="T2" fmla="*/ 84 w 84"/>
                    <a:gd name="T3" fmla="*/ 63 h 76"/>
                    <a:gd name="T4" fmla="*/ 33 w 84"/>
                    <a:gd name="T5" fmla="*/ 0 h 76"/>
                    <a:gd name="T6" fmla="*/ 0 w 84"/>
                    <a:gd name="T7" fmla="*/ 16 h 76"/>
                    <a:gd name="T8" fmla="*/ 45 w 84"/>
                    <a:gd name="T9" fmla="*/ 76 h 76"/>
                  </a:gdLst>
                  <a:ahLst/>
                  <a:cxnLst>
                    <a:cxn ang="0">
                      <a:pos x="T0" y="T1"/>
                    </a:cxn>
                    <a:cxn ang="0">
                      <a:pos x="T2" y="T3"/>
                    </a:cxn>
                    <a:cxn ang="0">
                      <a:pos x="T4" y="T5"/>
                    </a:cxn>
                    <a:cxn ang="0">
                      <a:pos x="T6" y="T7"/>
                    </a:cxn>
                    <a:cxn ang="0">
                      <a:pos x="T8" y="T9"/>
                    </a:cxn>
                  </a:cxnLst>
                  <a:rect l="0" t="0" r="r" b="b"/>
                  <a:pathLst>
                    <a:path w="84" h="76">
                      <a:moveTo>
                        <a:pt x="45" y="76"/>
                      </a:moveTo>
                      <a:lnTo>
                        <a:pt x="84" y="63"/>
                      </a:lnTo>
                      <a:lnTo>
                        <a:pt x="33" y="0"/>
                      </a:lnTo>
                      <a:lnTo>
                        <a:pt x="0" y="16"/>
                      </a:lnTo>
                      <a:lnTo>
                        <a:pt x="45" y="76"/>
                      </a:lnTo>
                      <a:close/>
                    </a:path>
                  </a:pathLst>
                </a:custGeom>
                <a:solidFill>
                  <a:srgbClr val="F9B233"/>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244" name="Freeform 104"/>
                <p:cNvSpPr/>
                <p:nvPr>
                  <p:custDataLst>
                    <p:tags r:id="rId82"/>
                  </p:custDataLst>
                </p:nvPr>
              </p:nvSpPr>
              <p:spPr bwMode="auto">
                <a:xfrm flipH="1">
                  <a:off x="5229225" y="5583238"/>
                  <a:ext cx="350838" cy="536575"/>
                </a:xfrm>
                <a:custGeom>
                  <a:avLst/>
                  <a:gdLst>
                    <a:gd name="T0" fmla="*/ 146 w 184"/>
                    <a:gd name="T1" fmla="*/ 61 h 282"/>
                    <a:gd name="T2" fmla="*/ 118 w 184"/>
                    <a:gd name="T3" fmla="*/ 128 h 282"/>
                    <a:gd name="T4" fmla="*/ 178 w 184"/>
                    <a:gd name="T5" fmla="*/ 261 h 282"/>
                    <a:gd name="T6" fmla="*/ 158 w 184"/>
                    <a:gd name="T7" fmla="*/ 272 h 282"/>
                    <a:gd name="T8" fmla="*/ 40 w 184"/>
                    <a:gd name="T9" fmla="*/ 129 h 282"/>
                    <a:gd name="T10" fmla="*/ 31 w 184"/>
                    <a:gd name="T11" fmla="*/ 72 h 282"/>
                    <a:gd name="T12" fmla="*/ 13 w 184"/>
                    <a:gd name="T13" fmla="*/ 67 h 282"/>
                    <a:gd name="T14" fmla="*/ 0 w 184"/>
                    <a:gd name="T15" fmla="*/ 25 h 282"/>
                    <a:gd name="T16" fmla="*/ 104 w 184"/>
                    <a:gd name="T17" fmla="*/ 0 h 282"/>
                    <a:gd name="T18" fmla="*/ 146 w 184"/>
                    <a:gd name="T19" fmla="*/ 61 h 2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4" h="282">
                      <a:moveTo>
                        <a:pt x="146" y="61"/>
                      </a:moveTo>
                      <a:cubicBezTo>
                        <a:pt x="118" y="128"/>
                        <a:pt x="118" y="128"/>
                        <a:pt x="118" y="128"/>
                      </a:cubicBezTo>
                      <a:cubicBezTo>
                        <a:pt x="178" y="261"/>
                        <a:pt x="178" y="261"/>
                        <a:pt x="178" y="261"/>
                      </a:cubicBezTo>
                      <a:cubicBezTo>
                        <a:pt x="184" y="273"/>
                        <a:pt x="166" y="282"/>
                        <a:pt x="158" y="272"/>
                      </a:cubicBezTo>
                      <a:cubicBezTo>
                        <a:pt x="40" y="129"/>
                        <a:pt x="40" y="129"/>
                        <a:pt x="40" y="129"/>
                      </a:cubicBezTo>
                      <a:cubicBezTo>
                        <a:pt x="31" y="72"/>
                        <a:pt x="31" y="72"/>
                        <a:pt x="31" y="72"/>
                      </a:cubicBezTo>
                      <a:cubicBezTo>
                        <a:pt x="13" y="67"/>
                        <a:pt x="13" y="67"/>
                        <a:pt x="13" y="67"/>
                      </a:cubicBezTo>
                      <a:cubicBezTo>
                        <a:pt x="0" y="25"/>
                        <a:pt x="0" y="25"/>
                        <a:pt x="0" y="25"/>
                      </a:cubicBezTo>
                      <a:cubicBezTo>
                        <a:pt x="104" y="0"/>
                        <a:pt x="104" y="0"/>
                        <a:pt x="104" y="0"/>
                      </a:cubicBezTo>
                      <a:lnTo>
                        <a:pt x="146" y="61"/>
                      </a:lnTo>
                      <a:close/>
                    </a:path>
                  </a:pathLst>
                </a:custGeom>
                <a:solidFill>
                  <a:srgbClr val="1D1D1B"/>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245" name="Freeform 105"/>
                <p:cNvSpPr/>
                <p:nvPr>
                  <p:custDataLst>
                    <p:tags r:id="rId83"/>
                  </p:custDataLst>
                </p:nvPr>
              </p:nvSpPr>
              <p:spPr bwMode="auto">
                <a:xfrm flipH="1">
                  <a:off x="4200525" y="4676775"/>
                  <a:ext cx="552450" cy="122238"/>
                </a:xfrm>
                <a:custGeom>
                  <a:avLst/>
                  <a:gdLst>
                    <a:gd name="T0" fmla="*/ 290 w 290"/>
                    <a:gd name="T1" fmla="*/ 64 h 64"/>
                    <a:gd name="T2" fmla="*/ 283 w 290"/>
                    <a:gd name="T3" fmla="*/ 36 h 64"/>
                    <a:gd name="T4" fmla="*/ 137 w 290"/>
                    <a:gd name="T5" fmla="*/ 12 h 64"/>
                    <a:gd name="T6" fmla="*/ 88 w 290"/>
                    <a:gd name="T7" fmla="*/ 18 h 64"/>
                    <a:gd name="T8" fmla="*/ 60 w 290"/>
                    <a:gd name="T9" fmla="*/ 19 h 64"/>
                    <a:gd name="T10" fmla="*/ 34 w 290"/>
                    <a:gd name="T11" fmla="*/ 12 h 64"/>
                    <a:gd name="T12" fmla="*/ 8 w 290"/>
                    <a:gd name="T13" fmla="*/ 0 h 64"/>
                    <a:gd name="T14" fmla="*/ 0 w 290"/>
                    <a:gd name="T15" fmla="*/ 44 h 64"/>
                    <a:gd name="T16" fmla="*/ 290 w 290"/>
                    <a:gd name="T17" fmla="*/ 64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0" h="64">
                      <a:moveTo>
                        <a:pt x="290" y="64"/>
                      </a:moveTo>
                      <a:cubicBezTo>
                        <a:pt x="283" y="36"/>
                        <a:pt x="283" y="36"/>
                        <a:pt x="283" y="36"/>
                      </a:cubicBezTo>
                      <a:cubicBezTo>
                        <a:pt x="283" y="36"/>
                        <a:pt x="236" y="6"/>
                        <a:pt x="137" y="12"/>
                      </a:cubicBezTo>
                      <a:cubicBezTo>
                        <a:pt x="137" y="12"/>
                        <a:pt x="93" y="17"/>
                        <a:pt x="88" y="18"/>
                      </a:cubicBezTo>
                      <a:cubicBezTo>
                        <a:pt x="82" y="19"/>
                        <a:pt x="69" y="21"/>
                        <a:pt x="60" y="19"/>
                      </a:cubicBezTo>
                      <a:cubicBezTo>
                        <a:pt x="52" y="18"/>
                        <a:pt x="39" y="14"/>
                        <a:pt x="34" y="12"/>
                      </a:cubicBezTo>
                      <a:cubicBezTo>
                        <a:pt x="8" y="0"/>
                        <a:pt x="8" y="0"/>
                        <a:pt x="8" y="0"/>
                      </a:cubicBezTo>
                      <a:cubicBezTo>
                        <a:pt x="0" y="44"/>
                        <a:pt x="0" y="44"/>
                        <a:pt x="0" y="44"/>
                      </a:cubicBezTo>
                      <a:lnTo>
                        <a:pt x="290" y="64"/>
                      </a:lnTo>
                      <a:close/>
                    </a:path>
                  </a:pathLst>
                </a:custGeom>
                <a:solidFill>
                  <a:srgbClr val="FFE7C5"/>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246" name="Freeform 106"/>
                <p:cNvSpPr/>
                <p:nvPr>
                  <p:custDataLst>
                    <p:tags r:id="rId84"/>
                  </p:custDataLst>
                </p:nvPr>
              </p:nvSpPr>
              <p:spPr bwMode="auto">
                <a:xfrm flipH="1">
                  <a:off x="4200525" y="4760913"/>
                  <a:ext cx="1104900" cy="1233488"/>
                </a:xfrm>
                <a:custGeom>
                  <a:avLst/>
                  <a:gdLst>
                    <a:gd name="T0" fmla="*/ 696 w 696"/>
                    <a:gd name="T1" fmla="*/ 24 h 777"/>
                    <a:gd name="T2" fmla="*/ 636 w 696"/>
                    <a:gd name="T3" fmla="*/ 777 h 777"/>
                    <a:gd name="T4" fmla="*/ 541 w 696"/>
                    <a:gd name="T5" fmla="*/ 777 h 777"/>
                    <a:gd name="T6" fmla="*/ 522 w 696"/>
                    <a:gd name="T7" fmla="*/ 164 h 777"/>
                    <a:gd name="T8" fmla="*/ 374 w 696"/>
                    <a:gd name="T9" fmla="*/ 397 h 777"/>
                    <a:gd name="T10" fmla="*/ 43 w 696"/>
                    <a:gd name="T11" fmla="*/ 571 h 777"/>
                    <a:gd name="T12" fmla="*/ 0 w 696"/>
                    <a:gd name="T13" fmla="*/ 499 h 777"/>
                    <a:gd name="T14" fmla="*/ 306 w 696"/>
                    <a:gd name="T15" fmla="*/ 310 h 777"/>
                    <a:gd name="T16" fmla="*/ 348 w 696"/>
                    <a:gd name="T17" fmla="*/ 0 h 777"/>
                    <a:gd name="T18" fmla="*/ 696 w 696"/>
                    <a:gd name="T19" fmla="*/ 24 h 7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96" h="777">
                      <a:moveTo>
                        <a:pt x="696" y="24"/>
                      </a:moveTo>
                      <a:lnTo>
                        <a:pt x="636" y="777"/>
                      </a:lnTo>
                      <a:lnTo>
                        <a:pt x="541" y="777"/>
                      </a:lnTo>
                      <a:lnTo>
                        <a:pt x="522" y="164"/>
                      </a:lnTo>
                      <a:lnTo>
                        <a:pt x="374" y="397"/>
                      </a:lnTo>
                      <a:lnTo>
                        <a:pt x="43" y="571"/>
                      </a:lnTo>
                      <a:lnTo>
                        <a:pt x="0" y="499"/>
                      </a:lnTo>
                      <a:lnTo>
                        <a:pt x="306" y="310"/>
                      </a:lnTo>
                      <a:lnTo>
                        <a:pt x="348" y="0"/>
                      </a:lnTo>
                      <a:lnTo>
                        <a:pt x="696" y="24"/>
                      </a:lnTo>
                      <a:close/>
                    </a:path>
                  </a:pathLst>
                </a:custGeom>
                <a:solidFill>
                  <a:srgbClr val="1D1D1B"/>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247" name="Freeform 107"/>
                <p:cNvSpPr/>
                <p:nvPr>
                  <p:custDataLst>
                    <p:tags r:id="rId85"/>
                  </p:custDataLst>
                </p:nvPr>
              </p:nvSpPr>
              <p:spPr bwMode="auto">
                <a:xfrm flipH="1">
                  <a:off x="5353050" y="5764213"/>
                  <a:ext cx="76200" cy="71438"/>
                </a:xfrm>
                <a:custGeom>
                  <a:avLst/>
                  <a:gdLst>
                    <a:gd name="T0" fmla="*/ 38 w 48"/>
                    <a:gd name="T1" fmla="*/ 45 h 45"/>
                    <a:gd name="T2" fmla="*/ 0 w 48"/>
                    <a:gd name="T3" fmla="*/ 33 h 45"/>
                    <a:gd name="T4" fmla="*/ 5 w 48"/>
                    <a:gd name="T5" fmla="*/ 0 h 45"/>
                    <a:gd name="T6" fmla="*/ 48 w 48"/>
                    <a:gd name="T7" fmla="*/ 12 h 45"/>
                    <a:gd name="T8" fmla="*/ 47 w 48"/>
                    <a:gd name="T9" fmla="*/ 15 h 45"/>
                    <a:gd name="T10" fmla="*/ 9 w 48"/>
                    <a:gd name="T11" fmla="*/ 6 h 45"/>
                    <a:gd name="T12" fmla="*/ 5 w 48"/>
                    <a:gd name="T13" fmla="*/ 31 h 45"/>
                    <a:gd name="T14" fmla="*/ 39 w 48"/>
                    <a:gd name="T15" fmla="*/ 42 h 45"/>
                    <a:gd name="T16" fmla="*/ 38 w 48"/>
                    <a:gd name="T17"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8" h="45">
                      <a:moveTo>
                        <a:pt x="38" y="45"/>
                      </a:moveTo>
                      <a:lnTo>
                        <a:pt x="0" y="33"/>
                      </a:lnTo>
                      <a:lnTo>
                        <a:pt x="5" y="0"/>
                      </a:lnTo>
                      <a:lnTo>
                        <a:pt x="48" y="12"/>
                      </a:lnTo>
                      <a:lnTo>
                        <a:pt x="47" y="15"/>
                      </a:lnTo>
                      <a:lnTo>
                        <a:pt x="9" y="6"/>
                      </a:lnTo>
                      <a:lnTo>
                        <a:pt x="5" y="31"/>
                      </a:lnTo>
                      <a:lnTo>
                        <a:pt x="39" y="42"/>
                      </a:lnTo>
                      <a:lnTo>
                        <a:pt x="38" y="45"/>
                      </a:lnTo>
                      <a:close/>
                    </a:path>
                  </a:pathLst>
                </a:custGeom>
                <a:solidFill>
                  <a:srgbClr val="B2B2B2"/>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248" name="Freeform 108"/>
                <p:cNvSpPr/>
                <p:nvPr>
                  <p:custDataLst>
                    <p:tags r:id="rId86"/>
                  </p:custDataLst>
                </p:nvPr>
              </p:nvSpPr>
              <p:spPr bwMode="auto">
                <a:xfrm flipH="1">
                  <a:off x="5464175" y="4735513"/>
                  <a:ext cx="233363" cy="334963"/>
                </a:xfrm>
                <a:custGeom>
                  <a:avLst/>
                  <a:gdLst>
                    <a:gd name="T0" fmla="*/ 101 w 123"/>
                    <a:gd name="T1" fmla="*/ 75 h 176"/>
                    <a:gd name="T2" fmla="*/ 53 w 123"/>
                    <a:gd name="T3" fmla="*/ 170 h 176"/>
                    <a:gd name="T4" fmla="*/ 46 w 123"/>
                    <a:gd name="T5" fmla="*/ 153 h 176"/>
                    <a:gd name="T6" fmla="*/ 73 w 123"/>
                    <a:gd name="T7" fmla="*/ 91 h 176"/>
                    <a:gd name="T8" fmla="*/ 25 w 123"/>
                    <a:gd name="T9" fmla="*/ 165 h 176"/>
                    <a:gd name="T10" fmla="*/ 20 w 123"/>
                    <a:gd name="T11" fmla="*/ 151 h 176"/>
                    <a:gd name="T12" fmla="*/ 52 w 123"/>
                    <a:gd name="T13" fmla="*/ 91 h 176"/>
                    <a:gd name="T14" fmla="*/ 13 w 123"/>
                    <a:gd name="T15" fmla="*/ 137 h 176"/>
                    <a:gd name="T16" fmla="*/ 13 w 123"/>
                    <a:gd name="T17" fmla="*/ 121 h 176"/>
                    <a:gd name="T18" fmla="*/ 45 w 123"/>
                    <a:gd name="T19" fmla="*/ 79 h 176"/>
                    <a:gd name="T20" fmla="*/ 6 w 123"/>
                    <a:gd name="T21" fmla="*/ 102 h 176"/>
                    <a:gd name="T22" fmla="*/ 4 w 123"/>
                    <a:gd name="T23" fmla="*/ 94 h 176"/>
                    <a:gd name="T24" fmla="*/ 44 w 123"/>
                    <a:gd name="T25" fmla="*/ 65 h 176"/>
                    <a:gd name="T26" fmla="*/ 86 w 123"/>
                    <a:gd name="T27" fmla="*/ 20 h 176"/>
                    <a:gd name="T28" fmla="*/ 122 w 123"/>
                    <a:gd name="T29" fmla="*/ 31 h 176"/>
                    <a:gd name="T30" fmla="*/ 115 w 123"/>
                    <a:gd name="T31" fmla="*/ 119 h 176"/>
                    <a:gd name="T32" fmla="*/ 99 w 123"/>
                    <a:gd name="T33" fmla="*/ 102 h 176"/>
                    <a:gd name="T34" fmla="*/ 101 w 123"/>
                    <a:gd name="T35" fmla="*/ 75 h 1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23" h="176">
                      <a:moveTo>
                        <a:pt x="101" y="75"/>
                      </a:moveTo>
                      <a:cubicBezTo>
                        <a:pt x="101" y="75"/>
                        <a:pt x="60" y="164"/>
                        <a:pt x="53" y="170"/>
                      </a:cubicBezTo>
                      <a:cubicBezTo>
                        <a:pt x="46" y="176"/>
                        <a:pt x="38" y="168"/>
                        <a:pt x="46" y="153"/>
                      </a:cubicBezTo>
                      <a:cubicBezTo>
                        <a:pt x="54" y="138"/>
                        <a:pt x="73" y="91"/>
                        <a:pt x="73" y="91"/>
                      </a:cubicBezTo>
                      <a:cubicBezTo>
                        <a:pt x="73" y="91"/>
                        <a:pt x="31" y="164"/>
                        <a:pt x="25" y="165"/>
                      </a:cubicBezTo>
                      <a:cubicBezTo>
                        <a:pt x="19" y="166"/>
                        <a:pt x="13" y="160"/>
                        <a:pt x="20" y="151"/>
                      </a:cubicBezTo>
                      <a:cubicBezTo>
                        <a:pt x="27" y="141"/>
                        <a:pt x="52" y="91"/>
                        <a:pt x="52" y="91"/>
                      </a:cubicBezTo>
                      <a:cubicBezTo>
                        <a:pt x="52" y="91"/>
                        <a:pt x="22" y="130"/>
                        <a:pt x="13" y="137"/>
                      </a:cubicBezTo>
                      <a:cubicBezTo>
                        <a:pt x="4" y="144"/>
                        <a:pt x="6" y="129"/>
                        <a:pt x="13" y="121"/>
                      </a:cubicBezTo>
                      <a:cubicBezTo>
                        <a:pt x="20" y="112"/>
                        <a:pt x="45" y="79"/>
                        <a:pt x="45" y="79"/>
                      </a:cubicBezTo>
                      <a:cubicBezTo>
                        <a:pt x="45" y="79"/>
                        <a:pt x="13" y="102"/>
                        <a:pt x="6" y="102"/>
                      </a:cubicBezTo>
                      <a:cubicBezTo>
                        <a:pt x="0" y="103"/>
                        <a:pt x="1" y="98"/>
                        <a:pt x="4" y="94"/>
                      </a:cubicBezTo>
                      <a:cubicBezTo>
                        <a:pt x="7" y="91"/>
                        <a:pt x="44" y="65"/>
                        <a:pt x="44" y="65"/>
                      </a:cubicBezTo>
                      <a:cubicBezTo>
                        <a:pt x="44" y="65"/>
                        <a:pt x="53" y="56"/>
                        <a:pt x="86" y="20"/>
                      </a:cubicBezTo>
                      <a:cubicBezTo>
                        <a:pt x="105" y="0"/>
                        <a:pt x="123" y="26"/>
                        <a:pt x="122" y="31"/>
                      </a:cubicBezTo>
                      <a:cubicBezTo>
                        <a:pt x="122" y="35"/>
                        <a:pt x="119" y="109"/>
                        <a:pt x="115" y="119"/>
                      </a:cubicBezTo>
                      <a:cubicBezTo>
                        <a:pt x="110" y="130"/>
                        <a:pt x="96" y="121"/>
                        <a:pt x="99" y="102"/>
                      </a:cubicBezTo>
                      <a:cubicBezTo>
                        <a:pt x="102" y="84"/>
                        <a:pt x="107" y="72"/>
                        <a:pt x="101" y="75"/>
                      </a:cubicBezTo>
                      <a:close/>
                    </a:path>
                  </a:pathLst>
                </a:custGeom>
                <a:solidFill>
                  <a:srgbClr val="FFE7C5"/>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249" name="Freeform 109"/>
                <p:cNvSpPr/>
                <p:nvPr>
                  <p:custDataLst>
                    <p:tags r:id="rId87"/>
                  </p:custDataLst>
                </p:nvPr>
              </p:nvSpPr>
              <p:spPr bwMode="auto">
                <a:xfrm flipH="1">
                  <a:off x="1847850" y="5959475"/>
                  <a:ext cx="125413" cy="115888"/>
                </a:xfrm>
                <a:custGeom>
                  <a:avLst/>
                  <a:gdLst>
                    <a:gd name="T0" fmla="*/ 79 w 79"/>
                    <a:gd name="T1" fmla="*/ 15 h 73"/>
                    <a:gd name="T2" fmla="*/ 68 w 79"/>
                    <a:gd name="T3" fmla="*/ 73 h 73"/>
                    <a:gd name="T4" fmla="*/ 0 w 79"/>
                    <a:gd name="T5" fmla="*/ 72 h 73"/>
                    <a:gd name="T6" fmla="*/ 13 w 79"/>
                    <a:gd name="T7" fmla="*/ 0 h 73"/>
                    <a:gd name="T8" fmla="*/ 79 w 79"/>
                    <a:gd name="T9" fmla="*/ 15 h 73"/>
                  </a:gdLst>
                  <a:ahLst/>
                  <a:cxnLst>
                    <a:cxn ang="0">
                      <a:pos x="T0" y="T1"/>
                    </a:cxn>
                    <a:cxn ang="0">
                      <a:pos x="T2" y="T3"/>
                    </a:cxn>
                    <a:cxn ang="0">
                      <a:pos x="T4" y="T5"/>
                    </a:cxn>
                    <a:cxn ang="0">
                      <a:pos x="T6" y="T7"/>
                    </a:cxn>
                    <a:cxn ang="0">
                      <a:pos x="T8" y="T9"/>
                    </a:cxn>
                  </a:cxnLst>
                  <a:rect l="0" t="0" r="r" b="b"/>
                  <a:pathLst>
                    <a:path w="79" h="73">
                      <a:moveTo>
                        <a:pt x="79" y="15"/>
                      </a:moveTo>
                      <a:lnTo>
                        <a:pt x="68" y="73"/>
                      </a:lnTo>
                      <a:lnTo>
                        <a:pt x="0" y="72"/>
                      </a:lnTo>
                      <a:lnTo>
                        <a:pt x="13" y="0"/>
                      </a:lnTo>
                      <a:lnTo>
                        <a:pt x="79" y="15"/>
                      </a:lnTo>
                      <a:close/>
                    </a:path>
                  </a:pathLst>
                </a:custGeom>
                <a:solidFill>
                  <a:srgbClr val="FFE7C5"/>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250" name="Freeform 110"/>
                <p:cNvSpPr/>
                <p:nvPr>
                  <p:custDataLst>
                    <p:tags r:id="rId88"/>
                  </p:custDataLst>
                </p:nvPr>
              </p:nvSpPr>
              <p:spPr bwMode="auto">
                <a:xfrm flipH="1">
                  <a:off x="1838325" y="6018213"/>
                  <a:ext cx="144463" cy="58738"/>
                </a:xfrm>
                <a:custGeom>
                  <a:avLst/>
                  <a:gdLst>
                    <a:gd name="T0" fmla="*/ 79 w 91"/>
                    <a:gd name="T1" fmla="*/ 37 h 37"/>
                    <a:gd name="T2" fmla="*/ 91 w 91"/>
                    <a:gd name="T3" fmla="*/ 0 h 37"/>
                    <a:gd name="T4" fmla="*/ 6 w 91"/>
                    <a:gd name="T5" fmla="*/ 0 h 37"/>
                    <a:gd name="T6" fmla="*/ 0 w 91"/>
                    <a:gd name="T7" fmla="*/ 35 h 37"/>
                    <a:gd name="T8" fmla="*/ 79 w 91"/>
                    <a:gd name="T9" fmla="*/ 37 h 37"/>
                  </a:gdLst>
                  <a:ahLst/>
                  <a:cxnLst>
                    <a:cxn ang="0">
                      <a:pos x="T0" y="T1"/>
                    </a:cxn>
                    <a:cxn ang="0">
                      <a:pos x="T2" y="T3"/>
                    </a:cxn>
                    <a:cxn ang="0">
                      <a:pos x="T4" y="T5"/>
                    </a:cxn>
                    <a:cxn ang="0">
                      <a:pos x="T6" y="T7"/>
                    </a:cxn>
                    <a:cxn ang="0">
                      <a:pos x="T8" y="T9"/>
                    </a:cxn>
                  </a:cxnLst>
                  <a:rect l="0" t="0" r="r" b="b"/>
                  <a:pathLst>
                    <a:path w="91" h="37">
                      <a:moveTo>
                        <a:pt x="79" y="37"/>
                      </a:moveTo>
                      <a:lnTo>
                        <a:pt x="91" y="0"/>
                      </a:lnTo>
                      <a:lnTo>
                        <a:pt x="6" y="0"/>
                      </a:lnTo>
                      <a:lnTo>
                        <a:pt x="0" y="35"/>
                      </a:lnTo>
                      <a:lnTo>
                        <a:pt x="79" y="37"/>
                      </a:lnTo>
                      <a:close/>
                    </a:path>
                  </a:pathLst>
                </a:custGeom>
                <a:solidFill>
                  <a:srgbClr val="F9B233"/>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251" name="Freeform 111"/>
                <p:cNvSpPr/>
                <p:nvPr>
                  <p:custDataLst>
                    <p:tags r:id="rId89"/>
                  </p:custDataLst>
                </p:nvPr>
              </p:nvSpPr>
              <p:spPr bwMode="auto">
                <a:xfrm flipH="1">
                  <a:off x="1639888" y="6069013"/>
                  <a:ext cx="428625" cy="233363"/>
                </a:xfrm>
                <a:custGeom>
                  <a:avLst/>
                  <a:gdLst>
                    <a:gd name="T0" fmla="*/ 119 w 225"/>
                    <a:gd name="T1" fmla="*/ 5 h 123"/>
                    <a:gd name="T2" fmla="*/ 137 w 225"/>
                    <a:gd name="T3" fmla="*/ 75 h 123"/>
                    <a:gd name="T4" fmla="*/ 212 w 225"/>
                    <a:gd name="T5" fmla="*/ 100 h 123"/>
                    <a:gd name="T6" fmla="*/ 209 w 225"/>
                    <a:gd name="T7" fmla="*/ 121 h 123"/>
                    <a:gd name="T8" fmla="*/ 115 w 225"/>
                    <a:gd name="T9" fmla="*/ 123 h 123"/>
                    <a:gd name="T10" fmla="*/ 60 w 225"/>
                    <a:gd name="T11" fmla="*/ 96 h 123"/>
                    <a:gd name="T12" fmla="*/ 45 w 225"/>
                    <a:gd name="T13" fmla="*/ 107 h 123"/>
                    <a:gd name="T14" fmla="*/ 0 w 225"/>
                    <a:gd name="T15" fmla="*/ 91 h 123"/>
                    <a:gd name="T16" fmla="*/ 40 w 225"/>
                    <a:gd name="T17" fmla="*/ 0 h 123"/>
                    <a:gd name="T18" fmla="*/ 119 w 225"/>
                    <a:gd name="T19" fmla="*/ 5 h 1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25" h="123">
                      <a:moveTo>
                        <a:pt x="119" y="5"/>
                      </a:moveTo>
                      <a:cubicBezTo>
                        <a:pt x="137" y="75"/>
                        <a:pt x="137" y="75"/>
                        <a:pt x="137" y="75"/>
                      </a:cubicBezTo>
                      <a:cubicBezTo>
                        <a:pt x="212" y="100"/>
                        <a:pt x="212" y="100"/>
                        <a:pt x="212" y="100"/>
                      </a:cubicBezTo>
                      <a:cubicBezTo>
                        <a:pt x="225" y="103"/>
                        <a:pt x="223" y="121"/>
                        <a:pt x="209" y="121"/>
                      </a:cubicBezTo>
                      <a:cubicBezTo>
                        <a:pt x="115" y="123"/>
                        <a:pt x="115" y="123"/>
                        <a:pt x="115" y="123"/>
                      </a:cubicBezTo>
                      <a:cubicBezTo>
                        <a:pt x="60" y="96"/>
                        <a:pt x="60" y="96"/>
                        <a:pt x="60" y="96"/>
                      </a:cubicBezTo>
                      <a:cubicBezTo>
                        <a:pt x="45" y="107"/>
                        <a:pt x="45" y="107"/>
                        <a:pt x="45" y="107"/>
                      </a:cubicBezTo>
                      <a:cubicBezTo>
                        <a:pt x="0" y="91"/>
                        <a:pt x="0" y="91"/>
                        <a:pt x="0" y="91"/>
                      </a:cubicBezTo>
                      <a:cubicBezTo>
                        <a:pt x="40" y="0"/>
                        <a:pt x="40" y="0"/>
                        <a:pt x="40" y="0"/>
                      </a:cubicBezTo>
                      <a:lnTo>
                        <a:pt x="119" y="5"/>
                      </a:lnTo>
                      <a:close/>
                    </a:path>
                  </a:pathLst>
                </a:custGeom>
                <a:solidFill>
                  <a:srgbClr val="1D1D1B"/>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252" name="Freeform 112"/>
                <p:cNvSpPr/>
                <p:nvPr>
                  <p:custDataLst>
                    <p:tags r:id="rId90"/>
                  </p:custDataLst>
                </p:nvPr>
              </p:nvSpPr>
              <p:spPr bwMode="auto">
                <a:xfrm flipH="1">
                  <a:off x="2246313" y="5967413"/>
                  <a:ext cx="117475" cy="115888"/>
                </a:xfrm>
                <a:custGeom>
                  <a:avLst/>
                  <a:gdLst>
                    <a:gd name="T0" fmla="*/ 6 w 74"/>
                    <a:gd name="T1" fmla="*/ 0 h 73"/>
                    <a:gd name="T2" fmla="*/ 0 w 74"/>
                    <a:gd name="T3" fmla="*/ 60 h 73"/>
                    <a:gd name="T4" fmla="*/ 67 w 74"/>
                    <a:gd name="T5" fmla="*/ 73 h 73"/>
                    <a:gd name="T6" fmla="*/ 74 w 74"/>
                    <a:gd name="T7" fmla="*/ 1 h 73"/>
                    <a:gd name="T8" fmla="*/ 6 w 74"/>
                    <a:gd name="T9" fmla="*/ 0 h 73"/>
                  </a:gdLst>
                  <a:ahLst/>
                  <a:cxnLst>
                    <a:cxn ang="0">
                      <a:pos x="T0" y="T1"/>
                    </a:cxn>
                    <a:cxn ang="0">
                      <a:pos x="T2" y="T3"/>
                    </a:cxn>
                    <a:cxn ang="0">
                      <a:pos x="T4" y="T5"/>
                    </a:cxn>
                    <a:cxn ang="0">
                      <a:pos x="T6" y="T7"/>
                    </a:cxn>
                    <a:cxn ang="0">
                      <a:pos x="T8" y="T9"/>
                    </a:cxn>
                  </a:cxnLst>
                  <a:rect l="0" t="0" r="r" b="b"/>
                  <a:pathLst>
                    <a:path w="74" h="73">
                      <a:moveTo>
                        <a:pt x="6" y="0"/>
                      </a:moveTo>
                      <a:lnTo>
                        <a:pt x="0" y="60"/>
                      </a:lnTo>
                      <a:lnTo>
                        <a:pt x="67" y="73"/>
                      </a:lnTo>
                      <a:lnTo>
                        <a:pt x="74" y="1"/>
                      </a:lnTo>
                      <a:lnTo>
                        <a:pt x="6" y="0"/>
                      </a:lnTo>
                      <a:close/>
                    </a:path>
                  </a:pathLst>
                </a:custGeom>
                <a:solidFill>
                  <a:srgbClr val="FFE7C5"/>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253" name="Freeform 113"/>
                <p:cNvSpPr/>
                <p:nvPr>
                  <p:custDataLst>
                    <p:tags r:id="rId91"/>
                  </p:custDataLst>
                </p:nvPr>
              </p:nvSpPr>
              <p:spPr bwMode="auto">
                <a:xfrm flipH="1">
                  <a:off x="2241550" y="6002338"/>
                  <a:ext cx="131763" cy="82550"/>
                </a:xfrm>
                <a:custGeom>
                  <a:avLst/>
                  <a:gdLst>
                    <a:gd name="T0" fmla="*/ 2 w 83"/>
                    <a:gd name="T1" fmla="*/ 38 h 52"/>
                    <a:gd name="T2" fmla="*/ 0 w 83"/>
                    <a:gd name="T3" fmla="*/ 0 h 52"/>
                    <a:gd name="T4" fmla="*/ 83 w 83"/>
                    <a:gd name="T5" fmla="*/ 19 h 52"/>
                    <a:gd name="T6" fmla="*/ 79 w 83"/>
                    <a:gd name="T7" fmla="*/ 52 h 52"/>
                    <a:gd name="T8" fmla="*/ 2 w 83"/>
                    <a:gd name="T9" fmla="*/ 38 h 52"/>
                  </a:gdLst>
                  <a:ahLst/>
                  <a:cxnLst>
                    <a:cxn ang="0">
                      <a:pos x="T0" y="T1"/>
                    </a:cxn>
                    <a:cxn ang="0">
                      <a:pos x="T2" y="T3"/>
                    </a:cxn>
                    <a:cxn ang="0">
                      <a:pos x="T4" y="T5"/>
                    </a:cxn>
                    <a:cxn ang="0">
                      <a:pos x="T6" y="T7"/>
                    </a:cxn>
                    <a:cxn ang="0">
                      <a:pos x="T8" y="T9"/>
                    </a:cxn>
                  </a:cxnLst>
                  <a:rect l="0" t="0" r="r" b="b"/>
                  <a:pathLst>
                    <a:path w="83" h="52">
                      <a:moveTo>
                        <a:pt x="2" y="38"/>
                      </a:moveTo>
                      <a:lnTo>
                        <a:pt x="0" y="0"/>
                      </a:lnTo>
                      <a:lnTo>
                        <a:pt x="83" y="19"/>
                      </a:lnTo>
                      <a:lnTo>
                        <a:pt x="79" y="52"/>
                      </a:lnTo>
                      <a:lnTo>
                        <a:pt x="2" y="38"/>
                      </a:lnTo>
                      <a:close/>
                    </a:path>
                  </a:pathLst>
                </a:custGeom>
                <a:solidFill>
                  <a:srgbClr val="F9B233"/>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254" name="Freeform 114"/>
                <p:cNvSpPr/>
                <p:nvPr>
                  <p:custDataLst>
                    <p:tags r:id="rId92"/>
                  </p:custDataLst>
                </p:nvPr>
              </p:nvSpPr>
              <p:spPr bwMode="auto">
                <a:xfrm flipH="1">
                  <a:off x="2209800" y="6059488"/>
                  <a:ext cx="438150" cy="220663"/>
                </a:xfrm>
                <a:custGeom>
                  <a:avLst/>
                  <a:gdLst>
                    <a:gd name="T0" fmla="*/ 138 w 230"/>
                    <a:gd name="T1" fmla="*/ 0 h 116"/>
                    <a:gd name="T2" fmla="*/ 117 w 230"/>
                    <a:gd name="T3" fmla="*/ 58 h 116"/>
                    <a:gd name="T4" fmla="*/ 17 w 230"/>
                    <a:gd name="T5" fmla="*/ 94 h 116"/>
                    <a:gd name="T6" fmla="*/ 14 w 230"/>
                    <a:gd name="T7" fmla="*/ 116 h 116"/>
                    <a:gd name="T8" fmla="*/ 110 w 230"/>
                    <a:gd name="T9" fmla="*/ 116 h 116"/>
                    <a:gd name="T10" fmla="*/ 171 w 230"/>
                    <a:gd name="T11" fmla="*/ 102 h 116"/>
                    <a:gd name="T12" fmla="*/ 182 w 230"/>
                    <a:gd name="T13" fmla="*/ 116 h 116"/>
                    <a:gd name="T14" fmla="*/ 230 w 230"/>
                    <a:gd name="T15" fmla="*/ 110 h 116"/>
                    <a:gd name="T16" fmla="*/ 215 w 230"/>
                    <a:gd name="T17" fmla="*/ 13 h 116"/>
                    <a:gd name="T18" fmla="*/ 138 w 230"/>
                    <a:gd name="T19" fmla="*/ 0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30" h="116">
                      <a:moveTo>
                        <a:pt x="138" y="0"/>
                      </a:moveTo>
                      <a:cubicBezTo>
                        <a:pt x="117" y="58"/>
                        <a:pt x="117" y="58"/>
                        <a:pt x="117" y="58"/>
                      </a:cubicBezTo>
                      <a:cubicBezTo>
                        <a:pt x="17" y="94"/>
                        <a:pt x="17" y="94"/>
                        <a:pt x="17" y="94"/>
                      </a:cubicBezTo>
                      <a:cubicBezTo>
                        <a:pt x="2" y="94"/>
                        <a:pt x="0" y="113"/>
                        <a:pt x="14" y="116"/>
                      </a:cubicBezTo>
                      <a:cubicBezTo>
                        <a:pt x="110" y="116"/>
                        <a:pt x="110" y="116"/>
                        <a:pt x="110" y="116"/>
                      </a:cubicBezTo>
                      <a:cubicBezTo>
                        <a:pt x="171" y="102"/>
                        <a:pt x="171" y="102"/>
                        <a:pt x="171" y="102"/>
                      </a:cubicBezTo>
                      <a:cubicBezTo>
                        <a:pt x="182" y="116"/>
                        <a:pt x="182" y="116"/>
                        <a:pt x="182" y="116"/>
                      </a:cubicBezTo>
                      <a:cubicBezTo>
                        <a:pt x="230" y="110"/>
                        <a:pt x="230" y="110"/>
                        <a:pt x="230" y="110"/>
                      </a:cubicBezTo>
                      <a:cubicBezTo>
                        <a:pt x="215" y="13"/>
                        <a:pt x="215" y="13"/>
                        <a:pt x="215" y="13"/>
                      </a:cubicBezTo>
                      <a:lnTo>
                        <a:pt x="138" y="0"/>
                      </a:lnTo>
                      <a:close/>
                    </a:path>
                  </a:pathLst>
                </a:custGeom>
                <a:solidFill>
                  <a:srgbClr val="1D1D1B"/>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255" name="Freeform 115"/>
                <p:cNvSpPr/>
                <p:nvPr>
                  <p:custDataLst>
                    <p:tags r:id="rId93"/>
                  </p:custDataLst>
                </p:nvPr>
              </p:nvSpPr>
              <p:spPr bwMode="auto">
                <a:xfrm flipH="1">
                  <a:off x="1727200" y="3511550"/>
                  <a:ext cx="377825" cy="169863"/>
                </a:xfrm>
                <a:custGeom>
                  <a:avLst/>
                  <a:gdLst>
                    <a:gd name="T0" fmla="*/ 58 w 198"/>
                    <a:gd name="T1" fmla="*/ 11 h 89"/>
                    <a:gd name="T2" fmla="*/ 56 w 198"/>
                    <a:gd name="T3" fmla="*/ 35 h 89"/>
                    <a:gd name="T4" fmla="*/ 11 w 198"/>
                    <a:gd name="T5" fmla="*/ 86 h 89"/>
                    <a:gd name="T6" fmla="*/ 0 w 198"/>
                    <a:gd name="T7" fmla="*/ 89 h 89"/>
                    <a:gd name="T8" fmla="*/ 198 w 198"/>
                    <a:gd name="T9" fmla="*/ 89 h 89"/>
                    <a:gd name="T10" fmla="*/ 172 w 198"/>
                    <a:gd name="T11" fmla="*/ 88 h 89"/>
                    <a:gd name="T12" fmla="*/ 132 w 198"/>
                    <a:gd name="T13" fmla="*/ 29 h 89"/>
                    <a:gd name="T14" fmla="*/ 135 w 198"/>
                    <a:gd name="T15" fmla="*/ 0 h 89"/>
                    <a:gd name="T16" fmla="*/ 58 w 198"/>
                    <a:gd name="T17" fmla="*/ 11 h 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98" h="89">
                      <a:moveTo>
                        <a:pt x="58" y="11"/>
                      </a:moveTo>
                      <a:cubicBezTo>
                        <a:pt x="56" y="35"/>
                        <a:pt x="56" y="35"/>
                        <a:pt x="56" y="35"/>
                      </a:cubicBezTo>
                      <a:cubicBezTo>
                        <a:pt x="53" y="59"/>
                        <a:pt x="36" y="79"/>
                        <a:pt x="11" y="86"/>
                      </a:cubicBezTo>
                      <a:cubicBezTo>
                        <a:pt x="0" y="89"/>
                        <a:pt x="0" y="89"/>
                        <a:pt x="0" y="89"/>
                      </a:cubicBezTo>
                      <a:cubicBezTo>
                        <a:pt x="198" y="89"/>
                        <a:pt x="198" y="89"/>
                        <a:pt x="198" y="89"/>
                      </a:cubicBezTo>
                      <a:cubicBezTo>
                        <a:pt x="172" y="88"/>
                        <a:pt x="172" y="88"/>
                        <a:pt x="172" y="88"/>
                      </a:cubicBezTo>
                      <a:cubicBezTo>
                        <a:pt x="146" y="79"/>
                        <a:pt x="130" y="55"/>
                        <a:pt x="132" y="29"/>
                      </a:cubicBezTo>
                      <a:cubicBezTo>
                        <a:pt x="135" y="0"/>
                        <a:pt x="135" y="0"/>
                        <a:pt x="135" y="0"/>
                      </a:cubicBezTo>
                      <a:lnTo>
                        <a:pt x="58" y="11"/>
                      </a:lnTo>
                      <a:close/>
                    </a:path>
                  </a:pathLst>
                </a:custGeom>
                <a:solidFill>
                  <a:srgbClr val="FFE7C5"/>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256" name="Freeform 116"/>
                <p:cNvSpPr/>
                <p:nvPr>
                  <p:custDataLst>
                    <p:tags r:id="rId94"/>
                  </p:custDataLst>
                </p:nvPr>
              </p:nvSpPr>
              <p:spPr bwMode="auto">
                <a:xfrm flipH="1">
                  <a:off x="1714500" y="4703763"/>
                  <a:ext cx="693738" cy="1276350"/>
                </a:xfrm>
                <a:custGeom>
                  <a:avLst/>
                  <a:gdLst>
                    <a:gd name="T0" fmla="*/ 364 w 364"/>
                    <a:gd name="T1" fmla="*/ 42 h 671"/>
                    <a:gd name="T2" fmla="*/ 314 w 364"/>
                    <a:gd name="T3" fmla="*/ 671 h 671"/>
                    <a:gd name="T4" fmla="*/ 235 w 364"/>
                    <a:gd name="T5" fmla="*/ 671 h 671"/>
                    <a:gd name="T6" fmla="*/ 219 w 364"/>
                    <a:gd name="T7" fmla="*/ 159 h 671"/>
                    <a:gd name="T8" fmla="*/ 145 w 364"/>
                    <a:gd name="T9" fmla="*/ 372 h 671"/>
                    <a:gd name="T10" fmla="*/ 88 w 364"/>
                    <a:gd name="T11" fmla="*/ 671 h 671"/>
                    <a:gd name="T12" fmla="*/ 0 w 364"/>
                    <a:gd name="T13" fmla="*/ 671 h 671"/>
                    <a:gd name="T14" fmla="*/ 48 w 364"/>
                    <a:gd name="T15" fmla="*/ 329 h 671"/>
                    <a:gd name="T16" fmla="*/ 75 w 364"/>
                    <a:gd name="T17" fmla="*/ 25 h 671"/>
                    <a:gd name="T18" fmla="*/ 344 w 364"/>
                    <a:gd name="T19" fmla="*/ 34 h 671"/>
                    <a:gd name="T20" fmla="*/ 364 w 364"/>
                    <a:gd name="T21" fmla="*/ 42 h 6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64" h="671">
                      <a:moveTo>
                        <a:pt x="364" y="42"/>
                      </a:moveTo>
                      <a:cubicBezTo>
                        <a:pt x="314" y="671"/>
                        <a:pt x="314" y="671"/>
                        <a:pt x="314" y="671"/>
                      </a:cubicBezTo>
                      <a:cubicBezTo>
                        <a:pt x="235" y="671"/>
                        <a:pt x="235" y="671"/>
                        <a:pt x="235" y="671"/>
                      </a:cubicBezTo>
                      <a:cubicBezTo>
                        <a:pt x="219" y="159"/>
                        <a:pt x="219" y="159"/>
                        <a:pt x="219" y="159"/>
                      </a:cubicBezTo>
                      <a:cubicBezTo>
                        <a:pt x="145" y="372"/>
                        <a:pt x="145" y="372"/>
                        <a:pt x="145" y="372"/>
                      </a:cubicBezTo>
                      <a:cubicBezTo>
                        <a:pt x="88" y="671"/>
                        <a:pt x="88" y="671"/>
                        <a:pt x="88" y="671"/>
                      </a:cubicBezTo>
                      <a:cubicBezTo>
                        <a:pt x="0" y="671"/>
                        <a:pt x="0" y="671"/>
                        <a:pt x="0" y="671"/>
                      </a:cubicBezTo>
                      <a:cubicBezTo>
                        <a:pt x="48" y="329"/>
                        <a:pt x="48" y="329"/>
                        <a:pt x="48" y="329"/>
                      </a:cubicBezTo>
                      <a:cubicBezTo>
                        <a:pt x="75" y="25"/>
                        <a:pt x="75" y="25"/>
                        <a:pt x="75" y="25"/>
                      </a:cubicBezTo>
                      <a:cubicBezTo>
                        <a:pt x="163" y="0"/>
                        <a:pt x="258" y="3"/>
                        <a:pt x="344" y="34"/>
                      </a:cubicBezTo>
                      <a:lnTo>
                        <a:pt x="364" y="42"/>
                      </a:lnTo>
                      <a:close/>
                    </a:path>
                  </a:pathLst>
                </a:custGeom>
                <a:solidFill>
                  <a:srgbClr val="1D1D1B"/>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257" name="Freeform 117"/>
                <p:cNvSpPr/>
                <p:nvPr>
                  <p:custDataLst>
                    <p:tags r:id="rId95"/>
                  </p:custDataLst>
                </p:nvPr>
              </p:nvSpPr>
              <p:spPr bwMode="auto">
                <a:xfrm flipH="1">
                  <a:off x="1725612" y="3051175"/>
                  <a:ext cx="509588" cy="549275"/>
                </a:xfrm>
                <a:custGeom>
                  <a:avLst/>
                  <a:gdLst>
                    <a:gd name="T0" fmla="*/ 0 w 267"/>
                    <a:gd name="T1" fmla="*/ 21 h 288"/>
                    <a:gd name="T2" fmla="*/ 86 w 267"/>
                    <a:gd name="T3" fmla="*/ 239 h 288"/>
                    <a:gd name="T4" fmla="*/ 257 w 267"/>
                    <a:gd name="T5" fmla="*/ 204 h 288"/>
                    <a:gd name="T6" fmla="*/ 236 w 267"/>
                    <a:gd name="T7" fmla="*/ 0 h 288"/>
                    <a:gd name="T8" fmla="*/ 0 w 267"/>
                    <a:gd name="T9" fmla="*/ 21 h 288"/>
                  </a:gdLst>
                  <a:ahLst/>
                  <a:cxnLst>
                    <a:cxn ang="0">
                      <a:pos x="T0" y="T1"/>
                    </a:cxn>
                    <a:cxn ang="0">
                      <a:pos x="T2" y="T3"/>
                    </a:cxn>
                    <a:cxn ang="0">
                      <a:pos x="T4" y="T5"/>
                    </a:cxn>
                    <a:cxn ang="0">
                      <a:pos x="T6" y="T7"/>
                    </a:cxn>
                    <a:cxn ang="0">
                      <a:pos x="T8" y="T9"/>
                    </a:cxn>
                  </a:cxnLst>
                  <a:rect l="0" t="0" r="r" b="b"/>
                  <a:pathLst>
                    <a:path w="267" h="288">
                      <a:moveTo>
                        <a:pt x="0" y="21"/>
                      </a:moveTo>
                      <a:cubicBezTo>
                        <a:pt x="0" y="21"/>
                        <a:pt x="26" y="190"/>
                        <a:pt x="86" y="239"/>
                      </a:cubicBezTo>
                      <a:cubicBezTo>
                        <a:pt x="147" y="288"/>
                        <a:pt x="248" y="240"/>
                        <a:pt x="257" y="204"/>
                      </a:cubicBezTo>
                      <a:cubicBezTo>
                        <a:pt x="267" y="168"/>
                        <a:pt x="236" y="0"/>
                        <a:pt x="236" y="0"/>
                      </a:cubicBezTo>
                      <a:lnTo>
                        <a:pt x="0" y="21"/>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258" name="Freeform 118"/>
                <p:cNvSpPr/>
                <p:nvPr>
                  <p:custDataLst>
                    <p:tags r:id="rId96"/>
                  </p:custDataLst>
                </p:nvPr>
              </p:nvSpPr>
              <p:spPr bwMode="auto">
                <a:xfrm flipH="1">
                  <a:off x="1681162" y="3195638"/>
                  <a:ext cx="80963" cy="169863"/>
                </a:xfrm>
                <a:custGeom>
                  <a:avLst/>
                  <a:gdLst>
                    <a:gd name="T0" fmla="*/ 11 w 42"/>
                    <a:gd name="T1" fmla="*/ 89 h 89"/>
                    <a:gd name="T2" fmla="*/ 18 w 42"/>
                    <a:gd name="T3" fmla="*/ 87 h 89"/>
                    <a:gd name="T4" fmla="*/ 25 w 42"/>
                    <a:gd name="T5" fmla="*/ 32 h 89"/>
                    <a:gd name="T6" fmla="*/ 0 w 42"/>
                    <a:gd name="T7" fmla="*/ 0 h 89"/>
                    <a:gd name="T8" fmla="*/ 11 w 42"/>
                    <a:gd name="T9" fmla="*/ 89 h 89"/>
                  </a:gdLst>
                  <a:ahLst/>
                  <a:cxnLst>
                    <a:cxn ang="0">
                      <a:pos x="T0" y="T1"/>
                    </a:cxn>
                    <a:cxn ang="0">
                      <a:pos x="T2" y="T3"/>
                    </a:cxn>
                    <a:cxn ang="0">
                      <a:pos x="T4" y="T5"/>
                    </a:cxn>
                    <a:cxn ang="0">
                      <a:pos x="T6" y="T7"/>
                    </a:cxn>
                    <a:cxn ang="0">
                      <a:pos x="T8" y="T9"/>
                    </a:cxn>
                  </a:cxnLst>
                  <a:rect l="0" t="0" r="r" b="b"/>
                  <a:pathLst>
                    <a:path w="42" h="89">
                      <a:moveTo>
                        <a:pt x="11" y="89"/>
                      </a:moveTo>
                      <a:cubicBezTo>
                        <a:pt x="13" y="89"/>
                        <a:pt x="15" y="88"/>
                        <a:pt x="18" y="87"/>
                      </a:cubicBezTo>
                      <a:cubicBezTo>
                        <a:pt x="42" y="76"/>
                        <a:pt x="37" y="54"/>
                        <a:pt x="25" y="32"/>
                      </a:cubicBezTo>
                      <a:cubicBezTo>
                        <a:pt x="17" y="17"/>
                        <a:pt x="17" y="2"/>
                        <a:pt x="0" y="0"/>
                      </a:cubicBezTo>
                      <a:lnTo>
                        <a:pt x="11" y="89"/>
                      </a:lnTo>
                      <a:close/>
                    </a:path>
                  </a:pathLst>
                </a:custGeom>
                <a:solidFill>
                  <a:srgbClr val="FFE7C5"/>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259" name="Freeform 119"/>
                <p:cNvSpPr/>
                <p:nvPr>
                  <p:custDataLst>
                    <p:tags r:id="rId97"/>
                  </p:custDataLst>
                </p:nvPr>
              </p:nvSpPr>
              <p:spPr bwMode="auto">
                <a:xfrm flipH="1">
                  <a:off x="1614488" y="2828925"/>
                  <a:ext cx="631825" cy="403225"/>
                </a:xfrm>
                <a:custGeom>
                  <a:avLst/>
                  <a:gdLst>
                    <a:gd name="T0" fmla="*/ 47 w 331"/>
                    <a:gd name="T1" fmla="*/ 191 h 212"/>
                    <a:gd name="T2" fmla="*/ 6 w 331"/>
                    <a:gd name="T3" fmla="*/ 128 h 212"/>
                    <a:gd name="T4" fmla="*/ 60 w 331"/>
                    <a:gd name="T5" fmla="*/ 50 h 212"/>
                    <a:gd name="T6" fmla="*/ 189 w 331"/>
                    <a:gd name="T7" fmla="*/ 36 h 212"/>
                    <a:gd name="T8" fmla="*/ 241 w 331"/>
                    <a:gd name="T9" fmla="*/ 16 h 212"/>
                    <a:gd name="T10" fmla="*/ 314 w 331"/>
                    <a:gd name="T11" fmla="*/ 41 h 212"/>
                    <a:gd name="T12" fmla="*/ 290 w 331"/>
                    <a:gd name="T13" fmla="*/ 151 h 212"/>
                    <a:gd name="T14" fmla="*/ 98 w 331"/>
                    <a:gd name="T15" fmla="*/ 201 h 212"/>
                    <a:gd name="T16" fmla="*/ 47 w 331"/>
                    <a:gd name="T17" fmla="*/ 191 h 2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31" h="212">
                      <a:moveTo>
                        <a:pt x="47" y="191"/>
                      </a:moveTo>
                      <a:cubicBezTo>
                        <a:pt x="18" y="183"/>
                        <a:pt x="0" y="155"/>
                        <a:pt x="6" y="128"/>
                      </a:cubicBezTo>
                      <a:cubicBezTo>
                        <a:pt x="12" y="105"/>
                        <a:pt x="20" y="67"/>
                        <a:pt x="60" y="50"/>
                      </a:cubicBezTo>
                      <a:cubicBezTo>
                        <a:pt x="136" y="18"/>
                        <a:pt x="164" y="36"/>
                        <a:pt x="189" y="36"/>
                      </a:cubicBezTo>
                      <a:cubicBezTo>
                        <a:pt x="214" y="36"/>
                        <a:pt x="227" y="22"/>
                        <a:pt x="241" y="16"/>
                      </a:cubicBezTo>
                      <a:cubicBezTo>
                        <a:pt x="274" y="0"/>
                        <a:pt x="304" y="27"/>
                        <a:pt x="314" y="41"/>
                      </a:cubicBezTo>
                      <a:cubicBezTo>
                        <a:pt x="324" y="55"/>
                        <a:pt x="331" y="123"/>
                        <a:pt x="290" y="151"/>
                      </a:cubicBezTo>
                      <a:cubicBezTo>
                        <a:pt x="249" y="179"/>
                        <a:pt x="171" y="212"/>
                        <a:pt x="98" y="201"/>
                      </a:cubicBezTo>
                      <a:cubicBezTo>
                        <a:pt x="76" y="198"/>
                        <a:pt x="59" y="195"/>
                        <a:pt x="47" y="191"/>
                      </a:cubicBezTo>
                      <a:close/>
                    </a:path>
                  </a:pathLst>
                </a:custGeom>
                <a:solidFill>
                  <a:srgbClr val="1D1D1B"/>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260" name="Freeform 120"/>
                <p:cNvSpPr/>
                <p:nvPr>
                  <p:custDataLst>
                    <p:tags r:id="rId98"/>
                  </p:custDataLst>
                </p:nvPr>
              </p:nvSpPr>
              <p:spPr bwMode="auto">
                <a:xfrm flipH="1">
                  <a:off x="2127250" y="3265488"/>
                  <a:ext cx="98425" cy="173038"/>
                </a:xfrm>
                <a:custGeom>
                  <a:avLst/>
                  <a:gdLst>
                    <a:gd name="T0" fmla="*/ 51 w 51"/>
                    <a:gd name="T1" fmla="*/ 91 h 91"/>
                    <a:gd name="T2" fmla="*/ 43 w 51"/>
                    <a:gd name="T3" fmla="*/ 91 h 91"/>
                    <a:gd name="T4" fmla="*/ 11 w 51"/>
                    <a:gd name="T5" fmla="*/ 46 h 91"/>
                    <a:gd name="T6" fmla="*/ 15 w 51"/>
                    <a:gd name="T7" fmla="*/ 0 h 91"/>
                    <a:gd name="T8" fmla="*/ 51 w 51"/>
                    <a:gd name="T9" fmla="*/ 91 h 91"/>
                  </a:gdLst>
                  <a:ahLst/>
                  <a:cxnLst>
                    <a:cxn ang="0">
                      <a:pos x="T0" y="T1"/>
                    </a:cxn>
                    <a:cxn ang="0">
                      <a:pos x="T2" y="T3"/>
                    </a:cxn>
                    <a:cxn ang="0">
                      <a:pos x="T4" y="T5"/>
                    </a:cxn>
                    <a:cxn ang="0">
                      <a:pos x="T6" y="T7"/>
                    </a:cxn>
                    <a:cxn ang="0">
                      <a:pos x="T8" y="T9"/>
                    </a:cxn>
                  </a:cxnLst>
                  <a:rect l="0" t="0" r="r" b="b"/>
                  <a:pathLst>
                    <a:path w="51" h="91">
                      <a:moveTo>
                        <a:pt x="51" y="91"/>
                      </a:moveTo>
                      <a:cubicBezTo>
                        <a:pt x="48" y="91"/>
                        <a:pt x="46" y="91"/>
                        <a:pt x="43" y="91"/>
                      </a:cubicBezTo>
                      <a:cubicBezTo>
                        <a:pt x="14" y="91"/>
                        <a:pt x="11" y="73"/>
                        <a:pt x="11" y="46"/>
                      </a:cubicBezTo>
                      <a:cubicBezTo>
                        <a:pt x="11" y="28"/>
                        <a:pt x="0" y="9"/>
                        <a:pt x="15" y="0"/>
                      </a:cubicBezTo>
                      <a:lnTo>
                        <a:pt x="51" y="91"/>
                      </a:lnTo>
                      <a:close/>
                    </a:path>
                  </a:pathLst>
                </a:custGeom>
                <a:solidFill>
                  <a:srgbClr val="FFE7C5"/>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261" name="Freeform 121"/>
                <p:cNvSpPr/>
                <p:nvPr>
                  <p:custDataLst>
                    <p:tags r:id="rId99"/>
                  </p:custDataLst>
                </p:nvPr>
              </p:nvSpPr>
              <p:spPr bwMode="auto">
                <a:xfrm flipH="1">
                  <a:off x="1393825" y="2892425"/>
                  <a:ext cx="228600" cy="712788"/>
                </a:xfrm>
                <a:custGeom>
                  <a:avLst/>
                  <a:gdLst>
                    <a:gd name="T0" fmla="*/ 0 w 144"/>
                    <a:gd name="T1" fmla="*/ 384 h 449"/>
                    <a:gd name="T2" fmla="*/ 72 w 144"/>
                    <a:gd name="T3" fmla="*/ 281 h 449"/>
                    <a:gd name="T4" fmla="*/ 63 w 144"/>
                    <a:gd name="T5" fmla="*/ 7 h 449"/>
                    <a:gd name="T6" fmla="*/ 110 w 144"/>
                    <a:gd name="T7" fmla="*/ 0 h 449"/>
                    <a:gd name="T8" fmla="*/ 144 w 144"/>
                    <a:gd name="T9" fmla="*/ 284 h 449"/>
                    <a:gd name="T10" fmla="*/ 86 w 144"/>
                    <a:gd name="T11" fmla="*/ 449 h 449"/>
                    <a:gd name="T12" fmla="*/ 0 w 144"/>
                    <a:gd name="T13" fmla="*/ 384 h 449"/>
                  </a:gdLst>
                  <a:ahLst/>
                  <a:cxnLst>
                    <a:cxn ang="0">
                      <a:pos x="T0" y="T1"/>
                    </a:cxn>
                    <a:cxn ang="0">
                      <a:pos x="T2" y="T3"/>
                    </a:cxn>
                    <a:cxn ang="0">
                      <a:pos x="T4" y="T5"/>
                    </a:cxn>
                    <a:cxn ang="0">
                      <a:pos x="T6" y="T7"/>
                    </a:cxn>
                    <a:cxn ang="0">
                      <a:pos x="T8" y="T9"/>
                    </a:cxn>
                    <a:cxn ang="0">
                      <a:pos x="T10" y="T11"/>
                    </a:cxn>
                    <a:cxn ang="0">
                      <a:pos x="T12" y="T13"/>
                    </a:cxn>
                  </a:cxnLst>
                  <a:rect l="0" t="0" r="r" b="b"/>
                  <a:pathLst>
                    <a:path w="144" h="449">
                      <a:moveTo>
                        <a:pt x="0" y="384"/>
                      </a:moveTo>
                      <a:lnTo>
                        <a:pt x="72" y="281"/>
                      </a:lnTo>
                      <a:lnTo>
                        <a:pt x="63" y="7"/>
                      </a:lnTo>
                      <a:lnTo>
                        <a:pt x="110" y="0"/>
                      </a:lnTo>
                      <a:lnTo>
                        <a:pt x="144" y="284"/>
                      </a:lnTo>
                      <a:lnTo>
                        <a:pt x="86" y="449"/>
                      </a:lnTo>
                      <a:lnTo>
                        <a:pt x="0" y="384"/>
                      </a:lnTo>
                      <a:close/>
                    </a:path>
                  </a:pathLst>
                </a:custGeom>
                <a:solidFill>
                  <a:srgbClr val="FFE7C5"/>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262" name="Freeform 122"/>
                <p:cNvSpPr/>
                <p:nvPr>
                  <p:custDataLst>
                    <p:tags r:id="rId100"/>
                  </p:custDataLst>
                </p:nvPr>
              </p:nvSpPr>
              <p:spPr bwMode="auto">
                <a:xfrm flipH="1">
                  <a:off x="2305050" y="2908300"/>
                  <a:ext cx="228600" cy="714375"/>
                </a:xfrm>
                <a:custGeom>
                  <a:avLst/>
                  <a:gdLst>
                    <a:gd name="T0" fmla="*/ 144 w 144"/>
                    <a:gd name="T1" fmla="*/ 385 h 450"/>
                    <a:gd name="T2" fmla="*/ 72 w 144"/>
                    <a:gd name="T3" fmla="*/ 282 h 450"/>
                    <a:gd name="T4" fmla="*/ 80 w 144"/>
                    <a:gd name="T5" fmla="*/ 8 h 450"/>
                    <a:gd name="T6" fmla="*/ 34 w 144"/>
                    <a:gd name="T7" fmla="*/ 0 h 450"/>
                    <a:gd name="T8" fmla="*/ 0 w 144"/>
                    <a:gd name="T9" fmla="*/ 285 h 450"/>
                    <a:gd name="T10" fmla="*/ 58 w 144"/>
                    <a:gd name="T11" fmla="*/ 450 h 450"/>
                    <a:gd name="T12" fmla="*/ 144 w 144"/>
                    <a:gd name="T13" fmla="*/ 385 h 450"/>
                  </a:gdLst>
                  <a:ahLst/>
                  <a:cxnLst>
                    <a:cxn ang="0">
                      <a:pos x="T0" y="T1"/>
                    </a:cxn>
                    <a:cxn ang="0">
                      <a:pos x="T2" y="T3"/>
                    </a:cxn>
                    <a:cxn ang="0">
                      <a:pos x="T4" y="T5"/>
                    </a:cxn>
                    <a:cxn ang="0">
                      <a:pos x="T6" y="T7"/>
                    </a:cxn>
                    <a:cxn ang="0">
                      <a:pos x="T8" y="T9"/>
                    </a:cxn>
                    <a:cxn ang="0">
                      <a:pos x="T10" y="T11"/>
                    </a:cxn>
                    <a:cxn ang="0">
                      <a:pos x="T12" y="T13"/>
                    </a:cxn>
                  </a:cxnLst>
                  <a:rect l="0" t="0" r="r" b="b"/>
                  <a:pathLst>
                    <a:path w="144" h="450">
                      <a:moveTo>
                        <a:pt x="144" y="385"/>
                      </a:moveTo>
                      <a:lnTo>
                        <a:pt x="72" y="282"/>
                      </a:lnTo>
                      <a:lnTo>
                        <a:pt x="80" y="8"/>
                      </a:lnTo>
                      <a:lnTo>
                        <a:pt x="34" y="0"/>
                      </a:lnTo>
                      <a:lnTo>
                        <a:pt x="0" y="285"/>
                      </a:lnTo>
                      <a:lnTo>
                        <a:pt x="58" y="450"/>
                      </a:lnTo>
                      <a:lnTo>
                        <a:pt x="144" y="385"/>
                      </a:lnTo>
                      <a:close/>
                    </a:path>
                  </a:pathLst>
                </a:custGeom>
                <a:solidFill>
                  <a:srgbClr val="FFE7C5"/>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263" name="Freeform 123"/>
                <p:cNvSpPr/>
                <p:nvPr>
                  <p:custDataLst>
                    <p:tags r:id="rId101"/>
                  </p:custDataLst>
                </p:nvPr>
              </p:nvSpPr>
              <p:spPr bwMode="auto">
                <a:xfrm flipH="1">
                  <a:off x="1571625" y="3951288"/>
                  <a:ext cx="727075" cy="890588"/>
                </a:xfrm>
                <a:custGeom>
                  <a:avLst/>
                  <a:gdLst>
                    <a:gd name="T0" fmla="*/ 350 w 382"/>
                    <a:gd name="T1" fmla="*/ 34 h 468"/>
                    <a:gd name="T2" fmla="*/ 55 w 382"/>
                    <a:gd name="T3" fmla="*/ 0 h 468"/>
                    <a:gd name="T4" fmla="*/ 0 w 382"/>
                    <a:gd name="T5" fmla="*/ 445 h 468"/>
                    <a:gd name="T6" fmla="*/ 10 w 382"/>
                    <a:gd name="T7" fmla="*/ 446 h 468"/>
                    <a:gd name="T8" fmla="*/ 48 w 382"/>
                    <a:gd name="T9" fmla="*/ 421 h 468"/>
                    <a:gd name="T10" fmla="*/ 76 w 382"/>
                    <a:gd name="T11" fmla="*/ 414 h 468"/>
                    <a:gd name="T12" fmla="*/ 119 w 382"/>
                    <a:gd name="T13" fmla="*/ 404 h 468"/>
                    <a:gd name="T14" fmla="*/ 163 w 382"/>
                    <a:gd name="T15" fmla="*/ 405 h 468"/>
                    <a:gd name="T16" fmla="*/ 259 w 382"/>
                    <a:gd name="T17" fmla="*/ 422 h 468"/>
                    <a:gd name="T18" fmla="*/ 271 w 382"/>
                    <a:gd name="T19" fmla="*/ 427 h 468"/>
                    <a:gd name="T20" fmla="*/ 274 w 382"/>
                    <a:gd name="T21" fmla="*/ 427 h 468"/>
                    <a:gd name="T22" fmla="*/ 320 w 382"/>
                    <a:gd name="T23" fmla="*/ 464 h 468"/>
                    <a:gd name="T24" fmla="*/ 382 w 382"/>
                    <a:gd name="T25" fmla="*/ 468 h 468"/>
                    <a:gd name="T26" fmla="*/ 350 w 382"/>
                    <a:gd name="T27" fmla="*/ 34 h 4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82" h="468">
                      <a:moveTo>
                        <a:pt x="350" y="34"/>
                      </a:moveTo>
                      <a:cubicBezTo>
                        <a:pt x="55" y="0"/>
                        <a:pt x="55" y="0"/>
                        <a:pt x="55" y="0"/>
                      </a:cubicBezTo>
                      <a:cubicBezTo>
                        <a:pt x="0" y="445"/>
                        <a:pt x="0" y="445"/>
                        <a:pt x="0" y="445"/>
                      </a:cubicBezTo>
                      <a:cubicBezTo>
                        <a:pt x="10" y="446"/>
                        <a:pt x="10" y="446"/>
                        <a:pt x="10" y="446"/>
                      </a:cubicBezTo>
                      <a:cubicBezTo>
                        <a:pt x="16" y="433"/>
                        <a:pt x="29" y="422"/>
                        <a:pt x="48" y="421"/>
                      </a:cubicBezTo>
                      <a:cubicBezTo>
                        <a:pt x="55" y="416"/>
                        <a:pt x="64" y="413"/>
                        <a:pt x="76" y="414"/>
                      </a:cubicBezTo>
                      <a:cubicBezTo>
                        <a:pt x="91" y="414"/>
                        <a:pt x="103" y="404"/>
                        <a:pt x="119" y="404"/>
                      </a:cubicBezTo>
                      <a:cubicBezTo>
                        <a:pt x="134" y="404"/>
                        <a:pt x="149" y="405"/>
                        <a:pt x="163" y="405"/>
                      </a:cubicBezTo>
                      <a:cubicBezTo>
                        <a:pt x="195" y="406"/>
                        <a:pt x="228" y="413"/>
                        <a:pt x="259" y="422"/>
                      </a:cubicBezTo>
                      <a:cubicBezTo>
                        <a:pt x="263" y="423"/>
                        <a:pt x="268" y="425"/>
                        <a:pt x="271" y="427"/>
                      </a:cubicBezTo>
                      <a:cubicBezTo>
                        <a:pt x="272" y="427"/>
                        <a:pt x="273" y="427"/>
                        <a:pt x="274" y="427"/>
                      </a:cubicBezTo>
                      <a:cubicBezTo>
                        <a:pt x="304" y="425"/>
                        <a:pt x="319" y="443"/>
                        <a:pt x="320" y="464"/>
                      </a:cubicBezTo>
                      <a:cubicBezTo>
                        <a:pt x="382" y="468"/>
                        <a:pt x="382" y="468"/>
                        <a:pt x="382" y="468"/>
                      </a:cubicBezTo>
                      <a:lnTo>
                        <a:pt x="350" y="34"/>
                      </a:lnTo>
                      <a:close/>
                    </a:path>
                  </a:pathLst>
                </a:custGeom>
                <a:solidFill>
                  <a:schemeClr val="tx2"/>
                </a:solidFill>
                <a:ln>
                  <a:noFill/>
                </a:ln>
              </p:spPr>
              <p:txBody>
                <a:bodyPr vert="horz" wrap="square" lIns="68580" tIns="34290" rIns="68580" bIns="34290" numCol="1" anchor="t" anchorCtr="0" compatLnSpc="1"/>
                <a:lstStyle/>
                <a:p>
                  <a:endParaRPr lang="zh-CN" altLang="en-US" sz="1350"/>
                </a:p>
              </p:txBody>
            </p:sp>
            <p:sp>
              <p:nvSpPr>
                <p:cNvPr id="264" name="Freeform 124"/>
                <p:cNvSpPr/>
                <p:nvPr>
                  <p:custDataLst>
                    <p:tags r:id="rId102"/>
                  </p:custDataLst>
                </p:nvPr>
              </p:nvSpPr>
              <p:spPr bwMode="auto">
                <a:xfrm flipH="1">
                  <a:off x="1458912" y="3460750"/>
                  <a:ext cx="995363" cy="669925"/>
                </a:xfrm>
                <a:custGeom>
                  <a:avLst/>
                  <a:gdLst>
                    <a:gd name="T0" fmla="*/ 0 w 522"/>
                    <a:gd name="T1" fmla="*/ 85 h 352"/>
                    <a:gd name="T2" fmla="*/ 127 w 522"/>
                    <a:gd name="T3" fmla="*/ 331 h 352"/>
                    <a:gd name="T4" fmla="*/ 435 w 522"/>
                    <a:gd name="T5" fmla="*/ 352 h 352"/>
                    <a:gd name="T6" fmla="*/ 522 w 522"/>
                    <a:gd name="T7" fmla="*/ 67 h 352"/>
                    <a:gd name="T8" fmla="*/ 431 w 522"/>
                    <a:gd name="T9" fmla="*/ 0 h 352"/>
                    <a:gd name="T10" fmla="*/ 380 w 522"/>
                    <a:gd name="T11" fmla="*/ 75 h 352"/>
                    <a:gd name="T12" fmla="*/ 309 w 522"/>
                    <a:gd name="T13" fmla="*/ 112 h 352"/>
                    <a:gd name="T14" fmla="*/ 221 w 522"/>
                    <a:gd name="T15" fmla="*/ 112 h 352"/>
                    <a:gd name="T16" fmla="*/ 168 w 522"/>
                    <a:gd name="T17" fmla="*/ 95 h 352"/>
                    <a:gd name="T18" fmla="*/ 81 w 522"/>
                    <a:gd name="T19" fmla="*/ 19 h 352"/>
                    <a:gd name="T20" fmla="*/ 0 w 522"/>
                    <a:gd name="T21" fmla="*/ 85 h 3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22" h="352">
                      <a:moveTo>
                        <a:pt x="0" y="85"/>
                      </a:moveTo>
                      <a:cubicBezTo>
                        <a:pt x="127" y="331"/>
                        <a:pt x="127" y="331"/>
                        <a:pt x="127" y="331"/>
                      </a:cubicBezTo>
                      <a:cubicBezTo>
                        <a:pt x="435" y="352"/>
                        <a:pt x="435" y="352"/>
                        <a:pt x="435" y="352"/>
                      </a:cubicBezTo>
                      <a:cubicBezTo>
                        <a:pt x="522" y="67"/>
                        <a:pt x="522" y="67"/>
                        <a:pt x="522" y="67"/>
                      </a:cubicBezTo>
                      <a:cubicBezTo>
                        <a:pt x="431" y="0"/>
                        <a:pt x="431" y="0"/>
                        <a:pt x="431" y="0"/>
                      </a:cubicBezTo>
                      <a:cubicBezTo>
                        <a:pt x="380" y="75"/>
                        <a:pt x="380" y="75"/>
                        <a:pt x="380" y="75"/>
                      </a:cubicBezTo>
                      <a:cubicBezTo>
                        <a:pt x="365" y="98"/>
                        <a:pt x="338" y="112"/>
                        <a:pt x="309" y="112"/>
                      </a:cubicBezTo>
                      <a:cubicBezTo>
                        <a:pt x="221" y="112"/>
                        <a:pt x="221" y="112"/>
                        <a:pt x="221" y="112"/>
                      </a:cubicBezTo>
                      <a:cubicBezTo>
                        <a:pt x="202" y="112"/>
                        <a:pt x="183" y="106"/>
                        <a:pt x="168" y="95"/>
                      </a:cubicBezTo>
                      <a:cubicBezTo>
                        <a:pt x="81" y="19"/>
                        <a:pt x="81" y="19"/>
                        <a:pt x="81" y="19"/>
                      </a:cubicBezTo>
                      <a:lnTo>
                        <a:pt x="0" y="85"/>
                      </a:lnTo>
                      <a:close/>
                    </a:path>
                  </a:pathLst>
                </a:custGeom>
                <a:solidFill>
                  <a:schemeClr val="tx2"/>
                </a:solidFill>
                <a:ln>
                  <a:noFill/>
                </a:ln>
              </p:spPr>
              <p:txBody>
                <a:bodyPr vert="horz" wrap="square" lIns="68580" tIns="34290" rIns="68580" bIns="34290" numCol="1" anchor="t" anchorCtr="0" compatLnSpc="1"/>
                <a:lstStyle/>
                <a:p>
                  <a:endParaRPr lang="zh-CN" altLang="en-US" sz="1350"/>
                </a:p>
              </p:txBody>
            </p:sp>
            <p:sp>
              <p:nvSpPr>
                <p:cNvPr id="265" name="Freeform 125"/>
                <p:cNvSpPr/>
                <p:nvPr>
                  <p:custDataLst>
                    <p:tags r:id="rId103"/>
                  </p:custDataLst>
                </p:nvPr>
              </p:nvSpPr>
              <p:spPr bwMode="auto">
                <a:xfrm flipH="1">
                  <a:off x="1562100" y="4681538"/>
                  <a:ext cx="736600" cy="203200"/>
                </a:xfrm>
                <a:custGeom>
                  <a:avLst/>
                  <a:gdLst>
                    <a:gd name="T0" fmla="*/ 0 w 387"/>
                    <a:gd name="T1" fmla="*/ 62 h 107"/>
                    <a:gd name="T2" fmla="*/ 200 w 387"/>
                    <a:gd name="T3" fmla="*/ 27 h 107"/>
                    <a:gd name="T4" fmla="*/ 382 w 387"/>
                    <a:gd name="T5" fmla="*/ 85 h 107"/>
                    <a:gd name="T6" fmla="*/ 303 w 387"/>
                    <a:gd name="T7" fmla="*/ 107 h 107"/>
                    <a:gd name="T8" fmla="*/ 307 w 387"/>
                    <a:gd name="T9" fmla="*/ 61 h 107"/>
                    <a:gd name="T10" fmla="*/ 27 w 387"/>
                    <a:gd name="T11" fmla="*/ 47 h 107"/>
                    <a:gd name="T12" fmla="*/ 18 w 387"/>
                    <a:gd name="T13" fmla="*/ 51 h 107"/>
                    <a:gd name="T14" fmla="*/ 14 w 387"/>
                    <a:gd name="T15" fmla="*/ 78 h 107"/>
                    <a:gd name="T16" fmla="*/ 0 w 387"/>
                    <a:gd name="T17" fmla="*/ 62 h 1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87" h="107">
                      <a:moveTo>
                        <a:pt x="0" y="62"/>
                      </a:moveTo>
                      <a:cubicBezTo>
                        <a:pt x="0" y="62"/>
                        <a:pt x="38" y="0"/>
                        <a:pt x="200" y="27"/>
                      </a:cubicBezTo>
                      <a:cubicBezTo>
                        <a:pt x="363" y="55"/>
                        <a:pt x="387" y="67"/>
                        <a:pt x="382" y="85"/>
                      </a:cubicBezTo>
                      <a:cubicBezTo>
                        <a:pt x="378" y="103"/>
                        <a:pt x="303" y="107"/>
                        <a:pt x="303" y="107"/>
                      </a:cubicBezTo>
                      <a:cubicBezTo>
                        <a:pt x="307" y="61"/>
                        <a:pt x="307" y="61"/>
                        <a:pt x="307" y="61"/>
                      </a:cubicBezTo>
                      <a:cubicBezTo>
                        <a:pt x="221" y="14"/>
                        <a:pt x="117" y="9"/>
                        <a:pt x="27" y="47"/>
                      </a:cubicBezTo>
                      <a:cubicBezTo>
                        <a:pt x="18" y="51"/>
                        <a:pt x="18" y="51"/>
                        <a:pt x="18" y="51"/>
                      </a:cubicBezTo>
                      <a:cubicBezTo>
                        <a:pt x="14" y="78"/>
                        <a:pt x="14" y="78"/>
                        <a:pt x="14" y="78"/>
                      </a:cubicBezTo>
                      <a:cubicBezTo>
                        <a:pt x="14" y="78"/>
                        <a:pt x="2" y="74"/>
                        <a:pt x="0" y="62"/>
                      </a:cubicBezTo>
                      <a:close/>
                    </a:path>
                  </a:pathLst>
                </a:custGeom>
                <a:solidFill>
                  <a:schemeClr val="tx2"/>
                </a:solidFill>
                <a:ln>
                  <a:noFill/>
                </a:ln>
              </p:spPr>
              <p:txBody>
                <a:bodyPr vert="horz" wrap="square" lIns="68580" tIns="34290" rIns="68580" bIns="34290" numCol="1" anchor="t" anchorCtr="0" compatLnSpc="1"/>
                <a:lstStyle/>
                <a:p>
                  <a:endParaRPr lang="zh-CN" altLang="en-US" sz="1350"/>
                </a:p>
              </p:txBody>
            </p:sp>
            <p:sp>
              <p:nvSpPr>
                <p:cNvPr id="266" name="Freeform 126"/>
                <p:cNvSpPr/>
                <p:nvPr>
                  <p:custDataLst>
                    <p:tags r:id="rId104"/>
                  </p:custDataLst>
                </p:nvPr>
              </p:nvSpPr>
              <p:spPr bwMode="auto">
                <a:xfrm flipH="1">
                  <a:off x="1308100" y="2322513"/>
                  <a:ext cx="1355725" cy="525463"/>
                </a:xfrm>
                <a:custGeom>
                  <a:avLst/>
                  <a:gdLst>
                    <a:gd name="T0" fmla="*/ 698 w 711"/>
                    <a:gd name="T1" fmla="*/ 236 h 276"/>
                    <a:gd name="T2" fmla="*/ 29 w 711"/>
                    <a:gd name="T3" fmla="*/ 276 h 276"/>
                    <a:gd name="T4" fmla="*/ 15 w 711"/>
                    <a:gd name="T5" fmla="*/ 264 h 276"/>
                    <a:gd name="T6" fmla="*/ 0 w 711"/>
                    <a:gd name="T7" fmla="*/ 54 h 276"/>
                    <a:gd name="T8" fmla="*/ 13 w 711"/>
                    <a:gd name="T9" fmla="*/ 41 h 276"/>
                    <a:gd name="T10" fmla="*/ 681 w 711"/>
                    <a:gd name="T11" fmla="*/ 1 h 276"/>
                    <a:gd name="T12" fmla="*/ 696 w 711"/>
                    <a:gd name="T13" fmla="*/ 12 h 276"/>
                    <a:gd name="T14" fmla="*/ 711 w 711"/>
                    <a:gd name="T15" fmla="*/ 222 h 276"/>
                    <a:gd name="T16" fmla="*/ 698 w 711"/>
                    <a:gd name="T17" fmla="*/ 236 h 2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11" h="276">
                      <a:moveTo>
                        <a:pt x="698" y="236"/>
                      </a:moveTo>
                      <a:cubicBezTo>
                        <a:pt x="29" y="276"/>
                        <a:pt x="29" y="276"/>
                        <a:pt x="29" y="276"/>
                      </a:cubicBezTo>
                      <a:cubicBezTo>
                        <a:pt x="22" y="276"/>
                        <a:pt x="16" y="271"/>
                        <a:pt x="15" y="264"/>
                      </a:cubicBezTo>
                      <a:cubicBezTo>
                        <a:pt x="0" y="54"/>
                        <a:pt x="0" y="54"/>
                        <a:pt x="0" y="54"/>
                      </a:cubicBezTo>
                      <a:cubicBezTo>
                        <a:pt x="0" y="48"/>
                        <a:pt x="5" y="42"/>
                        <a:pt x="13" y="41"/>
                      </a:cubicBezTo>
                      <a:cubicBezTo>
                        <a:pt x="681" y="1"/>
                        <a:pt x="681" y="1"/>
                        <a:pt x="681" y="1"/>
                      </a:cubicBezTo>
                      <a:cubicBezTo>
                        <a:pt x="689" y="0"/>
                        <a:pt x="695" y="6"/>
                        <a:pt x="696" y="12"/>
                      </a:cubicBezTo>
                      <a:cubicBezTo>
                        <a:pt x="711" y="222"/>
                        <a:pt x="711" y="222"/>
                        <a:pt x="711" y="222"/>
                      </a:cubicBezTo>
                      <a:cubicBezTo>
                        <a:pt x="711" y="229"/>
                        <a:pt x="706" y="235"/>
                        <a:pt x="698" y="236"/>
                      </a:cubicBezTo>
                      <a:close/>
                    </a:path>
                  </a:pathLst>
                </a:custGeom>
                <a:solidFill>
                  <a:srgbClr val="00DDFE"/>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267" name="Freeform 127"/>
                <p:cNvSpPr/>
                <p:nvPr>
                  <p:custDataLst>
                    <p:tags r:id="rId105"/>
                  </p:custDataLst>
                </p:nvPr>
              </p:nvSpPr>
              <p:spPr bwMode="auto">
                <a:xfrm flipH="1">
                  <a:off x="1462088" y="2422525"/>
                  <a:ext cx="1060450" cy="146050"/>
                </a:xfrm>
                <a:custGeom>
                  <a:avLst/>
                  <a:gdLst>
                    <a:gd name="T0" fmla="*/ 668 w 668"/>
                    <a:gd name="T1" fmla="*/ 52 h 92"/>
                    <a:gd name="T2" fmla="*/ 4 w 668"/>
                    <a:gd name="T3" fmla="*/ 92 h 92"/>
                    <a:gd name="T4" fmla="*/ 0 w 668"/>
                    <a:gd name="T5" fmla="*/ 39 h 92"/>
                    <a:gd name="T6" fmla="*/ 664 w 668"/>
                    <a:gd name="T7" fmla="*/ 0 h 92"/>
                    <a:gd name="T8" fmla="*/ 668 w 668"/>
                    <a:gd name="T9" fmla="*/ 52 h 92"/>
                  </a:gdLst>
                  <a:ahLst/>
                  <a:cxnLst>
                    <a:cxn ang="0">
                      <a:pos x="T0" y="T1"/>
                    </a:cxn>
                    <a:cxn ang="0">
                      <a:pos x="T2" y="T3"/>
                    </a:cxn>
                    <a:cxn ang="0">
                      <a:pos x="T4" y="T5"/>
                    </a:cxn>
                    <a:cxn ang="0">
                      <a:pos x="T6" y="T7"/>
                    </a:cxn>
                    <a:cxn ang="0">
                      <a:pos x="T8" y="T9"/>
                    </a:cxn>
                  </a:cxnLst>
                  <a:rect l="0" t="0" r="r" b="b"/>
                  <a:pathLst>
                    <a:path w="668" h="92">
                      <a:moveTo>
                        <a:pt x="668" y="52"/>
                      </a:moveTo>
                      <a:lnTo>
                        <a:pt x="4" y="92"/>
                      </a:lnTo>
                      <a:lnTo>
                        <a:pt x="0" y="39"/>
                      </a:lnTo>
                      <a:lnTo>
                        <a:pt x="664" y="0"/>
                      </a:lnTo>
                      <a:lnTo>
                        <a:pt x="668" y="52"/>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268" name="Freeform 128"/>
                <p:cNvSpPr/>
                <p:nvPr>
                  <p:custDataLst>
                    <p:tags r:id="rId106"/>
                  </p:custDataLst>
                </p:nvPr>
              </p:nvSpPr>
              <p:spPr bwMode="auto">
                <a:xfrm flipH="1">
                  <a:off x="1839912" y="2598738"/>
                  <a:ext cx="671513" cy="123825"/>
                </a:xfrm>
                <a:custGeom>
                  <a:avLst/>
                  <a:gdLst>
                    <a:gd name="T0" fmla="*/ 423 w 423"/>
                    <a:gd name="T1" fmla="*/ 53 h 78"/>
                    <a:gd name="T2" fmla="*/ 4 w 423"/>
                    <a:gd name="T3" fmla="*/ 78 h 78"/>
                    <a:gd name="T4" fmla="*/ 0 w 423"/>
                    <a:gd name="T5" fmla="*/ 25 h 78"/>
                    <a:gd name="T6" fmla="*/ 419 w 423"/>
                    <a:gd name="T7" fmla="*/ 0 h 78"/>
                    <a:gd name="T8" fmla="*/ 423 w 423"/>
                    <a:gd name="T9" fmla="*/ 53 h 78"/>
                  </a:gdLst>
                  <a:ahLst/>
                  <a:cxnLst>
                    <a:cxn ang="0">
                      <a:pos x="T0" y="T1"/>
                    </a:cxn>
                    <a:cxn ang="0">
                      <a:pos x="T2" y="T3"/>
                    </a:cxn>
                    <a:cxn ang="0">
                      <a:pos x="T4" y="T5"/>
                    </a:cxn>
                    <a:cxn ang="0">
                      <a:pos x="T6" y="T7"/>
                    </a:cxn>
                    <a:cxn ang="0">
                      <a:pos x="T8" y="T9"/>
                    </a:cxn>
                  </a:cxnLst>
                  <a:rect l="0" t="0" r="r" b="b"/>
                  <a:pathLst>
                    <a:path w="423" h="78">
                      <a:moveTo>
                        <a:pt x="423" y="53"/>
                      </a:moveTo>
                      <a:lnTo>
                        <a:pt x="4" y="78"/>
                      </a:lnTo>
                      <a:lnTo>
                        <a:pt x="0" y="25"/>
                      </a:lnTo>
                      <a:lnTo>
                        <a:pt x="419" y="0"/>
                      </a:lnTo>
                      <a:lnTo>
                        <a:pt x="423" y="53"/>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269" name="Freeform 129"/>
                <p:cNvSpPr/>
                <p:nvPr>
                  <p:custDataLst>
                    <p:tags r:id="rId107"/>
                  </p:custDataLst>
                </p:nvPr>
              </p:nvSpPr>
              <p:spPr bwMode="auto">
                <a:xfrm flipH="1">
                  <a:off x="1423987" y="2608263"/>
                  <a:ext cx="195263" cy="338138"/>
                </a:xfrm>
                <a:custGeom>
                  <a:avLst/>
                  <a:gdLst>
                    <a:gd name="T0" fmla="*/ 33 w 102"/>
                    <a:gd name="T1" fmla="*/ 101 h 178"/>
                    <a:gd name="T2" fmla="*/ 12 w 102"/>
                    <a:gd name="T3" fmla="*/ 16 h 178"/>
                    <a:gd name="T4" fmla="*/ 29 w 102"/>
                    <a:gd name="T5" fmla="*/ 25 h 178"/>
                    <a:gd name="T6" fmla="*/ 50 w 102"/>
                    <a:gd name="T7" fmla="*/ 90 h 178"/>
                    <a:gd name="T8" fmla="*/ 37 w 102"/>
                    <a:gd name="T9" fmla="*/ 4 h 178"/>
                    <a:gd name="T10" fmla="*/ 51 w 102"/>
                    <a:gd name="T11" fmla="*/ 12 h 178"/>
                    <a:gd name="T12" fmla="*/ 67 w 102"/>
                    <a:gd name="T13" fmla="*/ 77 h 178"/>
                    <a:gd name="T14" fmla="*/ 65 w 102"/>
                    <a:gd name="T15" fmla="*/ 19 h 178"/>
                    <a:gd name="T16" fmla="*/ 77 w 102"/>
                    <a:gd name="T17" fmla="*/ 31 h 178"/>
                    <a:gd name="T18" fmla="*/ 81 w 102"/>
                    <a:gd name="T19" fmla="*/ 82 h 178"/>
                    <a:gd name="T20" fmla="*/ 94 w 102"/>
                    <a:gd name="T21" fmla="*/ 42 h 178"/>
                    <a:gd name="T22" fmla="*/ 102 w 102"/>
                    <a:gd name="T23" fmla="*/ 47 h 178"/>
                    <a:gd name="T24" fmla="*/ 91 w 102"/>
                    <a:gd name="T25" fmla="*/ 93 h 178"/>
                    <a:gd name="T26" fmla="*/ 89 w 102"/>
                    <a:gd name="T27" fmla="*/ 152 h 178"/>
                    <a:gd name="T28" fmla="*/ 54 w 102"/>
                    <a:gd name="T29" fmla="*/ 165 h 178"/>
                    <a:gd name="T30" fmla="*/ 0 w 102"/>
                    <a:gd name="T31" fmla="*/ 95 h 178"/>
                    <a:gd name="T32" fmla="*/ 23 w 102"/>
                    <a:gd name="T33" fmla="*/ 93 h 178"/>
                    <a:gd name="T34" fmla="*/ 33 w 102"/>
                    <a:gd name="T35" fmla="*/ 101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02" h="178">
                      <a:moveTo>
                        <a:pt x="33" y="101"/>
                      </a:moveTo>
                      <a:cubicBezTo>
                        <a:pt x="33" y="101"/>
                        <a:pt x="10" y="25"/>
                        <a:pt x="12" y="16"/>
                      </a:cubicBezTo>
                      <a:cubicBezTo>
                        <a:pt x="13" y="7"/>
                        <a:pt x="24" y="9"/>
                        <a:pt x="29" y="25"/>
                      </a:cubicBezTo>
                      <a:cubicBezTo>
                        <a:pt x="33" y="41"/>
                        <a:pt x="50" y="90"/>
                        <a:pt x="50" y="90"/>
                      </a:cubicBezTo>
                      <a:cubicBezTo>
                        <a:pt x="50" y="90"/>
                        <a:pt x="33" y="9"/>
                        <a:pt x="37" y="4"/>
                      </a:cubicBezTo>
                      <a:cubicBezTo>
                        <a:pt x="41" y="0"/>
                        <a:pt x="50" y="1"/>
                        <a:pt x="51" y="12"/>
                      </a:cubicBezTo>
                      <a:cubicBezTo>
                        <a:pt x="52" y="24"/>
                        <a:pt x="67" y="77"/>
                        <a:pt x="67" y="77"/>
                      </a:cubicBezTo>
                      <a:cubicBezTo>
                        <a:pt x="67" y="77"/>
                        <a:pt x="63" y="29"/>
                        <a:pt x="65" y="19"/>
                      </a:cubicBezTo>
                      <a:cubicBezTo>
                        <a:pt x="67" y="8"/>
                        <a:pt x="77" y="21"/>
                        <a:pt x="77" y="31"/>
                      </a:cubicBezTo>
                      <a:cubicBezTo>
                        <a:pt x="77" y="42"/>
                        <a:pt x="81" y="82"/>
                        <a:pt x="81" y="82"/>
                      </a:cubicBezTo>
                      <a:cubicBezTo>
                        <a:pt x="81" y="82"/>
                        <a:pt x="90" y="46"/>
                        <a:pt x="94" y="42"/>
                      </a:cubicBezTo>
                      <a:cubicBezTo>
                        <a:pt x="99" y="38"/>
                        <a:pt x="102" y="42"/>
                        <a:pt x="102" y="47"/>
                      </a:cubicBezTo>
                      <a:cubicBezTo>
                        <a:pt x="102" y="51"/>
                        <a:pt x="91" y="93"/>
                        <a:pt x="91" y="93"/>
                      </a:cubicBezTo>
                      <a:cubicBezTo>
                        <a:pt x="91" y="93"/>
                        <a:pt x="90" y="105"/>
                        <a:pt x="89" y="152"/>
                      </a:cubicBezTo>
                      <a:cubicBezTo>
                        <a:pt x="89" y="178"/>
                        <a:pt x="57" y="168"/>
                        <a:pt x="54" y="165"/>
                      </a:cubicBezTo>
                      <a:cubicBezTo>
                        <a:pt x="51" y="161"/>
                        <a:pt x="4" y="105"/>
                        <a:pt x="0" y="95"/>
                      </a:cubicBezTo>
                      <a:cubicBezTo>
                        <a:pt x="23" y="93"/>
                        <a:pt x="23" y="93"/>
                        <a:pt x="23" y="93"/>
                      </a:cubicBezTo>
                      <a:cubicBezTo>
                        <a:pt x="33" y="109"/>
                        <a:pt x="34" y="105"/>
                        <a:pt x="33" y="101"/>
                      </a:cubicBezTo>
                      <a:close/>
                    </a:path>
                  </a:pathLst>
                </a:custGeom>
                <a:solidFill>
                  <a:srgbClr val="FFE7C5"/>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270" name="Freeform 130"/>
                <p:cNvSpPr/>
                <p:nvPr>
                  <p:custDataLst>
                    <p:tags r:id="rId108"/>
                  </p:custDataLst>
                </p:nvPr>
              </p:nvSpPr>
              <p:spPr bwMode="auto">
                <a:xfrm flipH="1">
                  <a:off x="2317750" y="2636838"/>
                  <a:ext cx="187325" cy="341313"/>
                </a:xfrm>
                <a:custGeom>
                  <a:avLst/>
                  <a:gdLst>
                    <a:gd name="T0" fmla="*/ 69 w 98"/>
                    <a:gd name="T1" fmla="*/ 101 h 179"/>
                    <a:gd name="T2" fmla="*/ 91 w 98"/>
                    <a:gd name="T3" fmla="*/ 17 h 179"/>
                    <a:gd name="T4" fmla="*/ 74 w 98"/>
                    <a:gd name="T5" fmla="*/ 26 h 179"/>
                    <a:gd name="T6" fmla="*/ 52 w 98"/>
                    <a:gd name="T7" fmla="*/ 90 h 179"/>
                    <a:gd name="T8" fmla="*/ 66 w 98"/>
                    <a:gd name="T9" fmla="*/ 5 h 179"/>
                    <a:gd name="T10" fmla="*/ 52 w 98"/>
                    <a:gd name="T11" fmla="*/ 13 h 179"/>
                    <a:gd name="T12" fmla="*/ 35 w 98"/>
                    <a:gd name="T13" fmla="*/ 77 h 179"/>
                    <a:gd name="T14" fmla="*/ 37 w 98"/>
                    <a:gd name="T15" fmla="*/ 19 h 179"/>
                    <a:gd name="T16" fmla="*/ 26 w 98"/>
                    <a:gd name="T17" fmla="*/ 32 h 179"/>
                    <a:gd name="T18" fmla="*/ 21 w 98"/>
                    <a:gd name="T19" fmla="*/ 83 h 179"/>
                    <a:gd name="T20" fmla="*/ 8 w 98"/>
                    <a:gd name="T21" fmla="*/ 43 h 179"/>
                    <a:gd name="T22" fmla="*/ 0 w 98"/>
                    <a:gd name="T23" fmla="*/ 47 h 179"/>
                    <a:gd name="T24" fmla="*/ 11 w 98"/>
                    <a:gd name="T25" fmla="*/ 93 h 179"/>
                    <a:gd name="T26" fmla="*/ 13 w 98"/>
                    <a:gd name="T27" fmla="*/ 152 h 179"/>
                    <a:gd name="T28" fmla="*/ 48 w 98"/>
                    <a:gd name="T29" fmla="*/ 165 h 179"/>
                    <a:gd name="T30" fmla="*/ 98 w 98"/>
                    <a:gd name="T31" fmla="*/ 102 h 179"/>
                    <a:gd name="T32" fmla="*/ 72 w 98"/>
                    <a:gd name="T33" fmla="*/ 103 h 179"/>
                    <a:gd name="T34" fmla="*/ 69 w 98"/>
                    <a:gd name="T35" fmla="*/ 101 h 1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98" h="179">
                      <a:moveTo>
                        <a:pt x="69" y="101"/>
                      </a:moveTo>
                      <a:cubicBezTo>
                        <a:pt x="69" y="101"/>
                        <a:pt x="92" y="26"/>
                        <a:pt x="91" y="17"/>
                      </a:cubicBezTo>
                      <a:cubicBezTo>
                        <a:pt x="90" y="8"/>
                        <a:pt x="78" y="9"/>
                        <a:pt x="74" y="26"/>
                      </a:cubicBezTo>
                      <a:cubicBezTo>
                        <a:pt x="69" y="42"/>
                        <a:pt x="52" y="90"/>
                        <a:pt x="52" y="90"/>
                      </a:cubicBezTo>
                      <a:cubicBezTo>
                        <a:pt x="52" y="90"/>
                        <a:pt x="70" y="10"/>
                        <a:pt x="66" y="5"/>
                      </a:cubicBezTo>
                      <a:cubicBezTo>
                        <a:pt x="62" y="0"/>
                        <a:pt x="53" y="2"/>
                        <a:pt x="52" y="13"/>
                      </a:cubicBezTo>
                      <a:cubicBezTo>
                        <a:pt x="50" y="24"/>
                        <a:pt x="35" y="77"/>
                        <a:pt x="35" y="77"/>
                      </a:cubicBezTo>
                      <a:cubicBezTo>
                        <a:pt x="35" y="77"/>
                        <a:pt x="39" y="30"/>
                        <a:pt x="37" y="19"/>
                      </a:cubicBezTo>
                      <a:cubicBezTo>
                        <a:pt x="35" y="9"/>
                        <a:pt x="26" y="22"/>
                        <a:pt x="26" y="32"/>
                      </a:cubicBezTo>
                      <a:cubicBezTo>
                        <a:pt x="25" y="43"/>
                        <a:pt x="21" y="83"/>
                        <a:pt x="21" y="83"/>
                      </a:cubicBezTo>
                      <a:cubicBezTo>
                        <a:pt x="21" y="83"/>
                        <a:pt x="13" y="47"/>
                        <a:pt x="8" y="43"/>
                      </a:cubicBezTo>
                      <a:cubicBezTo>
                        <a:pt x="3" y="39"/>
                        <a:pt x="0" y="43"/>
                        <a:pt x="0" y="47"/>
                      </a:cubicBezTo>
                      <a:cubicBezTo>
                        <a:pt x="1" y="52"/>
                        <a:pt x="11" y="93"/>
                        <a:pt x="11" y="93"/>
                      </a:cubicBezTo>
                      <a:cubicBezTo>
                        <a:pt x="11" y="93"/>
                        <a:pt x="12" y="106"/>
                        <a:pt x="13" y="152"/>
                      </a:cubicBezTo>
                      <a:cubicBezTo>
                        <a:pt x="14" y="179"/>
                        <a:pt x="46" y="169"/>
                        <a:pt x="48" y="165"/>
                      </a:cubicBezTo>
                      <a:cubicBezTo>
                        <a:pt x="51" y="162"/>
                        <a:pt x="94" y="113"/>
                        <a:pt x="98" y="102"/>
                      </a:cubicBezTo>
                      <a:cubicBezTo>
                        <a:pt x="72" y="103"/>
                        <a:pt x="72" y="103"/>
                        <a:pt x="72" y="103"/>
                      </a:cubicBezTo>
                      <a:cubicBezTo>
                        <a:pt x="71" y="106"/>
                        <a:pt x="69" y="105"/>
                        <a:pt x="69" y="101"/>
                      </a:cubicBezTo>
                      <a:close/>
                    </a:path>
                  </a:pathLst>
                </a:custGeom>
                <a:solidFill>
                  <a:srgbClr val="FFE7C5"/>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272" name="Freeform 132"/>
                <p:cNvSpPr/>
                <p:nvPr>
                  <p:custDataLst>
                    <p:tags r:id="rId109"/>
                  </p:custDataLst>
                </p:nvPr>
              </p:nvSpPr>
              <p:spPr bwMode="auto">
                <a:xfrm flipH="1">
                  <a:off x="4700588" y="1639888"/>
                  <a:ext cx="1050925" cy="280988"/>
                </a:xfrm>
                <a:custGeom>
                  <a:avLst/>
                  <a:gdLst>
                    <a:gd name="T0" fmla="*/ 650 w 662"/>
                    <a:gd name="T1" fmla="*/ 177 h 177"/>
                    <a:gd name="T2" fmla="*/ 0 w 662"/>
                    <a:gd name="T3" fmla="*/ 51 h 177"/>
                    <a:gd name="T4" fmla="*/ 12 w 662"/>
                    <a:gd name="T5" fmla="*/ 0 h 177"/>
                    <a:gd name="T6" fmla="*/ 662 w 662"/>
                    <a:gd name="T7" fmla="*/ 126 h 177"/>
                    <a:gd name="T8" fmla="*/ 650 w 662"/>
                    <a:gd name="T9" fmla="*/ 177 h 177"/>
                  </a:gdLst>
                  <a:ahLst/>
                  <a:cxnLst>
                    <a:cxn ang="0">
                      <a:pos x="T0" y="T1"/>
                    </a:cxn>
                    <a:cxn ang="0">
                      <a:pos x="T2" y="T3"/>
                    </a:cxn>
                    <a:cxn ang="0">
                      <a:pos x="T4" y="T5"/>
                    </a:cxn>
                    <a:cxn ang="0">
                      <a:pos x="T6" y="T7"/>
                    </a:cxn>
                    <a:cxn ang="0">
                      <a:pos x="T8" y="T9"/>
                    </a:cxn>
                  </a:cxnLst>
                  <a:rect l="0" t="0" r="r" b="b"/>
                  <a:pathLst>
                    <a:path w="662" h="177">
                      <a:moveTo>
                        <a:pt x="650" y="177"/>
                      </a:moveTo>
                      <a:lnTo>
                        <a:pt x="0" y="51"/>
                      </a:lnTo>
                      <a:lnTo>
                        <a:pt x="12" y="0"/>
                      </a:lnTo>
                      <a:lnTo>
                        <a:pt x="662" y="126"/>
                      </a:lnTo>
                      <a:lnTo>
                        <a:pt x="650" y="177"/>
                      </a:lnTo>
                      <a:close/>
                    </a:path>
                  </a:pathLst>
                </a:custGeom>
                <a:solidFill>
                  <a:srgbClr val="F9B233"/>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273" name="Freeform 133"/>
                <p:cNvSpPr/>
                <p:nvPr>
                  <p:custDataLst>
                    <p:tags r:id="rId110"/>
                  </p:custDataLst>
                </p:nvPr>
              </p:nvSpPr>
              <p:spPr bwMode="auto">
                <a:xfrm flipH="1">
                  <a:off x="4735513" y="1792288"/>
                  <a:ext cx="1050925" cy="280988"/>
                </a:xfrm>
                <a:custGeom>
                  <a:avLst/>
                  <a:gdLst>
                    <a:gd name="T0" fmla="*/ 650 w 662"/>
                    <a:gd name="T1" fmla="*/ 177 h 177"/>
                    <a:gd name="T2" fmla="*/ 0 w 662"/>
                    <a:gd name="T3" fmla="*/ 51 h 177"/>
                    <a:gd name="T4" fmla="*/ 12 w 662"/>
                    <a:gd name="T5" fmla="*/ 0 h 177"/>
                    <a:gd name="T6" fmla="*/ 662 w 662"/>
                    <a:gd name="T7" fmla="*/ 126 h 177"/>
                    <a:gd name="T8" fmla="*/ 650 w 662"/>
                    <a:gd name="T9" fmla="*/ 177 h 177"/>
                  </a:gdLst>
                  <a:ahLst/>
                  <a:cxnLst>
                    <a:cxn ang="0">
                      <a:pos x="T0" y="T1"/>
                    </a:cxn>
                    <a:cxn ang="0">
                      <a:pos x="T2" y="T3"/>
                    </a:cxn>
                    <a:cxn ang="0">
                      <a:pos x="T4" y="T5"/>
                    </a:cxn>
                    <a:cxn ang="0">
                      <a:pos x="T6" y="T7"/>
                    </a:cxn>
                    <a:cxn ang="0">
                      <a:pos x="T8" y="T9"/>
                    </a:cxn>
                  </a:cxnLst>
                  <a:rect l="0" t="0" r="r" b="b"/>
                  <a:pathLst>
                    <a:path w="662" h="177">
                      <a:moveTo>
                        <a:pt x="650" y="177"/>
                      </a:moveTo>
                      <a:lnTo>
                        <a:pt x="0" y="51"/>
                      </a:lnTo>
                      <a:lnTo>
                        <a:pt x="12" y="0"/>
                      </a:lnTo>
                      <a:lnTo>
                        <a:pt x="662" y="126"/>
                      </a:lnTo>
                      <a:lnTo>
                        <a:pt x="650" y="177"/>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274" name="Freeform 134"/>
                <p:cNvSpPr/>
                <p:nvPr>
                  <p:custDataLst>
                    <p:tags r:id="rId111"/>
                  </p:custDataLst>
                </p:nvPr>
              </p:nvSpPr>
              <p:spPr bwMode="auto">
                <a:xfrm flipH="1">
                  <a:off x="5364163" y="1941513"/>
                  <a:ext cx="457200" cy="168275"/>
                </a:xfrm>
                <a:custGeom>
                  <a:avLst/>
                  <a:gdLst>
                    <a:gd name="T0" fmla="*/ 276 w 288"/>
                    <a:gd name="T1" fmla="*/ 106 h 106"/>
                    <a:gd name="T2" fmla="*/ 0 w 288"/>
                    <a:gd name="T3" fmla="*/ 52 h 106"/>
                    <a:gd name="T4" fmla="*/ 12 w 288"/>
                    <a:gd name="T5" fmla="*/ 0 h 106"/>
                    <a:gd name="T6" fmla="*/ 288 w 288"/>
                    <a:gd name="T7" fmla="*/ 54 h 106"/>
                    <a:gd name="T8" fmla="*/ 276 w 288"/>
                    <a:gd name="T9" fmla="*/ 106 h 106"/>
                  </a:gdLst>
                  <a:ahLst/>
                  <a:cxnLst>
                    <a:cxn ang="0">
                      <a:pos x="T0" y="T1"/>
                    </a:cxn>
                    <a:cxn ang="0">
                      <a:pos x="T2" y="T3"/>
                    </a:cxn>
                    <a:cxn ang="0">
                      <a:pos x="T4" y="T5"/>
                    </a:cxn>
                    <a:cxn ang="0">
                      <a:pos x="T6" y="T7"/>
                    </a:cxn>
                    <a:cxn ang="0">
                      <a:pos x="T8" y="T9"/>
                    </a:cxn>
                  </a:cxnLst>
                  <a:rect l="0" t="0" r="r" b="b"/>
                  <a:pathLst>
                    <a:path w="288" h="106">
                      <a:moveTo>
                        <a:pt x="276" y="106"/>
                      </a:moveTo>
                      <a:lnTo>
                        <a:pt x="0" y="52"/>
                      </a:lnTo>
                      <a:lnTo>
                        <a:pt x="12" y="0"/>
                      </a:lnTo>
                      <a:lnTo>
                        <a:pt x="288" y="54"/>
                      </a:lnTo>
                      <a:lnTo>
                        <a:pt x="276" y="106"/>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275" name="Freeform 135"/>
                <p:cNvSpPr/>
                <p:nvPr>
                  <p:custDataLst>
                    <p:tags r:id="rId112"/>
                  </p:custDataLst>
                </p:nvPr>
              </p:nvSpPr>
              <p:spPr bwMode="auto">
                <a:xfrm flipH="1">
                  <a:off x="4805363" y="2093913"/>
                  <a:ext cx="1050925" cy="282575"/>
                </a:xfrm>
                <a:custGeom>
                  <a:avLst/>
                  <a:gdLst>
                    <a:gd name="T0" fmla="*/ 650 w 662"/>
                    <a:gd name="T1" fmla="*/ 178 h 178"/>
                    <a:gd name="T2" fmla="*/ 0 w 662"/>
                    <a:gd name="T3" fmla="*/ 52 h 178"/>
                    <a:gd name="T4" fmla="*/ 12 w 662"/>
                    <a:gd name="T5" fmla="*/ 0 h 178"/>
                    <a:gd name="T6" fmla="*/ 662 w 662"/>
                    <a:gd name="T7" fmla="*/ 126 h 178"/>
                    <a:gd name="T8" fmla="*/ 650 w 662"/>
                    <a:gd name="T9" fmla="*/ 178 h 178"/>
                  </a:gdLst>
                  <a:ahLst/>
                  <a:cxnLst>
                    <a:cxn ang="0">
                      <a:pos x="T0" y="T1"/>
                    </a:cxn>
                    <a:cxn ang="0">
                      <a:pos x="T2" y="T3"/>
                    </a:cxn>
                    <a:cxn ang="0">
                      <a:pos x="T4" y="T5"/>
                    </a:cxn>
                    <a:cxn ang="0">
                      <a:pos x="T6" y="T7"/>
                    </a:cxn>
                    <a:cxn ang="0">
                      <a:pos x="T8" y="T9"/>
                    </a:cxn>
                  </a:cxnLst>
                  <a:rect l="0" t="0" r="r" b="b"/>
                  <a:pathLst>
                    <a:path w="662" h="178">
                      <a:moveTo>
                        <a:pt x="650" y="178"/>
                      </a:moveTo>
                      <a:lnTo>
                        <a:pt x="0" y="52"/>
                      </a:lnTo>
                      <a:lnTo>
                        <a:pt x="12" y="0"/>
                      </a:lnTo>
                      <a:lnTo>
                        <a:pt x="662" y="126"/>
                      </a:lnTo>
                      <a:lnTo>
                        <a:pt x="650" y="178"/>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276" name="Freeform 136"/>
                <p:cNvSpPr/>
                <p:nvPr>
                  <p:custDataLst>
                    <p:tags r:id="rId113"/>
                  </p:custDataLst>
                </p:nvPr>
              </p:nvSpPr>
              <p:spPr bwMode="auto">
                <a:xfrm flipH="1">
                  <a:off x="4840288" y="2246313"/>
                  <a:ext cx="1050925" cy="279400"/>
                </a:xfrm>
                <a:custGeom>
                  <a:avLst/>
                  <a:gdLst>
                    <a:gd name="T0" fmla="*/ 650 w 662"/>
                    <a:gd name="T1" fmla="*/ 176 h 176"/>
                    <a:gd name="T2" fmla="*/ 0 w 662"/>
                    <a:gd name="T3" fmla="*/ 51 h 176"/>
                    <a:gd name="T4" fmla="*/ 12 w 662"/>
                    <a:gd name="T5" fmla="*/ 0 h 176"/>
                    <a:gd name="T6" fmla="*/ 662 w 662"/>
                    <a:gd name="T7" fmla="*/ 126 h 176"/>
                    <a:gd name="T8" fmla="*/ 650 w 662"/>
                    <a:gd name="T9" fmla="*/ 176 h 176"/>
                  </a:gdLst>
                  <a:ahLst/>
                  <a:cxnLst>
                    <a:cxn ang="0">
                      <a:pos x="T0" y="T1"/>
                    </a:cxn>
                    <a:cxn ang="0">
                      <a:pos x="T2" y="T3"/>
                    </a:cxn>
                    <a:cxn ang="0">
                      <a:pos x="T4" y="T5"/>
                    </a:cxn>
                    <a:cxn ang="0">
                      <a:pos x="T6" y="T7"/>
                    </a:cxn>
                    <a:cxn ang="0">
                      <a:pos x="T8" y="T9"/>
                    </a:cxn>
                  </a:cxnLst>
                  <a:rect l="0" t="0" r="r" b="b"/>
                  <a:pathLst>
                    <a:path w="662" h="176">
                      <a:moveTo>
                        <a:pt x="650" y="176"/>
                      </a:moveTo>
                      <a:lnTo>
                        <a:pt x="0" y="51"/>
                      </a:lnTo>
                      <a:lnTo>
                        <a:pt x="12" y="0"/>
                      </a:lnTo>
                      <a:lnTo>
                        <a:pt x="662" y="126"/>
                      </a:lnTo>
                      <a:lnTo>
                        <a:pt x="650" y="176"/>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grpSp>
        </p:grpSp>
      </p:grpSp>
      <p:sp>
        <p:nvSpPr>
          <p:cNvPr id="13" name="标题 1"/>
          <p:cNvSpPr>
            <a:spLocks noGrp="1"/>
          </p:cNvSpPr>
          <p:nvPr>
            <p:ph type="ctrTitle" hasCustomPrompt="1"/>
            <p:custDataLst>
              <p:tags r:id="rId114"/>
            </p:custDataLst>
          </p:nvPr>
        </p:nvSpPr>
        <p:spPr>
          <a:xfrm>
            <a:off x="4950618" y="1842391"/>
            <a:ext cx="3565924" cy="1216132"/>
          </a:xfrm>
        </p:spPr>
        <p:txBody>
          <a:bodyPr anchor="ctr">
            <a:normAutofit/>
          </a:bodyPr>
          <a:lstStyle>
            <a:lvl1pPr marL="0" indent="0" algn="ctr">
              <a:buFont typeface="Arial" panose="020B0604020202020204" pitchFamily="34" charset="0"/>
              <a:buNone/>
              <a:defRPr sz="6600" baseline="0">
                <a:solidFill>
                  <a:schemeClr val="tx1">
                    <a:lumMod val="85000"/>
                    <a:lumOff val="15000"/>
                  </a:schemeClr>
                </a:solidFill>
                <a:latin typeface="Arial" panose="020B0604020202020204" pitchFamily="34" charset="0"/>
                <a:ea typeface="汉仪旗黑-85S" panose="00020600040101010101" pitchFamily="18" charset="-122"/>
                <a:cs typeface="Arial" panose="020B0604020202020204" pitchFamily="34" charset="0"/>
              </a:defRPr>
            </a:lvl1pPr>
          </a:lstStyle>
          <a:p>
            <a:r>
              <a:rPr lang="zh-CN" altLang="en-US" dirty="0"/>
              <a:t>编辑标题</a:t>
            </a:r>
            <a:endParaRPr lang="zh-CN" altLang="en-US" dirty="0"/>
          </a:p>
        </p:txBody>
      </p:sp>
      <p:sp>
        <p:nvSpPr>
          <p:cNvPr id="2" name="日期占位符 1"/>
          <p:cNvSpPr>
            <a:spLocks noGrp="1"/>
          </p:cNvSpPr>
          <p:nvPr>
            <p:ph type="dt" sz="half" idx="19"/>
            <p:custDataLst>
              <p:tags r:id="rId115"/>
            </p:custDataLst>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20"/>
            <p:custDataLst>
              <p:tags r:id="rId116"/>
            </p:custDataLst>
          </p:nvPr>
        </p:nvSpPr>
        <p:spPr/>
        <p:txBody>
          <a:bodyPr/>
          <a:lstStyle/>
          <a:p>
            <a:endParaRPr lang="zh-CN" altLang="en-US" dirty="0"/>
          </a:p>
        </p:txBody>
      </p:sp>
      <p:sp>
        <p:nvSpPr>
          <p:cNvPr id="4" name="灯片编号占位符 3"/>
          <p:cNvSpPr>
            <a:spLocks noGrp="1"/>
          </p:cNvSpPr>
          <p:nvPr>
            <p:ph type="sldNum" sz="quarter" idx="21"/>
            <p:custDataLst>
              <p:tags r:id="rId117"/>
            </p:custDataLst>
          </p:nvPr>
        </p:nvSpPr>
        <p:spPr/>
        <p:txBody>
          <a:bodyPr/>
          <a:lstStyle/>
          <a:p>
            <a:fld id="{49AE70B2-8BF9-45C0-BB95-33D1B9D3A854}" type="slidenum">
              <a:rPr lang="zh-CN" altLang="en-US" smtClean="0"/>
            </a:fld>
            <a:endParaRPr lang="zh-CN" alt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通用">
    <p:bg>
      <p:bgPr>
        <a:solidFill>
          <a:schemeClr val="bg2"/>
        </a:solidFill>
        <a:effectLst/>
      </p:bgPr>
    </p:bg>
    <p:spTree>
      <p:nvGrpSpPr>
        <p:cNvPr id="1" name=""/>
        <p:cNvGrpSpPr/>
        <p:nvPr/>
      </p:nvGrpSpPr>
      <p:grpSpPr>
        <a:xfrm>
          <a:off x="0" y="0"/>
          <a:ext cx="0" cy="0"/>
          <a:chOff x="0" y="0"/>
          <a:chExt cx="0" cy="0"/>
        </a:xfrm>
      </p:grpSpPr>
      <p:pic>
        <p:nvPicPr>
          <p:cNvPr id="160" name="图片 159"/>
          <p:cNvPicPr>
            <a:picLocks noChangeAspect="1"/>
          </p:cNvPicPr>
          <p:nvPr userDrawn="1">
            <p:custDataLst>
              <p:tags r:id="rId2"/>
            </p:custDataLst>
          </p:nvPr>
        </p:nvPicPr>
        <p:blipFill>
          <a:blip r:embed="rId3">
            <a:extLst>
              <a:ext uri="{28A0092B-C50C-407E-A947-70E740481C1C}">
                <a14:useLocalDpi xmlns:a14="http://schemas.microsoft.com/office/drawing/2010/main" val="0"/>
              </a:ext>
            </a:extLst>
          </a:blip>
          <a:stretch>
            <a:fillRect/>
          </a:stretch>
        </p:blipFill>
        <p:spPr>
          <a:xfrm>
            <a:off x="7931976" y="3954677"/>
            <a:ext cx="1101947" cy="1188823"/>
          </a:xfrm>
          <a:prstGeom prst="rect">
            <a:avLst/>
          </a:prstGeom>
        </p:spPr>
      </p:pic>
      <p:sp>
        <p:nvSpPr>
          <p:cNvPr id="2" name="标题 1"/>
          <p:cNvSpPr>
            <a:spLocks noGrp="1"/>
          </p:cNvSpPr>
          <p:nvPr>
            <p:ph type="title"/>
            <p:custDataLst>
              <p:tags r:id="rId4"/>
            </p:custDataLst>
          </p:nvPr>
        </p:nvSpPr>
        <p:spPr/>
        <p:txBody>
          <a:bodyPr/>
          <a:lstStyle>
            <a:lvl1pPr>
              <a:defRPr baseline="0">
                <a:solidFill>
                  <a:schemeClr val="accent1"/>
                </a:solidFill>
                <a:latin typeface="Arial" panose="020B0604020202020204" pitchFamily="34" charset="0"/>
                <a:ea typeface="微软雅黑" panose="020B0503020204020204" pitchFamily="34" charset="-122"/>
              </a:defRPr>
            </a:lvl1pPr>
          </a:lstStyle>
          <a:p>
            <a:r>
              <a:rPr lang="zh-CN" altLang="en-US" dirty="0"/>
              <a:t>单击此处编辑母版标题样式</a:t>
            </a:r>
            <a:endParaRPr lang="zh-CN" altLang="en-US" dirty="0"/>
          </a:p>
        </p:txBody>
      </p:sp>
      <p:sp>
        <p:nvSpPr>
          <p:cNvPr id="3" name="日期占位符 2"/>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6"/>
            </p:custDataLst>
          </p:nvPr>
        </p:nvSpPr>
        <p:spPr/>
        <p:txBody>
          <a:bodyPr/>
          <a:lstStyle/>
          <a:p>
            <a:endParaRPr lang="zh-CN" altLang="en-US" dirty="0"/>
          </a:p>
        </p:txBody>
      </p:sp>
      <p:sp>
        <p:nvSpPr>
          <p:cNvPr id="5" name="灯片编号占位符 4"/>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相框">
    <p:bg>
      <p:bgPr>
        <a:solidFill>
          <a:schemeClr val="tx2"/>
        </a:solidFill>
        <a:effectLst/>
      </p:bgPr>
    </p:bg>
    <p:spTree>
      <p:nvGrpSpPr>
        <p:cNvPr id="1" name=""/>
        <p:cNvGrpSpPr/>
        <p:nvPr/>
      </p:nvGrpSpPr>
      <p:grpSpPr>
        <a:xfrm>
          <a:off x="0" y="0"/>
          <a:ext cx="0" cy="0"/>
          <a:chOff x="0" y="0"/>
          <a:chExt cx="0" cy="0"/>
        </a:xfrm>
      </p:grpSpPr>
      <p:grpSp>
        <p:nvGrpSpPr>
          <p:cNvPr id="11" name="组合 10"/>
          <p:cNvGrpSpPr/>
          <p:nvPr userDrawn="1">
            <p:custDataLst>
              <p:tags r:id="rId2"/>
            </p:custDataLst>
          </p:nvPr>
        </p:nvGrpSpPr>
        <p:grpSpPr>
          <a:xfrm>
            <a:off x="0" y="228150"/>
            <a:ext cx="9144000" cy="4687200"/>
            <a:chOff x="0" y="304200"/>
            <a:chExt cx="12192000" cy="6249600"/>
          </a:xfrm>
        </p:grpSpPr>
        <p:grpSp>
          <p:nvGrpSpPr>
            <p:cNvPr id="115" name="组合 114"/>
            <p:cNvGrpSpPr/>
            <p:nvPr userDrawn="1"/>
          </p:nvGrpSpPr>
          <p:grpSpPr>
            <a:xfrm>
              <a:off x="0" y="304200"/>
              <a:ext cx="12192000" cy="6249600"/>
              <a:chOff x="0" y="304200"/>
              <a:chExt cx="12192000" cy="6249600"/>
            </a:xfrm>
          </p:grpSpPr>
          <p:sp>
            <p:nvSpPr>
              <p:cNvPr id="6" name="矩形 5"/>
              <p:cNvSpPr/>
              <p:nvPr userDrawn="1">
                <p:custDataLst>
                  <p:tags r:id="rId3"/>
                </p:custDataLst>
              </p:nvPr>
            </p:nvSpPr>
            <p:spPr>
              <a:xfrm>
                <a:off x="0" y="2123388"/>
                <a:ext cx="12192000" cy="261122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p>
            </p:txBody>
          </p:sp>
          <p:sp>
            <p:nvSpPr>
              <p:cNvPr id="8" name="矩形 7"/>
              <p:cNvSpPr/>
              <p:nvPr userDrawn="1">
                <p:custDataLst>
                  <p:tags r:id="rId4"/>
                </p:custDataLst>
              </p:nvPr>
            </p:nvSpPr>
            <p:spPr>
              <a:xfrm>
                <a:off x="292800" y="304200"/>
                <a:ext cx="11606400" cy="62496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微软雅黑" panose="020B0503020204020204" pitchFamily="34" charset="-122"/>
                  <a:ea typeface="微软雅黑" panose="020B0503020204020204" pitchFamily="34" charset="-122"/>
                </a:endParaRPr>
              </a:p>
            </p:txBody>
          </p:sp>
        </p:grpSp>
        <p:pic>
          <p:nvPicPr>
            <p:cNvPr id="10" name="图片 9"/>
            <p:cNvPicPr>
              <a:picLocks noChangeAspect="1"/>
            </p:cNvPicPr>
            <p:nvPr userDrawn="1">
              <p:custDataLst>
                <p:tags r:id="rId5"/>
              </p:custDataLst>
            </p:nvPr>
          </p:nvPicPr>
          <p:blipFill>
            <a:blip r:embed="rId6">
              <a:extLst>
                <a:ext uri="{28A0092B-C50C-407E-A947-70E740481C1C}">
                  <a14:useLocalDpi xmlns:a14="http://schemas.microsoft.com/office/drawing/2010/main" val="0"/>
                </a:ext>
              </a:extLst>
            </a:blip>
            <a:stretch>
              <a:fillRect/>
            </a:stretch>
          </p:blipFill>
          <p:spPr>
            <a:xfrm>
              <a:off x="10378442" y="4970438"/>
              <a:ext cx="1466758" cy="1583362"/>
            </a:xfrm>
            <a:prstGeom prst="rect">
              <a:avLst/>
            </a:prstGeom>
          </p:spPr>
        </p:pic>
      </p:grpSp>
      <p:sp>
        <p:nvSpPr>
          <p:cNvPr id="2" name="标题 1"/>
          <p:cNvSpPr>
            <a:spLocks noGrp="1"/>
          </p:cNvSpPr>
          <p:nvPr userDrawn="1">
            <p:ph type="title" hasCustomPrompt="1"/>
            <p:custDataLst>
              <p:tags r:id="rId7"/>
            </p:custDataLst>
          </p:nvPr>
        </p:nvSpPr>
        <p:spPr>
          <a:xfrm>
            <a:off x="961200" y="936900"/>
            <a:ext cx="7219800" cy="542700"/>
          </a:xfrm>
        </p:spPr>
        <p:txBody>
          <a:bodyPr anchor="ctr"/>
          <a:lstStyle>
            <a:lvl1pPr>
              <a:defRPr sz="2400" baseline="0">
                <a:solidFill>
                  <a:schemeClr val="accent1"/>
                </a:solidFill>
                <a:latin typeface="Arial" panose="020B0604020202020204" pitchFamily="34" charset="0"/>
                <a:ea typeface="微软雅黑" panose="020B0503020204020204" pitchFamily="34" charset="-122"/>
              </a:defRPr>
            </a:lvl1pPr>
          </a:lstStyle>
          <a:p>
            <a:r>
              <a:rPr lang="zh-CN" altLang="en-US" dirty="0"/>
              <a:t>单击此处编辑标题</a:t>
            </a:r>
            <a:endParaRPr lang="zh-CN" altLang="en-US" dirty="0"/>
          </a:p>
        </p:txBody>
      </p:sp>
      <p:sp>
        <p:nvSpPr>
          <p:cNvPr id="7" name="内容占位符 6"/>
          <p:cNvSpPr>
            <a:spLocks noGrp="1"/>
          </p:cNvSpPr>
          <p:nvPr userDrawn="1">
            <p:ph sz="quarter" idx="13"/>
            <p:custDataLst>
              <p:tags r:id="rId8"/>
            </p:custDataLst>
          </p:nvPr>
        </p:nvSpPr>
        <p:spPr>
          <a:xfrm>
            <a:off x="960835" y="1622700"/>
            <a:ext cx="7219950" cy="2583900"/>
          </a:xfrm>
        </p:spPr>
        <p:txBody>
          <a:bodyPr/>
          <a:lstStyle>
            <a:lvl1pPr>
              <a:defRPr baseline="0">
                <a:solidFill>
                  <a:schemeClr val="tx1">
                    <a:lumMod val="85000"/>
                    <a:lumOff val="15000"/>
                  </a:schemeClr>
                </a:solidFill>
                <a:latin typeface="Arial" panose="020B0604020202020204" pitchFamily="34" charset="0"/>
                <a:ea typeface="微软雅黑" panose="020B0503020204020204" pitchFamily="34" charset="-122"/>
              </a:defRPr>
            </a:lvl1pPr>
            <a:lvl2pPr>
              <a:defRPr baseline="0">
                <a:solidFill>
                  <a:schemeClr val="tx1">
                    <a:lumMod val="85000"/>
                    <a:lumOff val="15000"/>
                  </a:schemeClr>
                </a:solidFill>
                <a:latin typeface="Arial" panose="020B0604020202020204" pitchFamily="34" charset="0"/>
                <a:ea typeface="微软雅黑" panose="020B0503020204020204" pitchFamily="34" charset="-122"/>
              </a:defRPr>
            </a:lvl2pPr>
            <a:lvl3pPr>
              <a:defRPr baseline="0">
                <a:solidFill>
                  <a:schemeClr val="tx1">
                    <a:lumMod val="85000"/>
                    <a:lumOff val="15000"/>
                  </a:schemeClr>
                </a:solidFill>
                <a:latin typeface="Arial" panose="020B0604020202020204" pitchFamily="34" charset="0"/>
                <a:ea typeface="微软雅黑" panose="020B0503020204020204" pitchFamily="34" charset="-122"/>
              </a:defRPr>
            </a:lvl3pPr>
            <a:lvl4pPr>
              <a:defRPr baseline="0">
                <a:solidFill>
                  <a:schemeClr val="tx1">
                    <a:lumMod val="85000"/>
                    <a:lumOff val="15000"/>
                  </a:schemeClr>
                </a:solidFill>
                <a:latin typeface="Arial" panose="020B0604020202020204" pitchFamily="34" charset="0"/>
                <a:ea typeface="微软雅黑" panose="020B0503020204020204" pitchFamily="34" charset="-122"/>
              </a:defRPr>
            </a:lvl4pPr>
            <a:lvl5pPr>
              <a:defRPr baseline="0">
                <a:solidFill>
                  <a:schemeClr val="tx1">
                    <a:lumMod val="85000"/>
                    <a:lumOff val="15000"/>
                  </a:schemeClr>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3" name="日期占位符 2"/>
          <p:cNvSpPr>
            <a:spLocks noGrp="1"/>
          </p:cNvSpPr>
          <p:nvPr userDrawn="1">
            <p:ph type="dt" sz="half" idx="10"/>
            <p:custDataLst>
              <p:tags r:id="rId9"/>
            </p:custDataLst>
          </p:nvPr>
        </p:nvSpPr>
        <p:spPr/>
        <p:txBody>
          <a:bodyPr/>
          <a:lstStyle>
            <a:lvl1pPr>
              <a:defRPr>
                <a:latin typeface="微软雅黑" panose="020B0503020204020204" pitchFamily="34" charset="-122"/>
                <a:ea typeface="微软雅黑" panose="020B0503020204020204" pitchFamily="34" charset="-122"/>
              </a:defRPr>
            </a:lvl1pPr>
          </a:lstStyle>
          <a:p>
            <a:fld id="{760FBDFE-C587-4B4C-A407-44438C67B59E}" type="datetimeFigureOut">
              <a:rPr lang="zh-CN" altLang="en-US" smtClean="0"/>
            </a:fld>
            <a:endParaRPr lang="zh-CN" altLang="en-US"/>
          </a:p>
        </p:txBody>
      </p:sp>
      <p:sp>
        <p:nvSpPr>
          <p:cNvPr id="4" name="页脚占位符 3"/>
          <p:cNvSpPr>
            <a:spLocks noGrp="1"/>
          </p:cNvSpPr>
          <p:nvPr userDrawn="1">
            <p:ph type="ftr" sz="quarter" idx="11"/>
            <p:custDataLst>
              <p:tags r:id="rId10"/>
            </p:custDataLst>
          </p:nvPr>
        </p:nvSpPr>
        <p:spPr/>
        <p:txBody>
          <a:bodyPr/>
          <a:lstStyle>
            <a:lvl1pPr>
              <a:defRPr>
                <a:latin typeface="微软雅黑" panose="020B0503020204020204" pitchFamily="34" charset="-122"/>
                <a:ea typeface="微软雅黑" panose="020B0503020204020204" pitchFamily="34" charset="-122"/>
              </a:defRPr>
            </a:lvl1pPr>
          </a:lstStyle>
          <a:p>
            <a:endParaRPr lang="zh-CN" altLang="en-US" dirty="0"/>
          </a:p>
        </p:txBody>
      </p:sp>
      <p:sp>
        <p:nvSpPr>
          <p:cNvPr id="5" name="灯片编号占位符 4"/>
          <p:cNvSpPr>
            <a:spLocks noGrp="1"/>
          </p:cNvSpPr>
          <p:nvPr userDrawn="1">
            <p:ph type="sldNum" sz="quarter" idx="12"/>
            <p:custDataLst>
              <p:tags r:id="rId11"/>
            </p:custDataLst>
          </p:nvPr>
        </p:nvSpPr>
        <p:spPr/>
        <p:txBody>
          <a:bodyPr/>
          <a:lstStyle>
            <a:lvl1pPr>
              <a:defRPr>
                <a:latin typeface="微软雅黑" panose="020B0503020204020204" pitchFamily="34" charset="-122"/>
                <a:ea typeface="微软雅黑" panose="020B0503020204020204" pitchFamily="34" charset="-122"/>
              </a:defRPr>
            </a:lvl1pPr>
          </a:lstStyle>
          <a:p>
            <a:fld id="{49AE70B2-8BF9-45C0-BB95-33D1B9D3A854}" type="slidenum">
              <a:rPr lang="zh-CN" altLang="en-US" smtClean="0"/>
            </a:fld>
            <a:endParaRPr lang="zh-CN" altLang="en-US" dirty="0"/>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左右">
    <p:bg>
      <p:bgPr>
        <a:solidFill>
          <a:schemeClr val="bg2"/>
        </a:solidFill>
        <a:effectLst/>
      </p:bgPr>
    </p:bg>
    <p:spTree>
      <p:nvGrpSpPr>
        <p:cNvPr id="1" name=""/>
        <p:cNvGrpSpPr/>
        <p:nvPr/>
      </p:nvGrpSpPr>
      <p:grpSpPr>
        <a:xfrm>
          <a:off x="0" y="0"/>
          <a:ext cx="0" cy="0"/>
          <a:chOff x="0" y="0"/>
          <a:chExt cx="0" cy="0"/>
        </a:xfrm>
      </p:grpSpPr>
      <p:sp>
        <p:nvSpPr>
          <p:cNvPr id="8" name="矩形 7"/>
          <p:cNvSpPr/>
          <p:nvPr userDrawn="1">
            <p:custDataLst>
              <p:tags r:id="rId2"/>
            </p:custDataLst>
          </p:nvPr>
        </p:nvSpPr>
        <p:spPr>
          <a:xfrm>
            <a:off x="0" y="1"/>
            <a:ext cx="3617595" cy="5143500"/>
          </a:xfrm>
          <a:prstGeom prst="rect">
            <a:avLst/>
          </a:prstGeom>
          <a:solidFill>
            <a:schemeClr val="tx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sz="1350" dirty="0">
              <a:latin typeface="微软雅黑" panose="020B0503020204020204" pitchFamily="34" charset="-122"/>
              <a:ea typeface="微软雅黑" panose="020B0503020204020204" pitchFamily="34" charset="-122"/>
              <a:sym typeface="+mn-ea"/>
            </a:endParaRPr>
          </a:p>
        </p:txBody>
      </p:sp>
      <p:grpSp>
        <p:nvGrpSpPr>
          <p:cNvPr id="14" name="组合 13"/>
          <p:cNvGrpSpPr/>
          <p:nvPr userDrawn="1">
            <p:custDataLst>
              <p:tags r:id="rId3"/>
            </p:custDataLst>
          </p:nvPr>
        </p:nvGrpSpPr>
        <p:grpSpPr>
          <a:xfrm>
            <a:off x="67487" y="71105"/>
            <a:ext cx="8965498" cy="5053346"/>
            <a:chOff x="89982" y="94806"/>
            <a:chExt cx="11953997" cy="6737794"/>
          </a:xfrm>
        </p:grpSpPr>
        <p:pic>
          <p:nvPicPr>
            <p:cNvPr id="24" name="图片 23"/>
            <p:cNvPicPr>
              <a:picLocks noChangeAspect="1"/>
            </p:cNvPicPr>
            <p:nvPr userDrawn="1">
              <p:custDataLst>
                <p:tags r:id="rId4"/>
              </p:custDataLst>
            </p:nvPr>
          </p:nvPicPr>
          <p:blipFill>
            <a:blip r:embed="rId5">
              <a:extLst>
                <a:ext uri="{28A0092B-C50C-407E-A947-70E740481C1C}">
                  <a14:useLocalDpi xmlns:a14="http://schemas.microsoft.com/office/drawing/2010/main" val="0"/>
                </a:ext>
              </a:extLst>
            </a:blip>
            <a:stretch>
              <a:fillRect/>
            </a:stretch>
          </p:blipFill>
          <p:spPr>
            <a:xfrm>
              <a:off x="89982" y="94806"/>
              <a:ext cx="786452" cy="865707"/>
            </a:xfrm>
            <a:prstGeom prst="rect">
              <a:avLst/>
            </a:prstGeom>
          </p:spPr>
        </p:pic>
        <p:pic>
          <p:nvPicPr>
            <p:cNvPr id="13" name="图片 12"/>
            <p:cNvPicPr>
              <a:picLocks noChangeAspect="1"/>
            </p:cNvPicPr>
            <p:nvPr userDrawn="1">
              <p:custDataLst>
                <p:tags r:id="rId6"/>
              </p:custDataLst>
            </p:nvPr>
          </p:nvPicPr>
          <p:blipFill>
            <a:blip r:embed="rId7">
              <a:extLst>
                <a:ext uri="{28A0092B-C50C-407E-A947-70E740481C1C}">
                  <a14:useLocalDpi xmlns:a14="http://schemas.microsoft.com/office/drawing/2010/main" val="0"/>
                </a:ext>
              </a:extLst>
            </a:blip>
            <a:stretch>
              <a:fillRect/>
            </a:stretch>
          </p:blipFill>
          <p:spPr>
            <a:xfrm>
              <a:off x="10577221" y="5249238"/>
              <a:ext cx="1466758" cy="1583362"/>
            </a:xfrm>
            <a:prstGeom prst="rect">
              <a:avLst/>
            </a:prstGeom>
          </p:spPr>
        </p:pic>
      </p:grpSp>
      <p:sp>
        <p:nvSpPr>
          <p:cNvPr id="2" name="标题 1"/>
          <p:cNvSpPr>
            <a:spLocks noGrp="1"/>
          </p:cNvSpPr>
          <p:nvPr userDrawn="1">
            <p:ph type="title" hasCustomPrompt="1"/>
            <p:custDataLst>
              <p:tags r:id="rId8"/>
            </p:custDataLst>
          </p:nvPr>
        </p:nvSpPr>
        <p:spPr>
          <a:xfrm>
            <a:off x="437400" y="577800"/>
            <a:ext cx="2970000" cy="661500"/>
          </a:xfrm>
        </p:spPr>
        <p:txBody>
          <a:bodyPr anchor="ctr"/>
          <a:lstStyle>
            <a:lvl1pPr>
              <a:defRPr sz="2700" baseline="0">
                <a:solidFill>
                  <a:schemeClr val="accent1"/>
                </a:solidFill>
                <a:latin typeface="Arial" panose="020B0604020202020204" pitchFamily="34" charset="0"/>
                <a:ea typeface="微软雅黑" panose="020B0503020204020204" pitchFamily="34" charset="-122"/>
              </a:defRPr>
            </a:lvl1pPr>
          </a:lstStyle>
          <a:p>
            <a:r>
              <a:rPr lang="zh-CN" altLang="en-US" dirty="0"/>
              <a:t>单击编辑标题</a:t>
            </a:r>
            <a:endParaRPr lang="zh-CN" altLang="en-US" dirty="0"/>
          </a:p>
        </p:txBody>
      </p:sp>
      <p:sp>
        <p:nvSpPr>
          <p:cNvPr id="3" name="日期占位符 2"/>
          <p:cNvSpPr>
            <a:spLocks noGrp="1"/>
          </p:cNvSpPr>
          <p:nvPr userDrawn="1">
            <p:ph type="dt" sz="half" idx="10"/>
            <p:custDataLst>
              <p:tags r:id="rId9"/>
            </p:custDataLst>
          </p:nvPr>
        </p:nvSpPr>
        <p:spPr/>
        <p:txBody>
          <a:bodyPr/>
          <a:lstStyle>
            <a:lvl1pPr>
              <a:defRPr>
                <a:latin typeface="微软雅黑" panose="020B0503020204020204" pitchFamily="34" charset="-122"/>
                <a:ea typeface="微软雅黑" panose="020B0503020204020204" pitchFamily="34" charset="-122"/>
              </a:defRPr>
            </a:lvl1pPr>
          </a:lstStyle>
          <a:p>
            <a:fld id="{760FBDFE-C587-4B4C-A407-44438C67B59E}" type="datetimeFigureOut">
              <a:rPr lang="zh-CN" altLang="en-US" smtClean="0"/>
            </a:fld>
            <a:endParaRPr lang="zh-CN" altLang="en-US"/>
          </a:p>
        </p:txBody>
      </p:sp>
      <p:sp>
        <p:nvSpPr>
          <p:cNvPr id="4" name="页脚占位符 3"/>
          <p:cNvSpPr>
            <a:spLocks noGrp="1"/>
          </p:cNvSpPr>
          <p:nvPr userDrawn="1">
            <p:ph type="ftr" sz="quarter" idx="11"/>
            <p:custDataLst>
              <p:tags r:id="rId10"/>
            </p:custDataLst>
          </p:nvPr>
        </p:nvSpPr>
        <p:spPr/>
        <p:txBody>
          <a:bodyPr/>
          <a:lstStyle>
            <a:lvl1pPr>
              <a:defRPr>
                <a:latin typeface="微软雅黑" panose="020B0503020204020204" pitchFamily="34" charset="-122"/>
                <a:ea typeface="微软雅黑" panose="020B0503020204020204" pitchFamily="34" charset="-122"/>
              </a:defRPr>
            </a:lvl1pPr>
          </a:lstStyle>
          <a:p>
            <a:endParaRPr lang="zh-CN" altLang="en-US" dirty="0"/>
          </a:p>
        </p:txBody>
      </p:sp>
      <p:sp>
        <p:nvSpPr>
          <p:cNvPr id="5" name="灯片编号占位符 4"/>
          <p:cNvSpPr>
            <a:spLocks noGrp="1"/>
          </p:cNvSpPr>
          <p:nvPr userDrawn="1">
            <p:ph type="sldNum" sz="quarter" idx="12"/>
            <p:custDataLst>
              <p:tags r:id="rId11"/>
            </p:custDataLst>
          </p:nvPr>
        </p:nvSpPr>
        <p:spPr/>
        <p:txBody>
          <a:bodyPr/>
          <a:lstStyle>
            <a:lvl1pPr>
              <a:defRPr>
                <a:latin typeface="微软雅黑" panose="020B0503020204020204" pitchFamily="34" charset="-122"/>
                <a:ea typeface="微软雅黑" panose="020B0503020204020204" pitchFamily="34" charset="-122"/>
              </a:defRPr>
            </a:lvl1pPr>
          </a:lstStyle>
          <a:p>
            <a:fld id="{49AE70B2-8BF9-45C0-BB95-33D1B9D3A854}" type="slidenum">
              <a:rPr lang="zh-CN" altLang="en-US" smtClean="0"/>
            </a:fld>
            <a:endParaRPr lang="zh-CN" altLang="en-US" dirty="0"/>
          </a:p>
        </p:txBody>
      </p:sp>
      <p:sp>
        <p:nvSpPr>
          <p:cNvPr id="7" name="文本占位符 6"/>
          <p:cNvSpPr>
            <a:spLocks noGrp="1"/>
          </p:cNvSpPr>
          <p:nvPr userDrawn="1">
            <p:ph type="body" sz="quarter" idx="13"/>
            <p:custDataLst>
              <p:tags r:id="rId12"/>
            </p:custDataLst>
          </p:nvPr>
        </p:nvSpPr>
        <p:spPr>
          <a:xfrm>
            <a:off x="440100" y="1323000"/>
            <a:ext cx="2967300" cy="3069900"/>
          </a:xfrm>
        </p:spPr>
        <p:txBody>
          <a:bodyPr/>
          <a:lstStyle>
            <a:lvl1pPr>
              <a:defRPr baseline="0">
                <a:solidFill>
                  <a:schemeClr val="tx1">
                    <a:lumMod val="85000"/>
                    <a:lumOff val="15000"/>
                  </a:schemeClr>
                </a:solidFill>
                <a:latin typeface="Arial" panose="020B0604020202020204" pitchFamily="34" charset="0"/>
                <a:ea typeface="微软雅黑" panose="020B0503020204020204" pitchFamily="34" charset="-122"/>
              </a:defRPr>
            </a:lvl1pPr>
            <a:lvl2pPr>
              <a:defRPr baseline="0">
                <a:solidFill>
                  <a:schemeClr val="tx1">
                    <a:lumMod val="85000"/>
                    <a:lumOff val="15000"/>
                  </a:schemeClr>
                </a:solidFill>
                <a:latin typeface="Arial" panose="020B0604020202020204" pitchFamily="34" charset="0"/>
                <a:ea typeface="微软雅黑" panose="020B0503020204020204" pitchFamily="34" charset="-122"/>
              </a:defRPr>
            </a:lvl2pPr>
            <a:lvl3pPr>
              <a:defRPr baseline="0">
                <a:solidFill>
                  <a:schemeClr val="tx1">
                    <a:lumMod val="85000"/>
                    <a:lumOff val="15000"/>
                  </a:schemeClr>
                </a:solidFill>
                <a:latin typeface="Arial" panose="020B0604020202020204" pitchFamily="34" charset="0"/>
                <a:ea typeface="微软雅黑" panose="020B0503020204020204" pitchFamily="34" charset="-122"/>
              </a:defRPr>
            </a:lvl3pPr>
            <a:lvl4pPr>
              <a:defRPr baseline="0">
                <a:solidFill>
                  <a:schemeClr val="tx1">
                    <a:lumMod val="85000"/>
                    <a:lumOff val="15000"/>
                  </a:schemeClr>
                </a:solidFill>
                <a:latin typeface="Arial" panose="020B0604020202020204" pitchFamily="34" charset="0"/>
                <a:ea typeface="微软雅黑" panose="020B0503020204020204" pitchFamily="34" charset="-122"/>
              </a:defRPr>
            </a:lvl4pPr>
            <a:lvl5pPr>
              <a:defRPr baseline="0">
                <a:solidFill>
                  <a:schemeClr val="tx1">
                    <a:lumMod val="85000"/>
                    <a:lumOff val="15000"/>
                  </a:schemeClr>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9" name="内容占位符 8"/>
          <p:cNvSpPr>
            <a:spLocks noGrp="1"/>
          </p:cNvSpPr>
          <p:nvPr userDrawn="1">
            <p:ph sz="quarter" idx="14"/>
            <p:custDataLst>
              <p:tags r:id="rId13"/>
            </p:custDataLst>
          </p:nvPr>
        </p:nvSpPr>
        <p:spPr>
          <a:xfrm>
            <a:off x="3825900" y="577454"/>
            <a:ext cx="4860000" cy="3815953"/>
          </a:xfrm>
        </p:spPr>
        <p:txBody>
          <a:bodyPr/>
          <a:lstStyle>
            <a:lvl1pPr>
              <a:defRPr baseline="0">
                <a:solidFill>
                  <a:schemeClr val="tx1">
                    <a:lumMod val="85000"/>
                    <a:lumOff val="15000"/>
                  </a:schemeClr>
                </a:solidFill>
                <a:latin typeface="Arial" panose="020B0604020202020204" pitchFamily="34" charset="0"/>
                <a:ea typeface="微软雅黑" panose="020B0503020204020204" pitchFamily="34" charset="-122"/>
              </a:defRPr>
            </a:lvl1pPr>
            <a:lvl2pPr>
              <a:defRPr baseline="0">
                <a:solidFill>
                  <a:schemeClr val="tx1">
                    <a:lumMod val="85000"/>
                    <a:lumOff val="15000"/>
                  </a:schemeClr>
                </a:solidFill>
                <a:latin typeface="Arial" panose="020B0604020202020204" pitchFamily="34" charset="0"/>
                <a:ea typeface="微软雅黑" panose="020B0503020204020204" pitchFamily="34" charset="-122"/>
              </a:defRPr>
            </a:lvl2pPr>
            <a:lvl3pPr>
              <a:defRPr baseline="0">
                <a:solidFill>
                  <a:schemeClr val="tx1">
                    <a:lumMod val="85000"/>
                    <a:lumOff val="15000"/>
                  </a:schemeClr>
                </a:solidFill>
                <a:latin typeface="Arial" panose="020B0604020202020204" pitchFamily="34" charset="0"/>
                <a:ea typeface="微软雅黑" panose="020B0503020204020204" pitchFamily="34" charset="-122"/>
              </a:defRPr>
            </a:lvl3pPr>
            <a:lvl4pPr>
              <a:defRPr baseline="0">
                <a:solidFill>
                  <a:schemeClr val="tx1">
                    <a:lumMod val="85000"/>
                    <a:lumOff val="15000"/>
                  </a:schemeClr>
                </a:solidFill>
                <a:latin typeface="Arial" panose="020B0604020202020204" pitchFamily="34" charset="0"/>
                <a:ea typeface="微软雅黑" panose="020B0503020204020204" pitchFamily="34" charset="-122"/>
              </a:defRPr>
            </a:lvl4pPr>
            <a:lvl5pPr>
              <a:defRPr baseline="0">
                <a:solidFill>
                  <a:schemeClr val="tx1">
                    <a:lumMod val="85000"/>
                    <a:lumOff val="15000"/>
                  </a:schemeClr>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上下">
    <p:bg>
      <p:bgPr>
        <a:solidFill>
          <a:schemeClr val="bg2"/>
        </a:solidFill>
        <a:effectLst/>
      </p:bgPr>
    </p:bg>
    <p:spTree>
      <p:nvGrpSpPr>
        <p:cNvPr id="1" name=""/>
        <p:cNvGrpSpPr/>
        <p:nvPr/>
      </p:nvGrpSpPr>
      <p:grpSpPr>
        <a:xfrm>
          <a:off x="0" y="0"/>
          <a:ext cx="0" cy="0"/>
          <a:chOff x="0" y="0"/>
          <a:chExt cx="0" cy="0"/>
        </a:xfrm>
      </p:grpSpPr>
      <p:sp>
        <p:nvSpPr>
          <p:cNvPr id="10" name="矩形 9"/>
          <p:cNvSpPr/>
          <p:nvPr userDrawn="1">
            <p:custDataLst>
              <p:tags r:id="rId2"/>
            </p:custDataLst>
          </p:nvPr>
        </p:nvSpPr>
        <p:spPr>
          <a:xfrm>
            <a:off x="0" y="0"/>
            <a:ext cx="9144000" cy="1998000"/>
          </a:xfrm>
          <a:prstGeom prst="rect">
            <a:avLst/>
          </a:prstGeom>
          <a:solidFill>
            <a:schemeClr val="tx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sz="1350">
              <a:latin typeface="微软雅黑" panose="020B0503020204020204" pitchFamily="34" charset="-122"/>
              <a:ea typeface="微软雅黑" panose="020B0503020204020204" pitchFamily="34" charset="-122"/>
              <a:sym typeface="+mn-ea"/>
            </a:endParaRPr>
          </a:p>
        </p:txBody>
      </p:sp>
      <p:grpSp>
        <p:nvGrpSpPr>
          <p:cNvPr id="22" name="组合 21"/>
          <p:cNvGrpSpPr/>
          <p:nvPr userDrawn="1">
            <p:custDataLst>
              <p:tags r:id="rId3"/>
            </p:custDataLst>
          </p:nvPr>
        </p:nvGrpSpPr>
        <p:grpSpPr>
          <a:xfrm>
            <a:off x="67487" y="71105"/>
            <a:ext cx="8965498" cy="5053346"/>
            <a:chOff x="89982" y="94806"/>
            <a:chExt cx="11953997" cy="6737794"/>
          </a:xfrm>
        </p:grpSpPr>
        <p:pic>
          <p:nvPicPr>
            <p:cNvPr id="23" name="图片 22"/>
            <p:cNvPicPr>
              <a:picLocks noChangeAspect="1"/>
            </p:cNvPicPr>
            <p:nvPr userDrawn="1">
              <p:custDataLst>
                <p:tags r:id="rId4"/>
              </p:custDataLst>
            </p:nvPr>
          </p:nvPicPr>
          <p:blipFill>
            <a:blip r:embed="rId5">
              <a:extLst>
                <a:ext uri="{28A0092B-C50C-407E-A947-70E740481C1C}">
                  <a14:useLocalDpi xmlns:a14="http://schemas.microsoft.com/office/drawing/2010/main" val="0"/>
                </a:ext>
              </a:extLst>
            </a:blip>
            <a:stretch>
              <a:fillRect/>
            </a:stretch>
          </p:blipFill>
          <p:spPr>
            <a:xfrm>
              <a:off x="89982" y="94806"/>
              <a:ext cx="786452" cy="865707"/>
            </a:xfrm>
            <a:prstGeom prst="rect">
              <a:avLst/>
            </a:prstGeom>
          </p:spPr>
        </p:pic>
        <p:pic>
          <p:nvPicPr>
            <p:cNvPr id="24" name="图片 23"/>
            <p:cNvPicPr>
              <a:picLocks noChangeAspect="1"/>
            </p:cNvPicPr>
            <p:nvPr userDrawn="1">
              <p:custDataLst>
                <p:tags r:id="rId6"/>
              </p:custDataLst>
            </p:nvPr>
          </p:nvPicPr>
          <p:blipFill>
            <a:blip r:embed="rId7">
              <a:extLst>
                <a:ext uri="{28A0092B-C50C-407E-A947-70E740481C1C}">
                  <a14:useLocalDpi xmlns:a14="http://schemas.microsoft.com/office/drawing/2010/main" val="0"/>
                </a:ext>
              </a:extLst>
            </a:blip>
            <a:stretch>
              <a:fillRect/>
            </a:stretch>
          </p:blipFill>
          <p:spPr>
            <a:xfrm>
              <a:off x="10577221" y="5249238"/>
              <a:ext cx="1466758" cy="1583362"/>
            </a:xfrm>
            <a:prstGeom prst="rect">
              <a:avLst/>
            </a:prstGeom>
          </p:spPr>
        </p:pic>
      </p:grpSp>
      <p:sp>
        <p:nvSpPr>
          <p:cNvPr id="2" name="标题 1"/>
          <p:cNvSpPr>
            <a:spLocks noGrp="1"/>
          </p:cNvSpPr>
          <p:nvPr>
            <p:ph type="title"/>
            <p:custDataLst>
              <p:tags r:id="rId8"/>
            </p:custDataLst>
          </p:nvPr>
        </p:nvSpPr>
        <p:spPr>
          <a:xfrm>
            <a:off x="459000" y="585900"/>
            <a:ext cx="8232300" cy="469800"/>
          </a:xfrm>
        </p:spPr>
        <p:txBody>
          <a:bodyPr anchor="ctr"/>
          <a:lstStyle>
            <a:lvl1pPr algn="ctr">
              <a:defRPr sz="2700" baseline="0">
                <a:solidFill>
                  <a:schemeClr val="accent1"/>
                </a:solidFill>
                <a:latin typeface="Arial" panose="020B0604020202020204" pitchFamily="34" charset="0"/>
                <a:ea typeface="微软雅黑" panose="020B0503020204020204" pitchFamily="34" charset="-122"/>
              </a:defRPr>
            </a:lvl1pPr>
          </a:lstStyle>
          <a:p>
            <a:r>
              <a:rPr lang="zh-CN" altLang="en-US" dirty="0"/>
              <a:t>单击此处编辑母版标题样式</a:t>
            </a:r>
            <a:endParaRPr lang="zh-CN" altLang="en-US" dirty="0"/>
          </a:p>
        </p:txBody>
      </p:sp>
      <p:sp>
        <p:nvSpPr>
          <p:cNvPr id="3" name="日期占位符 2"/>
          <p:cNvSpPr>
            <a:spLocks noGrp="1"/>
          </p:cNvSpPr>
          <p:nvPr>
            <p:ph type="dt" sz="half" idx="10"/>
            <p:custDataLst>
              <p:tags r:id="rId9"/>
            </p:custDataLst>
          </p:nvPr>
        </p:nvSpPr>
        <p:spPr/>
        <p:txBody>
          <a:bodyPr/>
          <a:lstStyle>
            <a:lvl1pPr>
              <a:defRPr>
                <a:latin typeface="微软雅黑" panose="020B0503020204020204" pitchFamily="34" charset="-122"/>
                <a:ea typeface="微软雅黑" panose="020B0503020204020204" pitchFamily="34" charset="-122"/>
              </a:defRPr>
            </a:lvl1p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10"/>
            </p:custDataLst>
          </p:nvPr>
        </p:nvSpPr>
        <p:spPr/>
        <p:txBody>
          <a:bodyPr/>
          <a:lstStyle>
            <a:lvl1pPr>
              <a:defRPr>
                <a:latin typeface="微软雅黑" panose="020B0503020204020204" pitchFamily="34" charset="-122"/>
                <a:ea typeface="微软雅黑" panose="020B0503020204020204" pitchFamily="34" charset="-122"/>
              </a:defRPr>
            </a:lvl1pPr>
          </a:lstStyle>
          <a:p>
            <a:endParaRPr lang="zh-CN" altLang="en-US" dirty="0"/>
          </a:p>
        </p:txBody>
      </p:sp>
      <p:sp>
        <p:nvSpPr>
          <p:cNvPr id="5" name="灯片编号占位符 4"/>
          <p:cNvSpPr>
            <a:spLocks noGrp="1"/>
          </p:cNvSpPr>
          <p:nvPr>
            <p:ph type="sldNum" sz="quarter" idx="12"/>
            <p:custDataLst>
              <p:tags r:id="rId11"/>
            </p:custDataLst>
          </p:nvPr>
        </p:nvSpPr>
        <p:spPr/>
        <p:txBody>
          <a:bodyPr/>
          <a:lstStyle>
            <a:lvl1pPr>
              <a:defRPr>
                <a:latin typeface="微软雅黑" panose="020B0503020204020204" pitchFamily="34" charset="-122"/>
                <a:ea typeface="微软雅黑" panose="020B0503020204020204" pitchFamily="34" charset="-122"/>
              </a:defRPr>
            </a:lvl1pPr>
          </a:lstStyle>
          <a:p>
            <a:fld id="{49AE70B2-8BF9-45C0-BB95-33D1B9D3A854}" type="slidenum">
              <a:rPr lang="zh-CN" altLang="en-US" smtClean="0"/>
            </a:fld>
            <a:endParaRPr lang="zh-CN" altLang="en-US" dirty="0"/>
          </a:p>
        </p:txBody>
      </p:sp>
      <p:sp>
        <p:nvSpPr>
          <p:cNvPr id="7" name="文本占位符 6"/>
          <p:cNvSpPr>
            <a:spLocks noGrp="1"/>
          </p:cNvSpPr>
          <p:nvPr>
            <p:ph type="body" sz="quarter" idx="13"/>
            <p:custDataLst>
              <p:tags r:id="rId12"/>
            </p:custDataLst>
          </p:nvPr>
        </p:nvSpPr>
        <p:spPr>
          <a:xfrm>
            <a:off x="459000" y="1244700"/>
            <a:ext cx="8231981" cy="621000"/>
          </a:xfrm>
        </p:spPr>
        <p:txBody>
          <a:bodyPr/>
          <a:lstStyle>
            <a:lvl1pPr algn="ctr">
              <a:defRPr baseline="0">
                <a:solidFill>
                  <a:schemeClr val="tx1">
                    <a:lumMod val="85000"/>
                    <a:lumOff val="15000"/>
                  </a:schemeClr>
                </a:solidFill>
                <a:latin typeface="Arial" panose="020B0604020202020204" pitchFamily="34" charset="0"/>
                <a:ea typeface="微软雅黑" panose="020B0503020204020204" pitchFamily="34" charset="-122"/>
              </a:defRPr>
            </a:lvl1pPr>
          </a:lstStyle>
          <a:p>
            <a:pPr lvl="0"/>
            <a:r>
              <a:rPr lang="zh-CN" altLang="en-US" dirty="0"/>
              <a:t>单击此处编辑母版文本样式</a:t>
            </a:r>
            <a:endParaRPr lang="zh-CN" altLang="en-US" dirty="0"/>
          </a:p>
        </p:txBody>
      </p:sp>
      <p:sp>
        <p:nvSpPr>
          <p:cNvPr id="9" name="内容占位符 8"/>
          <p:cNvSpPr>
            <a:spLocks noGrp="1"/>
          </p:cNvSpPr>
          <p:nvPr>
            <p:ph sz="quarter" idx="14"/>
            <p:custDataLst>
              <p:tags r:id="rId13"/>
            </p:custDataLst>
          </p:nvPr>
        </p:nvSpPr>
        <p:spPr>
          <a:xfrm>
            <a:off x="459581" y="2106000"/>
            <a:ext cx="8224200" cy="2573100"/>
          </a:xfrm>
        </p:spPr>
        <p:txBody>
          <a:bodyPr/>
          <a:lstStyle>
            <a:lvl1pPr>
              <a:defRPr baseline="0">
                <a:solidFill>
                  <a:schemeClr val="tx1">
                    <a:lumMod val="85000"/>
                    <a:lumOff val="15000"/>
                  </a:schemeClr>
                </a:solidFill>
                <a:latin typeface="Arial" panose="020B0604020202020204" pitchFamily="34" charset="0"/>
                <a:ea typeface="微软雅黑" panose="020B0503020204020204" pitchFamily="34" charset="-122"/>
              </a:defRPr>
            </a:lvl1pPr>
            <a:lvl2pPr>
              <a:defRPr baseline="0">
                <a:solidFill>
                  <a:schemeClr val="tx1">
                    <a:lumMod val="85000"/>
                    <a:lumOff val="15000"/>
                  </a:schemeClr>
                </a:solidFill>
                <a:latin typeface="Arial" panose="020B0604020202020204" pitchFamily="34" charset="0"/>
                <a:ea typeface="微软雅黑" panose="020B0503020204020204" pitchFamily="34" charset="-122"/>
              </a:defRPr>
            </a:lvl2pPr>
            <a:lvl3pPr>
              <a:defRPr baseline="0">
                <a:solidFill>
                  <a:schemeClr val="tx1">
                    <a:lumMod val="85000"/>
                    <a:lumOff val="15000"/>
                  </a:schemeClr>
                </a:solidFill>
                <a:latin typeface="Arial" panose="020B0604020202020204" pitchFamily="34" charset="0"/>
                <a:ea typeface="微软雅黑" panose="020B0503020204020204" pitchFamily="34" charset="-122"/>
              </a:defRPr>
            </a:lvl3pPr>
            <a:lvl4pPr>
              <a:defRPr baseline="0">
                <a:solidFill>
                  <a:schemeClr val="tx1">
                    <a:lumMod val="85000"/>
                    <a:lumOff val="15000"/>
                  </a:schemeClr>
                </a:solidFill>
                <a:latin typeface="Arial" panose="020B0604020202020204" pitchFamily="34" charset="0"/>
                <a:ea typeface="微软雅黑" panose="020B0503020204020204" pitchFamily="34" charset="-122"/>
              </a:defRPr>
            </a:lvl4pPr>
            <a:lvl5pPr>
              <a:defRPr baseline="0">
                <a:solidFill>
                  <a:schemeClr val="tx1">
                    <a:lumMod val="85000"/>
                    <a:lumOff val="15000"/>
                  </a:schemeClr>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下上">
    <p:bg>
      <p:bgPr>
        <a:solidFill>
          <a:schemeClr val="bg2"/>
        </a:solidFill>
        <a:effectLst/>
      </p:bgPr>
    </p:bg>
    <p:spTree>
      <p:nvGrpSpPr>
        <p:cNvPr id="1" name=""/>
        <p:cNvGrpSpPr/>
        <p:nvPr/>
      </p:nvGrpSpPr>
      <p:grpSpPr>
        <a:xfrm>
          <a:off x="0" y="0"/>
          <a:ext cx="0" cy="0"/>
          <a:chOff x="0" y="0"/>
          <a:chExt cx="0" cy="0"/>
        </a:xfrm>
      </p:grpSpPr>
      <p:grpSp>
        <p:nvGrpSpPr>
          <p:cNvPr id="20" name="组合 19"/>
          <p:cNvGrpSpPr/>
          <p:nvPr userDrawn="1">
            <p:custDataLst>
              <p:tags r:id="rId2"/>
            </p:custDataLst>
          </p:nvPr>
        </p:nvGrpSpPr>
        <p:grpSpPr>
          <a:xfrm rot="20310956">
            <a:off x="219227" y="260732"/>
            <a:ext cx="881159" cy="522149"/>
            <a:chOff x="4175125" y="1726565"/>
            <a:chExt cx="1094105" cy="648335"/>
          </a:xfrm>
        </p:grpSpPr>
        <p:sp>
          <p:nvSpPr>
            <p:cNvPr id="21" name="Freeform 64"/>
            <p:cNvSpPr/>
            <p:nvPr userDrawn="1">
              <p:custDataLst>
                <p:tags r:id="rId3"/>
              </p:custDataLst>
            </p:nvPr>
          </p:nvSpPr>
          <p:spPr bwMode="auto">
            <a:xfrm>
              <a:off x="4175125" y="1726565"/>
              <a:ext cx="1094105" cy="648335"/>
            </a:xfrm>
            <a:custGeom>
              <a:avLst/>
              <a:gdLst>
                <a:gd name="T0" fmla="*/ 660 w 675"/>
                <a:gd name="T1" fmla="*/ 401 h 401"/>
                <a:gd name="T2" fmla="*/ 15 w 675"/>
                <a:gd name="T3" fmla="*/ 401 h 401"/>
                <a:gd name="T4" fmla="*/ 0 w 675"/>
                <a:gd name="T5" fmla="*/ 387 h 401"/>
                <a:gd name="T6" fmla="*/ 0 w 675"/>
                <a:gd name="T7" fmla="*/ 14 h 401"/>
                <a:gd name="T8" fmla="*/ 15 w 675"/>
                <a:gd name="T9" fmla="*/ 0 h 401"/>
                <a:gd name="T10" fmla="*/ 660 w 675"/>
                <a:gd name="T11" fmla="*/ 0 h 401"/>
                <a:gd name="T12" fmla="*/ 675 w 675"/>
                <a:gd name="T13" fmla="*/ 14 h 401"/>
                <a:gd name="T14" fmla="*/ 675 w 675"/>
                <a:gd name="T15" fmla="*/ 387 h 401"/>
                <a:gd name="T16" fmla="*/ 660 w 675"/>
                <a:gd name="T17" fmla="*/ 401 h 4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75" h="401">
                  <a:moveTo>
                    <a:pt x="660" y="401"/>
                  </a:moveTo>
                  <a:cubicBezTo>
                    <a:pt x="15" y="401"/>
                    <a:pt x="15" y="401"/>
                    <a:pt x="15" y="401"/>
                  </a:cubicBezTo>
                  <a:cubicBezTo>
                    <a:pt x="7" y="401"/>
                    <a:pt x="0" y="395"/>
                    <a:pt x="0" y="387"/>
                  </a:cubicBezTo>
                  <a:cubicBezTo>
                    <a:pt x="0" y="14"/>
                    <a:pt x="0" y="14"/>
                    <a:pt x="0" y="14"/>
                  </a:cubicBezTo>
                  <a:cubicBezTo>
                    <a:pt x="0" y="6"/>
                    <a:pt x="7" y="0"/>
                    <a:pt x="15" y="0"/>
                  </a:cubicBezTo>
                  <a:cubicBezTo>
                    <a:pt x="660" y="0"/>
                    <a:pt x="660" y="0"/>
                    <a:pt x="660" y="0"/>
                  </a:cubicBezTo>
                  <a:cubicBezTo>
                    <a:pt x="668" y="0"/>
                    <a:pt x="675" y="6"/>
                    <a:pt x="675" y="14"/>
                  </a:cubicBezTo>
                  <a:cubicBezTo>
                    <a:pt x="675" y="387"/>
                    <a:pt x="675" y="387"/>
                    <a:pt x="675" y="387"/>
                  </a:cubicBezTo>
                  <a:cubicBezTo>
                    <a:pt x="675" y="395"/>
                    <a:pt x="668" y="401"/>
                    <a:pt x="660" y="401"/>
                  </a:cubicBezTo>
                  <a:close/>
                </a:path>
              </a:pathLst>
            </a:custGeom>
            <a:solidFill>
              <a:srgbClr val="DADADA"/>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22" name="Rectangle 66"/>
            <p:cNvSpPr>
              <a:spLocks noChangeArrowheads="1"/>
            </p:cNvSpPr>
            <p:nvPr userDrawn="1">
              <p:custDataLst>
                <p:tags r:id="rId4"/>
              </p:custDataLst>
            </p:nvPr>
          </p:nvSpPr>
          <p:spPr bwMode="auto">
            <a:xfrm>
              <a:off x="4249420" y="2235382"/>
              <a:ext cx="897255" cy="7048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lstStyle/>
            <a:p>
              <a:endParaRPr lang="zh-CN" altLang="en-US" sz="1350"/>
            </a:p>
          </p:txBody>
        </p:sp>
        <p:sp>
          <p:nvSpPr>
            <p:cNvPr id="23" name="Rectangle 67"/>
            <p:cNvSpPr>
              <a:spLocks noChangeArrowheads="1"/>
            </p:cNvSpPr>
            <p:nvPr userDrawn="1">
              <p:custDataLst>
                <p:tags r:id="rId5"/>
              </p:custDataLst>
            </p:nvPr>
          </p:nvSpPr>
          <p:spPr bwMode="auto">
            <a:xfrm>
              <a:off x="4249420" y="2116728"/>
              <a:ext cx="504190" cy="7175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lstStyle/>
            <a:p>
              <a:endParaRPr lang="zh-CN" altLang="en-US" sz="1350"/>
            </a:p>
          </p:txBody>
        </p:sp>
        <p:sp>
          <p:nvSpPr>
            <p:cNvPr id="24" name="Rectangle 68"/>
            <p:cNvSpPr>
              <a:spLocks noChangeArrowheads="1"/>
            </p:cNvSpPr>
            <p:nvPr userDrawn="1">
              <p:custDataLst>
                <p:tags r:id="rId6"/>
              </p:custDataLst>
            </p:nvPr>
          </p:nvSpPr>
          <p:spPr bwMode="auto">
            <a:xfrm>
              <a:off x="4245610" y="1786255"/>
              <a:ext cx="275590" cy="226695"/>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lstStyle/>
            <a:p>
              <a:endParaRPr lang="zh-CN" altLang="en-US" sz="1350"/>
            </a:p>
          </p:txBody>
        </p:sp>
        <p:sp>
          <p:nvSpPr>
            <p:cNvPr id="25" name="Rectangle 69"/>
            <p:cNvSpPr>
              <a:spLocks noChangeArrowheads="1"/>
            </p:cNvSpPr>
            <p:nvPr userDrawn="1">
              <p:custDataLst>
                <p:tags r:id="rId7"/>
              </p:custDataLst>
            </p:nvPr>
          </p:nvSpPr>
          <p:spPr bwMode="auto">
            <a:xfrm>
              <a:off x="4573905" y="1786255"/>
              <a:ext cx="276860" cy="226695"/>
            </a:xfrm>
            <a:prstGeom prst="rect">
              <a:avLst/>
            </a:prstGeom>
            <a:solidFill>
              <a:schemeClr val="accent3"/>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lstStyle/>
            <a:p>
              <a:endParaRPr lang="zh-CN" altLang="en-US" sz="1350"/>
            </a:p>
          </p:txBody>
        </p:sp>
        <p:sp>
          <p:nvSpPr>
            <p:cNvPr id="26" name="Rectangle 70"/>
            <p:cNvSpPr>
              <a:spLocks noChangeArrowheads="1"/>
            </p:cNvSpPr>
            <p:nvPr userDrawn="1">
              <p:custDataLst>
                <p:tags r:id="rId8"/>
              </p:custDataLst>
            </p:nvPr>
          </p:nvSpPr>
          <p:spPr bwMode="auto">
            <a:xfrm>
              <a:off x="4903470" y="1786255"/>
              <a:ext cx="275590" cy="226695"/>
            </a:xfrm>
            <a:prstGeom prst="rect">
              <a:avLst/>
            </a:prstGeom>
            <a:solidFill>
              <a:schemeClr val="accent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lstStyle/>
            <a:p>
              <a:endParaRPr lang="zh-CN" altLang="en-US" sz="1350"/>
            </a:p>
          </p:txBody>
        </p:sp>
      </p:grpSp>
      <p:sp>
        <p:nvSpPr>
          <p:cNvPr id="8" name="矩形 7"/>
          <p:cNvSpPr/>
          <p:nvPr userDrawn="1">
            <p:custDataLst>
              <p:tags r:id="rId9"/>
            </p:custDataLst>
          </p:nvPr>
        </p:nvSpPr>
        <p:spPr>
          <a:xfrm>
            <a:off x="0" y="3771901"/>
            <a:ext cx="9144000" cy="1371599"/>
          </a:xfrm>
          <a:prstGeom prst="rect">
            <a:avLst/>
          </a:prstGeom>
          <a:solidFill>
            <a:schemeClr val="tx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sz="1350">
              <a:latin typeface="微软雅黑" panose="020B0503020204020204" pitchFamily="34" charset="-122"/>
              <a:ea typeface="微软雅黑" panose="020B0503020204020204" pitchFamily="34" charset="-122"/>
              <a:sym typeface="+mn-ea"/>
            </a:endParaRPr>
          </a:p>
        </p:txBody>
      </p:sp>
      <p:sp>
        <p:nvSpPr>
          <p:cNvPr id="2" name="标题 1"/>
          <p:cNvSpPr>
            <a:spLocks noGrp="1"/>
          </p:cNvSpPr>
          <p:nvPr>
            <p:ph type="title"/>
            <p:custDataLst>
              <p:tags r:id="rId10"/>
            </p:custDataLst>
          </p:nvPr>
        </p:nvSpPr>
        <p:spPr>
          <a:xfrm>
            <a:off x="453600" y="502200"/>
            <a:ext cx="8232300" cy="423900"/>
          </a:xfrm>
        </p:spPr>
        <p:txBody>
          <a:bodyPr anchor="ctr"/>
          <a:lstStyle>
            <a:lvl1pPr algn="ctr">
              <a:defRPr sz="2400" baseline="0">
                <a:solidFill>
                  <a:schemeClr val="accent1"/>
                </a:solidFill>
                <a:latin typeface="Arial" panose="020B0604020202020204" pitchFamily="34" charset="0"/>
                <a:ea typeface="微软雅黑" panose="020B0503020204020204" pitchFamily="34" charset="-122"/>
              </a:defRPr>
            </a:lvl1pPr>
          </a:lstStyle>
          <a:p>
            <a:r>
              <a:rPr lang="zh-CN" altLang="en-US" dirty="0"/>
              <a:t>单击此处编辑母版标题样式</a:t>
            </a:r>
            <a:endParaRPr lang="zh-CN" altLang="en-US" dirty="0"/>
          </a:p>
        </p:txBody>
      </p:sp>
      <p:sp>
        <p:nvSpPr>
          <p:cNvPr id="3" name="日期占位符 2"/>
          <p:cNvSpPr>
            <a:spLocks noGrp="1"/>
          </p:cNvSpPr>
          <p:nvPr>
            <p:ph type="dt" sz="half" idx="10"/>
            <p:custDataLst>
              <p:tags r:id="rId11"/>
            </p:custDataLst>
          </p:nvPr>
        </p:nvSpPr>
        <p:spPr/>
        <p:txBody>
          <a:bodyPr/>
          <a:lstStyle>
            <a:lvl1pPr>
              <a:defRPr>
                <a:latin typeface="微软雅黑" panose="020B0503020204020204" pitchFamily="34" charset="-122"/>
                <a:ea typeface="微软雅黑" panose="020B0503020204020204" pitchFamily="34" charset="-122"/>
              </a:defRPr>
            </a:lvl1p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12"/>
            </p:custDataLst>
          </p:nvPr>
        </p:nvSpPr>
        <p:spPr/>
        <p:txBody>
          <a:bodyPr/>
          <a:lstStyle>
            <a:lvl1pPr>
              <a:defRPr>
                <a:latin typeface="微软雅黑" panose="020B0503020204020204" pitchFamily="34" charset="-122"/>
                <a:ea typeface="微软雅黑" panose="020B0503020204020204" pitchFamily="34" charset="-122"/>
              </a:defRPr>
            </a:lvl1pPr>
          </a:lstStyle>
          <a:p>
            <a:endParaRPr lang="zh-CN" altLang="en-US" dirty="0"/>
          </a:p>
        </p:txBody>
      </p:sp>
      <p:sp>
        <p:nvSpPr>
          <p:cNvPr id="5" name="灯片编号占位符 4"/>
          <p:cNvSpPr>
            <a:spLocks noGrp="1"/>
          </p:cNvSpPr>
          <p:nvPr>
            <p:ph type="sldNum" sz="quarter" idx="12"/>
            <p:custDataLst>
              <p:tags r:id="rId13"/>
            </p:custDataLst>
          </p:nvPr>
        </p:nvSpPr>
        <p:spPr/>
        <p:txBody>
          <a:bodyPr/>
          <a:lstStyle>
            <a:lvl1pPr>
              <a:defRPr>
                <a:latin typeface="微软雅黑" panose="020B0503020204020204" pitchFamily="34" charset="-122"/>
                <a:ea typeface="微软雅黑" panose="020B0503020204020204" pitchFamily="34" charset="-122"/>
              </a:defRPr>
            </a:lvl1pPr>
          </a:lstStyle>
          <a:p>
            <a:fld id="{49AE70B2-8BF9-45C0-BB95-33D1B9D3A854}" type="slidenum">
              <a:rPr lang="zh-CN" altLang="en-US" smtClean="0"/>
            </a:fld>
            <a:endParaRPr lang="zh-CN" altLang="en-US" dirty="0"/>
          </a:p>
        </p:txBody>
      </p:sp>
      <p:sp>
        <p:nvSpPr>
          <p:cNvPr id="7" name="内容占位符 6"/>
          <p:cNvSpPr>
            <a:spLocks noGrp="1"/>
          </p:cNvSpPr>
          <p:nvPr>
            <p:ph sz="quarter" idx="13"/>
            <p:custDataLst>
              <p:tags r:id="rId14"/>
            </p:custDataLst>
          </p:nvPr>
        </p:nvSpPr>
        <p:spPr>
          <a:xfrm>
            <a:off x="453628" y="1260900"/>
            <a:ext cx="8243100" cy="2408400"/>
          </a:xfrm>
        </p:spPr>
        <p:txBody>
          <a:bodyPr/>
          <a:lstStyle>
            <a:lvl1pPr>
              <a:defRPr baseline="0">
                <a:solidFill>
                  <a:schemeClr val="tx1">
                    <a:lumMod val="85000"/>
                    <a:lumOff val="15000"/>
                  </a:schemeClr>
                </a:solidFill>
                <a:latin typeface="Arial" panose="020B0604020202020204" pitchFamily="34" charset="0"/>
                <a:ea typeface="微软雅黑" panose="020B0503020204020204" pitchFamily="34" charset="-122"/>
              </a:defRPr>
            </a:lvl1pPr>
            <a:lvl2pPr>
              <a:defRPr baseline="0">
                <a:solidFill>
                  <a:schemeClr val="tx1">
                    <a:lumMod val="85000"/>
                    <a:lumOff val="15000"/>
                  </a:schemeClr>
                </a:solidFill>
                <a:latin typeface="Arial" panose="020B0604020202020204" pitchFamily="34" charset="0"/>
                <a:ea typeface="微软雅黑" panose="020B0503020204020204" pitchFamily="34" charset="-122"/>
              </a:defRPr>
            </a:lvl2pPr>
            <a:lvl3pPr>
              <a:defRPr baseline="0">
                <a:solidFill>
                  <a:schemeClr val="tx1">
                    <a:lumMod val="85000"/>
                    <a:lumOff val="15000"/>
                  </a:schemeClr>
                </a:solidFill>
                <a:latin typeface="Arial" panose="020B0604020202020204" pitchFamily="34" charset="0"/>
                <a:ea typeface="微软雅黑" panose="020B0503020204020204" pitchFamily="34" charset="-122"/>
              </a:defRPr>
            </a:lvl3pPr>
            <a:lvl4pPr>
              <a:defRPr baseline="0">
                <a:solidFill>
                  <a:schemeClr val="tx1">
                    <a:lumMod val="85000"/>
                    <a:lumOff val="15000"/>
                  </a:schemeClr>
                </a:solidFill>
                <a:latin typeface="Arial" panose="020B0604020202020204" pitchFamily="34" charset="0"/>
                <a:ea typeface="微软雅黑" panose="020B0503020204020204" pitchFamily="34" charset="-122"/>
              </a:defRPr>
            </a:lvl4pPr>
            <a:lvl5pPr>
              <a:defRPr baseline="0">
                <a:solidFill>
                  <a:schemeClr val="tx1">
                    <a:lumMod val="85000"/>
                    <a:lumOff val="15000"/>
                  </a:schemeClr>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9" name="文本占位符 8"/>
          <p:cNvSpPr>
            <a:spLocks noGrp="1"/>
          </p:cNvSpPr>
          <p:nvPr>
            <p:ph type="body" sz="quarter" idx="14"/>
            <p:custDataLst>
              <p:tags r:id="rId15"/>
            </p:custDataLst>
          </p:nvPr>
        </p:nvSpPr>
        <p:spPr>
          <a:xfrm>
            <a:off x="445500" y="3885300"/>
            <a:ext cx="8251200" cy="758700"/>
          </a:xfrm>
        </p:spPr>
        <p:txBody>
          <a:bodyPr/>
          <a:lstStyle>
            <a:lvl1pPr>
              <a:defRPr baseline="0">
                <a:solidFill>
                  <a:schemeClr val="tx1">
                    <a:lumMod val="85000"/>
                    <a:lumOff val="15000"/>
                  </a:schemeClr>
                </a:solidFill>
                <a:latin typeface="Arial" panose="020B0604020202020204" pitchFamily="34" charset="0"/>
                <a:ea typeface="微软雅黑" panose="020B0503020204020204" pitchFamily="34" charset="-122"/>
              </a:defRPr>
            </a:lvl1pPr>
          </a:lstStyle>
          <a:p>
            <a:pPr lvl="0"/>
            <a:r>
              <a:rPr lang="zh-CN" altLang="en-US" dirty="0"/>
              <a:t>单击此处编辑母版文本样式</a:t>
            </a:r>
            <a:endParaRPr lang="zh-CN" altLang="en-US" dirty="0"/>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导航">
    <p:bg>
      <p:bgPr>
        <a:solidFill>
          <a:schemeClr val="bg2"/>
        </a:solidFill>
        <a:effectLst/>
      </p:bgPr>
    </p:bg>
    <p:spTree>
      <p:nvGrpSpPr>
        <p:cNvPr id="1" name=""/>
        <p:cNvGrpSpPr/>
        <p:nvPr/>
      </p:nvGrpSpPr>
      <p:grpSpPr>
        <a:xfrm>
          <a:off x="0" y="0"/>
          <a:ext cx="0" cy="0"/>
          <a:chOff x="0" y="0"/>
          <a:chExt cx="0" cy="0"/>
        </a:xfrm>
      </p:grpSpPr>
      <p:pic>
        <p:nvPicPr>
          <p:cNvPr id="63" name="图片 62"/>
          <p:cNvPicPr>
            <a:picLocks noChangeAspect="1"/>
          </p:cNvPicPr>
          <p:nvPr userDrawn="1">
            <p:custDataLst>
              <p:tags r:id="rId2"/>
            </p:custDataLst>
          </p:nvPr>
        </p:nvPicPr>
        <p:blipFill>
          <a:blip r:embed="rId3">
            <a:extLst>
              <a:ext uri="{28A0092B-C50C-407E-A947-70E740481C1C}">
                <a14:useLocalDpi xmlns:a14="http://schemas.microsoft.com/office/drawing/2010/main" val="0"/>
              </a:ext>
            </a:extLst>
          </a:blip>
          <a:stretch>
            <a:fillRect/>
          </a:stretch>
        </p:blipFill>
        <p:spPr>
          <a:xfrm>
            <a:off x="7931976" y="3954677"/>
            <a:ext cx="1101947" cy="1188823"/>
          </a:xfrm>
          <a:prstGeom prst="rect">
            <a:avLst/>
          </a:prstGeom>
        </p:spPr>
      </p:pic>
      <p:sp>
        <p:nvSpPr>
          <p:cNvPr id="10" name="矩形 9"/>
          <p:cNvSpPr/>
          <p:nvPr userDrawn="1">
            <p:custDataLst>
              <p:tags r:id="rId4"/>
            </p:custDataLst>
          </p:nvPr>
        </p:nvSpPr>
        <p:spPr>
          <a:xfrm>
            <a:off x="0" y="0"/>
            <a:ext cx="9144000" cy="685800"/>
          </a:xfrm>
          <a:prstGeom prst="rect">
            <a:avLst/>
          </a:prstGeom>
          <a:solidFill>
            <a:schemeClr val="tx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sz="1350">
              <a:latin typeface="微软雅黑" panose="020B0503020204020204" pitchFamily="34" charset="-122"/>
              <a:ea typeface="微软雅黑" panose="020B0503020204020204" pitchFamily="34" charset="-122"/>
              <a:sym typeface="+mn-ea"/>
            </a:endParaRPr>
          </a:p>
        </p:txBody>
      </p:sp>
      <p:sp>
        <p:nvSpPr>
          <p:cNvPr id="2" name="标题 1"/>
          <p:cNvSpPr>
            <a:spLocks noGrp="1"/>
          </p:cNvSpPr>
          <p:nvPr>
            <p:ph type="title"/>
            <p:custDataLst>
              <p:tags r:id="rId5"/>
            </p:custDataLst>
          </p:nvPr>
        </p:nvSpPr>
        <p:spPr>
          <a:xfrm>
            <a:off x="434700" y="178200"/>
            <a:ext cx="8278200" cy="331473"/>
          </a:xfrm>
        </p:spPr>
        <p:txBody>
          <a:bodyPr/>
          <a:lstStyle>
            <a:lvl1pPr>
              <a:defRPr baseline="0">
                <a:solidFill>
                  <a:schemeClr val="accent1"/>
                </a:solidFill>
                <a:latin typeface="Arial" panose="020B0604020202020204" pitchFamily="34" charset="0"/>
                <a:ea typeface="微软雅黑" panose="020B0503020204020204" pitchFamily="34" charset="-122"/>
              </a:defRPr>
            </a:lvl1pPr>
          </a:lstStyle>
          <a:p>
            <a:r>
              <a:rPr lang="zh-CN" altLang="en-US" dirty="0"/>
              <a:t>单击此处编辑母版标题样式</a:t>
            </a:r>
            <a:endParaRPr lang="zh-CN" altLang="en-US" dirty="0"/>
          </a:p>
        </p:txBody>
      </p:sp>
      <p:sp>
        <p:nvSpPr>
          <p:cNvPr id="3" name="日期占位符 2"/>
          <p:cNvSpPr>
            <a:spLocks noGrp="1"/>
          </p:cNvSpPr>
          <p:nvPr>
            <p:ph type="dt" sz="half" idx="10"/>
            <p:custDataLst>
              <p:tags r:id="rId6"/>
            </p:custDataLst>
          </p:nvPr>
        </p:nvSpPr>
        <p:spPr/>
        <p:txBody>
          <a:bodyPr/>
          <a:lstStyle>
            <a:lvl1pPr>
              <a:defRPr>
                <a:latin typeface="微软雅黑" panose="020B0503020204020204" pitchFamily="34" charset="-122"/>
                <a:ea typeface="微软雅黑" panose="020B0503020204020204" pitchFamily="34" charset="-122"/>
              </a:defRPr>
            </a:lvl1p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7"/>
            </p:custDataLst>
          </p:nvPr>
        </p:nvSpPr>
        <p:spPr/>
        <p:txBody>
          <a:bodyPr/>
          <a:lstStyle>
            <a:lvl1pPr>
              <a:defRPr>
                <a:latin typeface="微软雅黑" panose="020B0503020204020204" pitchFamily="34" charset="-122"/>
                <a:ea typeface="微软雅黑" panose="020B0503020204020204" pitchFamily="34" charset="-122"/>
              </a:defRPr>
            </a:lvl1pPr>
          </a:lstStyle>
          <a:p>
            <a:endParaRPr lang="zh-CN" altLang="en-US" dirty="0"/>
          </a:p>
        </p:txBody>
      </p:sp>
      <p:sp>
        <p:nvSpPr>
          <p:cNvPr id="5" name="灯片编号占位符 4"/>
          <p:cNvSpPr>
            <a:spLocks noGrp="1"/>
          </p:cNvSpPr>
          <p:nvPr>
            <p:ph type="sldNum" sz="quarter" idx="12"/>
            <p:custDataLst>
              <p:tags r:id="rId8"/>
            </p:custDataLst>
          </p:nvPr>
        </p:nvSpPr>
        <p:spPr/>
        <p:txBody>
          <a:bodyPr/>
          <a:lstStyle>
            <a:lvl1pPr>
              <a:defRPr>
                <a:latin typeface="微软雅黑" panose="020B0503020204020204" pitchFamily="34" charset="-122"/>
                <a:ea typeface="微软雅黑" panose="020B0503020204020204" pitchFamily="34" charset="-122"/>
              </a:defRPr>
            </a:lvl1pPr>
          </a:lstStyle>
          <a:p>
            <a:fld id="{49AE70B2-8BF9-45C0-BB95-33D1B9D3A854}" type="slidenum">
              <a:rPr lang="zh-CN" altLang="en-US" smtClean="0"/>
            </a:fld>
            <a:endParaRPr lang="zh-CN" altLang="en-US" dirty="0"/>
          </a:p>
        </p:txBody>
      </p:sp>
      <p:sp>
        <p:nvSpPr>
          <p:cNvPr id="7" name="内容占位符 6"/>
          <p:cNvSpPr>
            <a:spLocks noGrp="1"/>
          </p:cNvSpPr>
          <p:nvPr>
            <p:ph sz="quarter" idx="13"/>
            <p:custDataLst>
              <p:tags r:id="rId9"/>
            </p:custDataLst>
          </p:nvPr>
        </p:nvSpPr>
        <p:spPr>
          <a:xfrm>
            <a:off x="434700" y="1247400"/>
            <a:ext cx="4006800" cy="2170800"/>
          </a:xfrm>
        </p:spPr>
        <p:txBody>
          <a:bodyPr/>
          <a:lstStyle>
            <a:lvl1pPr>
              <a:defRPr baseline="0">
                <a:solidFill>
                  <a:schemeClr val="tx1">
                    <a:lumMod val="85000"/>
                    <a:lumOff val="15000"/>
                  </a:schemeClr>
                </a:solidFill>
                <a:latin typeface="Arial" panose="020B0604020202020204" pitchFamily="34" charset="0"/>
                <a:ea typeface="微软雅黑" panose="020B0503020204020204" pitchFamily="34" charset="-122"/>
              </a:defRPr>
            </a:lvl1pPr>
            <a:lvl2pPr>
              <a:defRPr baseline="0">
                <a:solidFill>
                  <a:schemeClr val="tx1">
                    <a:lumMod val="85000"/>
                    <a:lumOff val="15000"/>
                  </a:schemeClr>
                </a:solidFill>
                <a:latin typeface="Arial" panose="020B0604020202020204" pitchFamily="34" charset="0"/>
                <a:ea typeface="微软雅黑" panose="020B0503020204020204" pitchFamily="34" charset="-122"/>
              </a:defRPr>
            </a:lvl2pPr>
            <a:lvl3pPr>
              <a:defRPr baseline="0">
                <a:solidFill>
                  <a:schemeClr val="tx1">
                    <a:lumMod val="85000"/>
                    <a:lumOff val="15000"/>
                  </a:schemeClr>
                </a:solidFill>
                <a:latin typeface="Arial" panose="020B0604020202020204" pitchFamily="34" charset="0"/>
                <a:ea typeface="微软雅黑" panose="020B0503020204020204" pitchFamily="34" charset="-122"/>
              </a:defRPr>
            </a:lvl3pPr>
            <a:lvl4pPr>
              <a:defRPr baseline="0">
                <a:solidFill>
                  <a:schemeClr val="tx1">
                    <a:lumMod val="85000"/>
                    <a:lumOff val="15000"/>
                  </a:schemeClr>
                </a:solidFill>
                <a:latin typeface="Arial" panose="020B0604020202020204" pitchFamily="34" charset="0"/>
                <a:ea typeface="微软雅黑" panose="020B0503020204020204" pitchFamily="34" charset="-122"/>
              </a:defRPr>
            </a:lvl4pPr>
            <a:lvl5pPr>
              <a:defRPr baseline="0">
                <a:solidFill>
                  <a:schemeClr val="tx1">
                    <a:lumMod val="85000"/>
                    <a:lumOff val="15000"/>
                  </a:schemeClr>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9" name="内容占位符 8"/>
          <p:cNvSpPr>
            <a:spLocks noGrp="1"/>
          </p:cNvSpPr>
          <p:nvPr>
            <p:ph sz="quarter" idx="14"/>
            <p:custDataLst>
              <p:tags r:id="rId10"/>
            </p:custDataLst>
          </p:nvPr>
        </p:nvSpPr>
        <p:spPr>
          <a:xfrm>
            <a:off x="4681800" y="1247400"/>
            <a:ext cx="4025700" cy="2170800"/>
          </a:xfrm>
        </p:spPr>
        <p:txBody>
          <a:bodyPr/>
          <a:lstStyle>
            <a:lvl1pPr>
              <a:defRPr baseline="0">
                <a:solidFill>
                  <a:schemeClr val="tx1">
                    <a:lumMod val="85000"/>
                    <a:lumOff val="15000"/>
                  </a:schemeClr>
                </a:solidFill>
                <a:latin typeface="Arial" panose="020B0604020202020204" pitchFamily="34" charset="0"/>
                <a:ea typeface="微软雅黑" panose="020B0503020204020204" pitchFamily="34" charset="-122"/>
              </a:defRPr>
            </a:lvl1pPr>
            <a:lvl2pPr>
              <a:defRPr baseline="0">
                <a:solidFill>
                  <a:schemeClr val="tx1">
                    <a:lumMod val="85000"/>
                    <a:lumOff val="15000"/>
                  </a:schemeClr>
                </a:solidFill>
                <a:latin typeface="Arial" panose="020B0604020202020204" pitchFamily="34" charset="0"/>
                <a:ea typeface="微软雅黑" panose="020B0503020204020204" pitchFamily="34" charset="-122"/>
              </a:defRPr>
            </a:lvl2pPr>
            <a:lvl3pPr>
              <a:defRPr baseline="0">
                <a:solidFill>
                  <a:schemeClr val="tx1">
                    <a:lumMod val="85000"/>
                    <a:lumOff val="15000"/>
                  </a:schemeClr>
                </a:solidFill>
                <a:latin typeface="Arial" panose="020B0604020202020204" pitchFamily="34" charset="0"/>
                <a:ea typeface="微软雅黑" panose="020B0503020204020204" pitchFamily="34" charset="-122"/>
              </a:defRPr>
            </a:lvl3pPr>
            <a:lvl4pPr>
              <a:defRPr baseline="0">
                <a:solidFill>
                  <a:schemeClr val="tx1">
                    <a:lumMod val="85000"/>
                    <a:lumOff val="15000"/>
                  </a:schemeClr>
                </a:solidFill>
                <a:latin typeface="Arial" panose="020B0604020202020204" pitchFamily="34" charset="0"/>
                <a:ea typeface="微软雅黑" panose="020B0503020204020204" pitchFamily="34" charset="-122"/>
              </a:defRPr>
            </a:lvl4pPr>
            <a:lvl5pPr>
              <a:defRPr baseline="0">
                <a:solidFill>
                  <a:schemeClr val="tx1">
                    <a:lumMod val="85000"/>
                    <a:lumOff val="15000"/>
                  </a:schemeClr>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11" name="文本占位符 10"/>
          <p:cNvSpPr>
            <a:spLocks noGrp="1"/>
          </p:cNvSpPr>
          <p:nvPr>
            <p:ph type="body" sz="quarter" idx="15"/>
            <p:custDataLst>
              <p:tags r:id="rId11"/>
            </p:custDataLst>
          </p:nvPr>
        </p:nvSpPr>
        <p:spPr>
          <a:xfrm>
            <a:off x="429300" y="3612600"/>
            <a:ext cx="4006800" cy="585900"/>
          </a:xfrm>
        </p:spPr>
        <p:txBody>
          <a:bodyPr/>
          <a:lstStyle>
            <a:lvl1pPr>
              <a:defRPr baseline="0">
                <a:solidFill>
                  <a:schemeClr val="tx1">
                    <a:lumMod val="85000"/>
                    <a:lumOff val="15000"/>
                  </a:schemeClr>
                </a:solidFill>
                <a:latin typeface="Arial" panose="020B0604020202020204" pitchFamily="34" charset="0"/>
                <a:ea typeface="微软雅黑" panose="020B0503020204020204" pitchFamily="34" charset="-122"/>
              </a:defRPr>
            </a:lvl1pPr>
          </a:lstStyle>
          <a:p>
            <a:pPr lvl="0"/>
            <a:r>
              <a:rPr lang="zh-CN" altLang="en-US" dirty="0"/>
              <a:t>单击此处编辑母版文本样式</a:t>
            </a:r>
            <a:endParaRPr lang="zh-CN" altLang="en-US" dirty="0"/>
          </a:p>
        </p:txBody>
      </p:sp>
      <p:sp>
        <p:nvSpPr>
          <p:cNvPr id="13" name="文本占位符 12"/>
          <p:cNvSpPr>
            <a:spLocks noGrp="1"/>
          </p:cNvSpPr>
          <p:nvPr>
            <p:ph type="body" sz="quarter" idx="16"/>
            <p:custDataLst>
              <p:tags r:id="rId12"/>
            </p:custDataLst>
          </p:nvPr>
        </p:nvSpPr>
        <p:spPr>
          <a:xfrm>
            <a:off x="4689900" y="3609900"/>
            <a:ext cx="4025700" cy="585900"/>
          </a:xfrm>
        </p:spPr>
        <p:txBody>
          <a:bodyPr/>
          <a:lstStyle>
            <a:lvl1pPr>
              <a:defRPr baseline="0">
                <a:solidFill>
                  <a:schemeClr val="tx1">
                    <a:lumMod val="85000"/>
                    <a:lumOff val="15000"/>
                  </a:schemeClr>
                </a:solidFill>
                <a:latin typeface="Arial" panose="020B0604020202020204" pitchFamily="34" charset="0"/>
                <a:ea typeface="微软雅黑" panose="020B0503020204020204" pitchFamily="34" charset="-122"/>
              </a:defRPr>
            </a:lvl1pPr>
          </a:lstStyle>
          <a:p>
            <a:pPr lvl="0"/>
            <a:r>
              <a:rPr lang="zh-CN" altLang="en-US" dirty="0"/>
              <a:t>单击此处编辑母版文本样式</a:t>
            </a:r>
            <a:endParaRPr lang="zh-CN" altLang="en-US" dirty="0"/>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腰带">
    <p:bg>
      <p:bgPr>
        <a:pattFill prst="wdUpDiag">
          <a:fgClr>
            <a:schemeClr val="tx2"/>
          </a:fgClr>
          <a:bgClr>
            <a:schemeClr val="bg2"/>
          </a:bgClr>
        </a:pattFill>
        <a:effectLst/>
      </p:bgPr>
    </p:bg>
    <p:spTree>
      <p:nvGrpSpPr>
        <p:cNvPr id="1" name=""/>
        <p:cNvGrpSpPr/>
        <p:nvPr/>
      </p:nvGrpSpPr>
      <p:grpSpPr>
        <a:xfrm>
          <a:off x="0" y="0"/>
          <a:ext cx="0" cy="0"/>
          <a:chOff x="0" y="0"/>
          <a:chExt cx="0" cy="0"/>
        </a:xfrm>
      </p:grpSpPr>
      <p:sp>
        <p:nvSpPr>
          <p:cNvPr id="10" name="矩形 9"/>
          <p:cNvSpPr/>
          <p:nvPr userDrawn="1">
            <p:custDataLst>
              <p:tags r:id="rId2"/>
            </p:custDataLst>
          </p:nvPr>
        </p:nvSpPr>
        <p:spPr>
          <a:xfrm>
            <a:off x="0" y="719418"/>
            <a:ext cx="9144000" cy="3704665"/>
          </a:xfrm>
          <a:prstGeom prst="rect">
            <a:avLst/>
          </a:prstGeom>
          <a:solidFill>
            <a:schemeClr val="bg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sz="1350">
              <a:latin typeface="微软雅黑" panose="020B0503020204020204" pitchFamily="34" charset="-122"/>
              <a:ea typeface="微软雅黑" panose="020B0503020204020204" pitchFamily="34" charset="-122"/>
              <a:sym typeface="+mn-ea"/>
            </a:endParaRPr>
          </a:p>
        </p:txBody>
      </p:sp>
      <p:sp>
        <p:nvSpPr>
          <p:cNvPr id="2" name="标题 1"/>
          <p:cNvSpPr>
            <a:spLocks noGrp="1"/>
          </p:cNvSpPr>
          <p:nvPr userDrawn="1">
            <p:ph type="title" hasCustomPrompt="1"/>
            <p:custDataLst>
              <p:tags r:id="rId3"/>
            </p:custDataLst>
          </p:nvPr>
        </p:nvSpPr>
        <p:spPr>
          <a:xfrm>
            <a:off x="1142100" y="1004400"/>
            <a:ext cx="6858000" cy="1790100"/>
          </a:xfrm>
        </p:spPr>
        <p:txBody>
          <a:bodyPr anchor="b"/>
          <a:lstStyle>
            <a:lvl1pPr algn="ctr">
              <a:defRPr sz="4500" baseline="0">
                <a:solidFill>
                  <a:schemeClr val="accent1"/>
                </a:solidFill>
                <a:latin typeface="Arial" panose="020B0604020202020204" pitchFamily="34" charset="0"/>
                <a:ea typeface="微软雅黑" panose="020B0503020204020204" pitchFamily="34" charset="-122"/>
              </a:defRPr>
            </a:lvl1pPr>
          </a:lstStyle>
          <a:p>
            <a:r>
              <a:rPr lang="zh-CN" altLang="en-US" dirty="0"/>
              <a:t>单击此处编辑标题</a:t>
            </a:r>
            <a:endParaRPr lang="zh-CN" altLang="en-US" dirty="0"/>
          </a:p>
        </p:txBody>
      </p:sp>
      <p:sp>
        <p:nvSpPr>
          <p:cNvPr id="3" name="日期占位符 2"/>
          <p:cNvSpPr>
            <a:spLocks noGrp="1"/>
          </p:cNvSpPr>
          <p:nvPr userDrawn="1">
            <p:ph type="dt" sz="half" idx="10"/>
            <p:custDataLst>
              <p:tags r:id="rId4"/>
            </p:custDataLst>
          </p:nvPr>
        </p:nvSpPr>
        <p:spPr/>
        <p:txBody>
          <a:bodyPr/>
          <a:lstStyle>
            <a:lvl1pPr>
              <a:defRPr>
                <a:latin typeface="微软雅黑" panose="020B0503020204020204" pitchFamily="34" charset="-122"/>
                <a:ea typeface="微软雅黑" panose="020B0503020204020204" pitchFamily="34" charset="-122"/>
              </a:defRPr>
            </a:lvl1pPr>
          </a:lstStyle>
          <a:p>
            <a:fld id="{760FBDFE-C587-4B4C-A407-44438C67B59E}" type="datetimeFigureOut">
              <a:rPr lang="zh-CN" altLang="en-US" smtClean="0"/>
            </a:fld>
            <a:endParaRPr lang="zh-CN" altLang="en-US"/>
          </a:p>
        </p:txBody>
      </p:sp>
      <p:sp>
        <p:nvSpPr>
          <p:cNvPr id="4" name="页脚占位符 3"/>
          <p:cNvSpPr>
            <a:spLocks noGrp="1"/>
          </p:cNvSpPr>
          <p:nvPr userDrawn="1">
            <p:ph type="ftr" sz="quarter" idx="11"/>
            <p:custDataLst>
              <p:tags r:id="rId5"/>
            </p:custDataLst>
          </p:nvPr>
        </p:nvSpPr>
        <p:spPr/>
        <p:txBody>
          <a:bodyPr/>
          <a:lstStyle>
            <a:lvl1pPr>
              <a:defRPr>
                <a:latin typeface="微软雅黑" panose="020B0503020204020204" pitchFamily="34" charset="-122"/>
                <a:ea typeface="微软雅黑" panose="020B0503020204020204" pitchFamily="34" charset="-122"/>
              </a:defRPr>
            </a:lvl1pPr>
          </a:lstStyle>
          <a:p>
            <a:endParaRPr lang="zh-CN" altLang="en-US" dirty="0"/>
          </a:p>
        </p:txBody>
      </p:sp>
      <p:sp>
        <p:nvSpPr>
          <p:cNvPr id="5" name="灯片编号占位符 4"/>
          <p:cNvSpPr>
            <a:spLocks noGrp="1"/>
          </p:cNvSpPr>
          <p:nvPr userDrawn="1">
            <p:ph type="sldNum" sz="quarter" idx="12"/>
            <p:custDataLst>
              <p:tags r:id="rId6"/>
            </p:custDataLst>
          </p:nvPr>
        </p:nvSpPr>
        <p:spPr/>
        <p:txBody>
          <a:bodyPr/>
          <a:lstStyle>
            <a:lvl1pPr>
              <a:defRPr>
                <a:latin typeface="微软雅黑" panose="020B0503020204020204" pitchFamily="34" charset="-122"/>
                <a:ea typeface="微软雅黑" panose="020B0503020204020204" pitchFamily="34" charset="-122"/>
              </a:defRPr>
            </a:lvl1pPr>
          </a:lstStyle>
          <a:p>
            <a:fld id="{49AE70B2-8BF9-45C0-BB95-33D1B9D3A854}" type="slidenum">
              <a:rPr lang="zh-CN" altLang="en-US" smtClean="0"/>
            </a:fld>
            <a:endParaRPr lang="zh-CN" altLang="en-US" dirty="0"/>
          </a:p>
        </p:txBody>
      </p:sp>
      <p:sp>
        <p:nvSpPr>
          <p:cNvPr id="7" name="文本占位符 6"/>
          <p:cNvSpPr>
            <a:spLocks noGrp="1"/>
          </p:cNvSpPr>
          <p:nvPr userDrawn="1">
            <p:ph type="body" sz="quarter" idx="13"/>
            <p:custDataLst>
              <p:tags r:id="rId7"/>
            </p:custDataLst>
          </p:nvPr>
        </p:nvSpPr>
        <p:spPr>
          <a:xfrm>
            <a:off x="1141810" y="2897100"/>
            <a:ext cx="6858000" cy="1242000"/>
          </a:xfrm>
        </p:spPr>
        <p:txBody>
          <a:bodyPr/>
          <a:lstStyle>
            <a:lvl1pPr algn="ctr">
              <a:defRPr baseline="0">
                <a:solidFill>
                  <a:schemeClr val="tx1">
                    <a:lumMod val="85000"/>
                    <a:lumOff val="15000"/>
                  </a:schemeClr>
                </a:solidFill>
                <a:latin typeface="Arial" panose="020B0604020202020204" pitchFamily="34" charset="0"/>
                <a:ea typeface="微软雅黑" panose="020B0503020204020204" pitchFamily="34" charset="-122"/>
              </a:defRPr>
            </a:lvl1pPr>
          </a:lstStyle>
          <a:p>
            <a:pPr lvl="0"/>
            <a:r>
              <a:rPr lang="zh-CN" altLang="en-US" dirty="0"/>
              <a:t>单击此处编辑母版文本样式</a:t>
            </a:r>
            <a:endParaRPr lang="zh-CN" altLang="en-US" dirty="0"/>
          </a:p>
        </p:txBody>
      </p:sp>
      <p:grpSp>
        <p:nvGrpSpPr>
          <p:cNvPr id="13" name="组合 12"/>
          <p:cNvGrpSpPr/>
          <p:nvPr userDrawn="1">
            <p:custDataLst>
              <p:tags r:id="rId8"/>
            </p:custDataLst>
          </p:nvPr>
        </p:nvGrpSpPr>
        <p:grpSpPr>
          <a:xfrm>
            <a:off x="235350" y="260661"/>
            <a:ext cx="8775474" cy="4882839"/>
            <a:chOff x="313800" y="347548"/>
            <a:chExt cx="11700632" cy="6510452"/>
          </a:xfrm>
        </p:grpSpPr>
        <p:grpSp>
          <p:nvGrpSpPr>
            <p:cNvPr id="168" name="组合 167"/>
            <p:cNvGrpSpPr/>
            <p:nvPr userDrawn="1"/>
          </p:nvGrpSpPr>
          <p:grpSpPr>
            <a:xfrm rot="20310956">
              <a:off x="356063" y="347548"/>
              <a:ext cx="1824574" cy="1081190"/>
              <a:chOff x="4175125" y="1726565"/>
              <a:chExt cx="1094105" cy="648335"/>
            </a:xfrm>
          </p:grpSpPr>
          <p:sp>
            <p:nvSpPr>
              <p:cNvPr id="169" name="Freeform 64"/>
              <p:cNvSpPr/>
              <p:nvPr userDrawn="1">
                <p:custDataLst>
                  <p:tags r:id="rId9"/>
                </p:custDataLst>
              </p:nvPr>
            </p:nvSpPr>
            <p:spPr bwMode="auto">
              <a:xfrm>
                <a:off x="4175125" y="1726565"/>
                <a:ext cx="1094105" cy="648335"/>
              </a:xfrm>
              <a:custGeom>
                <a:avLst/>
                <a:gdLst>
                  <a:gd name="T0" fmla="*/ 660 w 675"/>
                  <a:gd name="T1" fmla="*/ 401 h 401"/>
                  <a:gd name="T2" fmla="*/ 15 w 675"/>
                  <a:gd name="T3" fmla="*/ 401 h 401"/>
                  <a:gd name="T4" fmla="*/ 0 w 675"/>
                  <a:gd name="T5" fmla="*/ 387 h 401"/>
                  <a:gd name="T6" fmla="*/ 0 w 675"/>
                  <a:gd name="T7" fmla="*/ 14 h 401"/>
                  <a:gd name="T8" fmla="*/ 15 w 675"/>
                  <a:gd name="T9" fmla="*/ 0 h 401"/>
                  <a:gd name="T10" fmla="*/ 660 w 675"/>
                  <a:gd name="T11" fmla="*/ 0 h 401"/>
                  <a:gd name="T12" fmla="*/ 675 w 675"/>
                  <a:gd name="T13" fmla="*/ 14 h 401"/>
                  <a:gd name="T14" fmla="*/ 675 w 675"/>
                  <a:gd name="T15" fmla="*/ 387 h 401"/>
                  <a:gd name="T16" fmla="*/ 660 w 675"/>
                  <a:gd name="T17" fmla="*/ 401 h 4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75" h="401">
                    <a:moveTo>
                      <a:pt x="660" y="401"/>
                    </a:moveTo>
                    <a:cubicBezTo>
                      <a:pt x="15" y="401"/>
                      <a:pt x="15" y="401"/>
                      <a:pt x="15" y="401"/>
                    </a:cubicBezTo>
                    <a:cubicBezTo>
                      <a:pt x="7" y="401"/>
                      <a:pt x="0" y="395"/>
                      <a:pt x="0" y="387"/>
                    </a:cubicBezTo>
                    <a:cubicBezTo>
                      <a:pt x="0" y="14"/>
                      <a:pt x="0" y="14"/>
                      <a:pt x="0" y="14"/>
                    </a:cubicBezTo>
                    <a:cubicBezTo>
                      <a:pt x="0" y="6"/>
                      <a:pt x="7" y="0"/>
                      <a:pt x="15" y="0"/>
                    </a:cubicBezTo>
                    <a:cubicBezTo>
                      <a:pt x="660" y="0"/>
                      <a:pt x="660" y="0"/>
                      <a:pt x="660" y="0"/>
                    </a:cubicBezTo>
                    <a:cubicBezTo>
                      <a:pt x="668" y="0"/>
                      <a:pt x="675" y="6"/>
                      <a:pt x="675" y="14"/>
                    </a:cubicBezTo>
                    <a:cubicBezTo>
                      <a:pt x="675" y="387"/>
                      <a:pt x="675" y="387"/>
                      <a:pt x="675" y="387"/>
                    </a:cubicBezTo>
                    <a:cubicBezTo>
                      <a:pt x="675" y="395"/>
                      <a:pt x="668" y="401"/>
                      <a:pt x="660" y="401"/>
                    </a:cubicBezTo>
                    <a:close/>
                  </a:path>
                </a:pathLst>
              </a:custGeom>
              <a:solidFill>
                <a:srgbClr val="DADADA"/>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170" name="Rectangle 66"/>
              <p:cNvSpPr>
                <a:spLocks noChangeArrowheads="1"/>
              </p:cNvSpPr>
              <p:nvPr userDrawn="1">
                <p:custDataLst>
                  <p:tags r:id="rId10"/>
                </p:custDataLst>
              </p:nvPr>
            </p:nvSpPr>
            <p:spPr bwMode="auto">
              <a:xfrm>
                <a:off x="4249420" y="2235382"/>
                <a:ext cx="897255" cy="7048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lstStyle/>
              <a:p>
                <a:endParaRPr lang="zh-CN" altLang="en-US" sz="1350"/>
              </a:p>
            </p:txBody>
          </p:sp>
          <p:sp>
            <p:nvSpPr>
              <p:cNvPr id="171" name="Rectangle 67"/>
              <p:cNvSpPr>
                <a:spLocks noChangeArrowheads="1"/>
              </p:cNvSpPr>
              <p:nvPr userDrawn="1">
                <p:custDataLst>
                  <p:tags r:id="rId11"/>
                </p:custDataLst>
              </p:nvPr>
            </p:nvSpPr>
            <p:spPr bwMode="auto">
              <a:xfrm>
                <a:off x="4249420" y="2116728"/>
                <a:ext cx="504190" cy="7175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lstStyle/>
              <a:p>
                <a:endParaRPr lang="zh-CN" altLang="en-US" sz="1350"/>
              </a:p>
            </p:txBody>
          </p:sp>
          <p:sp>
            <p:nvSpPr>
              <p:cNvPr id="172" name="Rectangle 68"/>
              <p:cNvSpPr>
                <a:spLocks noChangeArrowheads="1"/>
              </p:cNvSpPr>
              <p:nvPr userDrawn="1">
                <p:custDataLst>
                  <p:tags r:id="rId12"/>
                </p:custDataLst>
              </p:nvPr>
            </p:nvSpPr>
            <p:spPr bwMode="auto">
              <a:xfrm>
                <a:off x="4245610" y="1786255"/>
                <a:ext cx="275590" cy="226695"/>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lstStyle/>
              <a:p>
                <a:endParaRPr lang="zh-CN" altLang="en-US" sz="1350"/>
              </a:p>
            </p:txBody>
          </p:sp>
          <p:sp>
            <p:nvSpPr>
              <p:cNvPr id="173" name="Rectangle 69"/>
              <p:cNvSpPr>
                <a:spLocks noChangeArrowheads="1"/>
              </p:cNvSpPr>
              <p:nvPr userDrawn="1">
                <p:custDataLst>
                  <p:tags r:id="rId13"/>
                </p:custDataLst>
              </p:nvPr>
            </p:nvSpPr>
            <p:spPr bwMode="auto">
              <a:xfrm>
                <a:off x="4573905" y="1786255"/>
                <a:ext cx="276860" cy="226695"/>
              </a:xfrm>
              <a:prstGeom prst="rect">
                <a:avLst/>
              </a:prstGeom>
              <a:solidFill>
                <a:schemeClr val="accent3"/>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lstStyle/>
              <a:p>
                <a:endParaRPr lang="zh-CN" altLang="en-US" sz="1350"/>
              </a:p>
            </p:txBody>
          </p:sp>
          <p:sp>
            <p:nvSpPr>
              <p:cNvPr id="174" name="Rectangle 70"/>
              <p:cNvSpPr>
                <a:spLocks noChangeArrowheads="1"/>
              </p:cNvSpPr>
              <p:nvPr userDrawn="1">
                <p:custDataLst>
                  <p:tags r:id="rId14"/>
                </p:custDataLst>
              </p:nvPr>
            </p:nvSpPr>
            <p:spPr bwMode="auto">
              <a:xfrm>
                <a:off x="4903470" y="1786255"/>
                <a:ext cx="275590" cy="226695"/>
              </a:xfrm>
              <a:prstGeom prst="rect">
                <a:avLst/>
              </a:prstGeom>
              <a:solidFill>
                <a:schemeClr val="accent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lstStyle/>
              <a:p>
                <a:endParaRPr lang="zh-CN" altLang="en-US" sz="1350"/>
              </a:p>
            </p:txBody>
          </p:sp>
        </p:grpSp>
        <p:pic>
          <p:nvPicPr>
            <p:cNvPr id="48" name="图片 47"/>
            <p:cNvPicPr>
              <a:picLocks noChangeAspect="1"/>
            </p:cNvPicPr>
            <p:nvPr userDrawn="1">
              <p:custDataLst>
                <p:tags r:id="rId15"/>
              </p:custDataLst>
            </p:nvPr>
          </p:nvPicPr>
          <p:blipFill>
            <a:blip r:embed="rId16">
              <a:extLst>
                <a:ext uri="{28A0092B-C50C-407E-A947-70E740481C1C}">
                  <a14:useLocalDpi xmlns:a14="http://schemas.microsoft.com/office/drawing/2010/main" val="0"/>
                </a:ext>
              </a:extLst>
            </a:blip>
            <a:stretch>
              <a:fillRect/>
            </a:stretch>
          </p:blipFill>
          <p:spPr>
            <a:xfrm>
              <a:off x="10105396" y="4729291"/>
              <a:ext cx="1909036" cy="2060800"/>
            </a:xfrm>
            <a:prstGeom prst="rect">
              <a:avLst/>
            </a:prstGeom>
          </p:spPr>
        </p:pic>
        <p:pic>
          <p:nvPicPr>
            <p:cNvPr id="51" name="图片 50"/>
            <p:cNvPicPr>
              <a:picLocks noChangeAspect="1"/>
            </p:cNvPicPr>
            <p:nvPr userDrawn="1">
              <p:custDataLst>
                <p:tags r:id="rId17"/>
              </p:custDataLst>
            </p:nvPr>
          </p:nvPicPr>
          <p:blipFill>
            <a:blip r:embed="rId18">
              <a:extLst>
                <a:ext uri="{28A0092B-C50C-407E-A947-70E740481C1C}">
                  <a14:useLocalDpi xmlns:a14="http://schemas.microsoft.com/office/drawing/2010/main" val="0"/>
                </a:ext>
              </a:extLst>
            </a:blip>
            <a:stretch>
              <a:fillRect/>
            </a:stretch>
          </p:blipFill>
          <p:spPr>
            <a:xfrm>
              <a:off x="313800" y="4590091"/>
              <a:ext cx="737680" cy="2267909"/>
            </a:xfrm>
            <a:prstGeom prst="rect">
              <a:avLst/>
            </a:prstGeom>
          </p:spPr>
        </p:pic>
      </p:gr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5" Type="http://schemas.openxmlformats.org/officeDocument/2006/relationships/theme" Target="../theme/theme2.xml"/><Relationship Id="rId24" Type="http://schemas.openxmlformats.org/officeDocument/2006/relationships/tags" Target="../tags/tag492.xml"/><Relationship Id="rId23" Type="http://schemas.openxmlformats.org/officeDocument/2006/relationships/tags" Target="../tags/tag491.xml"/><Relationship Id="rId22" Type="http://schemas.openxmlformats.org/officeDocument/2006/relationships/tags" Target="../tags/tag490.xml"/><Relationship Id="rId21" Type="http://schemas.openxmlformats.org/officeDocument/2006/relationships/tags" Target="../tags/tag489.xml"/><Relationship Id="rId20" Type="http://schemas.openxmlformats.org/officeDocument/2006/relationships/tags" Target="../tags/tag488.xml"/><Relationship Id="rId2" Type="http://schemas.openxmlformats.org/officeDocument/2006/relationships/slideLayout" Target="../slideLayouts/slideLayout13.xml"/><Relationship Id="rId19" Type="http://schemas.openxmlformats.org/officeDocument/2006/relationships/tags" Target="../tags/tag487.xml"/><Relationship Id="rId18" Type="http://schemas.openxmlformats.org/officeDocument/2006/relationships/slideLayout" Target="../slideLayouts/slideLayout29.xml"/><Relationship Id="rId17" Type="http://schemas.openxmlformats.org/officeDocument/2006/relationships/slideLayout" Target="../slideLayouts/slideLayout28.xml"/><Relationship Id="rId16" Type="http://schemas.openxmlformats.org/officeDocument/2006/relationships/slideLayout" Target="../slideLayouts/slideLayout27.xml"/><Relationship Id="rId15" Type="http://schemas.openxmlformats.org/officeDocument/2006/relationships/slideLayout" Target="../slideLayouts/slideLayout26.xml"/><Relationship Id="rId14" Type="http://schemas.openxmlformats.org/officeDocument/2006/relationships/slideLayout" Target="../slideLayouts/slideLayout25.xml"/><Relationship Id="rId13" Type="http://schemas.openxmlformats.org/officeDocument/2006/relationships/slideLayout" Target="../slideLayouts/slideLayout24.xml"/><Relationship Id="rId12" Type="http://schemas.openxmlformats.org/officeDocument/2006/relationships/slideLayout" Target="../slideLayouts/slideLayout23.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9" Type="http://schemas.openxmlformats.org/officeDocument/2006/relationships/slideLayout" Target="../slideLayouts/slideLayout38.xml"/><Relationship Id="rId8" Type="http://schemas.openxmlformats.org/officeDocument/2006/relationships/slideLayout" Target="../slideLayouts/slideLayout37.xml"/><Relationship Id="rId7" Type="http://schemas.openxmlformats.org/officeDocument/2006/relationships/slideLayout" Target="../slideLayouts/slideLayout36.xml"/><Relationship Id="rId6" Type="http://schemas.openxmlformats.org/officeDocument/2006/relationships/slideLayout" Target="../slideLayouts/slideLayout35.xml"/><Relationship Id="rId5" Type="http://schemas.openxmlformats.org/officeDocument/2006/relationships/slideLayout" Target="../slideLayouts/slideLayout34.xml"/><Relationship Id="rId4" Type="http://schemas.openxmlformats.org/officeDocument/2006/relationships/slideLayout" Target="../slideLayouts/slideLayout33.xml"/><Relationship Id="rId3" Type="http://schemas.openxmlformats.org/officeDocument/2006/relationships/slideLayout" Target="../slideLayouts/slideLayout32.xml"/><Relationship Id="rId25" Type="http://schemas.openxmlformats.org/officeDocument/2006/relationships/theme" Target="../theme/theme3.xml"/><Relationship Id="rId24" Type="http://schemas.openxmlformats.org/officeDocument/2006/relationships/tags" Target="../tags/tag1016.xml"/><Relationship Id="rId23" Type="http://schemas.openxmlformats.org/officeDocument/2006/relationships/tags" Target="../tags/tag1015.xml"/><Relationship Id="rId22" Type="http://schemas.openxmlformats.org/officeDocument/2006/relationships/tags" Target="../tags/tag1014.xml"/><Relationship Id="rId21" Type="http://schemas.openxmlformats.org/officeDocument/2006/relationships/tags" Target="../tags/tag1013.xml"/><Relationship Id="rId20" Type="http://schemas.openxmlformats.org/officeDocument/2006/relationships/tags" Target="../tags/tag1012.xml"/><Relationship Id="rId2" Type="http://schemas.openxmlformats.org/officeDocument/2006/relationships/slideLayout" Target="../slideLayouts/slideLayout31.xml"/><Relationship Id="rId19" Type="http://schemas.openxmlformats.org/officeDocument/2006/relationships/tags" Target="../tags/tag1011.xml"/><Relationship Id="rId18" Type="http://schemas.openxmlformats.org/officeDocument/2006/relationships/slideLayout" Target="../slideLayouts/slideLayout47.xml"/><Relationship Id="rId17" Type="http://schemas.openxmlformats.org/officeDocument/2006/relationships/slideLayout" Target="../slideLayouts/slideLayout46.xml"/><Relationship Id="rId16" Type="http://schemas.openxmlformats.org/officeDocument/2006/relationships/slideLayout" Target="../slideLayouts/slideLayout45.xml"/><Relationship Id="rId15" Type="http://schemas.openxmlformats.org/officeDocument/2006/relationships/slideLayout" Target="../slideLayouts/slideLayout44.xml"/><Relationship Id="rId14" Type="http://schemas.openxmlformats.org/officeDocument/2006/relationships/slideLayout" Target="../slideLayouts/slideLayout43.xml"/><Relationship Id="rId13" Type="http://schemas.openxmlformats.org/officeDocument/2006/relationships/slideLayout" Target="../slideLayouts/slideLayout42.xml"/><Relationship Id="rId12" Type="http://schemas.openxmlformats.org/officeDocument/2006/relationships/slideLayout" Target="../slideLayouts/slideLayout41.xml"/><Relationship Id="rId11" Type="http://schemas.openxmlformats.org/officeDocument/2006/relationships/slideLayout" Target="../slideLayouts/slideLayout40.xml"/><Relationship Id="rId10" Type="http://schemas.openxmlformats.org/officeDocument/2006/relationships/slideLayout" Target="../slideLayouts/slideLayout39.xml"/><Relationship Id="rId1" Type="http://schemas.openxmlformats.org/officeDocument/2006/relationships/slideLayout" Target="../slideLayouts/slideLayout3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28650" y="274638"/>
            <a:ext cx="7886700" cy="993775"/>
          </a:xfrm>
          <a:prstGeom prst="rect">
            <a:avLst/>
          </a:prstGeom>
        </p:spPr>
        <p:txBody>
          <a:bodyPr vert="horz" lIns="91440" tIns="45720" rIns="91440" bIns="45720" rtlCol="0" anchor="ctr">
            <a:normAutofit/>
          </a:bodyPr>
          <a:lstStyle/>
          <a:p>
            <a:r>
              <a:rPr lang="zh-CN" altLang="en-US" dirty="0"/>
              <a:t>单击此处编辑母版标题样式</a:t>
            </a:r>
            <a:endParaRPr lang="zh-CN" altLang="en-US" dirty="0"/>
          </a:p>
        </p:txBody>
      </p:sp>
      <p:sp>
        <p:nvSpPr>
          <p:cNvPr id="3" name="文本占位符 2"/>
          <p:cNvSpPr>
            <a:spLocks noGrp="1"/>
          </p:cNvSpPr>
          <p:nvPr>
            <p:ph type="body" idx="1"/>
          </p:nvPr>
        </p:nvSpPr>
        <p:spPr>
          <a:xfrm>
            <a:off x="628650" y="1370013"/>
            <a:ext cx="7886700" cy="3262312"/>
          </a:xfrm>
          <a:prstGeom prst="rect">
            <a:avLst/>
          </a:prstGeom>
        </p:spPr>
        <p:txBody>
          <a:bodyPr vert="horz" lIns="91440" tIns="45720" rIns="91440" bIns="4572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nvPr>
        </p:nvSpPr>
        <p:spPr>
          <a:xfrm>
            <a:off x="628650" y="4767263"/>
            <a:ext cx="2057400" cy="274637"/>
          </a:xfrm>
          <a:prstGeom prst="rect">
            <a:avLst/>
          </a:prstGeom>
        </p:spPr>
        <p:txBody>
          <a:bodyPr vert="horz" lIns="91440" tIns="45720" rIns="91440" bIns="45720" rtlCol="0" anchor="ctr"/>
          <a:lstStyle>
            <a:lvl1pPr algn="l">
              <a:defRPr sz="1200">
                <a:solidFill>
                  <a:schemeClr val="tx1">
                    <a:tint val="75000"/>
                  </a:schemeClr>
                </a:solidFill>
                <a:latin typeface="字魂35号-经典雅黑" panose="02000000000000000000" pitchFamily="2" charset="-122"/>
              </a:defRPr>
            </a:lvl1pPr>
          </a:lstStyle>
          <a:p>
            <a:fld id="{0CEB1B6A-AEF1-4ACD-BD61-958570690F55}" type="datetimeFigureOut">
              <a:rPr lang="zh-CN" altLang="en-US" smtClean="0"/>
            </a:fld>
            <a:endParaRPr lang="zh-CN" altLang="en-US" dirty="0"/>
          </a:p>
        </p:txBody>
      </p:sp>
      <p:sp>
        <p:nvSpPr>
          <p:cNvPr id="5" name="页脚占位符 4"/>
          <p:cNvSpPr>
            <a:spLocks noGrp="1"/>
          </p:cNvSpPr>
          <p:nvPr>
            <p:ph type="ftr" sz="quarter" idx="3"/>
          </p:nvPr>
        </p:nvSpPr>
        <p:spPr>
          <a:xfrm>
            <a:off x="3028950" y="4767263"/>
            <a:ext cx="3086100" cy="274637"/>
          </a:xfrm>
          <a:prstGeom prst="rect">
            <a:avLst/>
          </a:prstGeom>
        </p:spPr>
        <p:txBody>
          <a:bodyPr vert="horz" lIns="91440" tIns="45720" rIns="91440" bIns="45720" rtlCol="0" anchor="ctr"/>
          <a:lstStyle>
            <a:lvl1pPr algn="ctr">
              <a:defRPr sz="1200">
                <a:solidFill>
                  <a:schemeClr val="tx1">
                    <a:tint val="75000"/>
                  </a:schemeClr>
                </a:solidFill>
                <a:latin typeface="字魂35号-经典雅黑" panose="02000000000000000000" pitchFamily="2" charset="-122"/>
              </a:defRPr>
            </a:lvl1pPr>
          </a:lstStyle>
          <a:p>
            <a:endParaRPr lang="zh-CN" altLang="en-US" dirty="0"/>
          </a:p>
        </p:txBody>
      </p:sp>
      <p:sp>
        <p:nvSpPr>
          <p:cNvPr id="6" name="灯片编号占位符 5"/>
          <p:cNvSpPr>
            <a:spLocks noGrp="1"/>
          </p:cNvSpPr>
          <p:nvPr>
            <p:ph type="sldNum" sz="quarter" idx="4"/>
          </p:nvPr>
        </p:nvSpPr>
        <p:spPr>
          <a:xfrm>
            <a:off x="6457950" y="4767263"/>
            <a:ext cx="2057400" cy="274637"/>
          </a:xfrm>
          <a:prstGeom prst="rect">
            <a:avLst/>
          </a:prstGeom>
        </p:spPr>
        <p:txBody>
          <a:bodyPr vert="horz" lIns="91440" tIns="45720" rIns="91440" bIns="45720" rtlCol="0" anchor="ctr"/>
          <a:lstStyle>
            <a:lvl1pPr algn="r">
              <a:defRPr sz="1200">
                <a:solidFill>
                  <a:schemeClr val="tx1">
                    <a:tint val="75000"/>
                  </a:schemeClr>
                </a:solidFill>
                <a:latin typeface="字魂35号-经典雅黑" panose="02000000000000000000" pitchFamily="2" charset="-122"/>
              </a:defRPr>
            </a:lvl1pPr>
          </a:lstStyle>
          <a:p>
            <a:fld id="{BB6CB991-6BD3-42F2-8A94-1903E9425430}" type="slidenum">
              <a:rPr lang="zh-CN" altLang="en-US" smtClean="0"/>
            </a:fld>
            <a:endParaRPr lang="zh-CN" alt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mc:Choice xmlns:p14="http://schemas.microsoft.com/office/powerpoint/2010/main" Requires="p14">
      <p:transition spd="slow" p14:dur="1500" advTm="3000">
        <p:random/>
      </p:transition>
    </mc:Choice>
    <mc:Fallback>
      <p:transition spd="slow" advTm="3000">
        <p:random/>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字魂35号-经典雅黑" panose="02000000000000000000" pitchFamily="2" charset="-122"/>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字魂35号-经典雅黑" panose="02000000000000000000" pitchFamily="2" charset="-122"/>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字魂35号-经典雅黑" panose="02000000000000000000" pitchFamily="2" charset="-122"/>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字魂35号-经典雅黑" panose="02000000000000000000" pitchFamily="2" charset="-122"/>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字魂35号-经典雅黑" panose="02000000000000000000" pitchFamily="2" charset="-122"/>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字魂35号-经典雅黑" panose="02000000000000000000" pitchFamily="2" charset="-122"/>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19"/>
            </p:custDataLst>
          </p:nvPr>
        </p:nvSpPr>
        <p:spPr>
          <a:xfrm>
            <a:off x="502412" y="332423"/>
            <a:ext cx="8139178" cy="331473"/>
          </a:xfrm>
          <a:prstGeom prst="rect">
            <a:avLst/>
          </a:prstGeom>
        </p:spPr>
        <p:txBody>
          <a:bodyPr vert="horz" lIns="90000" tIns="46800" rIns="90000" bIns="46800" rtlCol="0" anchor="t"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20"/>
            </p:custDataLst>
          </p:nvPr>
        </p:nvSpPr>
        <p:spPr>
          <a:xfrm>
            <a:off x="502412" y="714381"/>
            <a:ext cx="8139178" cy="4041680"/>
          </a:xfrm>
          <a:prstGeom prst="rect">
            <a:avLst/>
          </a:prstGeom>
        </p:spPr>
        <p:txBody>
          <a:bodyPr vert="horz" lIns="90000" tIns="46800" rIns="90000" bIns="4680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21"/>
            </p:custDataLst>
          </p:nvPr>
        </p:nvSpPr>
        <p:spPr>
          <a:xfrm>
            <a:off x="659807" y="4762375"/>
            <a:ext cx="2025000" cy="237600"/>
          </a:xfrm>
          <a:prstGeom prst="rect">
            <a:avLst/>
          </a:prstGeom>
        </p:spPr>
        <p:txBody>
          <a:bodyPr vert="horz" lIns="90000" tIns="46800" rIns="90000" bIns="46800" rtlCol="0" anchor="ctr">
            <a:normAutofit/>
          </a:bodyPr>
          <a:lstStyle>
            <a:lvl1pPr algn="l">
              <a:lnSpc>
                <a:spcPct val="120000"/>
              </a:lnSpc>
              <a:defRPr sz="900">
                <a:solidFill>
                  <a:schemeClr val="tx1">
                    <a:tint val="75000"/>
                  </a:schemeClr>
                </a:solidFill>
                <a:latin typeface="微软雅黑" panose="020B0503020204020204" pitchFamily="34" charset="-122"/>
                <a:ea typeface="微软雅黑" panose="020B0503020204020204" pitchFamily="34" charset="-122"/>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22"/>
            </p:custDataLst>
          </p:nvPr>
        </p:nvSpPr>
        <p:spPr>
          <a:xfrm>
            <a:off x="3087000" y="4762375"/>
            <a:ext cx="2970000" cy="237600"/>
          </a:xfrm>
          <a:prstGeom prst="rect">
            <a:avLst/>
          </a:prstGeom>
        </p:spPr>
        <p:txBody>
          <a:bodyPr vert="horz" lIns="90000" tIns="46800" rIns="90000" bIns="46800" rtlCol="0" anchor="ctr">
            <a:normAutofit/>
          </a:bodyPr>
          <a:lstStyle>
            <a:lvl1pPr algn="ctr">
              <a:lnSpc>
                <a:spcPct val="120000"/>
              </a:lnSpc>
              <a:defRPr sz="900">
                <a:solidFill>
                  <a:schemeClr val="tx1">
                    <a:tint val="75000"/>
                  </a:schemeClr>
                </a:solidFill>
                <a:latin typeface="微软雅黑" panose="020B0503020204020204" pitchFamily="34" charset="-122"/>
                <a:ea typeface="微软雅黑" panose="020B0503020204020204" pitchFamily="34" charset="-122"/>
              </a:defRPr>
            </a:lvl1pPr>
          </a:lstStyle>
          <a:p>
            <a:endParaRPr lang="zh-CN" altLang="en-US" dirty="0"/>
          </a:p>
        </p:txBody>
      </p:sp>
      <p:sp>
        <p:nvSpPr>
          <p:cNvPr id="6" name="灯片编号占位符 5"/>
          <p:cNvSpPr>
            <a:spLocks noGrp="1"/>
          </p:cNvSpPr>
          <p:nvPr>
            <p:ph type="sldNum" sz="quarter" idx="4"/>
            <p:custDataLst>
              <p:tags r:id="rId23"/>
            </p:custDataLst>
          </p:nvPr>
        </p:nvSpPr>
        <p:spPr>
          <a:xfrm>
            <a:off x="6457950" y="4762375"/>
            <a:ext cx="2025000" cy="237600"/>
          </a:xfrm>
          <a:prstGeom prst="rect">
            <a:avLst/>
          </a:prstGeom>
        </p:spPr>
        <p:txBody>
          <a:bodyPr vert="horz" lIns="90000" tIns="46800" rIns="90000" bIns="46800" rtlCol="0" anchor="ctr">
            <a:normAutofit/>
          </a:bodyPr>
          <a:lstStyle>
            <a:lvl1pPr algn="r">
              <a:lnSpc>
                <a:spcPct val="120000"/>
              </a:lnSpc>
              <a:defRPr sz="900">
                <a:solidFill>
                  <a:schemeClr val="tx1">
                    <a:tint val="75000"/>
                  </a:schemeClr>
                </a:solidFill>
                <a:latin typeface="微软雅黑" panose="020B0503020204020204" pitchFamily="34" charset="-122"/>
                <a:ea typeface="微软雅黑" panose="020B0503020204020204" pitchFamily="34" charset="-122"/>
              </a:defRPr>
            </a:lvl1pPr>
          </a:lstStyle>
          <a:p>
            <a:fld id="{49AE70B2-8BF9-45C0-BB95-33D1B9D3A854}" type="slidenum">
              <a:rPr lang="zh-CN" altLang="en-US" smtClean="0"/>
            </a:fld>
            <a:endParaRPr lang="zh-CN" altLang="en-US" dirty="0"/>
          </a:p>
        </p:txBody>
      </p:sp>
      <p:sp>
        <p:nvSpPr>
          <p:cNvPr id="7" name="KSO_TEMPLATE" hidden="1"/>
          <p:cNvSpPr/>
          <p:nvPr>
            <p:custDataLst>
              <p:tags r:id="rId24"/>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Lst>
  <p:txStyles>
    <p:titleStyle>
      <a:lvl1pPr algn="l" defTabSz="685800" rtl="0" eaLnBrk="1" fontAlgn="auto" latinLnBrk="0" hangingPunct="1">
        <a:lnSpc>
          <a:spcPct val="120000"/>
        </a:lnSpc>
        <a:spcBef>
          <a:spcPct val="0"/>
        </a:spcBef>
        <a:buNone/>
        <a:defRPr sz="1800" b="1" u="none" strike="noStrike" kern="1200" cap="none" spc="200" normalizeH="0" baseline="0">
          <a:solidFill>
            <a:schemeClr val="tx1">
              <a:lumMod val="85000"/>
              <a:lumOff val="15000"/>
            </a:schemeClr>
          </a:solidFill>
          <a:uFillTx/>
          <a:latin typeface="Arial" panose="020B0604020202020204" pitchFamily="34" charset="0"/>
          <a:ea typeface="微软雅黑" panose="020B0503020204020204" pitchFamily="34" charset="-122"/>
          <a:cs typeface="+mj-cs"/>
        </a:defRPr>
      </a:lvl1pPr>
    </p:titleStyle>
    <p:bodyStyle>
      <a:lvl1pPr marL="171450" indent="-171450" algn="l" defTabSz="685800" rtl="0" eaLnBrk="1" fontAlgn="auto" latinLnBrk="0" hangingPunct="1">
        <a:lnSpc>
          <a:spcPct val="120000"/>
        </a:lnSpc>
        <a:spcBef>
          <a:spcPts val="0"/>
        </a:spcBef>
        <a:spcAft>
          <a:spcPts val="1000"/>
        </a:spcAft>
        <a:buFont typeface="Arial" panose="020B0604020202020204" pitchFamily="34" charset="0"/>
        <a:buChar char="•"/>
        <a:defRPr sz="1200" u="none" strike="noStrike" kern="1200" cap="none" spc="150" normalizeH="0" baseline="0">
          <a:solidFill>
            <a:schemeClr val="tx1">
              <a:lumMod val="85000"/>
              <a:lumOff val="15000"/>
            </a:schemeClr>
          </a:solidFill>
          <a:uFillTx/>
          <a:latin typeface="Arial" panose="020B0604020202020204" pitchFamily="34" charset="0"/>
          <a:ea typeface="微软雅黑" panose="020B0503020204020204" pitchFamily="34" charset="-122"/>
          <a:cs typeface="+mn-cs"/>
        </a:defRPr>
      </a:lvl1pPr>
      <a:lvl2pPr marL="514350" indent="-171450" algn="l" defTabSz="685800" rtl="0" eaLnBrk="1" fontAlgn="auto" latinLnBrk="0" hangingPunct="1">
        <a:lnSpc>
          <a:spcPct val="120000"/>
        </a:lnSpc>
        <a:spcBef>
          <a:spcPts val="0"/>
        </a:spcBef>
        <a:spcAft>
          <a:spcPts val="1000"/>
        </a:spcAft>
        <a:buFont typeface="Arial" panose="020B0604020202020204" pitchFamily="34" charset="0"/>
        <a:buChar char="•"/>
        <a:tabLst>
          <a:tab pos="1207135" algn="l"/>
        </a:tabLst>
        <a:defRPr sz="1200" u="none" strike="noStrike" kern="1200" cap="none" spc="150" normalizeH="0" baseline="0">
          <a:solidFill>
            <a:schemeClr val="tx1">
              <a:lumMod val="85000"/>
              <a:lumOff val="15000"/>
            </a:schemeClr>
          </a:solidFill>
          <a:uFillTx/>
          <a:latin typeface="Arial" panose="020B0604020202020204" pitchFamily="34" charset="0"/>
          <a:ea typeface="微软雅黑" panose="020B0503020204020204" pitchFamily="34" charset="-122"/>
          <a:cs typeface="+mn-cs"/>
        </a:defRPr>
      </a:lvl2pPr>
      <a:lvl3pPr marL="857250" indent="-171450" algn="l" defTabSz="685800" rtl="0" eaLnBrk="1" fontAlgn="auto" latinLnBrk="0" hangingPunct="1">
        <a:lnSpc>
          <a:spcPct val="120000"/>
        </a:lnSpc>
        <a:spcBef>
          <a:spcPts val="0"/>
        </a:spcBef>
        <a:spcAft>
          <a:spcPts val="1000"/>
        </a:spcAft>
        <a:buFont typeface="Arial" panose="020B0604020202020204" pitchFamily="34" charset="0"/>
        <a:buChar char="•"/>
        <a:defRPr sz="1200" u="none" strike="noStrike" kern="1200" cap="none" spc="150" normalizeH="0" baseline="0">
          <a:solidFill>
            <a:schemeClr val="tx1">
              <a:lumMod val="85000"/>
              <a:lumOff val="15000"/>
            </a:schemeClr>
          </a:solidFill>
          <a:uFillTx/>
          <a:latin typeface="Arial" panose="020B0604020202020204" pitchFamily="34" charset="0"/>
          <a:ea typeface="微软雅黑" panose="020B0503020204020204" pitchFamily="34" charset="-122"/>
          <a:cs typeface="+mn-cs"/>
        </a:defRPr>
      </a:lvl3pPr>
      <a:lvl4pPr marL="1200150" indent="-171450" algn="l" defTabSz="685800" rtl="0" eaLnBrk="1" fontAlgn="auto" latinLnBrk="0" hangingPunct="1">
        <a:lnSpc>
          <a:spcPct val="120000"/>
        </a:lnSpc>
        <a:spcBef>
          <a:spcPts val="0"/>
        </a:spcBef>
        <a:spcAft>
          <a:spcPts val="1000"/>
        </a:spcAft>
        <a:buFont typeface="Arial" panose="020B0604020202020204" pitchFamily="34" charset="0"/>
        <a:buChar char="•"/>
        <a:defRPr sz="1200" u="none" strike="noStrike" kern="1200" cap="none" spc="150" normalizeH="0" baseline="0">
          <a:solidFill>
            <a:schemeClr val="tx1">
              <a:lumMod val="85000"/>
              <a:lumOff val="15000"/>
            </a:schemeClr>
          </a:solidFill>
          <a:uFillTx/>
          <a:latin typeface="Arial" panose="020B0604020202020204" pitchFamily="34" charset="0"/>
          <a:ea typeface="微软雅黑" panose="020B0503020204020204" pitchFamily="34" charset="-122"/>
          <a:cs typeface="+mn-cs"/>
        </a:defRPr>
      </a:lvl4pPr>
      <a:lvl5pPr marL="1543050" indent="-171450" algn="l" defTabSz="685800" rtl="0" eaLnBrk="1" fontAlgn="auto" latinLnBrk="0" hangingPunct="1">
        <a:lnSpc>
          <a:spcPct val="120000"/>
        </a:lnSpc>
        <a:spcBef>
          <a:spcPts val="0"/>
        </a:spcBef>
        <a:spcAft>
          <a:spcPts val="1000"/>
        </a:spcAft>
        <a:buFont typeface="Arial" panose="020B0604020202020204" pitchFamily="34" charset="0"/>
        <a:buChar char="•"/>
        <a:defRPr sz="1200" u="none" strike="noStrike" kern="1200" cap="none" spc="150" normalizeH="0" baseline="0">
          <a:solidFill>
            <a:schemeClr val="tx1">
              <a:lumMod val="85000"/>
              <a:lumOff val="15000"/>
            </a:schemeClr>
          </a:solidFill>
          <a:uFillTx/>
          <a:latin typeface="Arial" panose="020B0604020202020204" pitchFamily="34" charset="0"/>
          <a:ea typeface="微软雅黑" panose="020B0503020204020204" pitchFamily="34" charset="-122"/>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19"/>
            </p:custDataLst>
          </p:nvPr>
        </p:nvSpPr>
        <p:spPr>
          <a:xfrm>
            <a:off x="502412" y="332423"/>
            <a:ext cx="8139178" cy="331473"/>
          </a:xfrm>
          <a:prstGeom prst="rect">
            <a:avLst/>
          </a:prstGeom>
        </p:spPr>
        <p:txBody>
          <a:bodyPr vert="horz" lIns="90000" tIns="46800" rIns="90000" bIns="46800" rtlCol="0" anchor="t"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20"/>
            </p:custDataLst>
          </p:nvPr>
        </p:nvSpPr>
        <p:spPr>
          <a:xfrm>
            <a:off x="502412" y="714381"/>
            <a:ext cx="8139178" cy="4041680"/>
          </a:xfrm>
          <a:prstGeom prst="rect">
            <a:avLst/>
          </a:prstGeom>
        </p:spPr>
        <p:txBody>
          <a:bodyPr vert="horz" lIns="90000" tIns="46800" rIns="90000" bIns="4680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21"/>
            </p:custDataLst>
          </p:nvPr>
        </p:nvSpPr>
        <p:spPr>
          <a:xfrm>
            <a:off x="659807" y="4762375"/>
            <a:ext cx="2025000" cy="237600"/>
          </a:xfrm>
          <a:prstGeom prst="rect">
            <a:avLst/>
          </a:prstGeom>
        </p:spPr>
        <p:txBody>
          <a:bodyPr vert="horz" lIns="90000" tIns="46800" rIns="90000" bIns="46800" rtlCol="0" anchor="ctr">
            <a:normAutofit/>
          </a:bodyPr>
          <a:lstStyle>
            <a:lvl1pPr algn="l">
              <a:lnSpc>
                <a:spcPct val="120000"/>
              </a:lnSpc>
              <a:defRPr sz="900">
                <a:solidFill>
                  <a:schemeClr val="tx1">
                    <a:tint val="75000"/>
                  </a:schemeClr>
                </a:solidFill>
                <a:latin typeface="微软雅黑" panose="020B0503020204020204" pitchFamily="34" charset="-122"/>
                <a:ea typeface="微软雅黑" panose="020B0503020204020204" pitchFamily="34" charset="-122"/>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22"/>
            </p:custDataLst>
          </p:nvPr>
        </p:nvSpPr>
        <p:spPr>
          <a:xfrm>
            <a:off x="3087000" y="4762375"/>
            <a:ext cx="2970000" cy="237600"/>
          </a:xfrm>
          <a:prstGeom prst="rect">
            <a:avLst/>
          </a:prstGeom>
        </p:spPr>
        <p:txBody>
          <a:bodyPr vert="horz" lIns="90000" tIns="46800" rIns="90000" bIns="46800" rtlCol="0" anchor="ctr">
            <a:normAutofit/>
          </a:bodyPr>
          <a:lstStyle>
            <a:lvl1pPr algn="ctr">
              <a:lnSpc>
                <a:spcPct val="120000"/>
              </a:lnSpc>
              <a:defRPr sz="900">
                <a:solidFill>
                  <a:schemeClr val="tx1">
                    <a:tint val="75000"/>
                  </a:schemeClr>
                </a:solidFill>
                <a:latin typeface="微软雅黑" panose="020B0503020204020204" pitchFamily="34" charset="-122"/>
                <a:ea typeface="微软雅黑" panose="020B0503020204020204" pitchFamily="34" charset="-122"/>
              </a:defRPr>
            </a:lvl1pPr>
          </a:lstStyle>
          <a:p>
            <a:endParaRPr lang="zh-CN" altLang="en-US" dirty="0"/>
          </a:p>
        </p:txBody>
      </p:sp>
      <p:sp>
        <p:nvSpPr>
          <p:cNvPr id="6" name="灯片编号占位符 5"/>
          <p:cNvSpPr>
            <a:spLocks noGrp="1"/>
          </p:cNvSpPr>
          <p:nvPr>
            <p:ph type="sldNum" sz="quarter" idx="4"/>
            <p:custDataLst>
              <p:tags r:id="rId23"/>
            </p:custDataLst>
          </p:nvPr>
        </p:nvSpPr>
        <p:spPr>
          <a:xfrm>
            <a:off x="6457950" y="4762375"/>
            <a:ext cx="2025000" cy="237600"/>
          </a:xfrm>
          <a:prstGeom prst="rect">
            <a:avLst/>
          </a:prstGeom>
        </p:spPr>
        <p:txBody>
          <a:bodyPr vert="horz" lIns="90000" tIns="46800" rIns="90000" bIns="46800" rtlCol="0" anchor="ctr">
            <a:normAutofit/>
          </a:bodyPr>
          <a:lstStyle>
            <a:lvl1pPr algn="r">
              <a:lnSpc>
                <a:spcPct val="120000"/>
              </a:lnSpc>
              <a:defRPr sz="900">
                <a:solidFill>
                  <a:schemeClr val="tx1">
                    <a:tint val="75000"/>
                  </a:schemeClr>
                </a:solidFill>
                <a:latin typeface="微软雅黑" panose="020B0503020204020204" pitchFamily="34" charset="-122"/>
                <a:ea typeface="微软雅黑" panose="020B0503020204020204" pitchFamily="34" charset="-122"/>
              </a:defRPr>
            </a:lvl1pPr>
          </a:lstStyle>
          <a:p>
            <a:fld id="{49AE70B2-8BF9-45C0-BB95-33D1B9D3A854}" type="slidenum">
              <a:rPr lang="zh-CN" altLang="en-US" smtClean="0"/>
            </a:fld>
            <a:endParaRPr lang="zh-CN" altLang="en-US" dirty="0"/>
          </a:p>
        </p:txBody>
      </p:sp>
      <p:sp>
        <p:nvSpPr>
          <p:cNvPr id="7" name="KSO_TEMPLATE" hidden="1"/>
          <p:cNvSpPr/>
          <p:nvPr>
            <p:custDataLst>
              <p:tags r:id="rId24"/>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Tree>
  </p:cSld>
  <p:clrMap bg1="lt1" tx1="dk1" bg2="lt2" tx2="dk2" accent1="accent1" accent2="accent2" accent3="accent3" accent4="accent4" accent5="accent5" accent6="accent6" hlink="hlink" folHlink="folHlink"/>
  <p:sldLayoutIdLst>
    <p:sldLayoutId id="2147483680" r:id="rId1"/>
    <p:sldLayoutId id="2147483681" r:id="rId2"/>
    <p:sldLayoutId id="2147483682" r:id="rId3"/>
    <p:sldLayoutId id="2147483683" r:id="rId4"/>
    <p:sldLayoutId id="2147483684" r:id="rId5"/>
    <p:sldLayoutId id="2147483685" r:id="rId6"/>
    <p:sldLayoutId id="2147483686" r:id="rId7"/>
    <p:sldLayoutId id="2147483687" r:id="rId8"/>
    <p:sldLayoutId id="2147483688" r:id="rId9"/>
    <p:sldLayoutId id="2147483689" r:id="rId10"/>
    <p:sldLayoutId id="2147483690" r:id="rId11"/>
    <p:sldLayoutId id="2147483691" r:id="rId12"/>
    <p:sldLayoutId id="2147483692" r:id="rId13"/>
    <p:sldLayoutId id="2147483693" r:id="rId14"/>
    <p:sldLayoutId id="2147483694" r:id="rId15"/>
    <p:sldLayoutId id="2147483695" r:id="rId16"/>
    <p:sldLayoutId id="2147483696" r:id="rId17"/>
    <p:sldLayoutId id="2147483697" r:id="rId18"/>
  </p:sldLayoutIdLst>
  <p:txStyles>
    <p:titleStyle>
      <a:lvl1pPr algn="l" defTabSz="685800" rtl="0" eaLnBrk="1" fontAlgn="auto" latinLnBrk="0" hangingPunct="1">
        <a:lnSpc>
          <a:spcPct val="120000"/>
        </a:lnSpc>
        <a:spcBef>
          <a:spcPct val="0"/>
        </a:spcBef>
        <a:buNone/>
        <a:defRPr sz="1800" b="1" u="none" strike="noStrike" kern="1200" cap="none" spc="200" normalizeH="0" baseline="0">
          <a:solidFill>
            <a:schemeClr val="tx1">
              <a:lumMod val="85000"/>
              <a:lumOff val="15000"/>
            </a:schemeClr>
          </a:solidFill>
          <a:uFillTx/>
          <a:latin typeface="Arial" panose="020B0604020202020204" pitchFamily="34" charset="0"/>
          <a:ea typeface="微软雅黑" panose="020B0503020204020204" pitchFamily="34" charset="-122"/>
          <a:cs typeface="+mj-cs"/>
        </a:defRPr>
      </a:lvl1pPr>
    </p:titleStyle>
    <p:bodyStyle>
      <a:lvl1pPr marL="171450" indent="-171450" algn="l" defTabSz="685800" rtl="0" eaLnBrk="1" fontAlgn="auto" latinLnBrk="0" hangingPunct="1">
        <a:lnSpc>
          <a:spcPct val="120000"/>
        </a:lnSpc>
        <a:spcBef>
          <a:spcPts val="0"/>
        </a:spcBef>
        <a:spcAft>
          <a:spcPts val="1000"/>
        </a:spcAft>
        <a:buFont typeface="Arial" panose="020B0604020202020204" pitchFamily="34" charset="0"/>
        <a:buChar char="•"/>
        <a:defRPr sz="1200" u="none" strike="noStrike" kern="1200" cap="none" spc="150" normalizeH="0" baseline="0">
          <a:solidFill>
            <a:schemeClr val="tx1">
              <a:lumMod val="85000"/>
              <a:lumOff val="15000"/>
            </a:schemeClr>
          </a:solidFill>
          <a:uFillTx/>
          <a:latin typeface="Arial" panose="020B0604020202020204" pitchFamily="34" charset="0"/>
          <a:ea typeface="微软雅黑" panose="020B0503020204020204" pitchFamily="34" charset="-122"/>
          <a:cs typeface="+mn-cs"/>
        </a:defRPr>
      </a:lvl1pPr>
      <a:lvl2pPr marL="514350" indent="-171450" algn="l" defTabSz="685800" rtl="0" eaLnBrk="1" fontAlgn="auto" latinLnBrk="0" hangingPunct="1">
        <a:lnSpc>
          <a:spcPct val="120000"/>
        </a:lnSpc>
        <a:spcBef>
          <a:spcPts val="0"/>
        </a:spcBef>
        <a:spcAft>
          <a:spcPts val="1000"/>
        </a:spcAft>
        <a:buFont typeface="Arial" panose="020B0604020202020204" pitchFamily="34" charset="0"/>
        <a:buChar char="•"/>
        <a:tabLst>
          <a:tab pos="1207135" algn="l"/>
        </a:tabLst>
        <a:defRPr sz="1200" u="none" strike="noStrike" kern="1200" cap="none" spc="150" normalizeH="0" baseline="0">
          <a:solidFill>
            <a:schemeClr val="tx1">
              <a:lumMod val="85000"/>
              <a:lumOff val="15000"/>
            </a:schemeClr>
          </a:solidFill>
          <a:uFillTx/>
          <a:latin typeface="Arial" panose="020B0604020202020204" pitchFamily="34" charset="0"/>
          <a:ea typeface="微软雅黑" panose="020B0503020204020204" pitchFamily="34" charset="-122"/>
          <a:cs typeface="+mn-cs"/>
        </a:defRPr>
      </a:lvl2pPr>
      <a:lvl3pPr marL="857250" indent="-171450" algn="l" defTabSz="685800" rtl="0" eaLnBrk="1" fontAlgn="auto" latinLnBrk="0" hangingPunct="1">
        <a:lnSpc>
          <a:spcPct val="120000"/>
        </a:lnSpc>
        <a:spcBef>
          <a:spcPts val="0"/>
        </a:spcBef>
        <a:spcAft>
          <a:spcPts val="1000"/>
        </a:spcAft>
        <a:buFont typeface="Arial" panose="020B0604020202020204" pitchFamily="34" charset="0"/>
        <a:buChar char="•"/>
        <a:defRPr sz="1200" u="none" strike="noStrike" kern="1200" cap="none" spc="150" normalizeH="0" baseline="0">
          <a:solidFill>
            <a:schemeClr val="tx1">
              <a:lumMod val="85000"/>
              <a:lumOff val="15000"/>
            </a:schemeClr>
          </a:solidFill>
          <a:uFillTx/>
          <a:latin typeface="Arial" panose="020B0604020202020204" pitchFamily="34" charset="0"/>
          <a:ea typeface="微软雅黑" panose="020B0503020204020204" pitchFamily="34" charset="-122"/>
          <a:cs typeface="+mn-cs"/>
        </a:defRPr>
      </a:lvl3pPr>
      <a:lvl4pPr marL="1200150" indent="-171450" algn="l" defTabSz="685800" rtl="0" eaLnBrk="1" fontAlgn="auto" latinLnBrk="0" hangingPunct="1">
        <a:lnSpc>
          <a:spcPct val="120000"/>
        </a:lnSpc>
        <a:spcBef>
          <a:spcPts val="0"/>
        </a:spcBef>
        <a:spcAft>
          <a:spcPts val="1000"/>
        </a:spcAft>
        <a:buFont typeface="Arial" panose="020B0604020202020204" pitchFamily="34" charset="0"/>
        <a:buChar char="•"/>
        <a:defRPr sz="1200" u="none" strike="noStrike" kern="1200" cap="none" spc="150" normalizeH="0" baseline="0">
          <a:solidFill>
            <a:schemeClr val="tx1">
              <a:lumMod val="85000"/>
              <a:lumOff val="15000"/>
            </a:schemeClr>
          </a:solidFill>
          <a:uFillTx/>
          <a:latin typeface="Arial" panose="020B0604020202020204" pitchFamily="34" charset="0"/>
          <a:ea typeface="微软雅黑" panose="020B0503020204020204" pitchFamily="34" charset="-122"/>
          <a:cs typeface="+mn-cs"/>
        </a:defRPr>
      </a:lvl4pPr>
      <a:lvl5pPr marL="1543050" indent="-171450" algn="l" defTabSz="685800" rtl="0" eaLnBrk="1" fontAlgn="auto" latinLnBrk="0" hangingPunct="1">
        <a:lnSpc>
          <a:spcPct val="120000"/>
        </a:lnSpc>
        <a:spcBef>
          <a:spcPts val="0"/>
        </a:spcBef>
        <a:spcAft>
          <a:spcPts val="1000"/>
        </a:spcAft>
        <a:buFont typeface="Arial" panose="020B0604020202020204" pitchFamily="34" charset="0"/>
        <a:buChar char="•"/>
        <a:defRPr sz="1200" u="none" strike="noStrike" kern="1200" cap="none" spc="150" normalizeH="0" baseline="0">
          <a:solidFill>
            <a:schemeClr val="tx1">
              <a:lumMod val="85000"/>
              <a:lumOff val="15000"/>
            </a:schemeClr>
          </a:solidFill>
          <a:uFillTx/>
          <a:latin typeface="Arial" panose="020B0604020202020204" pitchFamily="34" charset="0"/>
          <a:ea typeface="微软雅黑" panose="020B0503020204020204" pitchFamily="34" charset="-122"/>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9" Type="http://schemas.openxmlformats.org/officeDocument/2006/relationships/tags" Target="../tags/tag1025.xml"/><Relationship Id="rId8" Type="http://schemas.openxmlformats.org/officeDocument/2006/relationships/tags" Target="../tags/tag1024.xml"/><Relationship Id="rId7" Type="http://schemas.openxmlformats.org/officeDocument/2006/relationships/tags" Target="../tags/tag1023.xml"/><Relationship Id="rId6" Type="http://schemas.openxmlformats.org/officeDocument/2006/relationships/tags" Target="../tags/tag1022.xml"/><Relationship Id="rId5" Type="http://schemas.openxmlformats.org/officeDocument/2006/relationships/tags" Target="../tags/tag1021.xml"/><Relationship Id="rId4" Type="http://schemas.openxmlformats.org/officeDocument/2006/relationships/tags" Target="../tags/tag1020.xml"/><Relationship Id="rId3" Type="http://schemas.openxmlformats.org/officeDocument/2006/relationships/tags" Target="../tags/tag1019.xml"/><Relationship Id="rId2" Type="http://schemas.openxmlformats.org/officeDocument/2006/relationships/tags" Target="../tags/tag1018.xml"/><Relationship Id="rId14" Type="http://schemas.openxmlformats.org/officeDocument/2006/relationships/notesSlide" Target="../notesSlides/notesSlide2.xml"/><Relationship Id="rId13" Type="http://schemas.openxmlformats.org/officeDocument/2006/relationships/slideLayout" Target="../slideLayouts/slideLayout3.xml"/><Relationship Id="rId12" Type="http://schemas.openxmlformats.org/officeDocument/2006/relationships/tags" Target="../tags/tag1028.xml"/><Relationship Id="rId11" Type="http://schemas.openxmlformats.org/officeDocument/2006/relationships/tags" Target="../tags/tag1027.xml"/><Relationship Id="rId10" Type="http://schemas.openxmlformats.org/officeDocument/2006/relationships/tags" Target="../tags/tag1026.xml"/><Relationship Id="rId1" Type="http://schemas.openxmlformats.org/officeDocument/2006/relationships/tags" Target="../tags/tag1017.xml"/></Relationships>
</file>

<file path=ppt/slides/_rels/slide3.xml.rels><?xml version="1.0" encoding="UTF-8" standalone="yes"?>
<Relationships xmlns="http://schemas.openxmlformats.org/package/2006/relationships"><Relationship Id="rId5" Type="http://schemas.openxmlformats.org/officeDocument/2006/relationships/slideLayout" Target="../slideLayouts/slideLayout32.xml"/><Relationship Id="rId4" Type="http://schemas.openxmlformats.org/officeDocument/2006/relationships/themeOverride" Target="../theme/themeOverride1.xml"/><Relationship Id="rId3" Type="http://schemas.openxmlformats.org/officeDocument/2006/relationships/tags" Target="../tags/tag1031.xml"/><Relationship Id="rId2" Type="http://schemas.openxmlformats.org/officeDocument/2006/relationships/tags" Target="../tags/tag1030.xml"/><Relationship Id="rId1" Type="http://schemas.openxmlformats.org/officeDocument/2006/relationships/tags" Target="../tags/tag1029.xml"/></Relationships>
</file>

<file path=ppt/slides/_rels/slide4.xml.rels><?xml version="1.0" encoding="UTF-8" standalone="yes"?>
<Relationships xmlns="http://schemas.openxmlformats.org/package/2006/relationships"><Relationship Id="rId9" Type="http://schemas.openxmlformats.org/officeDocument/2006/relationships/slideLayout" Target="../slideLayouts/slideLayout11.xml"/><Relationship Id="rId8" Type="http://schemas.openxmlformats.org/officeDocument/2006/relationships/tags" Target="../tags/tag1038.xml"/><Relationship Id="rId7" Type="http://schemas.openxmlformats.org/officeDocument/2006/relationships/tags" Target="../tags/tag1037.xml"/><Relationship Id="rId6" Type="http://schemas.openxmlformats.org/officeDocument/2006/relationships/tags" Target="../tags/tag1036.xml"/><Relationship Id="rId5" Type="http://schemas.openxmlformats.org/officeDocument/2006/relationships/tags" Target="../tags/tag1035.xml"/><Relationship Id="rId4" Type="http://schemas.openxmlformats.org/officeDocument/2006/relationships/tags" Target="../tags/tag1034.xml"/><Relationship Id="rId3" Type="http://schemas.openxmlformats.org/officeDocument/2006/relationships/tags" Target="../tags/tag1033.xml"/><Relationship Id="rId2" Type="http://schemas.openxmlformats.org/officeDocument/2006/relationships/image" Target="../media/image5.png"/><Relationship Id="rId1" Type="http://schemas.openxmlformats.org/officeDocument/2006/relationships/tags" Target="../tags/tag1032.xml"/></Relationships>
</file>

<file path=ppt/slides/_rels/slide5.xml.rels><?xml version="1.0" encoding="UTF-8" standalone="yes"?>
<Relationships xmlns="http://schemas.openxmlformats.org/package/2006/relationships"><Relationship Id="rId93" Type="http://schemas.openxmlformats.org/officeDocument/2006/relationships/notesSlide" Target="../notesSlides/notesSlide3.xml"/><Relationship Id="rId92" Type="http://schemas.openxmlformats.org/officeDocument/2006/relationships/slideLayout" Target="../slideLayouts/slideLayout20.xml"/><Relationship Id="rId91" Type="http://schemas.openxmlformats.org/officeDocument/2006/relationships/tags" Target="../tags/tag1129.xml"/><Relationship Id="rId90" Type="http://schemas.openxmlformats.org/officeDocument/2006/relationships/tags" Target="../tags/tag1128.xml"/><Relationship Id="rId9" Type="http://schemas.openxmlformats.org/officeDocument/2006/relationships/tags" Target="../tags/tag1047.xml"/><Relationship Id="rId89" Type="http://schemas.openxmlformats.org/officeDocument/2006/relationships/tags" Target="../tags/tag1127.xml"/><Relationship Id="rId88" Type="http://schemas.openxmlformats.org/officeDocument/2006/relationships/tags" Target="../tags/tag1126.xml"/><Relationship Id="rId87" Type="http://schemas.openxmlformats.org/officeDocument/2006/relationships/tags" Target="../tags/tag1125.xml"/><Relationship Id="rId86" Type="http://schemas.openxmlformats.org/officeDocument/2006/relationships/tags" Target="../tags/tag1124.xml"/><Relationship Id="rId85" Type="http://schemas.openxmlformats.org/officeDocument/2006/relationships/tags" Target="../tags/tag1123.xml"/><Relationship Id="rId84" Type="http://schemas.openxmlformats.org/officeDocument/2006/relationships/tags" Target="../tags/tag1122.xml"/><Relationship Id="rId83" Type="http://schemas.openxmlformats.org/officeDocument/2006/relationships/tags" Target="../tags/tag1121.xml"/><Relationship Id="rId82" Type="http://schemas.openxmlformats.org/officeDocument/2006/relationships/tags" Target="../tags/tag1120.xml"/><Relationship Id="rId81" Type="http://schemas.openxmlformats.org/officeDocument/2006/relationships/tags" Target="../tags/tag1119.xml"/><Relationship Id="rId80" Type="http://schemas.openxmlformats.org/officeDocument/2006/relationships/tags" Target="../tags/tag1118.xml"/><Relationship Id="rId8" Type="http://schemas.openxmlformats.org/officeDocument/2006/relationships/tags" Target="../tags/tag1046.xml"/><Relationship Id="rId79" Type="http://schemas.openxmlformats.org/officeDocument/2006/relationships/tags" Target="../tags/tag1117.xml"/><Relationship Id="rId78" Type="http://schemas.openxmlformats.org/officeDocument/2006/relationships/tags" Target="../tags/tag1116.xml"/><Relationship Id="rId77" Type="http://schemas.openxmlformats.org/officeDocument/2006/relationships/tags" Target="../tags/tag1115.xml"/><Relationship Id="rId76" Type="http://schemas.openxmlformats.org/officeDocument/2006/relationships/tags" Target="../tags/tag1114.xml"/><Relationship Id="rId75" Type="http://schemas.openxmlformats.org/officeDocument/2006/relationships/tags" Target="../tags/tag1113.xml"/><Relationship Id="rId74" Type="http://schemas.openxmlformats.org/officeDocument/2006/relationships/tags" Target="../tags/tag1112.xml"/><Relationship Id="rId73" Type="http://schemas.openxmlformats.org/officeDocument/2006/relationships/tags" Target="../tags/tag1111.xml"/><Relationship Id="rId72" Type="http://schemas.openxmlformats.org/officeDocument/2006/relationships/tags" Target="../tags/tag1110.xml"/><Relationship Id="rId71" Type="http://schemas.openxmlformats.org/officeDocument/2006/relationships/tags" Target="../tags/tag1109.xml"/><Relationship Id="rId70" Type="http://schemas.openxmlformats.org/officeDocument/2006/relationships/tags" Target="../tags/tag1108.xml"/><Relationship Id="rId7" Type="http://schemas.openxmlformats.org/officeDocument/2006/relationships/tags" Target="../tags/tag1045.xml"/><Relationship Id="rId69" Type="http://schemas.openxmlformats.org/officeDocument/2006/relationships/tags" Target="../tags/tag1107.xml"/><Relationship Id="rId68" Type="http://schemas.openxmlformats.org/officeDocument/2006/relationships/tags" Target="../tags/tag1106.xml"/><Relationship Id="rId67" Type="http://schemas.openxmlformats.org/officeDocument/2006/relationships/tags" Target="../tags/tag1105.xml"/><Relationship Id="rId66" Type="http://schemas.openxmlformats.org/officeDocument/2006/relationships/tags" Target="../tags/tag1104.xml"/><Relationship Id="rId65" Type="http://schemas.openxmlformats.org/officeDocument/2006/relationships/tags" Target="../tags/tag1103.xml"/><Relationship Id="rId64" Type="http://schemas.openxmlformats.org/officeDocument/2006/relationships/tags" Target="../tags/tag1102.xml"/><Relationship Id="rId63" Type="http://schemas.openxmlformats.org/officeDocument/2006/relationships/tags" Target="../tags/tag1101.xml"/><Relationship Id="rId62" Type="http://schemas.openxmlformats.org/officeDocument/2006/relationships/tags" Target="../tags/tag1100.xml"/><Relationship Id="rId61" Type="http://schemas.openxmlformats.org/officeDocument/2006/relationships/tags" Target="../tags/tag1099.xml"/><Relationship Id="rId60" Type="http://schemas.openxmlformats.org/officeDocument/2006/relationships/tags" Target="../tags/tag1098.xml"/><Relationship Id="rId6" Type="http://schemas.openxmlformats.org/officeDocument/2006/relationships/tags" Target="../tags/tag1044.xml"/><Relationship Id="rId59" Type="http://schemas.openxmlformats.org/officeDocument/2006/relationships/tags" Target="../tags/tag1097.xml"/><Relationship Id="rId58" Type="http://schemas.openxmlformats.org/officeDocument/2006/relationships/tags" Target="../tags/tag1096.xml"/><Relationship Id="rId57" Type="http://schemas.openxmlformats.org/officeDocument/2006/relationships/tags" Target="../tags/tag1095.xml"/><Relationship Id="rId56" Type="http://schemas.openxmlformats.org/officeDocument/2006/relationships/tags" Target="../tags/tag1094.xml"/><Relationship Id="rId55" Type="http://schemas.openxmlformats.org/officeDocument/2006/relationships/tags" Target="../tags/tag1093.xml"/><Relationship Id="rId54" Type="http://schemas.openxmlformats.org/officeDocument/2006/relationships/tags" Target="../tags/tag1092.xml"/><Relationship Id="rId53" Type="http://schemas.openxmlformats.org/officeDocument/2006/relationships/tags" Target="../tags/tag1091.xml"/><Relationship Id="rId52" Type="http://schemas.openxmlformats.org/officeDocument/2006/relationships/tags" Target="../tags/tag1090.xml"/><Relationship Id="rId51" Type="http://schemas.openxmlformats.org/officeDocument/2006/relationships/tags" Target="../tags/tag1089.xml"/><Relationship Id="rId50" Type="http://schemas.openxmlformats.org/officeDocument/2006/relationships/tags" Target="../tags/tag1088.xml"/><Relationship Id="rId5" Type="http://schemas.openxmlformats.org/officeDocument/2006/relationships/tags" Target="../tags/tag1043.xml"/><Relationship Id="rId49" Type="http://schemas.openxmlformats.org/officeDocument/2006/relationships/tags" Target="../tags/tag1087.xml"/><Relationship Id="rId48" Type="http://schemas.openxmlformats.org/officeDocument/2006/relationships/tags" Target="../tags/tag1086.xml"/><Relationship Id="rId47" Type="http://schemas.openxmlformats.org/officeDocument/2006/relationships/tags" Target="../tags/tag1085.xml"/><Relationship Id="rId46" Type="http://schemas.openxmlformats.org/officeDocument/2006/relationships/tags" Target="../tags/tag1084.xml"/><Relationship Id="rId45" Type="http://schemas.openxmlformats.org/officeDocument/2006/relationships/tags" Target="../tags/tag1083.xml"/><Relationship Id="rId44" Type="http://schemas.openxmlformats.org/officeDocument/2006/relationships/tags" Target="../tags/tag1082.xml"/><Relationship Id="rId43" Type="http://schemas.openxmlformats.org/officeDocument/2006/relationships/tags" Target="../tags/tag1081.xml"/><Relationship Id="rId42" Type="http://schemas.openxmlformats.org/officeDocument/2006/relationships/tags" Target="../tags/tag1080.xml"/><Relationship Id="rId41" Type="http://schemas.openxmlformats.org/officeDocument/2006/relationships/tags" Target="../tags/tag1079.xml"/><Relationship Id="rId40" Type="http://schemas.openxmlformats.org/officeDocument/2006/relationships/tags" Target="../tags/tag1078.xml"/><Relationship Id="rId4" Type="http://schemas.openxmlformats.org/officeDocument/2006/relationships/tags" Target="../tags/tag1042.xml"/><Relationship Id="rId39" Type="http://schemas.openxmlformats.org/officeDocument/2006/relationships/tags" Target="../tags/tag1077.xml"/><Relationship Id="rId38" Type="http://schemas.openxmlformats.org/officeDocument/2006/relationships/tags" Target="../tags/tag1076.xml"/><Relationship Id="rId37" Type="http://schemas.openxmlformats.org/officeDocument/2006/relationships/tags" Target="../tags/tag1075.xml"/><Relationship Id="rId36" Type="http://schemas.openxmlformats.org/officeDocument/2006/relationships/tags" Target="../tags/tag1074.xml"/><Relationship Id="rId35" Type="http://schemas.openxmlformats.org/officeDocument/2006/relationships/tags" Target="../tags/tag1073.xml"/><Relationship Id="rId34" Type="http://schemas.openxmlformats.org/officeDocument/2006/relationships/tags" Target="../tags/tag1072.xml"/><Relationship Id="rId33" Type="http://schemas.openxmlformats.org/officeDocument/2006/relationships/tags" Target="../tags/tag1071.xml"/><Relationship Id="rId32" Type="http://schemas.openxmlformats.org/officeDocument/2006/relationships/tags" Target="../tags/tag1070.xml"/><Relationship Id="rId31" Type="http://schemas.openxmlformats.org/officeDocument/2006/relationships/tags" Target="../tags/tag1069.xml"/><Relationship Id="rId30" Type="http://schemas.openxmlformats.org/officeDocument/2006/relationships/tags" Target="../tags/tag1068.xml"/><Relationship Id="rId3" Type="http://schemas.openxmlformats.org/officeDocument/2006/relationships/tags" Target="../tags/tag1041.xml"/><Relationship Id="rId29" Type="http://schemas.openxmlformats.org/officeDocument/2006/relationships/tags" Target="../tags/tag1067.xml"/><Relationship Id="rId28" Type="http://schemas.openxmlformats.org/officeDocument/2006/relationships/tags" Target="../tags/tag1066.xml"/><Relationship Id="rId27" Type="http://schemas.openxmlformats.org/officeDocument/2006/relationships/tags" Target="../tags/tag1065.xml"/><Relationship Id="rId26" Type="http://schemas.openxmlformats.org/officeDocument/2006/relationships/tags" Target="../tags/tag1064.xml"/><Relationship Id="rId25" Type="http://schemas.openxmlformats.org/officeDocument/2006/relationships/tags" Target="../tags/tag1063.xml"/><Relationship Id="rId24" Type="http://schemas.openxmlformats.org/officeDocument/2006/relationships/tags" Target="../tags/tag1062.xml"/><Relationship Id="rId23" Type="http://schemas.openxmlformats.org/officeDocument/2006/relationships/tags" Target="../tags/tag1061.xml"/><Relationship Id="rId22" Type="http://schemas.openxmlformats.org/officeDocument/2006/relationships/tags" Target="../tags/tag1060.xml"/><Relationship Id="rId21" Type="http://schemas.openxmlformats.org/officeDocument/2006/relationships/tags" Target="../tags/tag1059.xml"/><Relationship Id="rId20" Type="http://schemas.openxmlformats.org/officeDocument/2006/relationships/tags" Target="../tags/tag1058.xml"/><Relationship Id="rId2" Type="http://schemas.openxmlformats.org/officeDocument/2006/relationships/tags" Target="../tags/tag1040.xml"/><Relationship Id="rId19" Type="http://schemas.openxmlformats.org/officeDocument/2006/relationships/tags" Target="../tags/tag1057.xml"/><Relationship Id="rId18" Type="http://schemas.openxmlformats.org/officeDocument/2006/relationships/tags" Target="../tags/tag1056.xml"/><Relationship Id="rId17" Type="http://schemas.openxmlformats.org/officeDocument/2006/relationships/tags" Target="../tags/tag1055.xml"/><Relationship Id="rId16" Type="http://schemas.openxmlformats.org/officeDocument/2006/relationships/tags" Target="../tags/tag1054.xml"/><Relationship Id="rId15" Type="http://schemas.openxmlformats.org/officeDocument/2006/relationships/tags" Target="../tags/tag1053.xml"/><Relationship Id="rId14" Type="http://schemas.openxmlformats.org/officeDocument/2006/relationships/tags" Target="../tags/tag1052.xml"/><Relationship Id="rId13" Type="http://schemas.openxmlformats.org/officeDocument/2006/relationships/tags" Target="../tags/tag1051.xml"/><Relationship Id="rId12" Type="http://schemas.openxmlformats.org/officeDocument/2006/relationships/tags" Target="../tags/tag1050.xml"/><Relationship Id="rId11" Type="http://schemas.openxmlformats.org/officeDocument/2006/relationships/tags" Target="../tags/tag1049.xml"/><Relationship Id="rId10" Type="http://schemas.openxmlformats.org/officeDocument/2006/relationships/tags" Target="../tags/tag1048.xml"/><Relationship Id="rId1" Type="http://schemas.openxmlformats.org/officeDocument/2006/relationships/tags" Target="../tags/tag1039.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2.xml"/><Relationship Id="rId1" Type="http://schemas.openxmlformats.org/officeDocument/2006/relationships/tags" Target="../tags/tag1130.xml"/></Relationships>
</file>

<file path=ppt/slides/_rels/slide7.xml.rels><?xml version="1.0" encoding="UTF-8" standalone="yes"?>
<Relationships xmlns="http://schemas.openxmlformats.org/package/2006/relationships"><Relationship Id="rId9" Type="http://schemas.openxmlformats.org/officeDocument/2006/relationships/tags" Target="../tags/tag1139.xml"/><Relationship Id="rId8" Type="http://schemas.openxmlformats.org/officeDocument/2006/relationships/tags" Target="../tags/tag1138.xml"/><Relationship Id="rId7" Type="http://schemas.openxmlformats.org/officeDocument/2006/relationships/tags" Target="../tags/tag1137.xml"/><Relationship Id="rId6" Type="http://schemas.openxmlformats.org/officeDocument/2006/relationships/tags" Target="../tags/tag1136.xml"/><Relationship Id="rId5" Type="http://schemas.openxmlformats.org/officeDocument/2006/relationships/tags" Target="../tags/tag1135.xml"/><Relationship Id="rId4" Type="http://schemas.openxmlformats.org/officeDocument/2006/relationships/tags" Target="../tags/tag1134.xml"/><Relationship Id="rId3" Type="http://schemas.openxmlformats.org/officeDocument/2006/relationships/tags" Target="../tags/tag1133.xml"/><Relationship Id="rId25" Type="http://schemas.openxmlformats.org/officeDocument/2006/relationships/slideLayout" Target="../slideLayouts/slideLayout21.xml"/><Relationship Id="rId24" Type="http://schemas.openxmlformats.org/officeDocument/2006/relationships/tags" Target="../tags/tag1154.xml"/><Relationship Id="rId23" Type="http://schemas.openxmlformats.org/officeDocument/2006/relationships/tags" Target="../tags/tag1153.xml"/><Relationship Id="rId22" Type="http://schemas.openxmlformats.org/officeDocument/2006/relationships/tags" Target="../tags/tag1152.xml"/><Relationship Id="rId21" Type="http://schemas.openxmlformats.org/officeDocument/2006/relationships/tags" Target="../tags/tag1151.xml"/><Relationship Id="rId20" Type="http://schemas.openxmlformats.org/officeDocument/2006/relationships/tags" Target="../tags/tag1150.xml"/><Relationship Id="rId2" Type="http://schemas.openxmlformats.org/officeDocument/2006/relationships/tags" Target="../tags/tag1132.xml"/><Relationship Id="rId19" Type="http://schemas.openxmlformats.org/officeDocument/2006/relationships/tags" Target="../tags/tag1149.xml"/><Relationship Id="rId18" Type="http://schemas.openxmlformats.org/officeDocument/2006/relationships/tags" Target="../tags/tag1148.xml"/><Relationship Id="rId17" Type="http://schemas.openxmlformats.org/officeDocument/2006/relationships/tags" Target="../tags/tag1147.xml"/><Relationship Id="rId16" Type="http://schemas.openxmlformats.org/officeDocument/2006/relationships/tags" Target="../tags/tag1146.xml"/><Relationship Id="rId15" Type="http://schemas.openxmlformats.org/officeDocument/2006/relationships/tags" Target="../tags/tag1145.xml"/><Relationship Id="rId14" Type="http://schemas.openxmlformats.org/officeDocument/2006/relationships/tags" Target="../tags/tag1144.xml"/><Relationship Id="rId13" Type="http://schemas.openxmlformats.org/officeDocument/2006/relationships/tags" Target="../tags/tag1143.xml"/><Relationship Id="rId12" Type="http://schemas.openxmlformats.org/officeDocument/2006/relationships/tags" Target="../tags/tag1142.xml"/><Relationship Id="rId11" Type="http://schemas.openxmlformats.org/officeDocument/2006/relationships/tags" Target="../tags/tag1141.xml"/><Relationship Id="rId10" Type="http://schemas.openxmlformats.org/officeDocument/2006/relationships/tags" Target="../tags/tag1140.xml"/><Relationship Id="rId1" Type="http://schemas.openxmlformats.org/officeDocument/2006/relationships/tags" Target="../tags/tag1131.xml"/></Relationships>
</file>

<file path=ppt/slides/_rels/slide8.xml.rels><?xml version="1.0" encoding="UTF-8" standalone="yes"?>
<Relationships xmlns="http://schemas.openxmlformats.org/package/2006/relationships"><Relationship Id="rId9" Type="http://schemas.openxmlformats.org/officeDocument/2006/relationships/tags" Target="../tags/tag1163.xml"/><Relationship Id="rId8" Type="http://schemas.openxmlformats.org/officeDocument/2006/relationships/tags" Target="../tags/tag1162.xml"/><Relationship Id="rId7" Type="http://schemas.openxmlformats.org/officeDocument/2006/relationships/tags" Target="../tags/tag1161.xml"/><Relationship Id="rId6" Type="http://schemas.openxmlformats.org/officeDocument/2006/relationships/tags" Target="../tags/tag1160.xml"/><Relationship Id="rId5" Type="http://schemas.openxmlformats.org/officeDocument/2006/relationships/tags" Target="../tags/tag1159.xml"/><Relationship Id="rId4" Type="http://schemas.openxmlformats.org/officeDocument/2006/relationships/tags" Target="../tags/tag1158.xml"/><Relationship Id="rId3" Type="http://schemas.openxmlformats.org/officeDocument/2006/relationships/tags" Target="../tags/tag1157.xml"/><Relationship Id="rId2" Type="http://schemas.openxmlformats.org/officeDocument/2006/relationships/tags" Target="../tags/tag1156.xml"/><Relationship Id="rId14" Type="http://schemas.openxmlformats.org/officeDocument/2006/relationships/slideLayout" Target="../slideLayouts/slideLayout18.xml"/><Relationship Id="rId13" Type="http://schemas.openxmlformats.org/officeDocument/2006/relationships/tags" Target="../tags/tag1167.xml"/><Relationship Id="rId12" Type="http://schemas.openxmlformats.org/officeDocument/2006/relationships/tags" Target="../tags/tag1166.xml"/><Relationship Id="rId11" Type="http://schemas.openxmlformats.org/officeDocument/2006/relationships/tags" Target="../tags/tag1165.xml"/><Relationship Id="rId10" Type="http://schemas.openxmlformats.org/officeDocument/2006/relationships/tags" Target="../tags/tag1164.xml"/><Relationship Id="rId1" Type="http://schemas.openxmlformats.org/officeDocument/2006/relationships/tags" Target="../tags/tag1155.xml"/></Relationships>
</file>

<file path=ppt/slides/_rels/slide9.xml.rels><?xml version="1.0" encoding="UTF-8" standalone="yes"?>
<Relationships xmlns="http://schemas.openxmlformats.org/package/2006/relationships"><Relationship Id="rId9" Type="http://schemas.openxmlformats.org/officeDocument/2006/relationships/tags" Target="../tags/tag1176.xml"/><Relationship Id="rId8" Type="http://schemas.openxmlformats.org/officeDocument/2006/relationships/tags" Target="../tags/tag1175.xml"/><Relationship Id="rId7" Type="http://schemas.openxmlformats.org/officeDocument/2006/relationships/tags" Target="../tags/tag1174.xml"/><Relationship Id="rId6" Type="http://schemas.openxmlformats.org/officeDocument/2006/relationships/tags" Target="../tags/tag1173.xml"/><Relationship Id="rId5" Type="http://schemas.openxmlformats.org/officeDocument/2006/relationships/tags" Target="../tags/tag1172.xml"/><Relationship Id="rId48" Type="http://schemas.openxmlformats.org/officeDocument/2006/relationships/slideLayout" Target="../slideLayouts/slideLayout21.xml"/><Relationship Id="rId47" Type="http://schemas.openxmlformats.org/officeDocument/2006/relationships/tags" Target="../tags/tag1214.xml"/><Relationship Id="rId46" Type="http://schemas.openxmlformats.org/officeDocument/2006/relationships/tags" Target="../tags/tag1213.xml"/><Relationship Id="rId45" Type="http://schemas.openxmlformats.org/officeDocument/2006/relationships/tags" Target="../tags/tag1212.xml"/><Relationship Id="rId44" Type="http://schemas.openxmlformats.org/officeDocument/2006/relationships/tags" Target="../tags/tag1211.xml"/><Relationship Id="rId43" Type="http://schemas.openxmlformats.org/officeDocument/2006/relationships/tags" Target="../tags/tag1210.xml"/><Relationship Id="rId42" Type="http://schemas.openxmlformats.org/officeDocument/2006/relationships/tags" Target="../tags/tag1209.xml"/><Relationship Id="rId41" Type="http://schemas.openxmlformats.org/officeDocument/2006/relationships/tags" Target="../tags/tag1208.xml"/><Relationship Id="rId40" Type="http://schemas.openxmlformats.org/officeDocument/2006/relationships/tags" Target="../tags/tag1207.xml"/><Relationship Id="rId4" Type="http://schemas.openxmlformats.org/officeDocument/2006/relationships/tags" Target="../tags/tag1171.xml"/><Relationship Id="rId39" Type="http://schemas.openxmlformats.org/officeDocument/2006/relationships/tags" Target="../tags/tag1206.xml"/><Relationship Id="rId38" Type="http://schemas.openxmlformats.org/officeDocument/2006/relationships/tags" Target="../tags/tag1205.xml"/><Relationship Id="rId37" Type="http://schemas.openxmlformats.org/officeDocument/2006/relationships/tags" Target="../tags/tag1204.xml"/><Relationship Id="rId36" Type="http://schemas.openxmlformats.org/officeDocument/2006/relationships/tags" Target="../tags/tag1203.xml"/><Relationship Id="rId35" Type="http://schemas.openxmlformats.org/officeDocument/2006/relationships/tags" Target="../tags/tag1202.xml"/><Relationship Id="rId34" Type="http://schemas.openxmlformats.org/officeDocument/2006/relationships/tags" Target="../tags/tag1201.xml"/><Relationship Id="rId33" Type="http://schemas.openxmlformats.org/officeDocument/2006/relationships/tags" Target="../tags/tag1200.xml"/><Relationship Id="rId32" Type="http://schemas.openxmlformats.org/officeDocument/2006/relationships/tags" Target="../tags/tag1199.xml"/><Relationship Id="rId31" Type="http://schemas.openxmlformats.org/officeDocument/2006/relationships/tags" Target="../tags/tag1198.xml"/><Relationship Id="rId30" Type="http://schemas.openxmlformats.org/officeDocument/2006/relationships/tags" Target="../tags/tag1197.xml"/><Relationship Id="rId3" Type="http://schemas.openxmlformats.org/officeDocument/2006/relationships/tags" Target="../tags/tag1170.xml"/><Relationship Id="rId29" Type="http://schemas.openxmlformats.org/officeDocument/2006/relationships/tags" Target="../tags/tag1196.xml"/><Relationship Id="rId28" Type="http://schemas.openxmlformats.org/officeDocument/2006/relationships/tags" Target="../tags/tag1195.xml"/><Relationship Id="rId27" Type="http://schemas.openxmlformats.org/officeDocument/2006/relationships/tags" Target="../tags/tag1194.xml"/><Relationship Id="rId26" Type="http://schemas.openxmlformats.org/officeDocument/2006/relationships/tags" Target="../tags/tag1193.xml"/><Relationship Id="rId25" Type="http://schemas.openxmlformats.org/officeDocument/2006/relationships/tags" Target="../tags/tag1192.xml"/><Relationship Id="rId24" Type="http://schemas.openxmlformats.org/officeDocument/2006/relationships/tags" Target="../tags/tag1191.xml"/><Relationship Id="rId23" Type="http://schemas.openxmlformats.org/officeDocument/2006/relationships/tags" Target="../tags/tag1190.xml"/><Relationship Id="rId22" Type="http://schemas.openxmlformats.org/officeDocument/2006/relationships/tags" Target="../tags/tag1189.xml"/><Relationship Id="rId21" Type="http://schemas.openxmlformats.org/officeDocument/2006/relationships/tags" Target="../tags/tag1188.xml"/><Relationship Id="rId20" Type="http://schemas.openxmlformats.org/officeDocument/2006/relationships/tags" Target="../tags/tag1187.xml"/><Relationship Id="rId2" Type="http://schemas.openxmlformats.org/officeDocument/2006/relationships/tags" Target="../tags/tag1169.xml"/><Relationship Id="rId19" Type="http://schemas.openxmlformats.org/officeDocument/2006/relationships/tags" Target="../tags/tag1186.xml"/><Relationship Id="rId18" Type="http://schemas.openxmlformats.org/officeDocument/2006/relationships/tags" Target="../tags/tag1185.xml"/><Relationship Id="rId17" Type="http://schemas.openxmlformats.org/officeDocument/2006/relationships/tags" Target="../tags/tag1184.xml"/><Relationship Id="rId16" Type="http://schemas.openxmlformats.org/officeDocument/2006/relationships/tags" Target="../tags/tag1183.xml"/><Relationship Id="rId15" Type="http://schemas.openxmlformats.org/officeDocument/2006/relationships/tags" Target="../tags/tag1182.xml"/><Relationship Id="rId14" Type="http://schemas.openxmlformats.org/officeDocument/2006/relationships/tags" Target="../tags/tag1181.xml"/><Relationship Id="rId13" Type="http://schemas.openxmlformats.org/officeDocument/2006/relationships/tags" Target="../tags/tag1180.xml"/><Relationship Id="rId12" Type="http://schemas.openxmlformats.org/officeDocument/2006/relationships/tags" Target="../tags/tag1179.xml"/><Relationship Id="rId11" Type="http://schemas.openxmlformats.org/officeDocument/2006/relationships/tags" Target="../tags/tag1178.xml"/><Relationship Id="rId10" Type="http://schemas.openxmlformats.org/officeDocument/2006/relationships/tags" Target="../tags/tag1177.xml"/><Relationship Id="rId1" Type="http://schemas.openxmlformats.org/officeDocument/2006/relationships/tags" Target="../tags/tag1168.xml"/></Relationships>
</file>

<file path=ppt/slides/_rels/slide10.xml.rels><?xml version="1.0" encoding="UTF-8" standalone="yes"?>
<Relationships xmlns="http://schemas.openxmlformats.org/package/2006/relationships"><Relationship Id="rId9" Type="http://schemas.openxmlformats.org/officeDocument/2006/relationships/tags" Target="../tags/tag1223.xml"/><Relationship Id="rId8" Type="http://schemas.openxmlformats.org/officeDocument/2006/relationships/tags" Target="../tags/tag1222.xml"/><Relationship Id="rId7" Type="http://schemas.openxmlformats.org/officeDocument/2006/relationships/tags" Target="../tags/tag1221.xml"/><Relationship Id="rId6" Type="http://schemas.openxmlformats.org/officeDocument/2006/relationships/tags" Target="../tags/tag1220.xml"/><Relationship Id="rId5" Type="http://schemas.openxmlformats.org/officeDocument/2006/relationships/tags" Target="../tags/tag1219.xml"/><Relationship Id="rId4" Type="http://schemas.openxmlformats.org/officeDocument/2006/relationships/tags" Target="../tags/tag1218.xml"/><Relationship Id="rId31" Type="http://schemas.openxmlformats.org/officeDocument/2006/relationships/slideLayout" Target="../slideLayouts/slideLayout18.xml"/><Relationship Id="rId30" Type="http://schemas.openxmlformats.org/officeDocument/2006/relationships/tags" Target="../tags/tag1244.xml"/><Relationship Id="rId3" Type="http://schemas.openxmlformats.org/officeDocument/2006/relationships/tags" Target="../tags/tag1217.xml"/><Relationship Id="rId29" Type="http://schemas.openxmlformats.org/officeDocument/2006/relationships/tags" Target="../tags/tag1243.xml"/><Relationship Id="rId28" Type="http://schemas.openxmlformats.org/officeDocument/2006/relationships/tags" Target="../tags/tag1242.xml"/><Relationship Id="rId27" Type="http://schemas.openxmlformats.org/officeDocument/2006/relationships/tags" Target="../tags/tag1241.xml"/><Relationship Id="rId26" Type="http://schemas.openxmlformats.org/officeDocument/2006/relationships/tags" Target="../tags/tag1240.xml"/><Relationship Id="rId25" Type="http://schemas.openxmlformats.org/officeDocument/2006/relationships/tags" Target="../tags/tag1239.xml"/><Relationship Id="rId24" Type="http://schemas.openxmlformats.org/officeDocument/2006/relationships/tags" Target="../tags/tag1238.xml"/><Relationship Id="rId23" Type="http://schemas.openxmlformats.org/officeDocument/2006/relationships/tags" Target="../tags/tag1237.xml"/><Relationship Id="rId22" Type="http://schemas.openxmlformats.org/officeDocument/2006/relationships/tags" Target="../tags/tag1236.xml"/><Relationship Id="rId21" Type="http://schemas.openxmlformats.org/officeDocument/2006/relationships/tags" Target="../tags/tag1235.xml"/><Relationship Id="rId20" Type="http://schemas.openxmlformats.org/officeDocument/2006/relationships/tags" Target="../tags/tag1234.xml"/><Relationship Id="rId2" Type="http://schemas.openxmlformats.org/officeDocument/2006/relationships/tags" Target="../tags/tag1216.xml"/><Relationship Id="rId19" Type="http://schemas.openxmlformats.org/officeDocument/2006/relationships/tags" Target="../tags/tag1233.xml"/><Relationship Id="rId18" Type="http://schemas.openxmlformats.org/officeDocument/2006/relationships/tags" Target="../tags/tag1232.xml"/><Relationship Id="rId17" Type="http://schemas.openxmlformats.org/officeDocument/2006/relationships/tags" Target="../tags/tag1231.xml"/><Relationship Id="rId16" Type="http://schemas.openxmlformats.org/officeDocument/2006/relationships/tags" Target="../tags/tag1230.xml"/><Relationship Id="rId15" Type="http://schemas.openxmlformats.org/officeDocument/2006/relationships/tags" Target="../tags/tag1229.xml"/><Relationship Id="rId14" Type="http://schemas.openxmlformats.org/officeDocument/2006/relationships/tags" Target="../tags/tag1228.xml"/><Relationship Id="rId13" Type="http://schemas.openxmlformats.org/officeDocument/2006/relationships/tags" Target="../tags/tag1227.xml"/><Relationship Id="rId12" Type="http://schemas.openxmlformats.org/officeDocument/2006/relationships/tags" Target="../tags/tag1226.xml"/><Relationship Id="rId11" Type="http://schemas.openxmlformats.org/officeDocument/2006/relationships/tags" Target="../tags/tag1225.xml"/><Relationship Id="rId10" Type="http://schemas.openxmlformats.org/officeDocument/2006/relationships/tags" Target="../tags/tag1224.xml"/><Relationship Id="rId1" Type="http://schemas.openxmlformats.org/officeDocument/2006/relationships/tags" Target="../tags/tag1215.xml"/></Relationships>
</file>

<file path=ppt/slides/_rels/slide11.xml.rels><?xml version="1.0" encoding="UTF-8" standalone="yes"?>
<Relationships xmlns="http://schemas.openxmlformats.org/package/2006/relationships"><Relationship Id="rId9" Type="http://schemas.openxmlformats.org/officeDocument/2006/relationships/tags" Target="../tags/tag1253.xml"/><Relationship Id="rId8" Type="http://schemas.openxmlformats.org/officeDocument/2006/relationships/tags" Target="../tags/tag1252.xml"/><Relationship Id="rId7" Type="http://schemas.openxmlformats.org/officeDocument/2006/relationships/tags" Target="../tags/tag1251.xml"/><Relationship Id="rId6" Type="http://schemas.openxmlformats.org/officeDocument/2006/relationships/tags" Target="../tags/tag1250.xml"/><Relationship Id="rId5" Type="http://schemas.openxmlformats.org/officeDocument/2006/relationships/tags" Target="../tags/tag1249.xml"/><Relationship Id="rId4" Type="http://schemas.openxmlformats.org/officeDocument/2006/relationships/tags" Target="../tags/tag1248.xml"/><Relationship Id="rId3" Type="http://schemas.openxmlformats.org/officeDocument/2006/relationships/tags" Target="../tags/tag1247.xml"/><Relationship Id="rId2" Type="http://schemas.openxmlformats.org/officeDocument/2006/relationships/tags" Target="../tags/tag1246.xml"/><Relationship Id="rId10" Type="http://schemas.openxmlformats.org/officeDocument/2006/relationships/slideLayout" Target="../slideLayouts/slideLayout18.xml"/><Relationship Id="rId1" Type="http://schemas.openxmlformats.org/officeDocument/2006/relationships/tags" Target="../tags/tag1245.xml"/></Relationships>
</file>

<file path=ppt/slides/_rels/slide12.xml.rels><?xml version="1.0" encoding="UTF-8" standalone="yes"?>
<Relationships xmlns="http://schemas.openxmlformats.org/package/2006/relationships"><Relationship Id="rId9" Type="http://schemas.openxmlformats.org/officeDocument/2006/relationships/tags" Target="../tags/tag1262.xml"/><Relationship Id="rId8" Type="http://schemas.openxmlformats.org/officeDocument/2006/relationships/tags" Target="../tags/tag1261.xml"/><Relationship Id="rId7" Type="http://schemas.openxmlformats.org/officeDocument/2006/relationships/tags" Target="../tags/tag1260.xml"/><Relationship Id="rId6" Type="http://schemas.openxmlformats.org/officeDocument/2006/relationships/tags" Target="../tags/tag1259.xml"/><Relationship Id="rId5" Type="http://schemas.openxmlformats.org/officeDocument/2006/relationships/tags" Target="../tags/tag1258.xml"/><Relationship Id="rId4" Type="http://schemas.openxmlformats.org/officeDocument/2006/relationships/tags" Target="../tags/tag1257.xml"/><Relationship Id="rId36" Type="http://schemas.openxmlformats.org/officeDocument/2006/relationships/slideLayout" Target="../slideLayouts/slideLayout21.xml"/><Relationship Id="rId35" Type="http://schemas.openxmlformats.org/officeDocument/2006/relationships/tags" Target="../tags/tag1288.xml"/><Relationship Id="rId34" Type="http://schemas.openxmlformats.org/officeDocument/2006/relationships/tags" Target="../tags/tag1287.xml"/><Relationship Id="rId33" Type="http://schemas.openxmlformats.org/officeDocument/2006/relationships/tags" Target="../tags/tag1286.xml"/><Relationship Id="rId32" Type="http://schemas.openxmlformats.org/officeDocument/2006/relationships/tags" Target="../tags/tag1285.xml"/><Relationship Id="rId31" Type="http://schemas.openxmlformats.org/officeDocument/2006/relationships/tags" Target="../tags/tag1284.xml"/><Relationship Id="rId30" Type="http://schemas.openxmlformats.org/officeDocument/2006/relationships/tags" Target="../tags/tag1283.xml"/><Relationship Id="rId3" Type="http://schemas.openxmlformats.org/officeDocument/2006/relationships/tags" Target="../tags/tag1256.xml"/><Relationship Id="rId29" Type="http://schemas.openxmlformats.org/officeDocument/2006/relationships/tags" Target="../tags/tag1282.xml"/><Relationship Id="rId28" Type="http://schemas.openxmlformats.org/officeDocument/2006/relationships/tags" Target="../tags/tag1281.xml"/><Relationship Id="rId27" Type="http://schemas.openxmlformats.org/officeDocument/2006/relationships/tags" Target="../tags/tag1280.xml"/><Relationship Id="rId26" Type="http://schemas.openxmlformats.org/officeDocument/2006/relationships/tags" Target="../tags/tag1279.xml"/><Relationship Id="rId25" Type="http://schemas.openxmlformats.org/officeDocument/2006/relationships/tags" Target="../tags/tag1278.xml"/><Relationship Id="rId24" Type="http://schemas.openxmlformats.org/officeDocument/2006/relationships/tags" Target="../tags/tag1277.xml"/><Relationship Id="rId23" Type="http://schemas.openxmlformats.org/officeDocument/2006/relationships/tags" Target="../tags/tag1276.xml"/><Relationship Id="rId22" Type="http://schemas.openxmlformats.org/officeDocument/2006/relationships/tags" Target="../tags/tag1275.xml"/><Relationship Id="rId21" Type="http://schemas.openxmlformats.org/officeDocument/2006/relationships/tags" Target="../tags/tag1274.xml"/><Relationship Id="rId20" Type="http://schemas.openxmlformats.org/officeDocument/2006/relationships/tags" Target="../tags/tag1273.xml"/><Relationship Id="rId2" Type="http://schemas.openxmlformats.org/officeDocument/2006/relationships/tags" Target="../tags/tag1255.xml"/><Relationship Id="rId19" Type="http://schemas.openxmlformats.org/officeDocument/2006/relationships/tags" Target="../tags/tag1272.xml"/><Relationship Id="rId18" Type="http://schemas.openxmlformats.org/officeDocument/2006/relationships/tags" Target="../tags/tag1271.xml"/><Relationship Id="rId17" Type="http://schemas.openxmlformats.org/officeDocument/2006/relationships/tags" Target="../tags/tag1270.xml"/><Relationship Id="rId16" Type="http://schemas.openxmlformats.org/officeDocument/2006/relationships/tags" Target="../tags/tag1269.xml"/><Relationship Id="rId15" Type="http://schemas.openxmlformats.org/officeDocument/2006/relationships/tags" Target="../tags/tag1268.xml"/><Relationship Id="rId14" Type="http://schemas.openxmlformats.org/officeDocument/2006/relationships/tags" Target="../tags/tag1267.xml"/><Relationship Id="rId13" Type="http://schemas.openxmlformats.org/officeDocument/2006/relationships/tags" Target="../tags/tag1266.xml"/><Relationship Id="rId12" Type="http://schemas.openxmlformats.org/officeDocument/2006/relationships/tags" Target="../tags/tag1265.xml"/><Relationship Id="rId11" Type="http://schemas.openxmlformats.org/officeDocument/2006/relationships/tags" Target="../tags/tag1264.xml"/><Relationship Id="rId10" Type="http://schemas.openxmlformats.org/officeDocument/2006/relationships/tags" Target="../tags/tag1263.xml"/><Relationship Id="rId1" Type="http://schemas.openxmlformats.org/officeDocument/2006/relationships/tags" Target="../tags/tag1254.xml"/></Relationships>
</file>

<file path=ppt/slides/_rels/slide13.xml.rels><?xml version="1.0" encoding="UTF-8" standalone="yes"?>
<Relationships xmlns="http://schemas.openxmlformats.org/package/2006/relationships"><Relationship Id="rId9" Type="http://schemas.openxmlformats.org/officeDocument/2006/relationships/tags" Target="../tags/tag1297.xml"/><Relationship Id="rId8" Type="http://schemas.openxmlformats.org/officeDocument/2006/relationships/tags" Target="../tags/tag1296.xml"/><Relationship Id="rId7" Type="http://schemas.openxmlformats.org/officeDocument/2006/relationships/tags" Target="../tags/tag1295.xml"/><Relationship Id="rId6" Type="http://schemas.openxmlformats.org/officeDocument/2006/relationships/tags" Target="../tags/tag1294.xml"/><Relationship Id="rId5" Type="http://schemas.openxmlformats.org/officeDocument/2006/relationships/tags" Target="../tags/tag1293.xml"/><Relationship Id="rId4" Type="http://schemas.openxmlformats.org/officeDocument/2006/relationships/tags" Target="../tags/tag1292.xml"/><Relationship Id="rId3" Type="http://schemas.openxmlformats.org/officeDocument/2006/relationships/tags" Target="../tags/tag1291.xml"/><Relationship Id="rId2" Type="http://schemas.openxmlformats.org/officeDocument/2006/relationships/tags" Target="../tags/tag1290.xml"/><Relationship Id="rId14" Type="http://schemas.openxmlformats.org/officeDocument/2006/relationships/slideLayout" Target="../slideLayouts/slideLayout18.xml"/><Relationship Id="rId13" Type="http://schemas.openxmlformats.org/officeDocument/2006/relationships/tags" Target="../tags/tag1301.xml"/><Relationship Id="rId12" Type="http://schemas.openxmlformats.org/officeDocument/2006/relationships/tags" Target="../tags/tag1300.xml"/><Relationship Id="rId11" Type="http://schemas.openxmlformats.org/officeDocument/2006/relationships/tags" Target="../tags/tag1299.xml"/><Relationship Id="rId10" Type="http://schemas.openxmlformats.org/officeDocument/2006/relationships/tags" Target="../tags/tag1298.xml"/><Relationship Id="rId1" Type="http://schemas.openxmlformats.org/officeDocument/2006/relationships/tags" Target="../tags/tag1289.xml"/></Relationships>
</file>

<file path=ppt/slides/_rels/slide14.xml.rels><?xml version="1.0" encoding="UTF-8" standalone="yes"?>
<Relationships xmlns="http://schemas.openxmlformats.org/package/2006/relationships"><Relationship Id="rId9" Type="http://schemas.openxmlformats.org/officeDocument/2006/relationships/tags" Target="../tags/tag1310.xml"/><Relationship Id="rId8" Type="http://schemas.openxmlformats.org/officeDocument/2006/relationships/tags" Target="../tags/tag1309.xml"/><Relationship Id="rId7" Type="http://schemas.openxmlformats.org/officeDocument/2006/relationships/tags" Target="../tags/tag1308.xml"/><Relationship Id="rId6" Type="http://schemas.openxmlformats.org/officeDocument/2006/relationships/tags" Target="../tags/tag1307.xml"/><Relationship Id="rId52" Type="http://schemas.openxmlformats.org/officeDocument/2006/relationships/slideLayout" Target="../slideLayouts/slideLayout20.xml"/><Relationship Id="rId51" Type="http://schemas.openxmlformats.org/officeDocument/2006/relationships/tags" Target="../tags/tag1352.xml"/><Relationship Id="rId50" Type="http://schemas.openxmlformats.org/officeDocument/2006/relationships/tags" Target="../tags/tag1351.xml"/><Relationship Id="rId5" Type="http://schemas.openxmlformats.org/officeDocument/2006/relationships/tags" Target="../tags/tag1306.xml"/><Relationship Id="rId49" Type="http://schemas.openxmlformats.org/officeDocument/2006/relationships/tags" Target="../tags/tag1350.xml"/><Relationship Id="rId48" Type="http://schemas.openxmlformats.org/officeDocument/2006/relationships/tags" Target="../tags/tag1349.xml"/><Relationship Id="rId47" Type="http://schemas.openxmlformats.org/officeDocument/2006/relationships/tags" Target="../tags/tag1348.xml"/><Relationship Id="rId46" Type="http://schemas.openxmlformats.org/officeDocument/2006/relationships/tags" Target="../tags/tag1347.xml"/><Relationship Id="rId45" Type="http://schemas.openxmlformats.org/officeDocument/2006/relationships/tags" Target="../tags/tag1346.xml"/><Relationship Id="rId44" Type="http://schemas.openxmlformats.org/officeDocument/2006/relationships/tags" Target="../tags/tag1345.xml"/><Relationship Id="rId43" Type="http://schemas.openxmlformats.org/officeDocument/2006/relationships/tags" Target="../tags/tag1344.xml"/><Relationship Id="rId42" Type="http://schemas.openxmlformats.org/officeDocument/2006/relationships/tags" Target="../tags/tag1343.xml"/><Relationship Id="rId41" Type="http://schemas.openxmlformats.org/officeDocument/2006/relationships/tags" Target="../tags/tag1342.xml"/><Relationship Id="rId40" Type="http://schemas.openxmlformats.org/officeDocument/2006/relationships/tags" Target="../tags/tag1341.xml"/><Relationship Id="rId4" Type="http://schemas.openxmlformats.org/officeDocument/2006/relationships/tags" Target="../tags/tag1305.xml"/><Relationship Id="rId39" Type="http://schemas.openxmlformats.org/officeDocument/2006/relationships/tags" Target="../tags/tag1340.xml"/><Relationship Id="rId38" Type="http://schemas.openxmlformats.org/officeDocument/2006/relationships/tags" Target="../tags/tag1339.xml"/><Relationship Id="rId37" Type="http://schemas.openxmlformats.org/officeDocument/2006/relationships/tags" Target="../tags/tag1338.xml"/><Relationship Id="rId36" Type="http://schemas.openxmlformats.org/officeDocument/2006/relationships/tags" Target="../tags/tag1337.xml"/><Relationship Id="rId35" Type="http://schemas.openxmlformats.org/officeDocument/2006/relationships/tags" Target="../tags/tag1336.xml"/><Relationship Id="rId34" Type="http://schemas.openxmlformats.org/officeDocument/2006/relationships/tags" Target="../tags/tag1335.xml"/><Relationship Id="rId33" Type="http://schemas.openxmlformats.org/officeDocument/2006/relationships/tags" Target="../tags/tag1334.xml"/><Relationship Id="rId32" Type="http://schemas.openxmlformats.org/officeDocument/2006/relationships/tags" Target="../tags/tag1333.xml"/><Relationship Id="rId31" Type="http://schemas.openxmlformats.org/officeDocument/2006/relationships/tags" Target="../tags/tag1332.xml"/><Relationship Id="rId30" Type="http://schemas.openxmlformats.org/officeDocument/2006/relationships/tags" Target="../tags/tag1331.xml"/><Relationship Id="rId3" Type="http://schemas.openxmlformats.org/officeDocument/2006/relationships/tags" Target="../tags/tag1304.xml"/><Relationship Id="rId29" Type="http://schemas.openxmlformats.org/officeDocument/2006/relationships/tags" Target="../tags/tag1330.xml"/><Relationship Id="rId28" Type="http://schemas.openxmlformats.org/officeDocument/2006/relationships/tags" Target="../tags/tag1329.xml"/><Relationship Id="rId27" Type="http://schemas.openxmlformats.org/officeDocument/2006/relationships/tags" Target="../tags/tag1328.xml"/><Relationship Id="rId26" Type="http://schemas.openxmlformats.org/officeDocument/2006/relationships/tags" Target="../tags/tag1327.xml"/><Relationship Id="rId25" Type="http://schemas.openxmlformats.org/officeDocument/2006/relationships/tags" Target="../tags/tag1326.xml"/><Relationship Id="rId24" Type="http://schemas.openxmlformats.org/officeDocument/2006/relationships/tags" Target="../tags/tag1325.xml"/><Relationship Id="rId23" Type="http://schemas.openxmlformats.org/officeDocument/2006/relationships/tags" Target="../tags/tag1324.xml"/><Relationship Id="rId22" Type="http://schemas.openxmlformats.org/officeDocument/2006/relationships/tags" Target="../tags/tag1323.xml"/><Relationship Id="rId21" Type="http://schemas.openxmlformats.org/officeDocument/2006/relationships/tags" Target="../tags/tag1322.xml"/><Relationship Id="rId20" Type="http://schemas.openxmlformats.org/officeDocument/2006/relationships/tags" Target="../tags/tag1321.xml"/><Relationship Id="rId2" Type="http://schemas.openxmlformats.org/officeDocument/2006/relationships/tags" Target="../tags/tag1303.xml"/><Relationship Id="rId19" Type="http://schemas.openxmlformats.org/officeDocument/2006/relationships/tags" Target="../tags/tag1320.xml"/><Relationship Id="rId18" Type="http://schemas.openxmlformats.org/officeDocument/2006/relationships/tags" Target="../tags/tag1319.xml"/><Relationship Id="rId17" Type="http://schemas.openxmlformats.org/officeDocument/2006/relationships/tags" Target="../tags/tag1318.xml"/><Relationship Id="rId16" Type="http://schemas.openxmlformats.org/officeDocument/2006/relationships/tags" Target="../tags/tag1317.xml"/><Relationship Id="rId15" Type="http://schemas.openxmlformats.org/officeDocument/2006/relationships/tags" Target="../tags/tag1316.xml"/><Relationship Id="rId14" Type="http://schemas.openxmlformats.org/officeDocument/2006/relationships/tags" Target="../tags/tag1315.xml"/><Relationship Id="rId13" Type="http://schemas.openxmlformats.org/officeDocument/2006/relationships/tags" Target="../tags/tag1314.xml"/><Relationship Id="rId12" Type="http://schemas.openxmlformats.org/officeDocument/2006/relationships/tags" Target="../tags/tag1313.xml"/><Relationship Id="rId11" Type="http://schemas.openxmlformats.org/officeDocument/2006/relationships/tags" Target="../tags/tag1312.xml"/><Relationship Id="rId10" Type="http://schemas.openxmlformats.org/officeDocument/2006/relationships/tags" Target="../tags/tag1311.xml"/><Relationship Id="rId1" Type="http://schemas.openxmlformats.org/officeDocument/2006/relationships/tags" Target="../tags/tag1302.xml"/></Relationships>
</file>

<file path=ppt/slides/_rels/slide15.xml.rels><?xml version="1.0" encoding="UTF-8" standalone="yes"?>
<Relationships xmlns="http://schemas.openxmlformats.org/package/2006/relationships"><Relationship Id="rId9" Type="http://schemas.openxmlformats.org/officeDocument/2006/relationships/image" Target="../media/image1.png"/><Relationship Id="rId8" Type="http://schemas.openxmlformats.org/officeDocument/2006/relationships/tags" Target="../tags/tag1360.xml"/><Relationship Id="rId7" Type="http://schemas.openxmlformats.org/officeDocument/2006/relationships/tags" Target="../tags/tag1359.xml"/><Relationship Id="rId6" Type="http://schemas.openxmlformats.org/officeDocument/2006/relationships/tags" Target="../tags/tag1358.xml"/><Relationship Id="rId5" Type="http://schemas.openxmlformats.org/officeDocument/2006/relationships/tags" Target="../tags/tag1357.xml"/><Relationship Id="rId4" Type="http://schemas.openxmlformats.org/officeDocument/2006/relationships/tags" Target="../tags/tag1356.xml"/><Relationship Id="rId3" Type="http://schemas.openxmlformats.org/officeDocument/2006/relationships/tags" Target="../tags/tag1355.xml"/><Relationship Id="rId2" Type="http://schemas.openxmlformats.org/officeDocument/2006/relationships/tags" Target="../tags/tag1354.xml"/><Relationship Id="rId11" Type="http://schemas.openxmlformats.org/officeDocument/2006/relationships/slideLayout" Target="../slideLayouts/slideLayout18.xml"/><Relationship Id="rId10" Type="http://schemas.openxmlformats.org/officeDocument/2006/relationships/tags" Target="../tags/tag1361.xml"/><Relationship Id="rId1" Type="http://schemas.openxmlformats.org/officeDocument/2006/relationships/tags" Target="../tags/tag1353.xml"/></Relationships>
</file>

<file path=ppt/slides/_rels/slide16.xml.rels><?xml version="1.0" encoding="UTF-8" standalone="yes"?>
<Relationships xmlns="http://schemas.openxmlformats.org/package/2006/relationships"><Relationship Id="rId9" Type="http://schemas.openxmlformats.org/officeDocument/2006/relationships/tags" Target="../tags/tag1370.xml"/><Relationship Id="rId8" Type="http://schemas.openxmlformats.org/officeDocument/2006/relationships/tags" Target="../tags/tag1369.xml"/><Relationship Id="rId7" Type="http://schemas.openxmlformats.org/officeDocument/2006/relationships/tags" Target="../tags/tag1368.xml"/><Relationship Id="rId6" Type="http://schemas.openxmlformats.org/officeDocument/2006/relationships/tags" Target="../tags/tag1367.xml"/><Relationship Id="rId5" Type="http://schemas.openxmlformats.org/officeDocument/2006/relationships/tags" Target="../tags/tag1366.xml"/><Relationship Id="rId4" Type="http://schemas.openxmlformats.org/officeDocument/2006/relationships/tags" Target="../tags/tag1365.xml"/><Relationship Id="rId3" Type="http://schemas.openxmlformats.org/officeDocument/2006/relationships/tags" Target="../tags/tag1364.xml"/><Relationship Id="rId27" Type="http://schemas.openxmlformats.org/officeDocument/2006/relationships/slideLayout" Target="../slideLayouts/slideLayout20.xml"/><Relationship Id="rId26" Type="http://schemas.openxmlformats.org/officeDocument/2006/relationships/tags" Target="../tags/tag1387.xml"/><Relationship Id="rId25" Type="http://schemas.openxmlformats.org/officeDocument/2006/relationships/tags" Target="../tags/tag1386.xml"/><Relationship Id="rId24" Type="http://schemas.openxmlformats.org/officeDocument/2006/relationships/tags" Target="../tags/tag1385.xml"/><Relationship Id="rId23" Type="http://schemas.openxmlformats.org/officeDocument/2006/relationships/tags" Target="../tags/tag1384.xml"/><Relationship Id="rId22" Type="http://schemas.openxmlformats.org/officeDocument/2006/relationships/tags" Target="../tags/tag1383.xml"/><Relationship Id="rId21" Type="http://schemas.openxmlformats.org/officeDocument/2006/relationships/tags" Target="../tags/tag1382.xml"/><Relationship Id="rId20" Type="http://schemas.openxmlformats.org/officeDocument/2006/relationships/tags" Target="../tags/tag1381.xml"/><Relationship Id="rId2" Type="http://schemas.openxmlformats.org/officeDocument/2006/relationships/tags" Target="../tags/tag1363.xml"/><Relationship Id="rId19" Type="http://schemas.openxmlformats.org/officeDocument/2006/relationships/tags" Target="../tags/tag1380.xml"/><Relationship Id="rId18" Type="http://schemas.openxmlformats.org/officeDocument/2006/relationships/tags" Target="../tags/tag1379.xml"/><Relationship Id="rId17" Type="http://schemas.openxmlformats.org/officeDocument/2006/relationships/tags" Target="../tags/tag1378.xml"/><Relationship Id="rId16" Type="http://schemas.openxmlformats.org/officeDocument/2006/relationships/tags" Target="../tags/tag1377.xml"/><Relationship Id="rId15" Type="http://schemas.openxmlformats.org/officeDocument/2006/relationships/tags" Target="../tags/tag1376.xml"/><Relationship Id="rId14" Type="http://schemas.openxmlformats.org/officeDocument/2006/relationships/tags" Target="../tags/tag1375.xml"/><Relationship Id="rId13" Type="http://schemas.openxmlformats.org/officeDocument/2006/relationships/tags" Target="../tags/tag1374.xml"/><Relationship Id="rId12" Type="http://schemas.openxmlformats.org/officeDocument/2006/relationships/tags" Target="../tags/tag1373.xml"/><Relationship Id="rId11" Type="http://schemas.openxmlformats.org/officeDocument/2006/relationships/tags" Target="../tags/tag1372.xml"/><Relationship Id="rId10" Type="http://schemas.openxmlformats.org/officeDocument/2006/relationships/tags" Target="../tags/tag1371.xml"/><Relationship Id="rId1" Type="http://schemas.openxmlformats.org/officeDocument/2006/relationships/tags" Target="../tags/tag1362.xml"/></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22.xml"/><Relationship Id="rId1" Type="http://schemas.openxmlformats.org/officeDocument/2006/relationships/tags" Target="../tags/tag1388.xml"/></Relationships>
</file>

<file path=ppt/slides/_rels/slide18.xml.rels><?xml version="1.0" encoding="UTF-8" standalone="yes"?>
<Relationships xmlns="http://schemas.openxmlformats.org/package/2006/relationships"><Relationship Id="rId9" Type="http://schemas.openxmlformats.org/officeDocument/2006/relationships/tags" Target="../tags/tag1397.xml"/><Relationship Id="rId8" Type="http://schemas.openxmlformats.org/officeDocument/2006/relationships/tags" Target="../tags/tag1396.xml"/><Relationship Id="rId7" Type="http://schemas.openxmlformats.org/officeDocument/2006/relationships/tags" Target="../tags/tag1395.xml"/><Relationship Id="rId6" Type="http://schemas.openxmlformats.org/officeDocument/2006/relationships/tags" Target="../tags/tag1394.xml"/><Relationship Id="rId5" Type="http://schemas.openxmlformats.org/officeDocument/2006/relationships/tags" Target="../tags/tag1393.xml"/><Relationship Id="rId4" Type="http://schemas.openxmlformats.org/officeDocument/2006/relationships/tags" Target="../tags/tag1392.xml"/><Relationship Id="rId3" Type="http://schemas.openxmlformats.org/officeDocument/2006/relationships/tags" Target="../tags/tag1391.xml"/><Relationship Id="rId2" Type="http://schemas.openxmlformats.org/officeDocument/2006/relationships/tags" Target="../tags/tag1390.xml"/><Relationship Id="rId15" Type="http://schemas.openxmlformats.org/officeDocument/2006/relationships/slideLayout" Target="../slideLayouts/slideLayout21.xml"/><Relationship Id="rId14" Type="http://schemas.openxmlformats.org/officeDocument/2006/relationships/tags" Target="../tags/tag1402.xml"/><Relationship Id="rId13" Type="http://schemas.openxmlformats.org/officeDocument/2006/relationships/tags" Target="../tags/tag1401.xml"/><Relationship Id="rId12" Type="http://schemas.openxmlformats.org/officeDocument/2006/relationships/tags" Target="../tags/tag1400.xml"/><Relationship Id="rId11" Type="http://schemas.openxmlformats.org/officeDocument/2006/relationships/tags" Target="../tags/tag1399.xml"/><Relationship Id="rId10" Type="http://schemas.openxmlformats.org/officeDocument/2006/relationships/tags" Target="../tags/tag1398.xml"/><Relationship Id="rId1" Type="http://schemas.openxmlformats.org/officeDocument/2006/relationships/tags" Target="../tags/tag1389.xml"/></Relationships>
</file>

<file path=ppt/slides/_rels/slide19.xml.rels><?xml version="1.0" encoding="UTF-8" standalone="yes"?>
<Relationships xmlns="http://schemas.openxmlformats.org/package/2006/relationships"><Relationship Id="rId9" Type="http://schemas.openxmlformats.org/officeDocument/2006/relationships/tags" Target="../tags/tag1409.xml"/><Relationship Id="rId8" Type="http://schemas.openxmlformats.org/officeDocument/2006/relationships/tags" Target="../tags/tag1408.xml"/><Relationship Id="rId7" Type="http://schemas.openxmlformats.org/officeDocument/2006/relationships/tags" Target="../tags/tag1407.xml"/><Relationship Id="rId6" Type="http://schemas.openxmlformats.org/officeDocument/2006/relationships/tags" Target="../tags/tag1406.xml"/><Relationship Id="rId5" Type="http://schemas.openxmlformats.org/officeDocument/2006/relationships/tags" Target="../tags/tag1405.xml"/><Relationship Id="rId4" Type="http://schemas.microsoft.com/office/2007/relationships/hdphoto" Target="../media/image7.wdp"/><Relationship Id="rId3" Type="http://schemas.openxmlformats.org/officeDocument/2006/relationships/image" Target="../media/image6.png"/><Relationship Id="rId2" Type="http://schemas.openxmlformats.org/officeDocument/2006/relationships/tags" Target="../tags/tag1404.xml"/><Relationship Id="rId17" Type="http://schemas.openxmlformats.org/officeDocument/2006/relationships/slideLayout" Target="../slideLayouts/slideLayout18.xml"/><Relationship Id="rId16" Type="http://schemas.openxmlformats.org/officeDocument/2006/relationships/tags" Target="../tags/tag1416.xml"/><Relationship Id="rId15" Type="http://schemas.openxmlformats.org/officeDocument/2006/relationships/tags" Target="../tags/tag1415.xml"/><Relationship Id="rId14" Type="http://schemas.openxmlformats.org/officeDocument/2006/relationships/tags" Target="../tags/tag1414.xml"/><Relationship Id="rId13" Type="http://schemas.openxmlformats.org/officeDocument/2006/relationships/tags" Target="../tags/tag1413.xml"/><Relationship Id="rId12" Type="http://schemas.openxmlformats.org/officeDocument/2006/relationships/tags" Target="../tags/tag1412.xml"/><Relationship Id="rId11" Type="http://schemas.openxmlformats.org/officeDocument/2006/relationships/tags" Target="../tags/tag1411.xml"/><Relationship Id="rId10" Type="http://schemas.openxmlformats.org/officeDocument/2006/relationships/tags" Target="../tags/tag1410.xml"/><Relationship Id="rId1" Type="http://schemas.openxmlformats.org/officeDocument/2006/relationships/tags" Target="../tags/tag1403.xml"/></Relationships>
</file>

<file path=ppt/slides/_rels/slide20.xml.rels><?xml version="1.0" encoding="UTF-8" standalone="yes"?>
<Relationships xmlns="http://schemas.openxmlformats.org/package/2006/relationships"><Relationship Id="rId9" Type="http://schemas.openxmlformats.org/officeDocument/2006/relationships/tags" Target="../tags/tag1425.xml"/><Relationship Id="rId8" Type="http://schemas.openxmlformats.org/officeDocument/2006/relationships/tags" Target="../tags/tag1424.xml"/><Relationship Id="rId7" Type="http://schemas.openxmlformats.org/officeDocument/2006/relationships/tags" Target="../tags/tag1423.xml"/><Relationship Id="rId6" Type="http://schemas.openxmlformats.org/officeDocument/2006/relationships/tags" Target="../tags/tag1422.xml"/><Relationship Id="rId5" Type="http://schemas.openxmlformats.org/officeDocument/2006/relationships/tags" Target="../tags/tag1421.xml"/><Relationship Id="rId4" Type="http://schemas.openxmlformats.org/officeDocument/2006/relationships/tags" Target="../tags/tag1420.xml"/><Relationship Id="rId3" Type="http://schemas.openxmlformats.org/officeDocument/2006/relationships/tags" Target="../tags/tag1419.xml"/><Relationship Id="rId2" Type="http://schemas.openxmlformats.org/officeDocument/2006/relationships/tags" Target="../tags/tag1418.xml"/><Relationship Id="rId15" Type="http://schemas.openxmlformats.org/officeDocument/2006/relationships/slideLayout" Target="../slideLayouts/slideLayout20.xml"/><Relationship Id="rId14" Type="http://schemas.openxmlformats.org/officeDocument/2006/relationships/tags" Target="../tags/tag1428.xml"/><Relationship Id="rId13" Type="http://schemas.openxmlformats.org/officeDocument/2006/relationships/image" Target="../media/image9.emf"/><Relationship Id="rId12" Type="http://schemas.openxmlformats.org/officeDocument/2006/relationships/image" Target="../media/image8.emf"/><Relationship Id="rId11" Type="http://schemas.openxmlformats.org/officeDocument/2006/relationships/tags" Target="../tags/tag1427.xml"/><Relationship Id="rId10" Type="http://schemas.openxmlformats.org/officeDocument/2006/relationships/tags" Target="../tags/tag1426.xml"/><Relationship Id="rId1" Type="http://schemas.openxmlformats.org/officeDocument/2006/relationships/tags" Target="../tags/tag1417.xml"/></Relationships>
</file>

<file path=ppt/slides/_rels/slide21.xml.rels><?xml version="1.0" encoding="UTF-8" standalone="yes"?>
<Relationships xmlns="http://schemas.openxmlformats.org/package/2006/relationships"><Relationship Id="rId9" Type="http://schemas.openxmlformats.org/officeDocument/2006/relationships/tags" Target="../tags/tag1437.xml"/><Relationship Id="rId8" Type="http://schemas.openxmlformats.org/officeDocument/2006/relationships/tags" Target="../tags/tag1436.xml"/><Relationship Id="rId7" Type="http://schemas.openxmlformats.org/officeDocument/2006/relationships/tags" Target="../tags/tag1435.xml"/><Relationship Id="rId6" Type="http://schemas.openxmlformats.org/officeDocument/2006/relationships/tags" Target="../tags/tag1434.xml"/><Relationship Id="rId5" Type="http://schemas.openxmlformats.org/officeDocument/2006/relationships/tags" Target="../tags/tag1433.xml"/><Relationship Id="rId4" Type="http://schemas.openxmlformats.org/officeDocument/2006/relationships/tags" Target="../tags/tag1432.xml"/><Relationship Id="rId3" Type="http://schemas.openxmlformats.org/officeDocument/2006/relationships/tags" Target="../tags/tag1431.xml"/><Relationship Id="rId22" Type="http://schemas.openxmlformats.org/officeDocument/2006/relationships/slideLayout" Target="../slideLayouts/slideLayout20.xml"/><Relationship Id="rId21" Type="http://schemas.openxmlformats.org/officeDocument/2006/relationships/tags" Target="../tags/tag1445.xml"/><Relationship Id="rId20" Type="http://schemas.openxmlformats.org/officeDocument/2006/relationships/image" Target="../media/image13.png"/><Relationship Id="rId2" Type="http://schemas.openxmlformats.org/officeDocument/2006/relationships/tags" Target="../tags/tag1430.xml"/><Relationship Id="rId19" Type="http://schemas.openxmlformats.org/officeDocument/2006/relationships/image" Target="../media/image12.png"/><Relationship Id="rId18" Type="http://schemas.openxmlformats.org/officeDocument/2006/relationships/image" Target="../media/image11.png"/><Relationship Id="rId17" Type="http://schemas.openxmlformats.org/officeDocument/2006/relationships/image" Target="../media/image10.png"/><Relationship Id="rId16" Type="http://schemas.openxmlformats.org/officeDocument/2006/relationships/tags" Target="../tags/tag1444.xml"/><Relationship Id="rId15" Type="http://schemas.openxmlformats.org/officeDocument/2006/relationships/tags" Target="../tags/tag1443.xml"/><Relationship Id="rId14" Type="http://schemas.openxmlformats.org/officeDocument/2006/relationships/tags" Target="../tags/tag1442.xml"/><Relationship Id="rId13" Type="http://schemas.openxmlformats.org/officeDocument/2006/relationships/tags" Target="../tags/tag1441.xml"/><Relationship Id="rId12" Type="http://schemas.openxmlformats.org/officeDocument/2006/relationships/tags" Target="../tags/tag1440.xml"/><Relationship Id="rId11" Type="http://schemas.openxmlformats.org/officeDocument/2006/relationships/tags" Target="../tags/tag1439.xml"/><Relationship Id="rId10" Type="http://schemas.openxmlformats.org/officeDocument/2006/relationships/tags" Target="../tags/tag1438.xml"/><Relationship Id="rId1" Type="http://schemas.openxmlformats.org/officeDocument/2006/relationships/tags" Target="../tags/tag1429.xml"/></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20.xml"/><Relationship Id="rId2" Type="http://schemas.openxmlformats.org/officeDocument/2006/relationships/tags" Target="../tags/tag1446.xml"/><Relationship Id="rId1" Type="http://schemas.openxmlformats.org/officeDocument/2006/relationships/image" Target="../media/image14.png"/></Relationships>
</file>

<file path=ppt/slides/_rels/slide23.xml.rels><?xml version="1.0" encoding="UTF-8" standalone="yes"?>
<Relationships xmlns="http://schemas.openxmlformats.org/package/2006/relationships"><Relationship Id="rId9" Type="http://schemas.openxmlformats.org/officeDocument/2006/relationships/tags" Target="../tags/tag1454.xml"/><Relationship Id="rId8" Type="http://schemas.openxmlformats.org/officeDocument/2006/relationships/tags" Target="../tags/tag1453.xml"/><Relationship Id="rId7" Type="http://schemas.openxmlformats.org/officeDocument/2006/relationships/tags" Target="../tags/tag1452.xml"/><Relationship Id="rId6" Type="http://schemas.openxmlformats.org/officeDocument/2006/relationships/tags" Target="../tags/tag1451.xml"/><Relationship Id="rId5" Type="http://schemas.openxmlformats.org/officeDocument/2006/relationships/tags" Target="../tags/tag1450.xml"/><Relationship Id="rId4" Type="http://schemas.openxmlformats.org/officeDocument/2006/relationships/tags" Target="../tags/tag1449.xml"/><Relationship Id="rId3" Type="http://schemas.openxmlformats.org/officeDocument/2006/relationships/tags" Target="../tags/tag1448.xml"/><Relationship Id="rId2" Type="http://schemas.openxmlformats.org/officeDocument/2006/relationships/image" Target="../media/image1.png"/><Relationship Id="rId11" Type="http://schemas.openxmlformats.org/officeDocument/2006/relationships/slideLayout" Target="../slideLayouts/slideLayout18.xml"/><Relationship Id="rId10" Type="http://schemas.openxmlformats.org/officeDocument/2006/relationships/tags" Target="../tags/tag1455.xml"/><Relationship Id="rId1" Type="http://schemas.openxmlformats.org/officeDocument/2006/relationships/tags" Target="../tags/tag1447.xml"/></Relationships>
</file>

<file path=ppt/slides/_rels/slide24.xml.rels><?xml version="1.0" encoding="UTF-8" standalone="yes"?>
<Relationships xmlns="http://schemas.openxmlformats.org/package/2006/relationships"><Relationship Id="rId9" Type="http://schemas.openxmlformats.org/officeDocument/2006/relationships/tags" Target="../tags/tag1463.xml"/><Relationship Id="rId8" Type="http://schemas.openxmlformats.org/officeDocument/2006/relationships/tags" Target="../tags/tag1462.xml"/><Relationship Id="rId7" Type="http://schemas.openxmlformats.org/officeDocument/2006/relationships/tags" Target="../tags/tag1461.xml"/><Relationship Id="rId6" Type="http://schemas.openxmlformats.org/officeDocument/2006/relationships/tags" Target="../tags/tag1460.xml"/><Relationship Id="rId5" Type="http://schemas.openxmlformats.org/officeDocument/2006/relationships/tags" Target="../tags/tag1459.xml"/><Relationship Id="rId4" Type="http://schemas.openxmlformats.org/officeDocument/2006/relationships/tags" Target="../tags/tag1458.xml"/><Relationship Id="rId3" Type="http://schemas.openxmlformats.org/officeDocument/2006/relationships/tags" Target="../tags/tag1457.xml"/><Relationship Id="rId2" Type="http://schemas.openxmlformats.org/officeDocument/2006/relationships/image" Target="../media/image1.png"/><Relationship Id="rId16" Type="http://schemas.openxmlformats.org/officeDocument/2006/relationships/slideLayout" Target="../slideLayouts/slideLayout18.xml"/><Relationship Id="rId15" Type="http://schemas.openxmlformats.org/officeDocument/2006/relationships/tags" Target="../tags/tag1468.xml"/><Relationship Id="rId14" Type="http://schemas.openxmlformats.org/officeDocument/2006/relationships/image" Target="../media/image15.emf"/><Relationship Id="rId13" Type="http://schemas.openxmlformats.org/officeDocument/2006/relationships/tags" Target="../tags/tag1467.xml"/><Relationship Id="rId12" Type="http://schemas.openxmlformats.org/officeDocument/2006/relationships/tags" Target="../tags/tag1466.xml"/><Relationship Id="rId11" Type="http://schemas.openxmlformats.org/officeDocument/2006/relationships/tags" Target="../tags/tag1465.xml"/><Relationship Id="rId10" Type="http://schemas.openxmlformats.org/officeDocument/2006/relationships/tags" Target="../tags/tag1464.xml"/><Relationship Id="rId1" Type="http://schemas.openxmlformats.org/officeDocument/2006/relationships/tags" Target="../tags/tag1456.xml"/></Relationships>
</file>

<file path=ppt/slides/_rels/slide25.xml.rels><?xml version="1.0" encoding="UTF-8" standalone="yes"?>
<Relationships xmlns="http://schemas.openxmlformats.org/package/2006/relationships"><Relationship Id="rId9" Type="http://schemas.openxmlformats.org/officeDocument/2006/relationships/tags" Target="../tags/tag1477.xml"/><Relationship Id="rId8" Type="http://schemas.openxmlformats.org/officeDocument/2006/relationships/tags" Target="../tags/tag1476.xml"/><Relationship Id="rId7" Type="http://schemas.openxmlformats.org/officeDocument/2006/relationships/tags" Target="../tags/tag1475.xml"/><Relationship Id="rId6" Type="http://schemas.openxmlformats.org/officeDocument/2006/relationships/tags" Target="../tags/tag1474.xml"/><Relationship Id="rId5" Type="http://schemas.openxmlformats.org/officeDocument/2006/relationships/tags" Target="../tags/tag1473.xml"/><Relationship Id="rId4" Type="http://schemas.openxmlformats.org/officeDocument/2006/relationships/tags" Target="../tags/tag1472.xml"/><Relationship Id="rId3" Type="http://schemas.openxmlformats.org/officeDocument/2006/relationships/tags" Target="../tags/tag1471.xml"/><Relationship Id="rId2" Type="http://schemas.openxmlformats.org/officeDocument/2006/relationships/tags" Target="../tags/tag1470.xml"/><Relationship Id="rId11" Type="http://schemas.openxmlformats.org/officeDocument/2006/relationships/slideLayout" Target="../slideLayouts/slideLayout18.xml"/><Relationship Id="rId10" Type="http://schemas.openxmlformats.org/officeDocument/2006/relationships/tags" Target="../tags/tag1478.xml"/><Relationship Id="rId1" Type="http://schemas.openxmlformats.org/officeDocument/2006/relationships/tags" Target="../tags/tag1469.xml"/></Relationships>
</file>

<file path=ppt/slides/_rels/slide26.xml.rels><?xml version="1.0" encoding="UTF-8" standalone="yes"?>
<Relationships xmlns="http://schemas.openxmlformats.org/package/2006/relationships"><Relationship Id="rId9" Type="http://schemas.openxmlformats.org/officeDocument/2006/relationships/tags" Target="../tags/tag1487.xml"/><Relationship Id="rId8" Type="http://schemas.openxmlformats.org/officeDocument/2006/relationships/tags" Target="../tags/tag1486.xml"/><Relationship Id="rId7" Type="http://schemas.openxmlformats.org/officeDocument/2006/relationships/tags" Target="../tags/tag1485.xml"/><Relationship Id="rId6" Type="http://schemas.openxmlformats.org/officeDocument/2006/relationships/tags" Target="../tags/tag1484.xml"/><Relationship Id="rId5" Type="http://schemas.openxmlformats.org/officeDocument/2006/relationships/tags" Target="../tags/tag1483.xml"/><Relationship Id="rId4" Type="http://schemas.openxmlformats.org/officeDocument/2006/relationships/tags" Target="../tags/tag1482.xml"/><Relationship Id="rId3" Type="http://schemas.openxmlformats.org/officeDocument/2006/relationships/tags" Target="../tags/tag1481.xml"/><Relationship Id="rId2" Type="http://schemas.openxmlformats.org/officeDocument/2006/relationships/tags" Target="../tags/tag1480.xml"/><Relationship Id="rId17" Type="http://schemas.openxmlformats.org/officeDocument/2006/relationships/notesSlide" Target="../notesSlides/notesSlide4.xml"/><Relationship Id="rId16" Type="http://schemas.openxmlformats.org/officeDocument/2006/relationships/slideLayout" Target="../slideLayouts/slideLayout18.xml"/><Relationship Id="rId15" Type="http://schemas.openxmlformats.org/officeDocument/2006/relationships/tags" Target="../tags/tag1490.xml"/><Relationship Id="rId14" Type="http://schemas.openxmlformats.org/officeDocument/2006/relationships/image" Target="../media/image17.png"/><Relationship Id="rId13" Type="http://schemas.openxmlformats.org/officeDocument/2006/relationships/image" Target="../media/image16.png"/><Relationship Id="rId12" Type="http://schemas.openxmlformats.org/officeDocument/2006/relationships/image" Target="../media/image3.png"/><Relationship Id="rId11" Type="http://schemas.openxmlformats.org/officeDocument/2006/relationships/tags" Target="../tags/tag1489.xml"/><Relationship Id="rId10" Type="http://schemas.openxmlformats.org/officeDocument/2006/relationships/tags" Target="../tags/tag1488.xml"/><Relationship Id="rId1" Type="http://schemas.openxmlformats.org/officeDocument/2006/relationships/tags" Target="../tags/tag1479.xml"/></Relationships>
</file>

<file path=ppt/slides/_rels/slide27.xml.rels><?xml version="1.0" encoding="UTF-8" standalone="yes"?>
<Relationships xmlns="http://schemas.openxmlformats.org/package/2006/relationships"><Relationship Id="rId9" Type="http://schemas.openxmlformats.org/officeDocument/2006/relationships/slideLayout" Target="../slideLayouts/slideLayout18.xml"/><Relationship Id="rId8" Type="http://schemas.openxmlformats.org/officeDocument/2006/relationships/tags" Target="../tags/tag1497.xml"/><Relationship Id="rId7" Type="http://schemas.openxmlformats.org/officeDocument/2006/relationships/tags" Target="../tags/tag1496.xml"/><Relationship Id="rId6" Type="http://schemas.openxmlformats.org/officeDocument/2006/relationships/tags" Target="../tags/tag1495.xml"/><Relationship Id="rId5" Type="http://schemas.openxmlformats.org/officeDocument/2006/relationships/image" Target="../media/image18.emf"/><Relationship Id="rId4" Type="http://schemas.openxmlformats.org/officeDocument/2006/relationships/tags" Target="../tags/tag1494.xml"/><Relationship Id="rId3" Type="http://schemas.openxmlformats.org/officeDocument/2006/relationships/tags" Target="../tags/tag1493.xml"/><Relationship Id="rId2" Type="http://schemas.openxmlformats.org/officeDocument/2006/relationships/tags" Target="../tags/tag1492.xml"/><Relationship Id="rId10" Type="http://schemas.openxmlformats.org/officeDocument/2006/relationships/notesSlide" Target="../notesSlides/notesSlide5.xml"/><Relationship Id="rId1" Type="http://schemas.openxmlformats.org/officeDocument/2006/relationships/tags" Target="../tags/tag1491.xml"/></Relationships>
</file>

<file path=ppt/slides/_rels/slide28.xml.rels><?xml version="1.0" encoding="UTF-8" standalone="yes"?>
<Relationships xmlns="http://schemas.openxmlformats.org/package/2006/relationships"><Relationship Id="rId99" Type="http://schemas.openxmlformats.org/officeDocument/2006/relationships/tags" Target="../tags/tag1595.xml"/><Relationship Id="rId98" Type="http://schemas.openxmlformats.org/officeDocument/2006/relationships/tags" Target="../tags/tag1594.xml"/><Relationship Id="rId97" Type="http://schemas.openxmlformats.org/officeDocument/2006/relationships/tags" Target="../tags/tag1593.xml"/><Relationship Id="rId96" Type="http://schemas.openxmlformats.org/officeDocument/2006/relationships/tags" Target="../tags/tag1592.xml"/><Relationship Id="rId95" Type="http://schemas.openxmlformats.org/officeDocument/2006/relationships/tags" Target="../tags/tag1591.xml"/><Relationship Id="rId94" Type="http://schemas.openxmlformats.org/officeDocument/2006/relationships/tags" Target="../tags/tag1590.xml"/><Relationship Id="rId93" Type="http://schemas.openxmlformats.org/officeDocument/2006/relationships/tags" Target="../tags/tag1589.xml"/><Relationship Id="rId92" Type="http://schemas.openxmlformats.org/officeDocument/2006/relationships/tags" Target="../tags/tag1588.xml"/><Relationship Id="rId91" Type="http://schemas.openxmlformats.org/officeDocument/2006/relationships/tags" Target="../tags/tag1587.xml"/><Relationship Id="rId90" Type="http://schemas.openxmlformats.org/officeDocument/2006/relationships/tags" Target="../tags/tag1586.xml"/><Relationship Id="rId9" Type="http://schemas.openxmlformats.org/officeDocument/2006/relationships/tags" Target="../tags/tag1505.xml"/><Relationship Id="rId89" Type="http://schemas.openxmlformats.org/officeDocument/2006/relationships/tags" Target="../tags/tag1585.xml"/><Relationship Id="rId88" Type="http://schemas.openxmlformats.org/officeDocument/2006/relationships/tags" Target="../tags/tag1584.xml"/><Relationship Id="rId87" Type="http://schemas.openxmlformats.org/officeDocument/2006/relationships/tags" Target="../tags/tag1583.xml"/><Relationship Id="rId86" Type="http://schemas.openxmlformats.org/officeDocument/2006/relationships/tags" Target="../tags/tag1582.xml"/><Relationship Id="rId85" Type="http://schemas.openxmlformats.org/officeDocument/2006/relationships/tags" Target="../tags/tag1581.xml"/><Relationship Id="rId84" Type="http://schemas.openxmlformats.org/officeDocument/2006/relationships/tags" Target="../tags/tag1580.xml"/><Relationship Id="rId83" Type="http://schemas.openxmlformats.org/officeDocument/2006/relationships/tags" Target="../tags/tag1579.xml"/><Relationship Id="rId82" Type="http://schemas.openxmlformats.org/officeDocument/2006/relationships/tags" Target="../tags/tag1578.xml"/><Relationship Id="rId81" Type="http://schemas.openxmlformats.org/officeDocument/2006/relationships/tags" Target="../tags/tag1577.xml"/><Relationship Id="rId80" Type="http://schemas.openxmlformats.org/officeDocument/2006/relationships/tags" Target="../tags/tag1576.xml"/><Relationship Id="rId8" Type="http://schemas.openxmlformats.org/officeDocument/2006/relationships/tags" Target="../tags/tag1504.xml"/><Relationship Id="rId79" Type="http://schemas.openxmlformats.org/officeDocument/2006/relationships/tags" Target="../tags/tag1575.xml"/><Relationship Id="rId78" Type="http://schemas.openxmlformats.org/officeDocument/2006/relationships/tags" Target="../tags/tag1574.xml"/><Relationship Id="rId77" Type="http://schemas.openxmlformats.org/officeDocument/2006/relationships/tags" Target="../tags/tag1573.xml"/><Relationship Id="rId76" Type="http://schemas.openxmlformats.org/officeDocument/2006/relationships/tags" Target="../tags/tag1572.xml"/><Relationship Id="rId75" Type="http://schemas.openxmlformats.org/officeDocument/2006/relationships/tags" Target="../tags/tag1571.xml"/><Relationship Id="rId74" Type="http://schemas.openxmlformats.org/officeDocument/2006/relationships/tags" Target="../tags/tag1570.xml"/><Relationship Id="rId73" Type="http://schemas.openxmlformats.org/officeDocument/2006/relationships/tags" Target="../tags/tag1569.xml"/><Relationship Id="rId72" Type="http://schemas.openxmlformats.org/officeDocument/2006/relationships/tags" Target="../tags/tag1568.xml"/><Relationship Id="rId71" Type="http://schemas.openxmlformats.org/officeDocument/2006/relationships/tags" Target="../tags/tag1567.xml"/><Relationship Id="rId70" Type="http://schemas.openxmlformats.org/officeDocument/2006/relationships/tags" Target="../tags/tag1566.xml"/><Relationship Id="rId7" Type="http://schemas.openxmlformats.org/officeDocument/2006/relationships/tags" Target="../tags/tag1503.xml"/><Relationship Id="rId69" Type="http://schemas.openxmlformats.org/officeDocument/2006/relationships/tags" Target="../tags/tag1565.xml"/><Relationship Id="rId68" Type="http://schemas.openxmlformats.org/officeDocument/2006/relationships/tags" Target="../tags/tag1564.xml"/><Relationship Id="rId67" Type="http://schemas.openxmlformats.org/officeDocument/2006/relationships/tags" Target="../tags/tag1563.xml"/><Relationship Id="rId66" Type="http://schemas.openxmlformats.org/officeDocument/2006/relationships/tags" Target="../tags/tag1562.xml"/><Relationship Id="rId65" Type="http://schemas.openxmlformats.org/officeDocument/2006/relationships/tags" Target="../tags/tag1561.xml"/><Relationship Id="rId64" Type="http://schemas.openxmlformats.org/officeDocument/2006/relationships/tags" Target="../tags/tag1560.xml"/><Relationship Id="rId63" Type="http://schemas.openxmlformats.org/officeDocument/2006/relationships/tags" Target="../tags/tag1559.xml"/><Relationship Id="rId62" Type="http://schemas.openxmlformats.org/officeDocument/2006/relationships/tags" Target="../tags/tag1558.xml"/><Relationship Id="rId61" Type="http://schemas.openxmlformats.org/officeDocument/2006/relationships/tags" Target="../tags/tag1557.xml"/><Relationship Id="rId60" Type="http://schemas.openxmlformats.org/officeDocument/2006/relationships/tags" Target="../tags/tag1556.xml"/><Relationship Id="rId6" Type="http://schemas.openxmlformats.org/officeDocument/2006/relationships/tags" Target="../tags/tag1502.xml"/><Relationship Id="rId59" Type="http://schemas.openxmlformats.org/officeDocument/2006/relationships/tags" Target="../tags/tag1555.xml"/><Relationship Id="rId58" Type="http://schemas.openxmlformats.org/officeDocument/2006/relationships/tags" Target="../tags/tag1554.xml"/><Relationship Id="rId57" Type="http://schemas.openxmlformats.org/officeDocument/2006/relationships/tags" Target="../tags/tag1553.xml"/><Relationship Id="rId56" Type="http://schemas.openxmlformats.org/officeDocument/2006/relationships/tags" Target="../tags/tag1552.xml"/><Relationship Id="rId55" Type="http://schemas.openxmlformats.org/officeDocument/2006/relationships/tags" Target="../tags/tag1551.xml"/><Relationship Id="rId54" Type="http://schemas.openxmlformats.org/officeDocument/2006/relationships/tags" Target="../tags/tag1550.xml"/><Relationship Id="rId53" Type="http://schemas.openxmlformats.org/officeDocument/2006/relationships/tags" Target="../tags/tag1549.xml"/><Relationship Id="rId52" Type="http://schemas.openxmlformats.org/officeDocument/2006/relationships/tags" Target="../tags/tag1548.xml"/><Relationship Id="rId51" Type="http://schemas.openxmlformats.org/officeDocument/2006/relationships/tags" Target="../tags/tag1547.xml"/><Relationship Id="rId50" Type="http://schemas.openxmlformats.org/officeDocument/2006/relationships/tags" Target="../tags/tag1546.xml"/><Relationship Id="rId5" Type="http://schemas.openxmlformats.org/officeDocument/2006/relationships/tags" Target="../tags/tag1501.xml"/><Relationship Id="rId49" Type="http://schemas.openxmlformats.org/officeDocument/2006/relationships/tags" Target="../tags/tag1545.xml"/><Relationship Id="rId48" Type="http://schemas.openxmlformats.org/officeDocument/2006/relationships/tags" Target="../tags/tag1544.xml"/><Relationship Id="rId47" Type="http://schemas.openxmlformats.org/officeDocument/2006/relationships/tags" Target="../tags/tag1543.xml"/><Relationship Id="rId46" Type="http://schemas.openxmlformats.org/officeDocument/2006/relationships/tags" Target="../tags/tag1542.xml"/><Relationship Id="rId45" Type="http://schemas.openxmlformats.org/officeDocument/2006/relationships/tags" Target="../tags/tag1541.xml"/><Relationship Id="rId44" Type="http://schemas.openxmlformats.org/officeDocument/2006/relationships/tags" Target="../tags/tag1540.xml"/><Relationship Id="rId43" Type="http://schemas.openxmlformats.org/officeDocument/2006/relationships/tags" Target="../tags/tag1539.xml"/><Relationship Id="rId42" Type="http://schemas.openxmlformats.org/officeDocument/2006/relationships/tags" Target="../tags/tag1538.xml"/><Relationship Id="rId41" Type="http://schemas.openxmlformats.org/officeDocument/2006/relationships/tags" Target="../tags/tag1537.xml"/><Relationship Id="rId40" Type="http://schemas.openxmlformats.org/officeDocument/2006/relationships/tags" Target="../tags/tag1536.xml"/><Relationship Id="rId4" Type="http://schemas.openxmlformats.org/officeDocument/2006/relationships/tags" Target="../tags/tag1500.xml"/><Relationship Id="rId39" Type="http://schemas.openxmlformats.org/officeDocument/2006/relationships/tags" Target="../tags/tag1535.xml"/><Relationship Id="rId38" Type="http://schemas.openxmlformats.org/officeDocument/2006/relationships/tags" Target="../tags/tag1534.xml"/><Relationship Id="rId37" Type="http://schemas.openxmlformats.org/officeDocument/2006/relationships/tags" Target="../tags/tag1533.xml"/><Relationship Id="rId36" Type="http://schemas.openxmlformats.org/officeDocument/2006/relationships/tags" Target="../tags/tag1532.xml"/><Relationship Id="rId35" Type="http://schemas.openxmlformats.org/officeDocument/2006/relationships/tags" Target="../tags/tag1531.xml"/><Relationship Id="rId34" Type="http://schemas.openxmlformats.org/officeDocument/2006/relationships/tags" Target="../tags/tag1530.xml"/><Relationship Id="rId33" Type="http://schemas.openxmlformats.org/officeDocument/2006/relationships/tags" Target="../tags/tag1529.xml"/><Relationship Id="rId32" Type="http://schemas.openxmlformats.org/officeDocument/2006/relationships/tags" Target="../tags/tag1528.xml"/><Relationship Id="rId31" Type="http://schemas.openxmlformats.org/officeDocument/2006/relationships/tags" Target="../tags/tag1527.xml"/><Relationship Id="rId30" Type="http://schemas.openxmlformats.org/officeDocument/2006/relationships/tags" Target="../tags/tag1526.xml"/><Relationship Id="rId3" Type="http://schemas.openxmlformats.org/officeDocument/2006/relationships/tags" Target="../tags/tag1499.xml"/><Relationship Id="rId29" Type="http://schemas.openxmlformats.org/officeDocument/2006/relationships/tags" Target="../tags/tag1525.xml"/><Relationship Id="rId28" Type="http://schemas.openxmlformats.org/officeDocument/2006/relationships/tags" Target="../tags/tag1524.xml"/><Relationship Id="rId27" Type="http://schemas.openxmlformats.org/officeDocument/2006/relationships/tags" Target="../tags/tag1523.xml"/><Relationship Id="rId26" Type="http://schemas.openxmlformats.org/officeDocument/2006/relationships/tags" Target="../tags/tag1522.xml"/><Relationship Id="rId25" Type="http://schemas.openxmlformats.org/officeDocument/2006/relationships/tags" Target="../tags/tag1521.xml"/><Relationship Id="rId24" Type="http://schemas.openxmlformats.org/officeDocument/2006/relationships/tags" Target="../tags/tag1520.xml"/><Relationship Id="rId23" Type="http://schemas.openxmlformats.org/officeDocument/2006/relationships/tags" Target="../tags/tag1519.xml"/><Relationship Id="rId22" Type="http://schemas.openxmlformats.org/officeDocument/2006/relationships/tags" Target="../tags/tag1518.xml"/><Relationship Id="rId21" Type="http://schemas.openxmlformats.org/officeDocument/2006/relationships/tags" Target="../tags/tag1517.xml"/><Relationship Id="rId20" Type="http://schemas.openxmlformats.org/officeDocument/2006/relationships/tags" Target="../tags/tag1516.xml"/><Relationship Id="rId2" Type="http://schemas.openxmlformats.org/officeDocument/2006/relationships/image" Target="../media/image1.png"/><Relationship Id="rId19" Type="http://schemas.openxmlformats.org/officeDocument/2006/relationships/tags" Target="../tags/tag1515.xml"/><Relationship Id="rId18" Type="http://schemas.openxmlformats.org/officeDocument/2006/relationships/tags" Target="../tags/tag1514.xml"/><Relationship Id="rId17" Type="http://schemas.openxmlformats.org/officeDocument/2006/relationships/tags" Target="../tags/tag1513.xml"/><Relationship Id="rId16" Type="http://schemas.openxmlformats.org/officeDocument/2006/relationships/tags" Target="../tags/tag1512.xml"/><Relationship Id="rId15" Type="http://schemas.openxmlformats.org/officeDocument/2006/relationships/tags" Target="../tags/tag1511.xml"/><Relationship Id="rId14" Type="http://schemas.openxmlformats.org/officeDocument/2006/relationships/tags" Target="../tags/tag1510.xml"/><Relationship Id="rId13" Type="http://schemas.openxmlformats.org/officeDocument/2006/relationships/tags" Target="../tags/tag1509.xml"/><Relationship Id="rId12" Type="http://schemas.openxmlformats.org/officeDocument/2006/relationships/tags" Target="../tags/tag1508.xml"/><Relationship Id="rId117" Type="http://schemas.openxmlformats.org/officeDocument/2006/relationships/notesSlide" Target="../notesSlides/notesSlide6.xml"/><Relationship Id="rId116" Type="http://schemas.openxmlformats.org/officeDocument/2006/relationships/slideLayout" Target="../slideLayouts/slideLayout18.xml"/><Relationship Id="rId115" Type="http://schemas.openxmlformats.org/officeDocument/2006/relationships/tags" Target="../tags/tag1610.xml"/><Relationship Id="rId114" Type="http://schemas.openxmlformats.org/officeDocument/2006/relationships/tags" Target="../tags/tag1609.xml"/><Relationship Id="rId113" Type="http://schemas.openxmlformats.org/officeDocument/2006/relationships/image" Target="../media/image19.emf"/><Relationship Id="rId112" Type="http://schemas.openxmlformats.org/officeDocument/2006/relationships/tags" Target="../tags/tag1608.xml"/><Relationship Id="rId111" Type="http://schemas.openxmlformats.org/officeDocument/2006/relationships/tags" Target="../tags/tag1607.xml"/><Relationship Id="rId110" Type="http://schemas.openxmlformats.org/officeDocument/2006/relationships/tags" Target="../tags/tag1606.xml"/><Relationship Id="rId11" Type="http://schemas.openxmlformats.org/officeDocument/2006/relationships/tags" Target="../tags/tag1507.xml"/><Relationship Id="rId109" Type="http://schemas.openxmlformats.org/officeDocument/2006/relationships/tags" Target="../tags/tag1605.xml"/><Relationship Id="rId108" Type="http://schemas.openxmlformats.org/officeDocument/2006/relationships/tags" Target="../tags/tag1604.xml"/><Relationship Id="rId107" Type="http://schemas.openxmlformats.org/officeDocument/2006/relationships/tags" Target="../tags/tag1603.xml"/><Relationship Id="rId106" Type="http://schemas.openxmlformats.org/officeDocument/2006/relationships/tags" Target="../tags/tag1602.xml"/><Relationship Id="rId105" Type="http://schemas.openxmlformats.org/officeDocument/2006/relationships/tags" Target="../tags/tag1601.xml"/><Relationship Id="rId104" Type="http://schemas.openxmlformats.org/officeDocument/2006/relationships/tags" Target="../tags/tag1600.xml"/><Relationship Id="rId103" Type="http://schemas.openxmlformats.org/officeDocument/2006/relationships/tags" Target="../tags/tag1599.xml"/><Relationship Id="rId102" Type="http://schemas.openxmlformats.org/officeDocument/2006/relationships/tags" Target="../tags/tag1598.xml"/><Relationship Id="rId101" Type="http://schemas.openxmlformats.org/officeDocument/2006/relationships/tags" Target="../tags/tag1597.xml"/><Relationship Id="rId100" Type="http://schemas.openxmlformats.org/officeDocument/2006/relationships/tags" Target="../tags/tag1596.xml"/><Relationship Id="rId10" Type="http://schemas.openxmlformats.org/officeDocument/2006/relationships/tags" Target="../tags/tag1506.xml"/><Relationship Id="rId1" Type="http://schemas.openxmlformats.org/officeDocument/2006/relationships/tags" Target="../tags/tag1498.xml"/></Relationships>
</file>

<file path=ppt/slides/_rels/slide29.xml.rels><?xml version="1.0" encoding="UTF-8" standalone="yes"?>
<Relationships xmlns="http://schemas.openxmlformats.org/package/2006/relationships"><Relationship Id="rId7" Type="http://schemas.openxmlformats.org/officeDocument/2006/relationships/slideLayout" Target="../slideLayouts/slideLayout18.xml"/><Relationship Id="rId6" Type="http://schemas.openxmlformats.org/officeDocument/2006/relationships/tags" Target="../tags/tag1615.xml"/><Relationship Id="rId5" Type="http://schemas.openxmlformats.org/officeDocument/2006/relationships/image" Target="../media/image20.emf"/><Relationship Id="rId4" Type="http://schemas.openxmlformats.org/officeDocument/2006/relationships/tags" Target="../tags/tag1614.xml"/><Relationship Id="rId3" Type="http://schemas.openxmlformats.org/officeDocument/2006/relationships/tags" Target="../tags/tag1613.xml"/><Relationship Id="rId2" Type="http://schemas.openxmlformats.org/officeDocument/2006/relationships/tags" Target="../tags/tag1612.xml"/><Relationship Id="rId1" Type="http://schemas.openxmlformats.org/officeDocument/2006/relationships/tags" Target="../tags/tag1611.xml"/></Relationships>
</file>

<file path=ppt/slides/_rels/slide30.xml.rels><?xml version="1.0" encoding="UTF-8" standalone="yes"?>
<Relationships xmlns="http://schemas.openxmlformats.org/package/2006/relationships"><Relationship Id="rId9" Type="http://schemas.openxmlformats.org/officeDocument/2006/relationships/tags" Target="../tags/tag1621.xml"/><Relationship Id="rId8" Type="http://schemas.openxmlformats.org/officeDocument/2006/relationships/image" Target="../media/image21.emf"/><Relationship Id="rId7" Type="http://schemas.openxmlformats.org/officeDocument/2006/relationships/tags" Target="../tags/tag1620.xml"/><Relationship Id="rId6" Type="http://schemas.openxmlformats.org/officeDocument/2006/relationships/image" Target="../media/image3.png"/><Relationship Id="rId5" Type="http://schemas.openxmlformats.org/officeDocument/2006/relationships/tags" Target="../tags/tag1619.xml"/><Relationship Id="rId4" Type="http://schemas.openxmlformats.org/officeDocument/2006/relationships/image" Target="../media/image2.png"/><Relationship Id="rId3" Type="http://schemas.openxmlformats.org/officeDocument/2006/relationships/tags" Target="../tags/tag1618.xml"/><Relationship Id="rId2" Type="http://schemas.openxmlformats.org/officeDocument/2006/relationships/tags" Target="../tags/tag1617.xml"/><Relationship Id="rId14" Type="http://schemas.openxmlformats.org/officeDocument/2006/relationships/slideLayout" Target="../slideLayouts/slideLayout18.xml"/><Relationship Id="rId13" Type="http://schemas.openxmlformats.org/officeDocument/2006/relationships/tags" Target="../tags/tag1625.xml"/><Relationship Id="rId12" Type="http://schemas.openxmlformats.org/officeDocument/2006/relationships/tags" Target="../tags/tag1624.xml"/><Relationship Id="rId11" Type="http://schemas.openxmlformats.org/officeDocument/2006/relationships/tags" Target="../tags/tag1623.xml"/><Relationship Id="rId10" Type="http://schemas.openxmlformats.org/officeDocument/2006/relationships/tags" Target="../tags/tag1622.xml"/><Relationship Id="rId1" Type="http://schemas.openxmlformats.org/officeDocument/2006/relationships/tags" Target="../tags/tag1616.xml"/></Relationships>
</file>

<file path=ppt/slides/_rels/slide31.xml.rels><?xml version="1.0" encoding="UTF-8" standalone="yes"?>
<Relationships xmlns="http://schemas.openxmlformats.org/package/2006/relationships"><Relationship Id="rId9" Type="http://schemas.openxmlformats.org/officeDocument/2006/relationships/tags" Target="../tags/tag1634.xml"/><Relationship Id="rId8" Type="http://schemas.openxmlformats.org/officeDocument/2006/relationships/tags" Target="../tags/tag1633.xml"/><Relationship Id="rId7" Type="http://schemas.openxmlformats.org/officeDocument/2006/relationships/tags" Target="../tags/tag1632.xml"/><Relationship Id="rId6" Type="http://schemas.openxmlformats.org/officeDocument/2006/relationships/tags" Target="../tags/tag1631.xml"/><Relationship Id="rId5" Type="http://schemas.openxmlformats.org/officeDocument/2006/relationships/tags" Target="../tags/tag1630.xml"/><Relationship Id="rId4" Type="http://schemas.openxmlformats.org/officeDocument/2006/relationships/tags" Target="../tags/tag1629.xml"/><Relationship Id="rId3" Type="http://schemas.openxmlformats.org/officeDocument/2006/relationships/tags" Target="../tags/tag1628.xml"/><Relationship Id="rId2" Type="http://schemas.openxmlformats.org/officeDocument/2006/relationships/tags" Target="../tags/tag1627.xml"/><Relationship Id="rId12" Type="http://schemas.openxmlformats.org/officeDocument/2006/relationships/slideLayout" Target="../slideLayouts/slideLayout20.xml"/><Relationship Id="rId11" Type="http://schemas.openxmlformats.org/officeDocument/2006/relationships/tags" Target="../tags/tag1635.xml"/><Relationship Id="rId10" Type="http://schemas.openxmlformats.org/officeDocument/2006/relationships/image" Target="../media/image1.png"/><Relationship Id="rId1" Type="http://schemas.openxmlformats.org/officeDocument/2006/relationships/tags" Target="../tags/tag1626.xml"/></Relationships>
</file>

<file path=ppt/slides/_rels/slide32.xml.rels><?xml version="1.0" encoding="UTF-8" standalone="yes"?>
<Relationships xmlns="http://schemas.openxmlformats.org/package/2006/relationships"><Relationship Id="rId9" Type="http://schemas.openxmlformats.org/officeDocument/2006/relationships/tags" Target="../tags/tag1643.xml"/><Relationship Id="rId8" Type="http://schemas.openxmlformats.org/officeDocument/2006/relationships/tags" Target="../tags/tag1642.xml"/><Relationship Id="rId7" Type="http://schemas.openxmlformats.org/officeDocument/2006/relationships/tags" Target="../tags/tag1641.xml"/><Relationship Id="rId6" Type="http://schemas.openxmlformats.org/officeDocument/2006/relationships/tags" Target="../tags/tag1640.xml"/><Relationship Id="rId5" Type="http://schemas.openxmlformats.org/officeDocument/2006/relationships/tags" Target="../tags/tag1639.xml"/><Relationship Id="rId4" Type="http://schemas.openxmlformats.org/officeDocument/2006/relationships/tags" Target="../tags/tag1638.xml"/><Relationship Id="rId3" Type="http://schemas.openxmlformats.org/officeDocument/2006/relationships/tags" Target="../tags/tag1637.xml"/><Relationship Id="rId2" Type="http://schemas.openxmlformats.org/officeDocument/2006/relationships/image" Target="../media/image1.png"/><Relationship Id="rId12" Type="http://schemas.openxmlformats.org/officeDocument/2006/relationships/notesSlide" Target="../notesSlides/notesSlide7.xml"/><Relationship Id="rId11" Type="http://schemas.openxmlformats.org/officeDocument/2006/relationships/slideLayout" Target="../slideLayouts/slideLayout18.xml"/><Relationship Id="rId10" Type="http://schemas.openxmlformats.org/officeDocument/2006/relationships/tags" Target="../tags/tag1644.xml"/><Relationship Id="rId1" Type="http://schemas.openxmlformats.org/officeDocument/2006/relationships/tags" Target="../tags/tag1636.xml"/></Relationships>
</file>

<file path=ppt/slides/_rels/slide33.xml.rels><?xml version="1.0" encoding="UTF-8" standalone="yes"?>
<Relationships xmlns="http://schemas.openxmlformats.org/package/2006/relationships"><Relationship Id="rId9" Type="http://schemas.openxmlformats.org/officeDocument/2006/relationships/slideLayout" Target="../slideLayouts/slideLayout18.xml"/><Relationship Id="rId8" Type="http://schemas.openxmlformats.org/officeDocument/2006/relationships/tags" Target="../tags/tag1651.xml"/><Relationship Id="rId7" Type="http://schemas.openxmlformats.org/officeDocument/2006/relationships/image" Target="../media/image22.png"/><Relationship Id="rId6" Type="http://schemas.openxmlformats.org/officeDocument/2006/relationships/tags" Target="../tags/tag1650.xml"/><Relationship Id="rId5" Type="http://schemas.openxmlformats.org/officeDocument/2006/relationships/tags" Target="../tags/tag1649.xml"/><Relationship Id="rId4" Type="http://schemas.openxmlformats.org/officeDocument/2006/relationships/tags" Target="../tags/tag1648.xml"/><Relationship Id="rId3" Type="http://schemas.openxmlformats.org/officeDocument/2006/relationships/tags" Target="../tags/tag1647.xml"/><Relationship Id="rId2" Type="http://schemas.openxmlformats.org/officeDocument/2006/relationships/tags" Target="../tags/tag1646.xml"/><Relationship Id="rId1" Type="http://schemas.openxmlformats.org/officeDocument/2006/relationships/tags" Target="../tags/tag1645.xml"/></Relationships>
</file>

<file path=ppt/slides/_rels/slide34.xml.rels><?xml version="1.0" encoding="UTF-8" standalone="yes"?>
<Relationships xmlns="http://schemas.openxmlformats.org/package/2006/relationships"><Relationship Id="rId3" Type="http://schemas.openxmlformats.org/officeDocument/2006/relationships/slideLayout" Target="../slideLayouts/slideLayout20.xml"/><Relationship Id="rId2" Type="http://schemas.openxmlformats.org/officeDocument/2006/relationships/tags" Target="../tags/tag1652.xml"/><Relationship Id="rId1" Type="http://schemas.openxmlformats.org/officeDocument/2006/relationships/image" Target="../media/image23.emf"/></Relationships>
</file>

<file path=ppt/slides/_rels/slide35.xml.rels><?xml version="1.0" encoding="UTF-8" standalone="yes"?>
<Relationships xmlns="http://schemas.openxmlformats.org/package/2006/relationships"><Relationship Id="rId4" Type="http://schemas.openxmlformats.org/officeDocument/2006/relationships/slideLayout" Target="../slideLayouts/slideLayout20.xml"/><Relationship Id="rId3" Type="http://schemas.openxmlformats.org/officeDocument/2006/relationships/tags" Target="../tags/tag1653.xml"/><Relationship Id="rId2" Type="http://schemas.openxmlformats.org/officeDocument/2006/relationships/image" Target="../media/image25.emf"/><Relationship Id="rId1" Type="http://schemas.openxmlformats.org/officeDocument/2006/relationships/image" Target="../media/image24.emf"/></Relationships>
</file>

<file path=ppt/slides/_rels/slide36.xml.rels><?xml version="1.0" encoding="UTF-8" standalone="yes"?>
<Relationships xmlns="http://schemas.openxmlformats.org/package/2006/relationships"><Relationship Id="rId4" Type="http://schemas.openxmlformats.org/officeDocument/2006/relationships/slideLayout" Target="../slideLayouts/slideLayout20.xml"/><Relationship Id="rId3" Type="http://schemas.openxmlformats.org/officeDocument/2006/relationships/tags" Target="../tags/tag1654.xml"/><Relationship Id="rId2" Type="http://schemas.openxmlformats.org/officeDocument/2006/relationships/image" Target="../media/image27.emf"/><Relationship Id="rId1" Type="http://schemas.openxmlformats.org/officeDocument/2006/relationships/image" Target="../media/image26.emf"/></Relationships>
</file>

<file path=ppt/slides/_rels/slide37.xml.rels><?xml version="1.0" encoding="UTF-8" standalone="yes"?>
<Relationships xmlns="http://schemas.openxmlformats.org/package/2006/relationships"><Relationship Id="rId4" Type="http://schemas.openxmlformats.org/officeDocument/2006/relationships/slideLayout" Target="../slideLayouts/slideLayout20.xml"/><Relationship Id="rId3" Type="http://schemas.openxmlformats.org/officeDocument/2006/relationships/tags" Target="../tags/tag1655.xml"/><Relationship Id="rId2" Type="http://schemas.openxmlformats.org/officeDocument/2006/relationships/image" Target="../media/image29.emf"/><Relationship Id="rId1" Type="http://schemas.openxmlformats.org/officeDocument/2006/relationships/image" Target="../media/image28.emf"/></Relationships>
</file>

<file path=ppt/slides/_rels/slide38.xml.rels><?xml version="1.0" encoding="UTF-8" standalone="yes"?>
<Relationships xmlns="http://schemas.openxmlformats.org/package/2006/relationships"><Relationship Id="rId9" Type="http://schemas.openxmlformats.org/officeDocument/2006/relationships/tags" Target="../tags/tag1663.xml"/><Relationship Id="rId8" Type="http://schemas.openxmlformats.org/officeDocument/2006/relationships/tags" Target="../tags/tag1662.xml"/><Relationship Id="rId7" Type="http://schemas.openxmlformats.org/officeDocument/2006/relationships/tags" Target="../tags/tag1661.xml"/><Relationship Id="rId6" Type="http://schemas.openxmlformats.org/officeDocument/2006/relationships/tags" Target="../tags/tag1660.xml"/><Relationship Id="rId5" Type="http://schemas.openxmlformats.org/officeDocument/2006/relationships/tags" Target="../tags/tag1659.xml"/><Relationship Id="rId4" Type="http://schemas.openxmlformats.org/officeDocument/2006/relationships/tags" Target="../tags/tag1658.xml"/><Relationship Id="rId3" Type="http://schemas.openxmlformats.org/officeDocument/2006/relationships/tags" Target="../tags/tag1657.xml"/><Relationship Id="rId2" Type="http://schemas.openxmlformats.org/officeDocument/2006/relationships/image" Target="../media/image1.png"/><Relationship Id="rId12" Type="http://schemas.openxmlformats.org/officeDocument/2006/relationships/slideLayout" Target="../slideLayouts/slideLayout18.xml"/><Relationship Id="rId11" Type="http://schemas.openxmlformats.org/officeDocument/2006/relationships/tags" Target="../tags/tag1665.xml"/><Relationship Id="rId10" Type="http://schemas.openxmlformats.org/officeDocument/2006/relationships/tags" Target="../tags/tag1664.xml"/><Relationship Id="rId1" Type="http://schemas.openxmlformats.org/officeDocument/2006/relationships/tags" Target="../tags/tag1656.xml"/></Relationships>
</file>

<file path=ppt/slides/_rels/slide39.xml.rels><?xml version="1.0" encoding="UTF-8" standalone="yes"?>
<Relationships xmlns="http://schemas.openxmlformats.org/package/2006/relationships"><Relationship Id="rId7" Type="http://schemas.openxmlformats.org/officeDocument/2006/relationships/slideLayout" Target="../slideLayouts/slideLayout27.xml"/><Relationship Id="rId6" Type="http://schemas.openxmlformats.org/officeDocument/2006/relationships/tags" Target="../tags/tag1671.xml"/><Relationship Id="rId5" Type="http://schemas.openxmlformats.org/officeDocument/2006/relationships/tags" Target="../tags/tag1670.xml"/><Relationship Id="rId4" Type="http://schemas.openxmlformats.org/officeDocument/2006/relationships/tags" Target="../tags/tag1669.xml"/><Relationship Id="rId3" Type="http://schemas.openxmlformats.org/officeDocument/2006/relationships/tags" Target="../tags/tag1668.xml"/><Relationship Id="rId2" Type="http://schemas.openxmlformats.org/officeDocument/2006/relationships/tags" Target="../tags/tag1667.xml"/><Relationship Id="rId1" Type="http://schemas.openxmlformats.org/officeDocument/2006/relationships/tags" Target="../tags/tag1666.xml"/></Relationships>
</file>

<file path=ppt/slides/_rels/slide40.xml.rels><?xml version="1.0" encoding="UTF-8" standalone="yes"?>
<Relationships xmlns="http://schemas.openxmlformats.org/package/2006/relationships"><Relationship Id="rId2" Type="http://schemas.openxmlformats.org/officeDocument/2006/relationships/slideLayout" Target="../slideLayouts/slideLayout22.xml"/><Relationship Id="rId1" Type="http://schemas.openxmlformats.org/officeDocument/2006/relationships/tags" Target="../tags/tag1672.xml"/></Relationships>
</file>

<file path=ppt/slides/_rels/slide41.xml.rels><?xml version="1.0" encoding="UTF-8" standalone="yes"?>
<Relationships xmlns="http://schemas.openxmlformats.org/package/2006/relationships"><Relationship Id="rId9" Type="http://schemas.openxmlformats.org/officeDocument/2006/relationships/tags" Target="../tags/tag1681.xml"/><Relationship Id="rId8" Type="http://schemas.openxmlformats.org/officeDocument/2006/relationships/tags" Target="../tags/tag1680.xml"/><Relationship Id="rId7" Type="http://schemas.openxmlformats.org/officeDocument/2006/relationships/tags" Target="../tags/tag1679.xml"/><Relationship Id="rId6" Type="http://schemas.openxmlformats.org/officeDocument/2006/relationships/tags" Target="../tags/tag1678.xml"/><Relationship Id="rId5" Type="http://schemas.openxmlformats.org/officeDocument/2006/relationships/tags" Target="../tags/tag1677.xml"/><Relationship Id="rId4" Type="http://schemas.openxmlformats.org/officeDocument/2006/relationships/tags" Target="../tags/tag1676.xml"/><Relationship Id="rId3" Type="http://schemas.openxmlformats.org/officeDocument/2006/relationships/tags" Target="../tags/tag1675.xml"/><Relationship Id="rId2" Type="http://schemas.openxmlformats.org/officeDocument/2006/relationships/tags" Target="../tags/tag1674.xml"/><Relationship Id="rId18" Type="http://schemas.openxmlformats.org/officeDocument/2006/relationships/slideLayout" Target="../slideLayouts/slideLayout21.xml"/><Relationship Id="rId17" Type="http://schemas.openxmlformats.org/officeDocument/2006/relationships/tags" Target="../tags/tag1689.xml"/><Relationship Id="rId16" Type="http://schemas.openxmlformats.org/officeDocument/2006/relationships/tags" Target="../tags/tag1688.xml"/><Relationship Id="rId15" Type="http://schemas.openxmlformats.org/officeDocument/2006/relationships/tags" Target="../tags/tag1687.xml"/><Relationship Id="rId14" Type="http://schemas.openxmlformats.org/officeDocument/2006/relationships/tags" Target="../tags/tag1686.xml"/><Relationship Id="rId13" Type="http://schemas.openxmlformats.org/officeDocument/2006/relationships/tags" Target="../tags/tag1685.xml"/><Relationship Id="rId12" Type="http://schemas.openxmlformats.org/officeDocument/2006/relationships/tags" Target="../tags/tag1684.xml"/><Relationship Id="rId11" Type="http://schemas.openxmlformats.org/officeDocument/2006/relationships/tags" Target="../tags/tag1683.xml"/><Relationship Id="rId10" Type="http://schemas.openxmlformats.org/officeDocument/2006/relationships/tags" Target="../tags/tag1682.xml"/><Relationship Id="rId1" Type="http://schemas.openxmlformats.org/officeDocument/2006/relationships/tags" Target="../tags/tag1673.xml"/></Relationships>
</file>

<file path=ppt/slides/_rels/slide42.xml.rels><?xml version="1.0" encoding="UTF-8" standalone="yes"?>
<Relationships xmlns="http://schemas.openxmlformats.org/package/2006/relationships"><Relationship Id="rId9" Type="http://schemas.openxmlformats.org/officeDocument/2006/relationships/tags" Target="../tags/tag1698.xml"/><Relationship Id="rId8" Type="http://schemas.openxmlformats.org/officeDocument/2006/relationships/tags" Target="../tags/tag1697.xml"/><Relationship Id="rId7" Type="http://schemas.openxmlformats.org/officeDocument/2006/relationships/tags" Target="../tags/tag1696.xml"/><Relationship Id="rId6" Type="http://schemas.openxmlformats.org/officeDocument/2006/relationships/tags" Target="../tags/tag1695.xml"/><Relationship Id="rId5" Type="http://schemas.openxmlformats.org/officeDocument/2006/relationships/tags" Target="../tags/tag1694.xml"/><Relationship Id="rId4" Type="http://schemas.openxmlformats.org/officeDocument/2006/relationships/tags" Target="../tags/tag1693.xml"/><Relationship Id="rId3" Type="http://schemas.openxmlformats.org/officeDocument/2006/relationships/tags" Target="../tags/tag1692.xml"/><Relationship Id="rId29" Type="http://schemas.openxmlformats.org/officeDocument/2006/relationships/notesSlide" Target="../notesSlides/notesSlide8.xml"/><Relationship Id="rId28" Type="http://schemas.openxmlformats.org/officeDocument/2006/relationships/slideLayout" Target="../slideLayouts/slideLayout36.xml"/><Relationship Id="rId27" Type="http://schemas.openxmlformats.org/officeDocument/2006/relationships/themeOverride" Target="../theme/themeOverride2.xml"/><Relationship Id="rId26" Type="http://schemas.openxmlformats.org/officeDocument/2006/relationships/tags" Target="../tags/tag1715.xml"/><Relationship Id="rId25" Type="http://schemas.openxmlformats.org/officeDocument/2006/relationships/tags" Target="../tags/tag1714.xml"/><Relationship Id="rId24" Type="http://schemas.openxmlformats.org/officeDocument/2006/relationships/tags" Target="../tags/tag1713.xml"/><Relationship Id="rId23" Type="http://schemas.openxmlformats.org/officeDocument/2006/relationships/tags" Target="../tags/tag1712.xml"/><Relationship Id="rId22" Type="http://schemas.openxmlformats.org/officeDocument/2006/relationships/tags" Target="../tags/tag1711.xml"/><Relationship Id="rId21" Type="http://schemas.openxmlformats.org/officeDocument/2006/relationships/tags" Target="../tags/tag1710.xml"/><Relationship Id="rId20" Type="http://schemas.openxmlformats.org/officeDocument/2006/relationships/tags" Target="../tags/tag1709.xml"/><Relationship Id="rId2" Type="http://schemas.openxmlformats.org/officeDocument/2006/relationships/tags" Target="../tags/tag1691.xml"/><Relationship Id="rId19" Type="http://schemas.openxmlformats.org/officeDocument/2006/relationships/tags" Target="../tags/tag1708.xml"/><Relationship Id="rId18" Type="http://schemas.openxmlformats.org/officeDocument/2006/relationships/tags" Target="../tags/tag1707.xml"/><Relationship Id="rId17" Type="http://schemas.openxmlformats.org/officeDocument/2006/relationships/tags" Target="../tags/tag1706.xml"/><Relationship Id="rId16" Type="http://schemas.openxmlformats.org/officeDocument/2006/relationships/tags" Target="../tags/tag1705.xml"/><Relationship Id="rId15" Type="http://schemas.openxmlformats.org/officeDocument/2006/relationships/tags" Target="../tags/tag1704.xml"/><Relationship Id="rId14" Type="http://schemas.openxmlformats.org/officeDocument/2006/relationships/tags" Target="../tags/tag1703.xml"/><Relationship Id="rId13" Type="http://schemas.openxmlformats.org/officeDocument/2006/relationships/tags" Target="../tags/tag1702.xml"/><Relationship Id="rId12" Type="http://schemas.openxmlformats.org/officeDocument/2006/relationships/tags" Target="../tags/tag1701.xml"/><Relationship Id="rId11" Type="http://schemas.openxmlformats.org/officeDocument/2006/relationships/tags" Target="../tags/tag1700.xml"/><Relationship Id="rId10" Type="http://schemas.openxmlformats.org/officeDocument/2006/relationships/tags" Target="../tags/tag1699.xml"/><Relationship Id="rId1" Type="http://schemas.openxmlformats.org/officeDocument/2006/relationships/tags" Target="../tags/tag1690.xml"/></Relationships>
</file>

<file path=ppt/slides/_rels/slide43.xml.rels><?xml version="1.0" encoding="UTF-8" standalone="yes"?>
<Relationships xmlns="http://schemas.openxmlformats.org/package/2006/relationships"><Relationship Id="rId9" Type="http://schemas.openxmlformats.org/officeDocument/2006/relationships/tags" Target="../tags/tag1724.xml"/><Relationship Id="rId8" Type="http://schemas.openxmlformats.org/officeDocument/2006/relationships/tags" Target="../tags/tag1723.xml"/><Relationship Id="rId7" Type="http://schemas.openxmlformats.org/officeDocument/2006/relationships/tags" Target="../tags/tag1722.xml"/><Relationship Id="rId6" Type="http://schemas.openxmlformats.org/officeDocument/2006/relationships/tags" Target="../tags/tag1721.xml"/><Relationship Id="rId5" Type="http://schemas.openxmlformats.org/officeDocument/2006/relationships/tags" Target="../tags/tag1720.xml"/><Relationship Id="rId4" Type="http://schemas.openxmlformats.org/officeDocument/2006/relationships/tags" Target="../tags/tag1719.xml"/><Relationship Id="rId3" Type="http://schemas.openxmlformats.org/officeDocument/2006/relationships/tags" Target="../tags/tag1718.xml"/><Relationship Id="rId2" Type="http://schemas.openxmlformats.org/officeDocument/2006/relationships/tags" Target="../tags/tag1717.xml"/><Relationship Id="rId14" Type="http://schemas.openxmlformats.org/officeDocument/2006/relationships/slideLayout" Target="../slideLayouts/slideLayout18.xml"/><Relationship Id="rId13" Type="http://schemas.openxmlformats.org/officeDocument/2006/relationships/tags" Target="../tags/tag1728.xml"/><Relationship Id="rId12" Type="http://schemas.openxmlformats.org/officeDocument/2006/relationships/tags" Target="../tags/tag1727.xml"/><Relationship Id="rId11" Type="http://schemas.openxmlformats.org/officeDocument/2006/relationships/tags" Target="../tags/tag1726.xml"/><Relationship Id="rId10" Type="http://schemas.openxmlformats.org/officeDocument/2006/relationships/tags" Target="../tags/tag1725.xml"/><Relationship Id="rId1" Type="http://schemas.openxmlformats.org/officeDocument/2006/relationships/tags" Target="../tags/tag1716.xml"/></Relationships>
</file>

<file path=ppt/slides/_rels/slide44.xml.rels><?xml version="1.0" encoding="UTF-8" standalone="yes"?>
<Relationships xmlns="http://schemas.openxmlformats.org/package/2006/relationships"><Relationship Id="rId9" Type="http://schemas.openxmlformats.org/officeDocument/2006/relationships/tags" Target="../tags/tag1736.xml"/><Relationship Id="rId8" Type="http://schemas.openxmlformats.org/officeDocument/2006/relationships/tags" Target="../tags/tag1735.xml"/><Relationship Id="rId7" Type="http://schemas.openxmlformats.org/officeDocument/2006/relationships/tags" Target="../tags/tag1734.xml"/><Relationship Id="rId6" Type="http://schemas.openxmlformats.org/officeDocument/2006/relationships/tags" Target="../tags/tag1733.xml"/><Relationship Id="rId5" Type="http://schemas.openxmlformats.org/officeDocument/2006/relationships/tags" Target="../tags/tag1732.xml"/><Relationship Id="rId4" Type="http://schemas.openxmlformats.org/officeDocument/2006/relationships/tags" Target="../tags/tag1731.xml"/><Relationship Id="rId3" Type="http://schemas.openxmlformats.org/officeDocument/2006/relationships/tags" Target="../tags/tag1730.xml"/><Relationship Id="rId2" Type="http://schemas.openxmlformats.org/officeDocument/2006/relationships/image" Target="../media/image1.png"/><Relationship Id="rId18" Type="http://schemas.openxmlformats.org/officeDocument/2006/relationships/notesSlide" Target="../notesSlides/notesSlide9.xml"/><Relationship Id="rId17" Type="http://schemas.openxmlformats.org/officeDocument/2006/relationships/slideLayout" Target="../slideLayouts/slideLayout18.xml"/><Relationship Id="rId16" Type="http://schemas.openxmlformats.org/officeDocument/2006/relationships/tags" Target="../tags/tag1741.xml"/><Relationship Id="rId15" Type="http://schemas.openxmlformats.org/officeDocument/2006/relationships/image" Target="../media/image31.png"/><Relationship Id="rId14" Type="http://schemas.openxmlformats.org/officeDocument/2006/relationships/image" Target="../media/image30.png"/><Relationship Id="rId13" Type="http://schemas.openxmlformats.org/officeDocument/2006/relationships/tags" Target="../tags/tag1740.xml"/><Relationship Id="rId12" Type="http://schemas.openxmlformats.org/officeDocument/2006/relationships/tags" Target="../tags/tag1739.xml"/><Relationship Id="rId11" Type="http://schemas.openxmlformats.org/officeDocument/2006/relationships/tags" Target="../tags/tag1738.xml"/><Relationship Id="rId10" Type="http://schemas.openxmlformats.org/officeDocument/2006/relationships/tags" Target="../tags/tag1737.xml"/><Relationship Id="rId1" Type="http://schemas.openxmlformats.org/officeDocument/2006/relationships/tags" Target="../tags/tag1729.xml"/></Relationships>
</file>

<file path=ppt/slides/_rels/slide45.xml.rels><?xml version="1.0" encoding="UTF-8" standalone="yes"?>
<Relationships xmlns="http://schemas.openxmlformats.org/package/2006/relationships"><Relationship Id="rId9" Type="http://schemas.openxmlformats.org/officeDocument/2006/relationships/tags" Target="../tags/tag1749.xml"/><Relationship Id="rId8" Type="http://schemas.openxmlformats.org/officeDocument/2006/relationships/tags" Target="../tags/tag1748.xml"/><Relationship Id="rId7" Type="http://schemas.openxmlformats.org/officeDocument/2006/relationships/tags" Target="../tags/tag1747.xml"/><Relationship Id="rId6" Type="http://schemas.openxmlformats.org/officeDocument/2006/relationships/tags" Target="../tags/tag1746.xml"/><Relationship Id="rId5" Type="http://schemas.openxmlformats.org/officeDocument/2006/relationships/tags" Target="../tags/tag1745.xml"/><Relationship Id="rId4" Type="http://schemas.openxmlformats.org/officeDocument/2006/relationships/tags" Target="../tags/tag1744.xml"/><Relationship Id="rId3" Type="http://schemas.openxmlformats.org/officeDocument/2006/relationships/tags" Target="../tags/tag1743.xml"/><Relationship Id="rId2" Type="http://schemas.openxmlformats.org/officeDocument/2006/relationships/image" Target="../media/image1.png"/><Relationship Id="rId11" Type="http://schemas.openxmlformats.org/officeDocument/2006/relationships/slideLayout" Target="../slideLayouts/slideLayout18.xml"/><Relationship Id="rId10" Type="http://schemas.openxmlformats.org/officeDocument/2006/relationships/tags" Target="../tags/tag1750.xml"/><Relationship Id="rId1" Type="http://schemas.openxmlformats.org/officeDocument/2006/relationships/tags" Target="../tags/tag1742.xml"/></Relationships>
</file>

<file path=ppt/slides/_rels/slide46.xml.rels><?xml version="1.0" encoding="UTF-8" standalone="yes"?>
<Relationships xmlns="http://schemas.openxmlformats.org/package/2006/relationships"><Relationship Id="rId9" Type="http://schemas.openxmlformats.org/officeDocument/2006/relationships/tags" Target="../tags/tag1757.xml"/><Relationship Id="rId8" Type="http://schemas.openxmlformats.org/officeDocument/2006/relationships/tags" Target="../tags/tag1756.xml"/><Relationship Id="rId7" Type="http://schemas.openxmlformats.org/officeDocument/2006/relationships/tags" Target="../tags/tag1755.xml"/><Relationship Id="rId6" Type="http://schemas.openxmlformats.org/officeDocument/2006/relationships/image" Target="../media/image3.png"/><Relationship Id="rId5" Type="http://schemas.openxmlformats.org/officeDocument/2006/relationships/tags" Target="../tags/tag1754.xml"/><Relationship Id="rId4" Type="http://schemas.openxmlformats.org/officeDocument/2006/relationships/image" Target="../media/image2.png"/><Relationship Id="rId3" Type="http://schemas.openxmlformats.org/officeDocument/2006/relationships/tags" Target="../tags/tag1753.xml"/><Relationship Id="rId2" Type="http://schemas.openxmlformats.org/officeDocument/2006/relationships/tags" Target="../tags/tag1752.xml"/><Relationship Id="rId16" Type="http://schemas.openxmlformats.org/officeDocument/2006/relationships/slideLayout" Target="../slideLayouts/slideLayout18.xml"/><Relationship Id="rId15" Type="http://schemas.openxmlformats.org/officeDocument/2006/relationships/tags" Target="../tags/tag1762.xml"/><Relationship Id="rId14" Type="http://schemas.openxmlformats.org/officeDocument/2006/relationships/tags" Target="../tags/tag1761.xml"/><Relationship Id="rId13" Type="http://schemas.openxmlformats.org/officeDocument/2006/relationships/image" Target="../media/image32.png"/><Relationship Id="rId12" Type="http://schemas.openxmlformats.org/officeDocument/2006/relationships/tags" Target="../tags/tag1760.xml"/><Relationship Id="rId11" Type="http://schemas.openxmlformats.org/officeDocument/2006/relationships/tags" Target="../tags/tag1759.xml"/><Relationship Id="rId10" Type="http://schemas.openxmlformats.org/officeDocument/2006/relationships/tags" Target="../tags/tag1758.xml"/><Relationship Id="rId1" Type="http://schemas.openxmlformats.org/officeDocument/2006/relationships/tags" Target="../tags/tag1751.xml"/></Relationships>
</file>

<file path=ppt/slides/_rels/slide47.xml.rels><?xml version="1.0" encoding="UTF-8" standalone="yes"?>
<Relationships xmlns="http://schemas.openxmlformats.org/package/2006/relationships"><Relationship Id="rId7" Type="http://schemas.openxmlformats.org/officeDocument/2006/relationships/slideLayout" Target="../slideLayouts/slideLayout26.xml"/><Relationship Id="rId6" Type="http://schemas.openxmlformats.org/officeDocument/2006/relationships/tags" Target="../tags/tag1766.xml"/><Relationship Id="rId5" Type="http://schemas.openxmlformats.org/officeDocument/2006/relationships/image" Target="../media/image33.png"/><Relationship Id="rId4" Type="http://schemas.openxmlformats.org/officeDocument/2006/relationships/tags" Target="../tags/tag1765.xml"/><Relationship Id="rId3" Type="http://schemas.openxmlformats.org/officeDocument/2006/relationships/tags" Target="../tags/tag1764.xml"/><Relationship Id="rId2" Type="http://schemas.openxmlformats.org/officeDocument/2006/relationships/image" Target="../media/image1.png"/><Relationship Id="rId1" Type="http://schemas.openxmlformats.org/officeDocument/2006/relationships/tags" Target="../tags/tag1763.xml"/></Relationships>
</file>

<file path=ppt/slides/_rels/slide48.xml.rels><?xml version="1.0" encoding="UTF-8" standalone="yes"?>
<Relationships xmlns="http://schemas.openxmlformats.org/package/2006/relationships"><Relationship Id="rId9" Type="http://schemas.openxmlformats.org/officeDocument/2006/relationships/tags" Target="../tags/tag1774.xml"/><Relationship Id="rId8" Type="http://schemas.openxmlformats.org/officeDocument/2006/relationships/tags" Target="../tags/tag1773.xml"/><Relationship Id="rId7" Type="http://schemas.openxmlformats.org/officeDocument/2006/relationships/tags" Target="../tags/tag1772.xml"/><Relationship Id="rId6" Type="http://schemas.openxmlformats.org/officeDocument/2006/relationships/tags" Target="../tags/tag1771.xml"/><Relationship Id="rId5" Type="http://schemas.openxmlformats.org/officeDocument/2006/relationships/tags" Target="../tags/tag1770.xml"/><Relationship Id="rId4" Type="http://schemas.openxmlformats.org/officeDocument/2006/relationships/tags" Target="../tags/tag1769.xml"/><Relationship Id="rId3" Type="http://schemas.openxmlformats.org/officeDocument/2006/relationships/tags" Target="../tags/tag1768.xml"/><Relationship Id="rId2" Type="http://schemas.openxmlformats.org/officeDocument/2006/relationships/image" Target="../media/image1.png"/><Relationship Id="rId15" Type="http://schemas.openxmlformats.org/officeDocument/2006/relationships/slideLayout" Target="../slideLayouts/slideLayout18.xml"/><Relationship Id="rId14" Type="http://schemas.openxmlformats.org/officeDocument/2006/relationships/tags" Target="../tags/tag1779.xml"/><Relationship Id="rId13" Type="http://schemas.openxmlformats.org/officeDocument/2006/relationships/tags" Target="../tags/tag1778.xml"/><Relationship Id="rId12" Type="http://schemas.openxmlformats.org/officeDocument/2006/relationships/tags" Target="../tags/tag1777.xml"/><Relationship Id="rId11" Type="http://schemas.openxmlformats.org/officeDocument/2006/relationships/tags" Target="../tags/tag1776.xml"/><Relationship Id="rId10" Type="http://schemas.openxmlformats.org/officeDocument/2006/relationships/tags" Target="../tags/tag1775.xml"/><Relationship Id="rId1" Type="http://schemas.openxmlformats.org/officeDocument/2006/relationships/tags" Target="../tags/tag1767.xml"/></Relationships>
</file>

<file path=ppt/slides/_rels/slide49.xml.rels><?xml version="1.0" encoding="UTF-8" standalone="yes"?>
<Relationships xmlns="http://schemas.openxmlformats.org/package/2006/relationships"><Relationship Id="rId9" Type="http://schemas.openxmlformats.org/officeDocument/2006/relationships/image" Target="../media/image34.png"/><Relationship Id="rId8" Type="http://schemas.openxmlformats.org/officeDocument/2006/relationships/tags" Target="../tags/tag1786.xml"/><Relationship Id="rId7" Type="http://schemas.openxmlformats.org/officeDocument/2006/relationships/tags" Target="../tags/tag1785.xml"/><Relationship Id="rId6" Type="http://schemas.openxmlformats.org/officeDocument/2006/relationships/tags" Target="../tags/tag1784.xml"/><Relationship Id="rId5" Type="http://schemas.openxmlformats.org/officeDocument/2006/relationships/tags" Target="../tags/tag1783.xml"/><Relationship Id="rId4" Type="http://schemas.openxmlformats.org/officeDocument/2006/relationships/image" Target="../media/image2.png"/><Relationship Id="rId3" Type="http://schemas.openxmlformats.org/officeDocument/2006/relationships/tags" Target="../tags/tag1782.xml"/><Relationship Id="rId2" Type="http://schemas.openxmlformats.org/officeDocument/2006/relationships/tags" Target="../tags/tag1781.xml"/><Relationship Id="rId11" Type="http://schemas.openxmlformats.org/officeDocument/2006/relationships/slideLayout" Target="../slideLayouts/slideLayout18.xml"/><Relationship Id="rId10" Type="http://schemas.openxmlformats.org/officeDocument/2006/relationships/tags" Target="../tags/tag1787.xml"/><Relationship Id="rId1" Type="http://schemas.openxmlformats.org/officeDocument/2006/relationships/tags" Target="../tags/tag1780.xml"/></Relationships>
</file>

<file path=ppt/slides/_rels/slide50.xml.rels><?xml version="1.0" encoding="UTF-8" standalone="yes"?>
<Relationships xmlns="http://schemas.openxmlformats.org/package/2006/relationships"><Relationship Id="rId9" Type="http://schemas.openxmlformats.org/officeDocument/2006/relationships/tags" Target="../tags/tag1795.xml"/><Relationship Id="rId8" Type="http://schemas.openxmlformats.org/officeDocument/2006/relationships/image" Target="../media/image35.png"/><Relationship Id="rId7" Type="http://schemas.openxmlformats.org/officeDocument/2006/relationships/tags" Target="../tags/tag1794.xml"/><Relationship Id="rId6" Type="http://schemas.openxmlformats.org/officeDocument/2006/relationships/tags" Target="../tags/tag1793.xml"/><Relationship Id="rId5" Type="http://schemas.openxmlformats.org/officeDocument/2006/relationships/tags" Target="../tags/tag1792.xml"/><Relationship Id="rId4" Type="http://schemas.openxmlformats.org/officeDocument/2006/relationships/tags" Target="../tags/tag1791.xml"/><Relationship Id="rId3" Type="http://schemas.openxmlformats.org/officeDocument/2006/relationships/tags" Target="../tags/tag1790.xml"/><Relationship Id="rId2" Type="http://schemas.openxmlformats.org/officeDocument/2006/relationships/tags" Target="../tags/tag1789.xml"/><Relationship Id="rId11" Type="http://schemas.openxmlformats.org/officeDocument/2006/relationships/slideLayout" Target="../slideLayouts/slideLayout18.xml"/><Relationship Id="rId10" Type="http://schemas.openxmlformats.org/officeDocument/2006/relationships/tags" Target="../tags/tag1796.xml"/><Relationship Id="rId1" Type="http://schemas.openxmlformats.org/officeDocument/2006/relationships/tags" Target="../tags/tag1788.xml"/></Relationships>
</file>

<file path=ppt/slides/_rels/slide51.xml.rels><?xml version="1.0" encoding="UTF-8" standalone="yes"?>
<Relationships xmlns="http://schemas.openxmlformats.org/package/2006/relationships"><Relationship Id="rId9" Type="http://schemas.openxmlformats.org/officeDocument/2006/relationships/tags" Target="../tags/tag1805.xml"/><Relationship Id="rId8" Type="http://schemas.openxmlformats.org/officeDocument/2006/relationships/tags" Target="../tags/tag1804.xml"/><Relationship Id="rId7" Type="http://schemas.openxmlformats.org/officeDocument/2006/relationships/tags" Target="../tags/tag1803.xml"/><Relationship Id="rId6" Type="http://schemas.openxmlformats.org/officeDocument/2006/relationships/tags" Target="../tags/tag1802.xml"/><Relationship Id="rId5" Type="http://schemas.openxmlformats.org/officeDocument/2006/relationships/tags" Target="../tags/tag1801.xml"/><Relationship Id="rId4" Type="http://schemas.openxmlformats.org/officeDocument/2006/relationships/tags" Target="../tags/tag1800.xml"/><Relationship Id="rId3" Type="http://schemas.openxmlformats.org/officeDocument/2006/relationships/tags" Target="../tags/tag1799.xml"/><Relationship Id="rId22" Type="http://schemas.openxmlformats.org/officeDocument/2006/relationships/slideLayout" Target="../slideLayouts/slideLayout18.xml"/><Relationship Id="rId21" Type="http://schemas.openxmlformats.org/officeDocument/2006/relationships/tags" Target="../tags/tag1810.xml"/><Relationship Id="rId20" Type="http://schemas.openxmlformats.org/officeDocument/2006/relationships/image" Target="../media/image42.png"/><Relationship Id="rId2" Type="http://schemas.openxmlformats.org/officeDocument/2006/relationships/tags" Target="../tags/tag1798.xml"/><Relationship Id="rId19" Type="http://schemas.openxmlformats.org/officeDocument/2006/relationships/image" Target="../media/image41.png"/><Relationship Id="rId18" Type="http://schemas.openxmlformats.org/officeDocument/2006/relationships/image" Target="../media/image40.png"/><Relationship Id="rId17" Type="http://schemas.openxmlformats.org/officeDocument/2006/relationships/image" Target="../media/image39.png"/><Relationship Id="rId16" Type="http://schemas.openxmlformats.org/officeDocument/2006/relationships/image" Target="../media/image38.png"/><Relationship Id="rId15" Type="http://schemas.openxmlformats.org/officeDocument/2006/relationships/image" Target="../media/image37.png"/><Relationship Id="rId14" Type="http://schemas.openxmlformats.org/officeDocument/2006/relationships/tags" Target="../tags/tag1809.xml"/><Relationship Id="rId13" Type="http://schemas.openxmlformats.org/officeDocument/2006/relationships/image" Target="../media/image36.png"/><Relationship Id="rId12" Type="http://schemas.openxmlformats.org/officeDocument/2006/relationships/tags" Target="../tags/tag1808.xml"/><Relationship Id="rId11" Type="http://schemas.openxmlformats.org/officeDocument/2006/relationships/tags" Target="../tags/tag1807.xml"/><Relationship Id="rId10" Type="http://schemas.openxmlformats.org/officeDocument/2006/relationships/tags" Target="../tags/tag1806.xml"/><Relationship Id="rId1" Type="http://schemas.openxmlformats.org/officeDocument/2006/relationships/tags" Target="../tags/tag1797.xml"/></Relationships>
</file>

<file path=ppt/slides/_rels/slide52.xml.rels><?xml version="1.0" encoding="UTF-8" standalone="yes"?>
<Relationships xmlns="http://schemas.openxmlformats.org/package/2006/relationships"><Relationship Id="rId9" Type="http://schemas.openxmlformats.org/officeDocument/2006/relationships/image" Target="../media/image44.png"/><Relationship Id="rId8" Type="http://schemas.openxmlformats.org/officeDocument/2006/relationships/image" Target="../media/image43.png"/><Relationship Id="rId7" Type="http://schemas.openxmlformats.org/officeDocument/2006/relationships/tags" Target="../tags/tag1817.xml"/><Relationship Id="rId6" Type="http://schemas.openxmlformats.org/officeDocument/2006/relationships/tags" Target="../tags/tag1816.xml"/><Relationship Id="rId5" Type="http://schemas.openxmlformats.org/officeDocument/2006/relationships/tags" Target="../tags/tag1815.xml"/><Relationship Id="rId4" Type="http://schemas.openxmlformats.org/officeDocument/2006/relationships/tags" Target="../tags/tag1814.xml"/><Relationship Id="rId3" Type="http://schemas.openxmlformats.org/officeDocument/2006/relationships/tags" Target="../tags/tag1813.xml"/><Relationship Id="rId2" Type="http://schemas.openxmlformats.org/officeDocument/2006/relationships/tags" Target="../tags/tag1812.xml"/><Relationship Id="rId13" Type="http://schemas.openxmlformats.org/officeDocument/2006/relationships/slideLayout" Target="../slideLayouts/slideLayout18.xml"/><Relationship Id="rId12" Type="http://schemas.openxmlformats.org/officeDocument/2006/relationships/tags" Target="../tags/tag1818.xml"/><Relationship Id="rId11" Type="http://schemas.openxmlformats.org/officeDocument/2006/relationships/image" Target="../media/image46.png"/><Relationship Id="rId10" Type="http://schemas.openxmlformats.org/officeDocument/2006/relationships/image" Target="../media/image45.png"/><Relationship Id="rId1" Type="http://schemas.openxmlformats.org/officeDocument/2006/relationships/tags" Target="../tags/tag1811.xml"/></Relationships>
</file>

<file path=ppt/slides/_rels/slide53.xml.rels><?xml version="1.0" encoding="UTF-8" standalone="yes"?>
<Relationships xmlns="http://schemas.openxmlformats.org/package/2006/relationships"><Relationship Id="rId9" Type="http://schemas.openxmlformats.org/officeDocument/2006/relationships/image" Target="../media/image48.png"/><Relationship Id="rId8" Type="http://schemas.openxmlformats.org/officeDocument/2006/relationships/tags" Target="../tags/tag1825.xml"/><Relationship Id="rId7" Type="http://schemas.openxmlformats.org/officeDocument/2006/relationships/image" Target="../media/image47.png"/><Relationship Id="rId6" Type="http://schemas.openxmlformats.org/officeDocument/2006/relationships/tags" Target="../tags/tag1824.xml"/><Relationship Id="rId5" Type="http://schemas.openxmlformats.org/officeDocument/2006/relationships/tags" Target="../tags/tag1823.xml"/><Relationship Id="rId4" Type="http://schemas.openxmlformats.org/officeDocument/2006/relationships/tags" Target="../tags/tag1822.xml"/><Relationship Id="rId3" Type="http://schemas.openxmlformats.org/officeDocument/2006/relationships/tags" Target="../tags/tag1821.xml"/><Relationship Id="rId2" Type="http://schemas.openxmlformats.org/officeDocument/2006/relationships/tags" Target="../tags/tag1820.xml"/><Relationship Id="rId14" Type="http://schemas.openxmlformats.org/officeDocument/2006/relationships/slideLayout" Target="../slideLayouts/slideLayout18.xml"/><Relationship Id="rId13" Type="http://schemas.openxmlformats.org/officeDocument/2006/relationships/tags" Target="../tags/tag1827.xml"/><Relationship Id="rId12" Type="http://schemas.openxmlformats.org/officeDocument/2006/relationships/image" Target="../media/image50.png"/><Relationship Id="rId11" Type="http://schemas.openxmlformats.org/officeDocument/2006/relationships/image" Target="../media/image49.png"/><Relationship Id="rId10" Type="http://schemas.openxmlformats.org/officeDocument/2006/relationships/tags" Target="../tags/tag1826.xml"/><Relationship Id="rId1" Type="http://schemas.openxmlformats.org/officeDocument/2006/relationships/tags" Target="../tags/tag1819.xml"/></Relationships>
</file>

<file path=ppt/slides/_rels/slide54.xml.rels><?xml version="1.0" encoding="UTF-8" standalone="yes"?>
<Relationships xmlns="http://schemas.openxmlformats.org/package/2006/relationships"><Relationship Id="rId9" Type="http://schemas.openxmlformats.org/officeDocument/2006/relationships/tags" Target="../tags/tag1836.xml"/><Relationship Id="rId8" Type="http://schemas.openxmlformats.org/officeDocument/2006/relationships/tags" Target="../tags/tag1835.xml"/><Relationship Id="rId7" Type="http://schemas.openxmlformats.org/officeDocument/2006/relationships/tags" Target="../tags/tag1834.xml"/><Relationship Id="rId6" Type="http://schemas.openxmlformats.org/officeDocument/2006/relationships/tags" Target="../tags/tag1833.xml"/><Relationship Id="rId5" Type="http://schemas.openxmlformats.org/officeDocument/2006/relationships/tags" Target="../tags/tag1832.xml"/><Relationship Id="rId4" Type="http://schemas.openxmlformats.org/officeDocument/2006/relationships/tags" Target="../tags/tag1831.xml"/><Relationship Id="rId3" Type="http://schemas.openxmlformats.org/officeDocument/2006/relationships/tags" Target="../tags/tag1830.xml"/><Relationship Id="rId2" Type="http://schemas.openxmlformats.org/officeDocument/2006/relationships/tags" Target="../tags/tag1829.xml"/><Relationship Id="rId19" Type="http://schemas.openxmlformats.org/officeDocument/2006/relationships/slideLayout" Target="../slideLayouts/slideLayout18.xml"/><Relationship Id="rId18" Type="http://schemas.openxmlformats.org/officeDocument/2006/relationships/tags" Target="../tags/tag1844.xml"/><Relationship Id="rId17" Type="http://schemas.openxmlformats.org/officeDocument/2006/relationships/image" Target="../media/image1.png"/><Relationship Id="rId16" Type="http://schemas.openxmlformats.org/officeDocument/2006/relationships/tags" Target="../tags/tag1843.xml"/><Relationship Id="rId15" Type="http://schemas.openxmlformats.org/officeDocument/2006/relationships/tags" Target="../tags/tag1842.xml"/><Relationship Id="rId14" Type="http://schemas.openxmlformats.org/officeDocument/2006/relationships/tags" Target="../tags/tag1841.xml"/><Relationship Id="rId13" Type="http://schemas.openxmlformats.org/officeDocument/2006/relationships/tags" Target="../tags/tag1840.xml"/><Relationship Id="rId12" Type="http://schemas.openxmlformats.org/officeDocument/2006/relationships/tags" Target="../tags/tag1839.xml"/><Relationship Id="rId11" Type="http://schemas.openxmlformats.org/officeDocument/2006/relationships/tags" Target="../tags/tag1838.xml"/><Relationship Id="rId10" Type="http://schemas.openxmlformats.org/officeDocument/2006/relationships/tags" Target="../tags/tag1837.xml"/><Relationship Id="rId1" Type="http://schemas.openxmlformats.org/officeDocument/2006/relationships/tags" Target="../tags/tag1828.xml"/></Relationships>
</file>

<file path=ppt/slides/_rels/slide55.xml.rels><?xml version="1.0" encoding="UTF-8" standalone="yes"?>
<Relationships xmlns="http://schemas.openxmlformats.org/package/2006/relationships"><Relationship Id="rId9" Type="http://schemas.openxmlformats.org/officeDocument/2006/relationships/image" Target="../media/image52.png"/><Relationship Id="rId8" Type="http://schemas.openxmlformats.org/officeDocument/2006/relationships/tags" Target="../tags/tag1851.xml"/><Relationship Id="rId7" Type="http://schemas.openxmlformats.org/officeDocument/2006/relationships/tags" Target="../tags/tag1850.xml"/><Relationship Id="rId6" Type="http://schemas.openxmlformats.org/officeDocument/2006/relationships/tags" Target="../tags/tag1849.xml"/><Relationship Id="rId5" Type="http://schemas.openxmlformats.org/officeDocument/2006/relationships/tags" Target="../tags/tag1848.xml"/><Relationship Id="rId4" Type="http://schemas.openxmlformats.org/officeDocument/2006/relationships/image" Target="../media/image51.png"/><Relationship Id="rId3" Type="http://schemas.openxmlformats.org/officeDocument/2006/relationships/tags" Target="../tags/tag1847.xml"/><Relationship Id="rId2" Type="http://schemas.openxmlformats.org/officeDocument/2006/relationships/tags" Target="../tags/tag1846.xml"/><Relationship Id="rId11" Type="http://schemas.openxmlformats.org/officeDocument/2006/relationships/slideLayout" Target="../slideLayouts/slideLayout18.xml"/><Relationship Id="rId10" Type="http://schemas.openxmlformats.org/officeDocument/2006/relationships/tags" Target="../tags/tag1852.xml"/><Relationship Id="rId1" Type="http://schemas.openxmlformats.org/officeDocument/2006/relationships/tags" Target="../tags/tag1845.xml"/></Relationships>
</file>

<file path=ppt/slides/_rels/slide56.xml.rels><?xml version="1.0" encoding="UTF-8" standalone="yes"?>
<Relationships xmlns="http://schemas.openxmlformats.org/package/2006/relationships"><Relationship Id="rId8" Type="http://schemas.openxmlformats.org/officeDocument/2006/relationships/slideLayout" Target="../slideLayouts/slideLayout18.xml"/><Relationship Id="rId7" Type="http://schemas.openxmlformats.org/officeDocument/2006/relationships/tags" Target="../tags/tag1858.xml"/><Relationship Id="rId6" Type="http://schemas.openxmlformats.org/officeDocument/2006/relationships/image" Target="../media/image53.png"/><Relationship Id="rId5" Type="http://schemas.openxmlformats.org/officeDocument/2006/relationships/tags" Target="../tags/tag1857.xml"/><Relationship Id="rId4" Type="http://schemas.openxmlformats.org/officeDocument/2006/relationships/tags" Target="../tags/tag1856.xml"/><Relationship Id="rId3" Type="http://schemas.openxmlformats.org/officeDocument/2006/relationships/tags" Target="../tags/tag1855.xml"/><Relationship Id="rId2" Type="http://schemas.openxmlformats.org/officeDocument/2006/relationships/tags" Target="../tags/tag1854.xml"/><Relationship Id="rId1" Type="http://schemas.openxmlformats.org/officeDocument/2006/relationships/tags" Target="../tags/tag1853.xml"/></Relationships>
</file>

<file path=ppt/slides/_rels/slide57.xml.rels><?xml version="1.0" encoding="UTF-8" standalone="yes"?>
<Relationships xmlns="http://schemas.openxmlformats.org/package/2006/relationships"><Relationship Id="rId9" Type="http://schemas.openxmlformats.org/officeDocument/2006/relationships/tags" Target="../tags/tag1865.xml"/><Relationship Id="rId8" Type="http://schemas.openxmlformats.org/officeDocument/2006/relationships/tags" Target="../tags/tag1864.xml"/><Relationship Id="rId7" Type="http://schemas.openxmlformats.org/officeDocument/2006/relationships/tags" Target="../tags/tag1863.xml"/><Relationship Id="rId6" Type="http://schemas.openxmlformats.org/officeDocument/2006/relationships/tags" Target="../tags/tag1862.xml"/><Relationship Id="rId5" Type="http://schemas.openxmlformats.org/officeDocument/2006/relationships/tags" Target="../tags/tag1861.xml"/><Relationship Id="rId4" Type="http://schemas.openxmlformats.org/officeDocument/2006/relationships/image" Target="../media/image54.png"/><Relationship Id="rId3" Type="http://schemas.openxmlformats.org/officeDocument/2006/relationships/tags" Target="../tags/tag1860.xml"/><Relationship Id="rId2" Type="http://schemas.openxmlformats.org/officeDocument/2006/relationships/image" Target="../media/image1.png"/><Relationship Id="rId14" Type="http://schemas.openxmlformats.org/officeDocument/2006/relationships/slideLayout" Target="../slideLayouts/slideLayout18.xml"/><Relationship Id="rId13" Type="http://schemas.openxmlformats.org/officeDocument/2006/relationships/tags" Target="../tags/tag1868.xml"/><Relationship Id="rId12" Type="http://schemas.openxmlformats.org/officeDocument/2006/relationships/image" Target="../media/image52.png"/><Relationship Id="rId11" Type="http://schemas.openxmlformats.org/officeDocument/2006/relationships/tags" Target="../tags/tag1867.xml"/><Relationship Id="rId10" Type="http://schemas.openxmlformats.org/officeDocument/2006/relationships/tags" Target="../tags/tag1866.xml"/><Relationship Id="rId1" Type="http://schemas.openxmlformats.org/officeDocument/2006/relationships/tags" Target="../tags/tag1859.xml"/></Relationships>
</file>

<file path=ppt/slides/_rels/slide58.xml.rels><?xml version="1.0" encoding="UTF-8" standalone="yes"?>
<Relationships xmlns="http://schemas.openxmlformats.org/package/2006/relationships"><Relationship Id="rId9" Type="http://schemas.openxmlformats.org/officeDocument/2006/relationships/tags" Target="../tags/tag1877.xml"/><Relationship Id="rId8" Type="http://schemas.openxmlformats.org/officeDocument/2006/relationships/tags" Target="../tags/tag1876.xml"/><Relationship Id="rId7" Type="http://schemas.openxmlformats.org/officeDocument/2006/relationships/tags" Target="../tags/tag1875.xml"/><Relationship Id="rId6" Type="http://schemas.openxmlformats.org/officeDocument/2006/relationships/tags" Target="../tags/tag1874.xml"/><Relationship Id="rId5" Type="http://schemas.openxmlformats.org/officeDocument/2006/relationships/tags" Target="../tags/tag1873.xml"/><Relationship Id="rId4" Type="http://schemas.openxmlformats.org/officeDocument/2006/relationships/tags" Target="../tags/tag1872.xml"/><Relationship Id="rId3" Type="http://schemas.openxmlformats.org/officeDocument/2006/relationships/tags" Target="../tags/tag1871.xml"/><Relationship Id="rId2" Type="http://schemas.openxmlformats.org/officeDocument/2006/relationships/tags" Target="../tags/tag1870.xml"/><Relationship Id="rId17" Type="http://schemas.openxmlformats.org/officeDocument/2006/relationships/slideLayout" Target="../slideLayouts/slideLayout18.xml"/><Relationship Id="rId16" Type="http://schemas.openxmlformats.org/officeDocument/2006/relationships/tags" Target="../tags/tag1881.xml"/><Relationship Id="rId15" Type="http://schemas.openxmlformats.org/officeDocument/2006/relationships/image" Target="../media/image57.png"/><Relationship Id="rId14" Type="http://schemas.openxmlformats.org/officeDocument/2006/relationships/image" Target="../media/image56.png"/><Relationship Id="rId13" Type="http://schemas.openxmlformats.org/officeDocument/2006/relationships/image" Target="../media/image55.png"/><Relationship Id="rId12" Type="http://schemas.openxmlformats.org/officeDocument/2006/relationships/tags" Target="../tags/tag1880.xml"/><Relationship Id="rId11" Type="http://schemas.openxmlformats.org/officeDocument/2006/relationships/tags" Target="../tags/tag1879.xml"/><Relationship Id="rId10" Type="http://schemas.openxmlformats.org/officeDocument/2006/relationships/tags" Target="../tags/tag1878.xml"/><Relationship Id="rId1" Type="http://schemas.openxmlformats.org/officeDocument/2006/relationships/tags" Target="../tags/tag1869.xml"/></Relationships>
</file>

<file path=ppt/slides/_rels/slide59.xml.rels><?xml version="1.0" encoding="UTF-8" standalone="yes"?>
<Relationships xmlns="http://schemas.openxmlformats.org/package/2006/relationships"><Relationship Id="rId9" Type="http://schemas.openxmlformats.org/officeDocument/2006/relationships/tags" Target="../tags/tag1890.xml"/><Relationship Id="rId8" Type="http://schemas.openxmlformats.org/officeDocument/2006/relationships/tags" Target="../tags/tag1889.xml"/><Relationship Id="rId7" Type="http://schemas.openxmlformats.org/officeDocument/2006/relationships/tags" Target="../tags/tag1888.xml"/><Relationship Id="rId6" Type="http://schemas.openxmlformats.org/officeDocument/2006/relationships/tags" Target="../tags/tag1887.xml"/><Relationship Id="rId5" Type="http://schemas.openxmlformats.org/officeDocument/2006/relationships/tags" Target="../tags/tag1886.xml"/><Relationship Id="rId4" Type="http://schemas.openxmlformats.org/officeDocument/2006/relationships/tags" Target="../tags/tag1885.xml"/><Relationship Id="rId3" Type="http://schemas.openxmlformats.org/officeDocument/2006/relationships/tags" Target="../tags/tag1884.xml"/><Relationship Id="rId2" Type="http://schemas.openxmlformats.org/officeDocument/2006/relationships/tags" Target="../tags/tag1883.xml"/><Relationship Id="rId16" Type="http://schemas.openxmlformats.org/officeDocument/2006/relationships/slideLayout" Target="../slideLayouts/slideLayout18.xml"/><Relationship Id="rId15" Type="http://schemas.openxmlformats.org/officeDocument/2006/relationships/tags" Target="../tags/tag1893.xml"/><Relationship Id="rId14" Type="http://schemas.openxmlformats.org/officeDocument/2006/relationships/image" Target="../media/image60.png"/><Relationship Id="rId13" Type="http://schemas.openxmlformats.org/officeDocument/2006/relationships/image" Target="../media/image59.png"/><Relationship Id="rId12" Type="http://schemas.openxmlformats.org/officeDocument/2006/relationships/image" Target="../media/image58.png"/><Relationship Id="rId11" Type="http://schemas.openxmlformats.org/officeDocument/2006/relationships/tags" Target="../tags/tag1892.xml"/><Relationship Id="rId10" Type="http://schemas.openxmlformats.org/officeDocument/2006/relationships/tags" Target="../tags/tag1891.xml"/><Relationship Id="rId1" Type="http://schemas.openxmlformats.org/officeDocument/2006/relationships/tags" Target="../tags/tag1882.xml"/></Relationships>
</file>

<file path=ppt/slides/_rels/slide60.xml.rels><?xml version="1.0" encoding="UTF-8" standalone="yes"?>
<Relationships xmlns="http://schemas.openxmlformats.org/package/2006/relationships"><Relationship Id="rId9" Type="http://schemas.openxmlformats.org/officeDocument/2006/relationships/tags" Target="../tags/tag1902.xml"/><Relationship Id="rId8" Type="http://schemas.openxmlformats.org/officeDocument/2006/relationships/tags" Target="../tags/tag1901.xml"/><Relationship Id="rId7" Type="http://schemas.openxmlformats.org/officeDocument/2006/relationships/tags" Target="../tags/tag1900.xml"/><Relationship Id="rId6" Type="http://schemas.openxmlformats.org/officeDocument/2006/relationships/tags" Target="../tags/tag1899.xml"/><Relationship Id="rId5" Type="http://schemas.openxmlformats.org/officeDocument/2006/relationships/tags" Target="../tags/tag1898.xml"/><Relationship Id="rId4" Type="http://schemas.openxmlformats.org/officeDocument/2006/relationships/tags" Target="../tags/tag1897.xml"/><Relationship Id="rId3" Type="http://schemas.openxmlformats.org/officeDocument/2006/relationships/tags" Target="../tags/tag1896.xml"/><Relationship Id="rId2" Type="http://schemas.openxmlformats.org/officeDocument/2006/relationships/tags" Target="../tags/tag1895.xml"/><Relationship Id="rId17" Type="http://schemas.openxmlformats.org/officeDocument/2006/relationships/slideLayout" Target="../slideLayouts/slideLayout18.xml"/><Relationship Id="rId16" Type="http://schemas.openxmlformats.org/officeDocument/2006/relationships/tags" Target="../tags/tag1905.xml"/><Relationship Id="rId15" Type="http://schemas.openxmlformats.org/officeDocument/2006/relationships/image" Target="../media/image63.png"/><Relationship Id="rId14" Type="http://schemas.openxmlformats.org/officeDocument/2006/relationships/image" Target="../media/image59.png"/><Relationship Id="rId13" Type="http://schemas.openxmlformats.org/officeDocument/2006/relationships/image" Target="../media/image62.png"/><Relationship Id="rId12" Type="http://schemas.openxmlformats.org/officeDocument/2006/relationships/image" Target="../media/image61.png"/><Relationship Id="rId11" Type="http://schemas.openxmlformats.org/officeDocument/2006/relationships/tags" Target="../tags/tag1904.xml"/><Relationship Id="rId10" Type="http://schemas.openxmlformats.org/officeDocument/2006/relationships/tags" Target="../tags/tag1903.xml"/><Relationship Id="rId1" Type="http://schemas.openxmlformats.org/officeDocument/2006/relationships/tags" Target="../tags/tag1894.xml"/></Relationships>
</file>

<file path=ppt/slides/_rels/slide61.xml.rels><?xml version="1.0" encoding="UTF-8" standalone="yes"?>
<Relationships xmlns="http://schemas.openxmlformats.org/package/2006/relationships"><Relationship Id="rId9" Type="http://schemas.openxmlformats.org/officeDocument/2006/relationships/tags" Target="../tags/tag1914.xml"/><Relationship Id="rId8" Type="http://schemas.openxmlformats.org/officeDocument/2006/relationships/tags" Target="../tags/tag1913.xml"/><Relationship Id="rId7" Type="http://schemas.openxmlformats.org/officeDocument/2006/relationships/tags" Target="../tags/tag1912.xml"/><Relationship Id="rId6" Type="http://schemas.openxmlformats.org/officeDocument/2006/relationships/tags" Target="../tags/tag1911.xml"/><Relationship Id="rId5" Type="http://schemas.openxmlformats.org/officeDocument/2006/relationships/tags" Target="../tags/tag1910.xml"/><Relationship Id="rId4" Type="http://schemas.openxmlformats.org/officeDocument/2006/relationships/tags" Target="../tags/tag1909.xml"/><Relationship Id="rId3" Type="http://schemas.openxmlformats.org/officeDocument/2006/relationships/tags" Target="../tags/tag1908.xml"/><Relationship Id="rId2" Type="http://schemas.openxmlformats.org/officeDocument/2006/relationships/tags" Target="../tags/tag1907.xml"/><Relationship Id="rId18" Type="http://schemas.openxmlformats.org/officeDocument/2006/relationships/slideLayout" Target="../slideLayouts/slideLayout18.xml"/><Relationship Id="rId17" Type="http://schemas.openxmlformats.org/officeDocument/2006/relationships/tags" Target="../tags/tag1921.xml"/><Relationship Id="rId16" Type="http://schemas.openxmlformats.org/officeDocument/2006/relationships/image" Target="../media/image64.png"/><Relationship Id="rId15" Type="http://schemas.openxmlformats.org/officeDocument/2006/relationships/tags" Target="../tags/tag1920.xml"/><Relationship Id="rId14" Type="http://schemas.openxmlformats.org/officeDocument/2006/relationships/tags" Target="../tags/tag1919.xml"/><Relationship Id="rId13" Type="http://schemas.openxmlformats.org/officeDocument/2006/relationships/tags" Target="../tags/tag1918.xml"/><Relationship Id="rId12" Type="http://schemas.openxmlformats.org/officeDocument/2006/relationships/tags" Target="../tags/tag1917.xml"/><Relationship Id="rId11" Type="http://schemas.openxmlformats.org/officeDocument/2006/relationships/tags" Target="../tags/tag1916.xml"/><Relationship Id="rId10" Type="http://schemas.openxmlformats.org/officeDocument/2006/relationships/tags" Target="../tags/tag1915.xml"/><Relationship Id="rId1" Type="http://schemas.openxmlformats.org/officeDocument/2006/relationships/tags" Target="../tags/tag1906.xml"/></Relationships>
</file>

<file path=ppt/slides/_rels/slide62.xml.rels><?xml version="1.0" encoding="UTF-8" standalone="yes"?>
<Relationships xmlns="http://schemas.openxmlformats.org/package/2006/relationships"><Relationship Id="rId8" Type="http://schemas.openxmlformats.org/officeDocument/2006/relationships/slideLayout" Target="../slideLayouts/slideLayout18.xml"/><Relationship Id="rId7" Type="http://schemas.openxmlformats.org/officeDocument/2006/relationships/tags" Target="../tags/tag1926.xml"/><Relationship Id="rId6" Type="http://schemas.openxmlformats.org/officeDocument/2006/relationships/image" Target="../media/image66.png"/><Relationship Id="rId5" Type="http://schemas.openxmlformats.org/officeDocument/2006/relationships/image" Target="../media/image65.png"/><Relationship Id="rId4" Type="http://schemas.openxmlformats.org/officeDocument/2006/relationships/tags" Target="../tags/tag1925.xml"/><Relationship Id="rId3" Type="http://schemas.openxmlformats.org/officeDocument/2006/relationships/tags" Target="../tags/tag1924.xml"/><Relationship Id="rId2" Type="http://schemas.openxmlformats.org/officeDocument/2006/relationships/tags" Target="../tags/tag1923.xml"/><Relationship Id="rId1" Type="http://schemas.openxmlformats.org/officeDocument/2006/relationships/tags" Target="../tags/tag1922.xml"/></Relationships>
</file>

<file path=ppt/slides/_rels/slide63.xml.rels><?xml version="1.0" encoding="UTF-8" standalone="yes"?>
<Relationships xmlns="http://schemas.openxmlformats.org/package/2006/relationships"><Relationship Id="rId9" Type="http://schemas.openxmlformats.org/officeDocument/2006/relationships/tags" Target="../tags/tag1935.xml"/><Relationship Id="rId8" Type="http://schemas.openxmlformats.org/officeDocument/2006/relationships/tags" Target="../tags/tag1934.xml"/><Relationship Id="rId7" Type="http://schemas.openxmlformats.org/officeDocument/2006/relationships/tags" Target="../tags/tag1933.xml"/><Relationship Id="rId6" Type="http://schemas.openxmlformats.org/officeDocument/2006/relationships/tags" Target="../tags/tag1932.xml"/><Relationship Id="rId5" Type="http://schemas.openxmlformats.org/officeDocument/2006/relationships/tags" Target="../tags/tag1931.xml"/><Relationship Id="rId4" Type="http://schemas.openxmlformats.org/officeDocument/2006/relationships/tags" Target="../tags/tag1930.xml"/><Relationship Id="rId3" Type="http://schemas.openxmlformats.org/officeDocument/2006/relationships/tags" Target="../tags/tag1929.xml"/><Relationship Id="rId2" Type="http://schemas.openxmlformats.org/officeDocument/2006/relationships/tags" Target="../tags/tag1928.xml"/><Relationship Id="rId15" Type="http://schemas.openxmlformats.org/officeDocument/2006/relationships/notesSlide" Target="../notesSlides/notesSlide10.xml"/><Relationship Id="rId14" Type="http://schemas.openxmlformats.org/officeDocument/2006/relationships/slideLayout" Target="../slideLayouts/slideLayout18.xml"/><Relationship Id="rId13" Type="http://schemas.openxmlformats.org/officeDocument/2006/relationships/tags" Target="../tags/tag1937.xml"/><Relationship Id="rId12" Type="http://schemas.openxmlformats.org/officeDocument/2006/relationships/image" Target="../media/image68.png"/><Relationship Id="rId11" Type="http://schemas.openxmlformats.org/officeDocument/2006/relationships/tags" Target="../tags/tag1936.xml"/><Relationship Id="rId10" Type="http://schemas.openxmlformats.org/officeDocument/2006/relationships/image" Target="../media/image67.png"/><Relationship Id="rId1" Type="http://schemas.openxmlformats.org/officeDocument/2006/relationships/tags" Target="../tags/tag1927.xml"/></Relationships>
</file>

<file path=ppt/slides/_rels/slide64.xml.rels><?xml version="1.0" encoding="UTF-8" standalone="yes"?>
<Relationships xmlns="http://schemas.openxmlformats.org/package/2006/relationships"><Relationship Id="rId9" Type="http://schemas.openxmlformats.org/officeDocument/2006/relationships/tags" Target="../tags/tag1944.xml"/><Relationship Id="rId8" Type="http://schemas.openxmlformats.org/officeDocument/2006/relationships/tags" Target="../tags/tag1943.xml"/><Relationship Id="rId7" Type="http://schemas.openxmlformats.org/officeDocument/2006/relationships/tags" Target="../tags/tag1942.xml"/><Relationship Id="rId6" Type="http://schemas.openxmlformats.org/officeDocument/2006/relationships/tags" Target="../tags/tag1941.xml"/><Relationship Id="rId5" Type="http://schemas.openxmlformats.org/officeDocument/2006/relationships/tags" Target="../tags/tag1940.xml"/><Relationship Id="rId4" Type="http://schemas.openxmlformats.org/officeDocument/2006/relationships/image" Target="../media/image69.png"/><Relationship Id="rId3" Type="http://schemas.openxmlformats.org/officeDocument/2006/relationships/tags" Target="../tags/tag1939.xml"/><Relationship Id="rId2" Type="http://schemas.openxmlformats.org/officeDocument/2006/relationships/image" Target="../media/image1.png"/><Relationship Id="rId13" Type="http://schemas.openxmlformats.org/officeDocument/2006/relationships/notesSlide" Target="../notesSlides/notesSlide11.xml"/><Relationship Id="rId12" Type="http://schemas.openxmlformats.org/officeDocument/2006/relationships/slideLayout" Target="../slideLayouts/slideLayout18.xml"/><Relationship Id="rId11" Type="http://schemas.openxmlformats.org/officeDocument/2006/relationships/tags" Target="../tags/tag1945.xml"/><Relationship Id="rId10" Type="http://schemas.openxmlformats.org/officeDocument/2006/relationships/image" Target="../media/image70.png"/><Relationship Id="rId1" Type="http://schemas.openxmlformats.org/officeDocument/2006/relationships/tags" Target="../tags/tag1938.xml"/></Relationships>
</file>

<file path=ppt/slides/_rels/slide65.xml.rels><?xml version="1.0" encoding="UTF-8" standalone="yes"?>
<Relationships xmlns="http://schemas.openxmlformats.org/package/2006/relationships"><Relationship Id="rId9" Type="http://schemas.openxmlformats.org/officeDocument/2006/relationships/tags" Target="../tags/tag1954.xml"/><Relationship Id="rId8" Type="http://schemas.openxmlformats.org/officeDocument/2006/relationships/tags" Target="../tags/tag1953.xml"/><Relationship Id="rId7" Type="http://schemas.openxmlformats.org/officeDocument/2006/relationships/tags" Target="../tags/tag1952.xml"/><Relationship Id="rId6" Type="http://schemas.openxmlformats.org/officeDocument/2006/relationships/tags" Target="../tags/tag1951.xml"/><Relationship Id="rId5" Type="http://schemas.openxmlformats.org/officeDocument/2006/relationships/tags" Target="../tags/tag1950.xml"/><Relationship Id="rId4" Type="http://schemas.openxmlformats.org/officeDocument/2006/relationships/tags" Target="../tags/tag1949.xml"/><Relationship Id="rId3" Type="http://schemas.openxmlformats.org/officeDocument/2006/relationships/tags" Target="../tags/tag1948.xml"/><Relationship Id="rId2" Type="http://schemas.openxmlformats.org/officeDocument/2006/relationships/tags" Target="../tags/tag1947.xml"/><Relationship Id="rId16" Type="http://schemas.openxmlformats.org/officeDocument/2006/relationships/notesSlide" Target="../notesSlides/notesSlide12.xml"/><Relationship Id="rId15" Type="http://schemas.openxmlformats.org/officeDocument/2006/relationships/slideLayout" Target="../slideLayouts/slideLayout18.xml"/><Relationship Id="rId14" Type="http://schemas.openxmlformats.org/officeDocument/2006/relationships/tags" Target="../tags/tag1956.xml"/><Relationship Id="rId13" Type="http://schemas.openxmlformats.org/officeDocument/2006/relationships/image" Target="../media/image73.png"/><Relationship Id="rId12" Type="http://schemas.openxmlformats.org/officeDocument/2006/relationships/image" Target="../media/image72.png"/><Relationship Id="rId11" Type="http://schemas.openxmlformats.org/officeDocument/2006/relationships/image" Target="../media/image71.png"/><Relationship Id="rId10" Type="http://schemas.openxmlformats.org/officeDocument/2006/relationships/tags" Target="../tags/tag1955.xml"/><Relationship Id="rId1" Type="http://schemas.openxmlformats.org/officeDocument/2006/relationships/tags" Target="../tags/tag1946.xml"/></Relationships>
</file>

<file path=ppt/slides/_rels/slide66.xml.rels><?xml version="1.0" encoding="UTF-8" standalone="yes"?>
<Relationships xmlns="http://schemas.openxmlformats.org/package/2006/relationships"><Relationship Id="rId9" Type="http://schemas.openxmlformats.org/officeDocument/2006/relationships/tags" Target="../tags/tag1965.xml"/><Relationship Id="rId8" Type="http://schemas.openxmlformats.org/officeDocument/2006/relationships/tags" Target="../tags/tag1964.xml"/><Relationship Id="rId7" Type="http://schemas.openxmlformats.org/officeDocument/2006/relationships/tags" Target="../tags/tag1963.xml"/><Relationship Id="rId6" Type="http://schemas.openxmlformats.org/officeDocument/2006/relationships/tags" Target="../tags/tag1962.xml"/><Relationship Id="rId5" Type="http://schemas.openxmlformats.org/officeDocument/2006/relationships/tags" Target="../tags/tag1961.xml"/><Relationship Id="rId4" Type="http://schemas.openxmlformats.org/officeDocument/2006/relationships/tags" Target="../tags/tag1960.xml"/><Relationship Id="rId3" Type="http://schemas.openxmlformats.org/officeDocument/2006/relationships/tags" Target="../tags/tag1959.xml"/><Relationship Id="rId2" Type="http://schemas.openxmlformats.org/officeDocument/2006/relationships/tags" Target="../tags/tag1958.xml"/><Relationship Id="rId13" Type="http://schemas.openxmlformats.org/officeDocument/2006/relationships/notesSlide" Target="../notesSlides/notesSlide13.xml"/><Relationship Id="rId12" Type="http://schemas.openxmlformats.org/officeDocument/2006/relationships/slideLayout" Target="../slideLayouts/slideLayout18.xml"/><Relationship Id="rId11" Type="http://schemas.openxmlformats.org/officeDocument/2006/relationships/tags" Target="../tags/tag1966.xml"/><Relationship Id="rId10" Type="http://schemas.openxmlformats.org/officeDocument/2006/relationships/image" Target="../media/image74.png"/><Relationship Id="rId1" Type="http://schemas.openxmlformats.org/officeDocument/2006/relationships/tags" Target="../tags/tag1957.xml"/></Relationships>
</file>

<file path=ppt/slides/_rels/slide67.xml.rels><?xml version="1.0" encoding="UTF-8" standalone="yes"?>
<Relationships xmlns="http://schemas.openxmlformats.org/package/2006/relationships"><Relationship Id="rId9" Type="http://schemas.openxmlformats.org/officeDocument/2006/relationships/tags" Target="../tags/tag1974.xml"/><Relationship Id="rId8" Type="http://schemas.openxmlformats.org/officeDocument/2006/relationships/image" Target="../media/image75.jpeg"/><Relationship Id="rId7" Type="http://schemas.openxmlformats.org/officeDocument/2006/relationships/tags" Target="../tags/tag1973.xml"/><Relationship Id="rId6" Type="http://schemas.openxmlformats.org/officeDocument/2006/relationships/tags" Target="../tags/tag1972.xml"/><Relationship Id="rId5" Type="http://schemas.openxmlformats.org/officeDocument/2006/relationships/tags" Target="../tags/tag1971.xml"/><Relationship Id="rId4" Type="http://schemas.openxmlformats.org/officeDocument/2006/relationships/tags" Target="../tags/tag1970.xml"/><Relationship Id="rId3" Type="http://schemas.openxmlformats.org/officeDocument/2006/relationships/tags" Target="../tags/tag1969.xml"/><Relationship Id="rId2" Type="http://schemas.openxmlformats.org/officeDocument/2006/relationships/tags" Target="../tags/tag1968.xml"/><Relationship Id="rId14" Type="http://schemas.openxmlformats.org/officeDocument/2006/relationships/slideLayout" Target="../slideLayouts/slideLayout18.xml"/><Relationship Id="rId13" Type="http://schemas.openxmlformats.org/officeDocument/2006/relationships/tags" Target="../tags/tag1978.xml"/><Relationship Id="rId12" Type="http://schemas.openxmlformats.org/officeDocument/2006/relationships/tags" Target="../tags/tag1977.xml"/><Relationship Id="rId11" Type="http://schemas.openxmlformats.org/officeDocument/2006/relationships/tags" Target="../tags/tag1976.xml"/><Relationship Id="rId10" Type="http://schemas.openxmlformats.org/officeDocument/2006/relationships/tags" Target="../tags/tag1975.xml"/><Relationship Id="rId1" Type="http://schemas.openxmlformats.org/officeDocument/2006/relationships/tags" Target="../tags/tag1967.xml"/></Relationships>
</file>

<file path=ppt/slides/_rels/slide68.xml.rels><?xml version="1.0" encoding="UTF-8" standalone="yes"?>
<Relationships xmlns="http://schemas.openxmlformats.org/package/2006/relationships"><Relationship Id="rId9" Type="http://schemas.openxmlformats.org/officeDocument/2006/relationships/tags" Target="../tags/tag1987.xml"/><Relationship Id="rId8" Type="http://schemas.openxmlformats.org/officeDocument/2006/relationships/tags" Target="../tags/tag1986.xml"/><Relationship Id="rId7" Type="http://schemas.openxmlformats.org/officeDocument/2006/relationships/tags" Target="../tags/tag1985.xml"/><Relationship Id="rId6" Type="http://schemas.openxmlformats.org/officeDocument/2006/relationships/tags" Target="../tags/tag1984.xml"/><Relationship Id="rId5" Type="http://schemas.openxmlformats.org/officeDocument/2006/relationships/tags" Target="../tags/tag1983.xml"/><Relationship Id="rId4" Type="http://schemas.openxmlformats.org/officeDocument/2006/relationships/tags" Target="../tags/tag1982.xml"/><Relationship Id="rId3" Type="http://schemas.openxmlformats.org/officeDocument/2006/relationships/tags" Target="../tags/tag1981.xml"/><Relationship Id="rId2" Type="http://schemas.openxmlformats.org/officeDocument/2006/relationships/tags" Target="../tags/tag1980.xml"/><Relationship Id="rId16" Type="http://schemas.openxmlformats.org/officeDocument/2006/relationships/slideLayout" Target="../slideLayouts/slideLayout18.xml"/><Relationship Id="rId15" Type="http://schemas.openxmlformats.org/officeDocument/2006/relationships/tags" Target="../tags/tag1991.xml"/><Relationship Id="rId14" Type="http://schemas.openxmlformats.org/officeDocument/2006/relationships/image" Target="../media/image77.png"/><Relationship Id="rId13" Type="http://schemas.openxmlformats.org/officeDocument/2006/relationships/image" Target="../media/image76.png"/><Relationship Id="rId12" Type="http://schemas.openxmlformats.org/officeDocument/2006/relationships/tags" Target="../tags/tag1990.xml"/><Relationship Id="rId11" Type="http://schemas.openxmlformats.org/officeDocument/2006/relationships/tags" Target="../tags/tag1989.xml"/><Relationship Id="rId10" Type="http://schemas.openxmlformats.org/officeDocument/2006/relationships/tags" Target="../tags/tag1988.xml"/><Relationship Id="rId1" Type="http://schemas.openxmlformats.org/officeDocument/2006/relationships/tags" Target="../tags/tag1979.xml"/></Relationships>
</file>

<file path=ppt/slides/_rels/slide69.xml.rels><?xml version="1.0" encoding="UTF-8" standalone="yes"?>
<Relationships xmlns="http://schemas.openxmlformats.org/package/2006/relationships"><Relationship Id="rId9" Type="http://schemas.openxmlformats.org/officeDocument/2006/relationships/tags" Target="../tags/tag2000.xml"/><Relationship Id="rId8" Type="http://schemas.openxmlformats.org/officeDocument/2006/relationships/tags" Target="../tags/tag1999.xml"/><Relationship Id="rId7" Type="http://schemas.openxmlformats.org/officeDocument/2006/relationships/tags" Target="../tags/tag1998.xml"/><Relationship Id="rId6" Type="http://schemas.openxmlformats.org/officeDocument/2006/relationships/tags" Target="../tags/tag1997.xml"/><Relationship Id="rId5" Type="http://schemas.openxmlformats.org/officeDocument/2006/relationships/tags" Target="../tags/tag1996.xml"/><Relationship Id="rId4" Type="http://schemas.openxmlformats.org/officeDocument/2006/relationships/tags" Target="../tags/tag1995.xml"/><Relationship Id="rId3" Type="http://schemas.openxmlformats.org/officeDocument/2006/relationships/tags" Target="../tags/tag1994.xml"/><Relationship Id="rId2" Type="http://schemas.openxmlformats.org/officeDocument/2006/relationships/tags" Target="../tags/tag1993.xml"/><Relationship Id="rId15" Type="http://schemas.openxmlformats.org/officeDocument/2006/relationships/slideLayout" Target="../slideLayouts/slideLayout18.xml"/><Relationship Id="rId14" Type="http://schemas.openxmlformats.org/officeDocument/2006/relationships/tags" Target="../tags/tag2004.xml"/><Relationship Id="rId13" Type="http://schemas.openxmlformats.org/officeDocument/2006/relationships/image" Target="../media/image78.png"/><Relationship Id="rId12" Type="http://schemas.openxmlformats.org/officeDocument/2006/relationships/tags" Target="../tags/tag2003.xml"/><Relationship Id="rId11" Type="http://schemas.openxmlformats.org/officeDocument/2006/relationships/tags" Target="../tags/tag2002.xml"/><Relationship Id="rId10" Type="http://schemas.openxmlformats.org/officeDocument/2006/relationships/tags" Target="../tags/tag2001.xml"/><Relationship Id="rId1" Type="http://schemas.openxmlformats.org/officeDocument/2006/relationships/tags" Target="../tags/tag1992.xml"/></Relationships>
</file>

<file path=ppt/slides/_rels/slide70.xml.rels><?xml version="1.0" encoding="UTF-8" standalone="yes"?>
<Relationships xmlns="http://schemas.openxmlformats.org/package/2006/relationships"><Relationship Id="rId9" Type="http://schemas.openxmlformats.org/officeDocument/2006/relationships/slideLayout" Target="../slideLayouts/slideLayout18.xml"/><Relationship Id="rId8" Type="http://schemas.openxmlformats.org/officeDocument/2006/relationships/tags" Target="../tags/tag2011.xml"/><Relationship Id="rId7" Type="http://schemas.openxmlformats.org/officeDocument/2006/relationships/tags" Target="../tags/tag2010.xml"/><Relationship Id="rId6" Type="http://schemas.openxmlformats.org/officeDocument/2006/relationships/tags" Target="../tags/tag2009.xml"/><Relationship Id="rId5" Type="http://schemas.openxmlformats.org/officeDocument/2006/relationships/tags" Target="../tags/tag2008.xml"/><Relationship Id="rId4" Type="http://schemas.openxmlformats.org/officeDocument/2006/relationships/tags" Target="../tags/tag2007.xml"/><Relationship Id="rId3" Type="http://schemas.openxmlformats.org/officeDocument/2006/relationships/tags" Target="../tags/tag2006.xml"/><Relationship Id="rId2" Type="http://schemas.openxmlformats.org/officeDocument/2006/relationships/image" Target="../media/image79.png"/><Relationship Id="rId1" Type="http://schemas.openxmlformats.org/officeDocument/2006/relationships/tags" Target="../tags/tag2005.xml"/></Relationships>
</file>

<file path=ppt/slides/_rels/slide71.xml.rels><?xml version="1.0" encoding="UTF-8" standalone="yes"?>
<Relationships xmlns="http://schemas.openxmlformats.org/package/2006/relationships"><Relationship Id="rId9" Type="http://schemas.openxmlformats.org/officeDocument/2006/relationships/tags" Target="../tags/tag2018.xml"/><Relationship Id="rId8" Type="http://schemas.openxmlformats.org/officeDocument/2006/relationships/tags" Target="../tags/tag2017.xml"/><Relationship Id="rId7" Type="http://schemas.openxmlformats.org/officeDocument/2006/relationships/tags" Target="../tags/tag2016.xml"/><Relationship Id="rId6" Type="http://schemas.openxmlformats.org/officeDocument/2006/relationships/image" Target="../media/image3.png"/><Relationship Id="rId5" Type="http://schemas.openxmlformats.org/officeDocument/2006/relationships/tags" Target="../tags/tag2015.xml"/><Relationship Id="rId4" Type="http://schemas.openxmlformats.org/officeDocument/2006/relationships/image" Target="../media/image2.png"/><Relationship Id="rId3" Type="http://schemas.openxmlformats.org/officeDocument/2006/relationships/tags" Target="../tags/tag2014.xml"/><Relationship Id="rId21" Type="http://schemas.openxmlformats.org/officeDocument/2006/relationships/slideLayout" Target="../slideLayouts/slideLayout18.xml"/><Relationship Id="rId20" Type="http://schemas.openxmlformats.org/officeDocument/2006/relationships/tags" Target="../tags/tag2029.xml"/><Relationship Id="rId2" Type="http://schemas.openxmlformats.org/officeDocument/2006/relationships/tags" Target="../tags/tag2013.xml"/><Relationship Id="rId19" Type="http://schemas.openxmlformats.org/officeDocument/2006/relationships/tags" Target="../tags/tag2028.xml"/><Relationship Id="rId18" Type="http://schemas.openxmlformats.org/officeDocument/2006/relationships/tags" Target="../tags/tag2027.xml"/><Relationship Id="rId17" Type="http://schemas.openxmlformats.org/officeDocument/2006/relationships/tags" Target="../tags/tag2026.xml"/><Relationship Id="rId16" Type="http://schemas.openxmlformats.org/officeDocument/2006/relationships/tags" Target="../tags/tag2025.xml"/><Relationship Id="rId15" Type="http://schemas.openxmlformats.org/officeDocument/2006/relationships/tags" Target="../tags/tag2024.xml"/><Relationship Id="rId14" Type="http://schemas.openxmlformats.org/officeDocument/2006/relationships/tags" Target="../tags/tag2023.xml"/><Relationship Id="rId13" Type="http://schemas.openxmlformats.org/officeDocument/2006/relationships/tags" Target="../tags/tag2022.xml"/><Relationship Id="rId12" Type="http://schemas.openxmlformats.org/officeDocument/2006/relationships/tags" Target="../tags/tag2021.xml"/><Relationship Id="rId11" Type="http://schemas.openxmlformats.org/officeDocument/2006/relationships/tags" Target="../tags/tag2020.xml"/><Relationship Id="rId10" Type="http://schemas.openxmlformats.org/officeDocument/2006/relationships/tags" Target="../tags/tag2019.xml"/><Relationship Id="rId1" Type="http://schemas.openxmlformats.org/officeDocument/2006/relationships/tags" Target="../tags/tag2012.xml"/></Relationships>
</file>

<file path=ppt/slides/_rels/slide72.xml.rels><?xml version="1.0" encoding="UTF-8" standalone="yes"?>
<Relationships xmlns="http://schemas.openxmlformats.org/package/2006/relationships"><Relationship Id="rId4" Type="http://schemas.openxmlformats.org/officeDocument/2006/relationships/slideLayout" Target="../slideLayouts/slideLayout40.xml"/><Relationship Id="rId3" Type="http://schemas.openxmlformats.org/officeDocument/2006/relationships/themeOverride" Target="../theme/themeOverride3.xml"/><Relationship Id="rId2" Type="http://schemas.openxmlformats.org/officeDocument/2006/relationships/tags" Target="../tags/tag2031.xml"/><Relationship Id="rId1" Type="http://schemas.openxmlformats.org/officeDocument/2006/relationships/tags" Target="../tags/tag2030.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副标题 1"/>
          <p:cNvSpPr>
            <a:spLocks noGrp="1"/>
          </p:cNvSpPr>
          <p:nvPr>
            <p:ph type="subTitle" idx="1"/>
          </p:nvPr>
        </p:nvSpPr>
        <p:spPr>
          <a:xfrm>
            <a:off x="509905" y="2002790"/>
            <a:ext cx="4015740" cy="313055"/>
          </a:xfrm>
        </p:spPr>
        <p:txBody>
          <a:bodyPr>
            <a:spAutoFit/>
          </a:bodyPr>
          <a:lstStyle/>
          <a:p>
            <a:r>
              <a:rPr lang="en-US" sz="1200" dirty="0">
                <a:solidFill>
                  <a:schemeClr val="tx1">
                    <a:lumMod val="75000"/>
                    <a:lumOff val="25000"/>
                  </a:schemeClr>
                </a:solidFill>
                <a:latin typeface="+mn-ea"/>
                <a:sym typeface="+mn-ea"/>
              </a:rPr>
              <a:t>Fundamentals of computer application</a:t>
            </a:r>
            <a:endParaRPr lang="en-US" altLang="en-US" sz="1200" dirty="0">
              <a:solidFill>
                <a:schemeClr val="tx1">
                  <a:lumMod val="75000"/>
                  <a:lumOff val="25000"/>
                </a:schemeClr>
              </a:solidFill>
              <a:latin typeface="+mn-ea"/>
              <a:sym typeface="+mn-ea"/>
            </a:endParaRPr>
          </a:p>
        </p:txBody>
      </p:sp>
      <p:sp>
        <p:nvSpPr>
          <p:cNvPr id="3" name="标题 2"/>
          <p:cNvSpPr>
            <a:spLocks noGrp="1"/>
          </p:cNvSpPr>
          <p:nvPr>
            <p:ph type="ctrTitle"/>
          </p:nvPr>
        </p:nvSpPr>
        <p:spPr>
          <a:xfrm>
            <a:off x="441960" y="1433195"/>
            <a:ext cx="4516755" cy="715010"/>
          </a:xfrm>
        </p:spPr>
        <p:txBody>
          <a:bodyPr anchor="ctr" anchorCtr="0">
            <a:spAutoFit/>
          </a:bodyPr>
          <a:lstStyle/>
          <a:p>
            <a:pPr>
              <a:lnSpc>
                <a:spcPct val="100000"/>
              </a:lnSpc>
            </a:pPr>
            <a:r>
              <a:rPr lang="zh-CN" altLang="en-US"/>
              <a:t>计算机应用基础</a:t>
            </a:r>
            <a:endParaRPr lang="zh-CN" altLang="en-US"/>
          </a:p>
        </p:txBody>
      </p:sp>
      <p:sp>
        <p:nvSpPr>
          <p:cNvPr id="5" name="文本占位符 4"/>
          <p:cNvSpPr>
            <a:spLocks noGrp="1"/>
          </p:cNvSpPr>
          <p:nvPr>
            <p:ph type="body" sz="quarter" idx="11"/>
          </p:nvPr>
        </p:nvSpPr>
        <p:spPr>
          <a:xfrm>
            <a:off x="1188720" y="4031615"/>
            <a:ext cx="1518920" cy="403860"/>
          </a:xfrm>
        </p:spPr>
        <p:txBody>
          <a:bodyPr wrap="square">
            <a:noAutofit/>
          </a:bodyPr>
          <a:lstStyle/>
          <a:p>
            <a:pPr algn="ctr">
              <a:lnSpc>
                <a:spcPct val="100000"/>
              </a:lnSpc>
              <a:spcAft>
                <a:spcPts val="0"/>
              </a:spcAft>
            </a:pPr>
            <a:r>
              <a:rPr lang="en-US" altLang="zh-CN" sz="1600">
                <a:solidFill>
                  <a:schemeClr val="bg1"/>
                </a:solidFill>
                <a:latin typeface="创艺简老宋" charset="0"/>
                <a:ea typeface="创艺简老宋" charset="0"/>
                <a:cs typeface="创艺简老宋" charset="0"/>
              </a:rPr>
              <a:t> </a:t>
            </a:r>
            <a:endParaRPr lang="en-US" altLang="zh-CN" sz="1600">
              <a:solidFill>
                <a:schemeClr val="bg1"/>
              </a:solidFill>
              <a:latin typeface="创艺简老宋" charset="0"/>
              <a:ea typeface="创艺简老宋" charset="0"/>
              <a:cs typeface="创艺简老宋" charset="0"/>
            </a:endParaRPr>
          </a:p>
        </p:txBody>
      </p:sp>
      <p:sp>
        <p:nvSpPr>
          <p:cNvPr id="7" name="文本框 6"/>
          <p:cNvSpPr txBox="1"/>
          <p:nvPr/>
        </p:nvSpPr>
        <p:spPr>
          <a:xfrm>
            <a:off x="1497965" y="4049395"/>
            <a:ext cx="900430" cy="368300"/>
          </a:xfrm>
          <a:prstGeom prst="rect">
            <a:avLst/>
          </a:prstGeom>
          <a:noFill/>
        </p:spPr>
        <p:txBody>
          <a:bodyPr wrap="square" rtlCol="0" anchor="t">
            <a:spAutoFit/>
          </a:bodyPr>
          <a:lstStyle/>
          <a:p>
            <a:pPr algn="dist"/>
            <a:r>
              <a:rPr lang="zh-CN" altLang="en-US">
                <a:solidFill>
                  <a:schemeClr val="bg1"/>
                </a:solidFill>
                <a:latin typeface="创艺简老宋" charset="0"/>
                <a:ea typeface="创艺简老宋" charset="0"/>
                <a:cs typeface="创艺简老宋" charset="0"/>
                <a:sym typeface="+mn-ea"/>
              </a:rPr>
              <a:t>第</a:t>
            </a:r>
            <a:r>
              <a:rPr lang="en-US" altLang="zh-CN">
                <a:solidFill>
                  <a:schemeClr val="bg1"/>
                </a:solidFill>
                <a:latin typeface="创艺简老宋" charset="0"/>
                <a:ea typeface="创艺简老宋" charset="0"/>
                <a:cs typeface="创艺简老宋" charset="0"/>
                <a:sym typeface="+mn-ea"/>
              </a:rPr>
              <a:t>2</a:t>
            </a:r>
            <a:r>
              <a:rPr lang="zh-CN" altLang="en-US">
                <a:solidFill>
                  <a:schemeClr val="bg1"/>
                </a:solidFill>
                <a:latin typeface="创艺简老宋" charset="0"/>
                <a:ea typeface="创艺简老宋" charset="0"/>
                <a:cs typeface="创艺简老宋" charset="0"/>
                <a:sym typeface="+mn-ea"/>
              </a:rPr>
              <a:t>版</a:t>
            </a:r>
            <a:endParaRPr lang="zh-CN" altLang="en-US"/>
          </a:p>
        </p:txBody>
      </p:sp>
      <p:sp>
        <p:nvSpPr>
          <p:cNvPr id="8" name="文本框 7"/>
          <p:cNvSpPr txBox="1"/>
          <p:nvPr/>
        </p:nvSpPr>
        <p:spPr>
          <a:xfrm>
            <a:off x="923290" y="2813050"/>
            <a:ext cx="1402080" cy="337185"/>
          </a:xfrm>
          <a:prstGeom prst="rect">
            <a:avLst/>
          </a:prstGeom>
          <a:noFill/>
        </p:spPr>
        <p:txBody>
          <a:bodyPr wrap="none" rtlCol="0" anchor="t">
            <a:spAutoFit/>
          </a:bodyPr>
          <a:lstStyle/>
          <a:p>
            <a:r>
              <a:rPr lang="zh-CN" altLang="en-US" sz="1600" b="1" dirty="0">
                <a:solidFill>
                  <a:schemeClr val="bg1"/>
                </a:solidFill>
                <a:ea typeface="+mn-lt"/>
                <a:sym typeface="+mn-ea"/>
              </a:rPr>
              <a:t>主编：丁爱萍</a:t>
            </a:r>
            <a:endParaRPr lang="zh-CN" altLang="en-US" sz="1600" b="1" dirty="0">
              <a:solidFill>
                <a:schemeClr val="bg1"/>
              </a:solidFill>
              <a:ea typeface="+mn-lt"/>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1500" advTm="3000"/>
    </mc:Choice>
    <mc:Fallback>
      <p:transition spd="slow" advTm="3000"/>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矩形 13"/>
          <p:cNvSpPr/>
          <p:nvPr/>
        </p:nvSpPr>
        <p:spPr>
          <a:xfrm flipH="1" flipV="1">
            <a:off x="-1" y="1275447"/>
            <a:ext cx="9144001" cy="2610957"/>
          </a:xfrm>
          <a:prstGeom prst="rect">
            <a:avLst/>
          </a:prstGeom>
          <a:pattFill prst="ltHorz">
            <a:fgClr>
              <a:srgbClr val="EAD9EA"/>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 name="组合 3"/>
          <p:cNvGrpSpPr/>
          <p:nvPr/>
        </p:nvGrpSpPr>
        <p:grpSpPr>
          <a:xfrm>
            <a:off x="250720" y="821354"/>
            <a:ext cx="4718472" cy="3281031"/>
            <a:chOff x="250720" y="821354"/>
            <a:chExt cx="4718472" cy="3281031"/>
          </a:xfrm>
        </p:grpSpPr>
        <p:sp>
          <p:nvSpPr>
            <p:cNvPr id="23" name="等腰三角形 22"/>
            <p:cNvSpPr/>
            <p:nvPr/>
          </p:nvSpPr>
          <p:spPr>
            <a:xfrm flipH="1">
              <a:off x="4124848" y="825785"/>
              <a:ext cx="844344" cy="449663"/>
            </a:xfrm>
            <a:prstGeom prst="triangle">
              <a:avLst>
                <a:gd name="adj" fmla="val 59494"/>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等腰三角形 8"/>
            <p:cNvSpPr/>
            <p:nvPr/>
          </p:nvSpPr>
          <p:spPr>
            <a:xfrm flipH="1" flipV="1">
              <a:off x="250720" y="821354"/>
              <a:ext cx="4245079" cy="3281031"/>
            </a:xfrm>
            <a:custGeom>
              <a:avLst/>
              <a:gdLst>
                <a:gd name="connsiteX0" fmla="*/ 0 w 3283112"/>
                <a:gd name="connsiteY0" fmla="*/ 2894069 h 2894069"/>
                <a:gd name="connsiteX1" fmla="*/ 1641556 w 3283112"/>
                <a:gd name="connsiteY1" fmla="*/ 0 h 2894069"/>
                <a:gd name="connsiteX2" fmla="*/ 3283112 w 3283112"/>
                <a:gd name="connsiteY2" fmla="*/ 2894069 h 2894069"/>
                <a:gd name="connsiteX3" fmla="*/ 0 w 3283112"/>
                <a:gd name="connsiteY3" fmla="*/ 2894069 h 2894069"/>
                <a:gd name="connsiteX0-1" fmla="*/ 0 w 3272095"/>
                <a:gd name="connsiteY0-2" fmla="*/ 2938136 h 2938136"/>
                <a:gd name="connsiteX1-3" fmla="*/ 1630539 w 3272095"/>
                <a:gd name="connsiteY1-4" fmla="*/ 0 h 2938136"/>
                <a:gd name="connsiteX2-5" fmla="*/ 3272095 w 3272095"/>
                <a:gd name="connsiteY2-6" fmla="*/ 2894069 h 2938136"/>
                <a:gd name="connsiteX3-7" fmla="*/ 0 w 3272095"/>
                <a:gd name="connsiteY3-8" fmla="*/ 2938136 h 2938136"/>
                <a:gd name="connsiteX0-9" fmla="*/ 0 w 3272095"/>
                <a:gd name="connsiteY0-10" fmla="*/ 2938136 h 2938136"/>
                <a:gd name="connsiteX1-11" fmla="*/ 1668639 w 3272095"/>
                <a:gd name="connsiteY1-12" fmla="*/ 0 h 2938136"/>
                <a:gd name="connsiteX2-13" fmla="*/ 3272095 w 3272095"/>
                <a:gd name="connsiteY2-14" fmla="*/ 2894069 h 2938136"/>
                <a:gd name="connsiteX3-15" fmla="*/ 0 w 3272095"/>
                <a:gd name="connsiteY3-16" fmla="*/ 2938136 h 2938136"/>
              </a:gdLst>
              <a:ahLst/>
              <a:cxnLst>
                <a:cxn ang="0">
                  <a:pos x="connsiteX0-1" y="connsiteY0-2"/>
                </a:cxn>
                <a:cxn ang="0">
                  <a:pos x="connsiteX1-3" y="connsiteY1-4"/>
                </a:cxn>
                <a:cxn ang="0">
                  <a:pos x="connsiteX2-5" y="connsiteY2-6"/>
                </a:cxn>
                <a:cxn ang="0">
                  <a:pos x="connsiteX3-7" y="connsiteY3-8"/>
                </a:cxn>
              </a:cxnLst>
              <a:rect l="l" t="t" r="r" b="b"/>
              <a:pathLst>
                <a:path w="3272095" h="2938136">
                  <a:moveTo>
                    <a:pt x="0" y="2938136"/>
                  </a:moveTo>
                  <a:lnTo>
                    <a:pt x="1668639" y="0"/>
                  </a:lnTo>
                  <a:lnTo>
                    <a:pt x="3272095" y="2894069"/>
                  </a:lnTo>
                  <a:lnTo>
                    <a:pt x="0" y="2938136"/>
                  </a:lnTo>
                  <a:close/>
                </a:path>
              </a:pathLst>
            </a:custGeom>
            <a:gradFill>
              <a:gsLst>
                <a:gs pos="0">
                  <a:srgbClr val="EEDFF3"/>
                </a:gs>
                <a:gs pos="100000">
                  <a:srgbClr val="D2BFF1"/>
                </a:gs>
              </a:gsLst>
              <a:lin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Noto Serif CJK SC" panose="02020400000000000000" pitchFamily="18" charset="-122"/>
                <a:ea typeface="方正黑体简体" panose="03000509000000000000" pitchFamily="2" charset="-122"/>
                <a:sym typeface="Noto Serif CJK SC" panose="02020400000000000000" pitchFamily="18" charset="-122"/>
              </a:endParaRPr>
            </a:p>
          </p:txBody>
        </p:sp>
      </p:grpSp>
      <p:sp>
        <p:nvSpPr>
          <p:cNvPr id="21" name="任意多边形 20"/>
          <p:cNvSpPr/>
          <p:nvPr/>
        </p:nvSpPr>
        <p:spPr>
          <a:xfrm flipH="1" flipV="1">
            <a:off x="-3" y="864158"/>
            <a:ext cx="1417565" cy="3459290"/>
          </a:xfrm>
          <a:custGeom>
            <a:avLst/>
            <a:gdLst>
              <a:gd name="connsiteX0" fmla="*/ 1254412 w 1465190"/>
              <a:gd name="connsiteY0" fmla="*/ 4029693 h 4029693"/>
              <a:gd name="connsiteX1" fmla="*/ 0 w 1465190"/>
              <a:gd name="connsiteY1" fmla="*/ 1855307 h 4029693"/>
              <a:gd name="connsiteX2" fmla="*/ 965220 w 1465190"/>
              <a:gd name="connsiteY2" fmla="*/ 1173 h 4029693"/>
              <a:gd name="connsiteX3" fmla="*/ 1465190 w 1465190"/>
              <a:gd name="connsiteY3" fmla="*/ 0 h 4029693"/>
              <a:gd name="connsiteX4" fmla="*/ 1465190 w 1465190"/>
              <a:gd name="connsiteY4" fmla="*/ 4029324 h 4029693"/>
              <a:gd name="connsiteX0-1" fmla="*/ 1206787 w 1417565"/>
              <a:gd name="connsiteY0-2" fmla="*/ 4029693 h 4029693"/>
              <a:gd name="connsiteX1-3" fmla="*/ 0 w 1417565"/>
              <a:gd name="connsiteY1-4" fmla="*/ 1778001 h 4029693"/>
              <a:gd name="connsiteX2-5" fmla="*/ 917595 w 1417565"/>
              <a:gd name="connsiteY2-6" fmla="*/ 1173 h 4029693"/>
              <a:gd name="connsiteX3-7" fmla="*/ 1417565 w 1417565"/>
              <a:gd name="connsiteY3-8" fmla="*/ 0 h 4029693"/>
              <a:gd name="connsiteX4-9" fmla="*/ 1417565 w 1417565"/>
              <a:gd name="connsiteY4-10" fmla="*/ 4029324 h 4029693"/>
              <a:gd name="connsiteX5" fmla="*/ 1206787 w 1417565"/>
              <a:gd name="connsiteY5" fmla="*/ 4029693 h 4029693"/>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 y="connsiteY5"/>
              </a:cxn>
            </a:cxnLst>
            <a:rect l="l" t="t" r="r" b="b"/>
            <a:pathLst>
              <a:path w="1417565" h="4029693">
                <a:moveTo>
                  <a:pt x="1206787" y="4029693"/>
                </a:moveTo>
                <a:cubicBezTo>
                  <a:pt x="1191913" y="3980776"/>
                  <a:pt x="587" y="1754371"/>
                  <a:pt x="0" y="1778001"/>
                </a:cubicBezTo>
                <a:cubicBezTo>
                  <a:pt x="587" y="1775708"/>
                  <a:pt x="931296" y="17976"/>
                  <a:pt x="917595" y="1173"/>
                </a:cubicBezTo>
                <a:lnTo>
                  <a:pt x="1417565" y="0"/>
                </a:lnTo>
                <a:lnTo>
                  <a:pt x="1417565" y="4029324"/>
                </a:lnTo>
                <a:lnTo>
                  <a:pt x="1206787" y="4029693"/>
                </a:lnTo>
                <a:close/>
              </a:path>
            </a:pathLst>
          </a:custGeom>
          <a:solidFill>
            <a:srgbClr val="EAD9E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350">
              <a:latin typeface="Noto Serif CJK SC" panose="02020400000000000000" pitchFamily="18" charset="-122"/>
              <a:ea typeface="方正黑体简体" panose="03000509000000000000" pitchFamily="2" charset="-122"/>
              <a:sym typeface="Noto Serif CJK SC" panose="02020400000000000000" pitchFamily="18" charset="-122"/>
            </a:endParaRPr>
          </a:p>
        </p:txBody>
      </p:sp>
      <p:sp>
        <p:nvSpPr>
          <p:cNvPr id="22" name="等腰三角形 8"/>
          <p:cNvSpPr/>
          <p:nvPr/>
        </p:nvSpPr>
        <p:spPr>
          <a:xfrm flipH="1">
            <a:off x="571707" y="2823821"/>
            <a:ext cx="1794859" cy="1499626"/>
          </a:xfrm>
          <a:custGeom>
            <a:avLst/>
            <a:gdLst>
              <a:gd name="connsiteX0" fmla="*/ 0 w 3283112"/>
              <a:gd name="connsiteY0" fmla="*/ 2894069 h 2894069"/>
              <a:gd name="connsiteX1" fmla="*/ 1641556 w 3283112"/>
              <a:gd name="connsiteY1" fmla="*/ 0 h 2894069"/>
              <a:gd name="connsiteX2" fmla="*/ 3283112 w 3283112"/>
              <a:gd name="connsiteY2" fmla="*/ 2894069 h 2894069"/>
              <a:gd name="connsiteX3" fmla="*/ 0 w 3283112"/>
              <a:gd name="connsiteY3" fmla="*/ 2894069 h 2894069"/>
              <a:gd name="connsiteX0-1" fmla="*/ 0 w 3272095"/>
              <a:gd name="connsiteY0-2" fmla="*/ 2938136 h 2938136"/>
              <a:gd name="connsiteX1-3" fmla="*/ 1630539 w 3272095"/>
              <a:gd name="connsiteY1-4" fmla="*/ 0 h 2938136"/>
              <a:gd name="connsiteX2-5" fmla="*/ 3272095 w 3272095"/>
              <a:gd name="connsiteY2-6" fmla="*/ 2894069 h 2938136"/>
              <a:gd name="connsiteX3-7" fmla="*/ 0 w 3272095"/>
              <a:gd name="connsiteY3-8" fmla="*/ 2938136 h 2938136"/>
              <a:gd name="connsiteX0-9" fmla="*/ 0 w 3272095"/>
              <a:gd name="connsiteY0-10" fmla="*/ 2938136 h 2938136"/>
              <a:gd name="connsiteX1-11" fmla="*/ 1668639 w 3272095"/>
              <a:gd name="connsiteY1-12" fmla="*/ 0 h 2938136"/>
              <a:gd name="connsiteX2-13" fmla="*/ 3272095 w 3272095"/>
              <a:gd name="connsiteY2-14" fmla="*/ 2894069 h 2938136"/>
              <a:gd name="connsiteX3-15" fmla="*/ 0 w 3272095"/>
              <a:gd name="connsiteY3-16" fmla="*/ 2938136 h 2938136"/>
            </a:gdLst>
            <a:ahLst/>
            <a:cxnLst>
              <a:cxn ang="0">
                <a:pos x="connsiteX0-1" y="connsiteY0-2"/>
              </a:cxn>
              <a:cxn ang="0">
                <a:pos x="connsiteX1-3" y="connsiteY1-4"/>
              </a:cxn>
              <a:cxn ang="0">
                <a:pos x="connsiteX2-5" y="connsiteY2-6"/>
              </a:cxn>
              <a:cxn ang="0">
                <a:pos x="connsiteX3-7" y="connsiteY3-8"/>
              </a:cxn>
            </a:cxnLst>
            <a:rect l="l" t="t" r="r" b="b"/>
            <a:pathLst>
              <a:path w="3272095" h="2938136">
                <a:moveTo>
                  <a:pt x="0" y="2938136"/>
                </a:moveTo>
                <a:lnTo>
                  <a:pt x="1668639" y="0"/>
                </a:lnTo>
                <a:lnTo>
                  <a:pt x="3272095" y="2894069"/>
                </a:lnTo>
                <a:lnTo>
                  <a:pt x="0" y="2938136"/>
                </a:lnTo>
                <a:close/>
              </a:path>
            </a:pathLst>
          </a:cu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Noto Serif CJK SC" panose="02020400000000000000" pitchFamily="18" charset="-122"/>
              <a:ea typeface="方正黑体简体" panose="03000509000000000000" pitchFamily="2" charset="-122"/>
              <a:sym typeface="Noto Serif CJK SC" panose="02020400000000000000" pitchFamily="18" charset="-122"/>
            </a:endParaRPr>
          </a:p>
        </p:txBody>
      </p:sp>
      <p:sp>
        <p:nvSpPr>
          <p:cNvPr id="39" name="文本框 38"/>
          <p:cNvSpPr txBox="1"/>
          <p:nvPr/>
        </p:nvSpPr>
        <p:spPr>
          <a:xfrm>
            <a:off x="1418048" y="1457167"/>
            <a:ext cx="1415772" cy="830997"/>
          </a:xfrm>
          <a:prstGeom prst="rect">
            <a:avLst/>
          </a:prstGeom>
          <a:noFill/>
        </p:spPr>
        <p:txBody>
          <a:bodyPr wrap="none" rtlCol="0">
            <a:spAutoFit/>
          </a:bodyPr>
          <a:lstStyle/>
          <a:p>
            <a:r>
              <a:rPr lang="zh-CN" altLang="en-US" sz="4800" dirty="0">
                <a:solidFill>
                  <a:schemeClr val="accent1"/>
                </a:solidFill>
                <a:latin typeface="+mn-ea"/>
              </a:rPr>
              <a:t>目录</a:t>
            </a:r>
            <a:endParaRPr lang="zh-CN" altLang="en-US" sz="4800" dirty="0">
              <a:solidFill>
                <a:schemeClr val="accent1"/>
              </a:solidFill>
              <a:latin typeface="+mn-ea"/>
            </a:endParaRPr>
          </a:p>
        </p:txBody>
      </p:sp>
      <p:grpSp>
        <p:nvGrpSpPr>
          <p:cNvPr id="24" name="组合 23"/>
          <p:cNvGrpSpPr/>
          <p:nvPr/>
        </p:nvGrpSpPr>
        <p:grpSpPr>
          <a:xfrm>
            <a:off x="4276655" y="1726931"/>
            <a:ext cx="2103380" cy="412618"/>
            <a:chOff x="868421" y="3447195"/>
            <a:chExt cx="2103380" cy="412618"/>
          </a:xfrm>
        </p:grpSpPr>
        <p:sp>
          <p:nvSpPr>
            <p:cNvPr id="25" name="MH_Other_1"/>
            <p:cNvSpPr>
              <a:spLocks noChangeAspect="1"/>
            </p:cNvSpPr>
            <p:nvPr>
              <p:custDataLst>
                <p:tags r:id="rId1"/>
              </p:custDataLst>
            </p:nvPr>
          </p:nvSpPr>
          <p:spPr>
            <a:xfrm>
              <a:off x="868421" y="3447195"/>
              <a:ext cx="411740" cy="412618"/>
            </a:xfrm>
            <a:prstGeom prst="ellipse">
              <a:avLst/>
            </a:prstGeom>
            <a:solidFill>
              <a:srgbClr val="7030A0"/>
            </a:solidFill>
            <a:ln w="57150" cap="flat" cmpd="sng" algn="ctr">
              <a:solidFill>
                <a:srgbClr val="7030A0"/>
              </a:solidFill>
              <a:prstDash val="solid"/>
            </a:ln>
            <a:effectLst/>
          </p:spPr>
          <p:txBody>
            <a:bodyPr lIns="0" tIns="0" rIns="0" bIns="0" anchor="ctr"/>
            <a:lstStyle/>
            <a:p>
              <a:pPr algn="ctr">
                <a:defRPr/>
              </a:pPr>
              <a:r>
                <a:rPr lang="en-US" altLang="zh-CN" sz="2400" kern="0" dirty="0">
                  <a:solidFill>
                    <a:schemeClr val="bg1"/>
                  </a:solidFill>
                  <a:latin typeface="字魂35号-经典雅黑" panose="02000000000000000000" pitchFamily="2" charset="-122"/>
                  <a:ea typeface="字魂35号-经典雅黑" panose="02000000000000000000" pitchFamily="2" charset="-122"/>
                  <a:sym typeface="Arial" panose="020B0604020202020204" pitchFamily="34" charset="0"/>
                </a:rPr>
                <a:t>1</a:t>
              </a:r>
              <a:endParaRPr lang="en-US" altLang="zh-CN" sz="3200" kern="0" dirty="0">
                <a:solidFill>
                  <a:schemeClr val="bg1"/>
                </a:solidFill>
                <a:latin typeface="字魂35号-经典雅黑" panose="02000000000000000000" pitchFamily="2" charset="-122"/>
                <a:ea typeface="字魂35号-经典雅黑" panose="02000000000000000000" pitchFamily="2" charset="-122"/>
                <a:sym typeface="Arial" panose="020B0604020202020204" pitchFamily="34" charset="0"/>
              </a:endParaRPr>
            </a:p>
          </p:txBody>
        </p:sp>
        <p:sp>
          <p:nvSpPr>
            <p:cNvPr id="26" name="MH_Text_1"/>
            <p:cNvSpPr/>
            <p:nvPr>
              <p:custDataLst>
                <p:tags r:id="rId2"/>
              </p:custDataLst>
            </p:nvPr>
          </p:nvSpPr>
          <p:spPr>
            <a:xfrm>
              <a:off x="1374649" y="3561171"/>
              <a:ext cx="1597152" cy="276860"/>
            </a:xfrm>
            <a:prstGeom prst="rect">
              <a:avLst/>
            </a:prstGeom>
          </p:spPr>
          <p:txBody>
            <a:bodyPr wrap="square" lIns="0" tIns="0" rIns="0" bIns="0" anchor="ctr">
              <a:spAutoFit/>
            </a:bodyPr>
            <a:lstStyle/>
            <a:p>
              <a:r>
                <a:rPr lang="zh-CN" altLang="en-US" dirty="0">
                  <a:solidFill>
                    <a:schemeClr val="tx1">
                      <a:lumMod val="75000"/>
                      <a:lumOff val="25000"/>
                    </a:schemeClr>
                  </a:solidFill>
                  <a:latin typeface="字魂35号-经典雅黑" panose="02000000000000000000" pitchFamily="2" charset="-122"/>
                  <a:ea typeface="字魂35号-经典雅黑" panose="02000000000000000000" pitchFamily="2" charset="-122"/>
                  <a:sym typeface="Arial" panose="020B0604020202020204" pitchFamily="34" charset="0"/>
                </a:rPr>
                <a:t>认识计算机</a:t>
              </a:r>
              <a:endParaRPr lang="zh-CN" altLang="en-US" dirty="0">
                <a:solidFill>
                  <a:schemeClr val="tx1">
                    <a:lumMod val="75000"/>
                    <a:lumOff val="25000"/>
                  </a:schemeClr>
                </a:solidFill>
                <a:latin typeface="字魂35号-经典雅黑" panose="02000000000000000000" pitchFamily="2" charset="-122"/>
                <a:ea typeface="字魂35号-经典雅黑" panose="02000000000000000000" pitchFamily="2" charset="-122"/>
                <a:sym typeface="Arial" panose="020B0604020202020204" pitchFamily="34" charset="0"/>
              </a:endParaRPr>
            </a:p>
          </p:txBody>
        </p:sp>
      </p:grpSp>
      <p:grpSp>
        <p:nvGrpSpPr>
          <p:cNvPr id="27" name="组合 26"/>
          <p:cNvGrpSpPr/>
          <p:nvPr/>
        </p:nvGrpSpPr>
        <p:grpSpPr>
          <a:xfrm>
            <a:off x="4277290" y="2364122"/>
            <a:ext cx="2102745" cy="411480"/>
            <a:chOff x="869056" y="3447830"/>
            <a:chExt cx="2102745" cy="411480"/>
          </a:xfrm>
        </p:grpSpPr>
        <p:sp>
          <p:nvSpPr>
            <p:cNvPr id="28" name="MH_Other_1"/>
            <p:cNvSpPr>
              <a:spLocks noChangeAspect="1"/>
            </p:cNvSpPr>
            <p:nvPr>
              <p:custDataLst>
                <p:tags r:id="rId3"/>
              </p:custDataLst>
            </p:nvPr>
          </p:nvSpPr>
          <p:spPr>
            <a:xfrm>
              <a:off x="869056" y="3447830"/>
              <a:ext cx="410210" cy="411480"/>
            </a:xfrm>
            <a:prstGeom prst="ellipse">
              <a:avLst/>
            </a:prstGeom>
            <a:solidFill>
              <a:srgbClr val="7030A0"/>
            </a:solidFill>
            <a:ln w="57150" cap="flat" cmpd="sng" algn="ctr">
              <a:solidFill>
                <a:srgbClr val="7030A0"/>
              </a:solidFill>
              <a:prstDash val="solid"/>
            </a:ln>
            <a:effectLst/>
          </p:spPr>
          <p:txBody>
            <a:bodyPr lIns="0" tIns="0" rIns="0" bIns="0" anchor="ctr"/>
            <a:lstStyle/>
            <a:p>
              <a:pPr algn="ctr">
                <a:defRPr/>
              </a:pPr>
              <a:r>
                <a:rPr lang="en-US" altLang="zh-CN" sz="2400" kern="0" dirty="0">
                  <a:solidFill>
                    <a:schemeClr val="bg1"/>
                  </a:solidFill>
                  <a:latin typeface="字魂35号-经典雅黑" panose="02000000000000000000" pitchFamily="2" charset="-122"/>
                  <a:ea typeface="字魂35号-经典雅黑" panose="02000000000000000000" pitchFamily="2" charset="-122"/>
                  <a:sym typeface="Arial" panose="020B0604020202020204" pitchFamily="34" charset="0"/>
                </a:rPr>
                <a:t>2</a:t>
              </a:r>
              <a:endParaRPr lang="en-US" altLang="zh-CN" sz="3200" kern="0" dirty="0">
                <a:solidFill>
                  <a:schemeClr val="bg1"/>
                </a:solidFill>
                <a:latin typeface="字魂35号-经典雅黑" panose="02000000000000000000" pitchFamily="2" charset="-122"/>
                <a:ea typeface="字魂35号-经典雅黑" panose="02000000000000000000" pitchFamily="2" charset="-122"/>
                <a:sym typeface="Arial" panose="020B0604020202020204" pitchFamily="34" charset="0"/>
              </a:endParaRPr>
            </a:p>
          </p:txBody>
        </p:sp>
        <p:sp>
          <p:nvSpPr>
            <p:cNvPr id="29" name="MH_Text_1"/>
            <p:cNvSpPr/>
            <p:nvPr>
              <p:custDataLst>
                <p:tags r:id="rId4"/>
              </p:custDataLst>
            </p:nvPr>
          </p:nvSpPr>
          <p:spPr>
            <a:xfrm>
              <a:off x="1374649" y="3561171"/>
              <a:ext cx="1597152" cy="276860"/>
            </a:xfrm>
            <a:prstGeom prst="rect">
              <a:avLst/>
            </a:prstGeom>
          </p:spPr>
          <p:txBody>
            <a:bodyPr wrap="square" lIns="0" tIns="0" rIns="0" bIns="0" anchor="ctr">
              <a:spAutoFit/>
            </a:bodyPr>
            <a:lstStyle/>
            <a:p>
              <a:r>
                <a:rPr lang="zh-CN" altLang="en-US" dirty="0">
                  <a:solidFill>
                    <a:schemeClr val="tx1">
                      <a:lumMod val="75000"/>
                      <a:lumOff val="25000"/>
                    </a:schemeClr>
                  </a:solidFill>
                  <a:latin typeface="字魂35号-经典雅黑" panose="02000000000000000000" pitchFamily="2" charset="-122"/>
                  <a:ea typeface="字魂35号-经典雅黑" panose="02000000000000000000" pitchFamily="2" charset="-122"/>
                  <a:sym typeface="Arial" panose="020B0604020202020204" pitchFamily="34" charset="0"/>
                </a:rPr>
                <a:t>操作系统应用</a:t>
              </a:r>
              <a:endParaRPr lang="zh-CN" altLang="en-US" dirty="0">
                <a:solidFill>
                  <a:schemeClr val="tx1">
                    <a:lumMod val="75000"/>
                    <a:lumOff val="25000"/>
                  </a:schemeClr>
                </a:solidFill>
                <a:latin typeface="字魂35号-经典雅黑" panose="02000000000000000000" pitchFamily="2" charset="-122"/>
                <a:ea typeface="字魂35号-经典雅黑" panose="02000000000000000000" pitchFamily="2" charset="-122"/>
                <a:sym typeface="Arial" panose="020B0604020202020204" pitchFamily="34" charset="0"/>
              </a:endParaRPr>
            </a:p>
          </p:txBody>
        </p:sp>
      </p:grpSp>
      <p:grpSp>
        <p:nvGrpSpPr>
          <p:cNvPr id="30" name="组合 29"/>
          <p:cNvGrpSpPr/>
          <p:nvPr/>
        </p:nvGrpSpPr>
        <p:grpSpPr>
          <a:xfrm>
            <a:off x="4267571" y="2965133"/>
            <a:ext cx="2103380" cy="412618"/>
            <a:chOff x="868421" y="3447195"/>
            <a:chExt cx="2103380" cy="412618"/>
          </a:xfrm>
        </p:grpSpPr>
        <p:sp>
          <p:nvSpPr>
            <p:cNvPr id="31" name="MH_Other_1"/>
            <p:cNvSpPr>
              <a:spLocks noChangeAspect="1"/>
            </p:cNvSpPr>
            <p:nvPr>
              <p:custDataLst>
                <p:tags r:id="rId5"/>
              </p:custDataLst>
            </p:nvPr>
          </p:nvSpPr>
          <p:spPr>
            <a:xfrm>
              <a:off x="868421" y="3447195"/>
              <a:ext cx="411740" cy="412618"/>
            </a:xfrm>
            <a:prstGeom prst="ellipse">
              <a:avLst/>
            </a:prstGeom>
            <a:solidFill>
              <a:srgbClr val="7030A0"/>
            </a:solidFill>
            <a:ln w="57150" cap="flat" cmpd="sng" algn="ctr">
              <a:solidFill>
                <a:srgbClr val="7030A0"/>
              </a:solidFill>
              <a:prstDash val="solid"/>
            </a:ln>
            <a:effectLst/>
          </p:spPr>
          <p:txBody>
            <a:bodyPr lIns="0" tIns="0" rIns="0" bIns="0" anchor="ctr"/>
            <a:lstStyle/>
            <a:p>
              <a:pPr algn="ctr">
                <a:defRPr/>
              </a:pPr>
              <a:r>
                <a:rPr lang="en-US" altLang="zh-CN" sz="2400" kern="0" dirty="0">
                  <a:solidFill>
                    <a:schemeClr val="bg1"/>
                  </a:solidFill>
                  <a:latin typeface="字魂35号-经典雅黑" panose="02000000000000000000" pitchFamily="2" charset="-122"/>
                  <a:ea typeface="字魂35号-经典雅黑" panose="02000000000000000000" pitchFamily="2" charset="-122"/>
                  <a:sym typeface="Arial" panose="020B0604020202020204" pitchFamily="34" charset="0"/>
                </a:rPr>
                <a:t>3</a:t>
              </a:r>
              <a:endParaRPr lang="en-US" altLang="zh-CN" sz="3200" kern="0" dirty="0">
                <a:solidFill>
                  <a:schemeClr val="bg1"/>
                </a:solidFill>
                <a:latin typeface="字魂35号-经典雅黑" panose="02000000000000000000" pitchFamily="2" charset="-122"/>
                <a:ea typeface="字魂35号-经典雅黑" panose="02000000000000000000" pitchFamily="2" charset="-122"/>
                <a:sym typeface="Arial" panose="020B0604020202020204" pitchFamily="34" charset="0"/>
              </a:endParaRPr>
            </a:p>
          </p:txBody>
        </p:sp>
        <p:sp>
          <p:nvSpPr>
            <p:cNvPr id="32" name="MH_Text_1"/>
            <p:cNvSpPr/>
            <p:nvPr>
              <p:custDataLst>
                <p:tags r:id="rId6"/>
              </p:custDataLst>
            </p:nvPr>
          </p:nvSpPr>
          <p:spPr>
            <a:xfrm>
              <a:off x="1374649" y="3561171"/>
              <a:ext cx="1597152" cy="276860"/>
            </a:xfrm>
            <a:prstGeom prst="rect">
              <a:avLst/>
            </a:prstGeom>
          </p:spPr>
          <p:txBody>
            <a:bodyPr wrap="square" lIns="0" tIns="0" rIns="0" bIns="0" anchor="ctr">
              <a:spAutoFit/>
            </a:bodyPr>
            <a:lstStyle/>
            <a:p>
              <a:r>
                <a:rPr lang="zh-CN" altLang="en-US" dirty="0">
                  <a:solidFill>
                    <a:schemeClr val="tx1">
                      <a:lumMod val="75000"/>
                      <a:lumOff val="25000"/>
                    </a:schemeClr>
                  </a:solidFill>
                  <a:latin typeface="字魂35号-经典雅黑" panose="02000000000000000000" pitchFamily="2" charset="-122"/>
                  <a:ea typeface="字魂35号-经典雅黑" panose="02000000000000000000" pitchFamily="2" charset="-122"/>
                  <a:sym typeface="Arial" panose="020B0604020202020204" pitchFamily="34" charset="0"/>
                </a:rPr>
                <a:t>网络应用</a:t>
              </a:r>
              <a:endParaRPr lang="zh-CN" altLang="en-US" dirty="0">
                <a:solidFill>
                  <a:schemeClr val="tx1">
                    <a:lumMod val="75000"/>
                    <a:lumOff val="25000"/>
                  </a:schemeClr>
                </a:solidFill>
                <a:latin typeface="字魂35号-经典雅黑" panose="02000000000000000000" pitchFamily="2" charset="-122"/>
                <a:ea typeface="字魂35号-经典雅黑" panose="02000000000000000000" pitchFamily="2" charset="-122"/>
                <a:sym typeface="Arial" panose="020B0604020202020204" pitchFamily="34" charset="0"/>
              </a:endParaRPr>
            </a:p>
          </p:txBody>
        </p:sp>
      </p:grpSp>
      <p:grpSp>
        <p:nvGrpSpPr>
          <p:cNvPr id="33" name="组合 32"/>
          <p:cNvGrpSpPr/>
          <p:nvPr/>
        </p:nvGrpSpPr>
        <p:grpSpPr>
          <a:xfrm>
            <a:off x="6659620" y="1755516"/>
            <a:ext cx="2103380" cy="412618"/>
            <a:chOff x="868421" y="3447195"/>
            <a:chExt cx="2103380" cy="412618"/>
          </a:xfrm>
        </p:grpSpPr>
        <p:sp>
          <p:nvSpPr>
            <p:cNvPr id="34" name="MH_Other_1"/>
            <p:cNvSpPr>
              <a:spLocks noChangeAspect="1"/>
            </p:cNvSpPr>
            <p:nvPr>
              <p:custDataLst>
                <p:tags r:id="rId7"/>
              </p:custDataLst>
            </p:nvPr>
          </p:nvSpPr>
          <p:spPr>
            <a:xfrm>
              <a:off x="868421" y="3447195"/>
              <a:ext cx="411740" cy="412618"/>
            </a:xfrm>
            <a:prstGeom prst="ellipse">
              <a:avLst/>
            </a:prstGeom>
            <a:solidFill>
              <a:srgbClr val="7030A0"/>
            </a:solidFill>
            <a:ln w="57150" cap="flat" cmpd="sng" algn="ctr">
              <a:solidFill>
                <a:srgbClr val="7030A0"/>
              </a:solidFill>
              <a:prstDash val="solid"/>
            </a:ln>
            <a:effectLst/>
          </p:spPr>
          <p:txBody>
            <a:bodyPr lIns="0" tIns="0" rIns="0" bIns="0" anchor="ctr"/>
            <a:lstStyle/>
            <a:p>
              <a:pPr algn="ctr">
                <a:defRPr/>
              </a:pPr>
              <a:r>
                <a:rPr lang="en-US" altLang="zh-CN" sz="2400" kern="0" dirty="0">
                  <a:solidFill>
                    <a:schemeClr val="bg1"/>
                  </a:solidFill>
                  <a:latin typeface="字魂35号-经典雅黑" panose="02000000000000000000" pitchFamily="2" charset="-122"/>
                  <a:ea typeface="字魂35号-经典雅黑" panose="02000000000000000000" pitchFamily="2" charset="-122"/>
                  <a:sym typeface="Arial" panose="020B0604020202020204" pitchFamily="34" charset="0"/>
                </a:rPr>
                <a:t>4</a:t>
              </a:r>
              <a:endParaRPr lang="en-US" altLang="zh-CN" sz="3200" kern="0" dirty="0">
                <a:solidFill>
                  <a:schemeClr val="bg1"/>
                </a:solidFill>
                <a:latin typeface="字魂35号-经典雅黑" panose="02000000000000000000" pitchFamily="2" charset="-122"/>
                <a:ea typeface="字魂35号-经典雅黑" panose="02000000000000000000" pitchFamily="2" charset="-122"/>
                <a:sym typeface="Arial" panose="020B0604020202020204" pitchFamily="34" charset="0"/>
              </a:endParaRPr>
            </a:p>
          </p:txBody>
        </p:sp>
        <p:sp>
          <p:nvSpPr>
            <p:cNvPr id="35" name="MH_Text_1"/>
            <p:cNvSpPr/>
            <p:nvPr>
              <p:custDataLst>
                <p:tags r:id="rId8"/>
              </p:custDataLst>
            </p:nvPr>
          </p:nvSpPr>
          <p:spPr>
            <a:xfrm>
              <a:off x="1374649" y="3561171"/>
              <a:ext cx="1597152" cy="276860"/>
            </a:xfrm>
            <a:prstGeom prst="rect">
              <a:avLst/>
            </a:prstGeom>
          </p:spPr>
          <p:txBody>
            <a:bodyPr wrap="square" lIns="0" tIns="0" rIns="0" bIns="0" anchor="ctr">
              <a:spAutoFit/>
            </a:bodyPr>
            <a:lstStyle/>
            <a:p>
              <a:r>
                <a:rPr lang="zh-CN" altLang="en-US" dirty="0">
                  <a:solidFill>
                    <a:schemeClr val="tx1">
                      <a:lumMod val="75000"/>
                      <a:lumOff val="25000"/>
                    </a:schemeClr>
                  </a:solidFill>
                  <a:latin typeface="字魂35号-经典雅黑" panose="02000000000000000000" pitchFamily="2" charset="-122"/>
                  <a:ea typeface="字魂35号-经典雅黑" panose="02000000000000000000" pitchFamily="2" charset="-122"/>
                  <a:sym typeface="Arial" panose="020B0604020202020204" pitchFamily="34" charset="0"/>
                </a:rPr>
                <a:t>图文排版</a:t>
              </a:r>
              <a:endParaRPr lang="zh-CN" altLang="en-US" dirty="0">
                <a:solidFill>
                  <a:schemeClr val="tx1">
                    <a:lumMod val="75000"/>
                    <a:lumOff val="25000"/>
                  </a:schemeClr>
                </a:solidFill>
                <a:latin typeface="字魂35号-经典雅黑" panose="02000000000000000000" pitchFamily="2" charset="-122"/>
                <a:ea typeface="字魂35号-经典雅黑" panose="02000000000000000000" pitchFamily="2" charset="-122"/>
                <a:sym typeface="Arial" panose="020B0604020202020204" pitchFamily="34" charset="0"/>
              </a:endParaRPr>
            </a:p>
          </p:txBody>
        </p:sp>
      </p:grpSp>
      <p:grpSp>
        <p:nvGrpSpPr>
          <p:cNvPr id="36" name="组合 35"/>
          <p:cNvGrpSpPr/>
          <p:nvPr/>
        </p:nvGrpSpPr>
        <p:grpSpPr>
          <a:xfrm>
            <a:off x="6659620" y="2363487"/>
            <a:ext cx="2103380" cy="412618"/>
            <a:chOff x="868421" y="3447195"/>
            <a:chExt cx="2103380" cy="412618"/>
          </a:xfrm>
        </p:grpSpPr>
        <p:sp>
          <p:nvSpPr>
            <p:cNvPr id="37" name="MH_Other_1"/>
            <p:cNvSpPr>
              <a:spLocks noChangeAspect="1"/>
            </p:cNvSpPr>
            <p:nvPr>
              <p:custDataLst>
                <p:tags r:id="rId9"/>
              </p:custDataLst>
            </p:nvPr>
          </p:nvSpPr>
          <p:spPr>
            <a:xfrm>
              <a:off x="868421" y="3447195"/>
              <a:ext cx="411740" cy="412618"/>
            </a:xfrm>
            <a:prstGeom prst="ellipse">
              <a:avLst/>
            </a:prstGeom>
            <a:solidFill>
              <a:srgbClr val="7030A0"/>
            </a:solidFill>
            <a:ln w="57150" cap="flat" cmpd="sng" algn="ctr">
              <a:solidFill>
                <a:srgbClr val="7030A0"/>
              </a:solidFill>
              <a:prstDash val="solid"/>
            </a:ln>
            <a:effectLst/>
          </p:spPr>
          <p:txBody>
            <a:bodyPr lIns="0" tIns="0" rIns="0" bIns="0" anchor="ctr"/>
            <a:lstStyle/>
            <a:p>
              <a:pPr algn="ctr">
                <a:defRPr/>
              </a:pPr>
              <a:r>
                <a:rPr lang="en-US" altLang="zh-CN" sz="2400" kern="0" dirty="0">
                  <a:solidFill>
                    <a:schemeClr val="bg1"/>
                  </a:solidFill>
                  <a:latin typeface="字魂35号-经典雅黑" panose="02000000000000000000" pitchFamily="2" charset="-122"/>
                  <a:ea typeface="字魂35号-经典雅黑" panose="02000000000000000000" pitchFamily="2" charset="-122"/>
                  <a:sym typeface="Arial" panose="020B0604020202020204" pitchFamily="34" charset="0"/>
                </a:rPr>
                <a:t>5</a:t>
              </a:r>
              <a:endParaRPr lang="en-US" altLang="zh-CN" sz="3200" kern="0" dirty="0">
                <a:solidFill>
                  <a:schemeClr val="bg1"/>
                </a:solidFill>
                <a:latin typeface="字魂35号-经典雅黑" panose="02000000000000000000" pitchFamily="2" charset="-122"/>
                <a:ea typeface="字魂35号-经典雅黑" panose="02000000000000000000" pitchFamily="2" charset="-122"/>
                <a:sym typeface="Arial" panose="020B0604020202020204" pitchFamily="34" charset="0"/>
              </a:endParaRPr>
            </a:p>
          </p:txBody>
        </p:sp>
        <p:sp>
          <p:nvSpPr>
            <p:cNvPr id="38" name="MH_Text_1"/>
            <p:cNvSpPr/>
            <p:nvPr>
              <p:custDataLst>
                <p:tags r:id="rId10"/>
              </p:custDataLst>
            </p:nvPr>
          </p:nvSpPr>
          <p:spPr>
            <a:xfrm>
              <a:off x="1374649" y="3561171"/>
              <a:ext cx="1597152" cy="276860"/>
            </a:xfrm>
            <a:prstGeom prst="rect">
              <a:avLst/>
            </a:prstGeom>
          </p:spPr>
          <p:txBody>
            <a:bodyPr wrap="square" lIns="0" tIns="0" rIns="0" bIns="0" anchor="ctr">
              <a:spAutoFit/>
            </a:bodyPr>
            <a:lstStyle/>
            <a:p>
              <a:r>
                <a:rPr lang="zh-CN" altLang="en-US" dirty="0">
                  <a:solidFill>
                    <a:schemeClr val="tx1">
                      <a:lumMod val="75000"/>
                      <a:lumOff val="25000"/>
                    </a:schemeClr>
                  </a:solidFill>
                  <a:latin typeface="字魂35号-经典雅黑" panose="02000000000000000000" pitchFamily="2" charset="-122"/>
                  <a:ea typeface="字魂35号-经典雅黑" panose="02000000000000000000" pitchFamily="2" charset="-122"/>
                  <a:sym typeface="Arial" panose="020B0604020202020204" pitchFamily="34" charset="0"/>
                </a:rPr>
                <a:t>数据处理</a:t>
              </a:r>
              <a:endParaRPr lang="zh-CN" altLang="en-US" dirty="0">
                <a:solidFill>
                  <a:schemeClr val="tx1">
                    <a:lumMod val="75000"/>
                    <a:lumOff val="25000"/>
                  </a:schemeClr>
                </a:solidFill>
                <a:latin typeface="字魂35号-经典雅黑" panose="02000000000000000000" pitchFamily="2" charset="-122"/>
                <a:ea typeface="字魂35号-经典雅黑" panose="02000000000000000000" pitchFamily="2" charset="-122"/>
                <a:sym typeface="Arial" panose="020B0604020202020204" pitchFamily="34" charset="0"/>
              </a:endParaRPr>
            </a:p>
          </p:txBody>
        </p:sp>
      </p:grpSp>
      <p:grpSp>
        <p:nvGrpSpPr>
          <p:cNvPr id="5" name="组合 4"/>
          <p:cNvGrpSpPr/>
          <p:nvPr/>
        </p:nvGrpSpPr>
        <p:grpSpPr>
          <a:xfrm>
            <a:off x="6659616" y="2965133"/>
            <a:ext cx="2103380" cy="412618"/>
            <a:chOff x="868421" y="3447195"/>
            <a:chExt cx="2103380" cy="412618"/>
          </a:xfrm>
        </p:grpSpPr>
        <p:sp>
          <p:nvSpPr>
            <p:cNvPr id="6" name="MH_Other_1"/>
            <p:cNvSpPr>
              <a:spLocks noChangeAspect="1"/>
            </p:cNvSpPr>
            <p:nvPr>
              <p:custDataLst>
                <p:tags r:id="rId11"/>
              </p:custDataLst>
            </p:nvPr>
          </p:nvSpPr>
          <p:spPr>
            <a:xfrm>
              <a:off x="868421" y="3447195"/>
              <a:ext cx="411740" cy="412618"/>
            </a:xfrm>
            <a:prstGeom prst="ellipse">
              <a:avLst/>
            </a:prstGeom>
            <a:solidFill>
              <a:srgbClr val="7030A0"/>
            </a:solidFill>
            <a:ln w="57150" cap="flat" cmpd="sng" algn="ctr">
              <a:solidFill>
                <a:srgbClr val="7030A0"/>
              </a:solidFill>
              <a:prstDash val="solid"/>
            </a:ln>
            <a:effectLst/>
          </p:spPr>
          <p:txBody>
            <a:bodyPr lIns="0" tIns="0" rIns="0" bIns="0" anchor="ctr"/>
            <a:lstStyle/>
            <a:p>
              <a:pPr algn="ctr">
                <a:defRPr/>
              </a:pPr>
              <a:r>
                <a:rPr lang="en-US" altLang="zh-CN" sz="2400" kern="0" dirty="0">
                  <a:solidFill>
                    <a:schemeClr val="bg1"/>
                  </a:solidFill>
                  <a:latin typeface="字魂35号-经典雅黑" panose="02000000000000000000" pitchFamily="2" charset="-122"/>
                  <a:ea typeface="字魂35号-经典雅黑" panose="02000000000000000000" pitchFamily="2" charset="-122"/>
                  <a:sym typeface="Arial" panose="020B0604020202020204" pitchFamily="34" charset="0"/>
                </a:rPr>
                <a:t>6</a:t>
              </a:r>
              <a:endParaRPr lang="en-US" altLang="zh-CN" sz="3200" kern="0" dirty="0">
                <a:solidFill>
                  <a:schemeClr val="bg1"/>
                </a:solidFill>
                <a:latin typeface="字魂35号-经典雅黑" panose="02000000000000000000" pitchFamily="2" charset="-122"/>
                <a:ea typeface="字魂35号-经典雅黑" panose="02000000000000000000" pitchFamily="2" charset="-122"/>
                <a:sym typeface="Arial" panose="020B0604020202020204" pitchFamily="34" charset="0"/>
              </a:endParaRPr>
            </a:p>
          </p:txBody>
        </p:sp>
        <p:sp>
          <p:nvSpPr>
            <p:cNvPr id="7" name="MH_Text_1"/>
            <p:cNvSpPr/>
            <p:nvPr>
              <p:custDataLst>
                <p:tags r:id="rId12"/>
              </p:custDataLst>
            </p:nvPr>
          </p:nvSpPr>
          <p:spPr>
            <a:xfrm>
              <a:off x="1374649" y="3561171"/>
              <a:ext cx="1597152" cy="276860"/>
            </a:xfrm>
            <a:prstGeom prst="rect">
              <a:avLst/>
            </a:prstGeom>
          </p:spPr>
          <p:txBody>
            <a:bodyPr wrap="square" lIns="0" tIns="0" rIns="0" bIns="0" anchor="ctr">
              <a:spAutoFit/>
            </a:bodyPr>
            <a:lstStyle/>
            <a:p>
              <a:r>
                <a:rPr lang="zh-CN" altLang="en-US" dirty="0">
                  <a:solidFill>
                    <a:schemeClr val="tx1">
                      <a:lumMod val="75000"/>
                      <a:lumOff val="25000"/>
                    </a:schemeClr>
                  </a:solidFill>
                  <a:latin typeface="字魂35号-经典雅黑" panose="02000000000000000000" pitchFamily="2" charset="-122"/>
                  <a:ea typeface="字魂35号-经典雅黑" panose="02000000000000000000" pitchFamily="2" charset="-122"/>
                  <a:sym typeface="Arial" panose="020B0604020202020204" pitchFamily="34" charset="0"/>
                </a:rPr>
                <a:t>演示文稿制作</a:t>
              </a:r>
              <a:endParaRPr lang="zh-CN" altLang="en-US" dirty="0">
                <a:solidFill>
                  <a:schemeClr val="tx1">
                    <a:lumMod val="75000"/>
                    <a:lumOff val="25000"/>
                  </a:schemeClr>
                </a:solidFill>
                <a:latin typeface="字魂35号-经典雅黑" panose="02000000000000000000" pitchFamily="2" charset="-122"/>
                <a:ea typeface="字魂35号-经典雅黑" panose="02000000000000000000" pitchFamily="2" charset="-122"/>
                <a:sym typeface="Arial" panose="020B0604020202020204" pitchFamily="34" charset="0"/>
              </a:endParaRPr>
            </a:p>
          </p:txBody>
        </p:sp>
      </p:grpSp>
    </p:spTree>
  </p:cSld>
  <p:clrMapOvr>
    <a:masterClrMapping/>
  </p:clrMapOvr>
  <mc:AlternateContent xmlns:mc="http://schemas.openxmlformats.org/markup-compatibility/2006">
    <mc:Choice xmlns:p14="http://schemas.microsoft.com/office/powerpoint/2010/main" Requires="p14">
      <p:transition spd="slow" p14:dur="1500" advTm="3000">
        <p:random/>
      </p:transition>
    </mc:Choice>
    <mc:Fallback>
      <p:transition spd="slow" advTm="300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after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randombar(horizontal)">
                                      <p:cBhvr>
                                        <p:cTn id="7" dur="500"/>
                                        <p:tgtEl>
                                          <p:spTgt spid="14"/>
                                        </p:tgtEl>
                                      </p:cBhvr>
                                    </p:animEffect>
                                  </p:childTnLst>
                                </p:cTn>
                              </p:par>
                            </p:childTnLst>
                          </p:cTn>
                        </p:par>
                        <p:par>
                          <p:cTn id="8" fill="hold">
                            <p:stCondLst>
                              <p:cond delay="500"/>
                            </p:stCondLst>
                            <p:childTnLst>
                              <p:par>
                                <p:cTn id="9" presetID="2" presetClass="entr" presetSubtype="4" fill="hold" grpId="0" nodeType="afterEffect">
                                  <p:stCondLst>
                                    <p:cond delay="0"/>
                                  </p:stCondLst>
                                  <p:childTnLst>
                                    <p:set>
                                      <p:cBhvr>
                                        <p:cTn id="10" dur="1" fill="hold">
                                          <p:stCondLst>
                                            <p:cond delay="0"/>
                                          </p:stCondLst>
                                        </p:cTn>
                                        <p:tgtEl>
                                          <p:spTgt spid="22"/>
                                        </p:tgtEl>
                                        <p:attrNameLst>
                                          <p:attrName>style.visibility</p:attrName>
                                        </p:attrNameLst>
                                      </p:cBhvr>
                                      <p:to>
                                        <p:strVal val="visible"/>
                                      </p:to>
                                    </p:set>
                                    <p:anim calcmode="lin" valueType="num">
                                      <p:cBhvr additive="base">
                                        <p:cTn id="11" dur="500" fill="hold"/>
                                        <p:tgtEl>
                                          <p:spTgt spid="22"/>
                                        </p:tgtEl>
                                        <p:attrNameLst>
                                          <p:attrName>ppt_x</p:attrName>
                                        </p:attrNameLst>
                                      </p:cBhvr>
                                      <p:tavLst>
                                        <p:tav tm="0">
                                          <p:val>
                                            <p:strVal val="#ppt_x"/>
                                          </p:val>
                                        </p:tav>
                                        <p:tav tm="100000">
                                          <p:val>
                                            <p:strVal val="#ppt_x"/>
                                          </p:val>
                                        </p:tav>
                                      </p:tavLst>
                                    </p:anim>
                                    <p:anim calcmode="lin" valueType="num">
                                      <p:cBhvr additive="base">
                                        <p:cTn id="12" dur="500" fill="hold"/>
                                        <p:tgtEl>
                                          <p:spTgt spid="22"/>
                                        </p:tgtEl>
                                        <p:attrNameLst>
                                          <p:attrName>ppt_y</p:attrName>
                                        </p:attrNameLst>
                                      </p:cBhvr>
                                      <p:tavLst>
                                        <p:tav tm="0">
                                          <p:val>
                                            <p:strVal val="1+#ppt_h/2"/>
                                          </p:val>
                                        </p:tav>
                                        <p:tav tm="100000">
                                          <p:val>
                                            <p:strVal val="#ppt_y"/>
                                          </p:val>
                                        </p:tav>
                                      </p:tavLst>
                                    </p:anim>
                                  </p:childTnLst>
                                </p:cTn>
                              </p:par>
                              <p:par>
                                <p:cTn id="13" presetID="2" presetClass="entr" presetSubtype="8" fill="hold" grpId="0" nodeType="withEffect">
                                  <p:stCondLst>
                                    <p:cond delay="0"/>
                                  </p:stCondLst>
                                  <p:childTnLst>
                                    <p:set>
                                      <p:cBhvr>
                                        <p:cTn id="14" dur="1" fill="hold">
                                          <p:stCondLst>
                                            <p:cond delay="0"/>
                                          </p:stCondLst>
                                        </p:cTn>
                                        <p:tgtEl>
                                          <p:spTgt spid="21"/>
                                        </p:tgtEl>
                                        <p:attrNameLst>
                                          <p:attrName>style.visibility</p:attrName>
                                        </p:attrNameLst>
                                      </p:cBhvr>
                                      <p:to>
                                        <p:strVal val="visible"/>
                                      </p:to>
                                    </p:set>
                                    <p:anim calcmode="lin" valueType="num">
                                      <p:cBhvr additive="base">
                                        <p:cTn id="15" dur="500" fill="hold"/>
                                        <p:tgtEl>
                                          <p:spTgt spid="21"/>
                                        </p:tgtEl>
                                        <p:attrNameLst>
                                          <p:attrName>ppt_x</p:attrName>
                                        </p:attrNameLst>
                                      </p:cBhvr>
                                      <p:tavLst>
                                        <p:tav tm="0">
                                          <p:val>
                                            <p:strVal val="0-#ppt_w/2"/>
                                          </p:val>
                                        </p:tav>
                                        <p:tav tm="100000">
                                          <p:val>
                                            <p:strVal val="#ppt_x"/>
                                          </p:val>
                                        </p:tav>
                                      </p:tavLst>
                                    </p:anim>
                                    <p:anim calcmode="lin" valueType="num">
                                      <p:cBhvr additive="base">
                                        <p:cTn id="16" dur="500" fill="hold"/>
                                        <p:tgtEl>
                                          <p:spTgt spid="21"/>
                                        </p:tgtEl>
                                        <p:attrNameLst>
                                          <p:attrName>ppt_y</p:attrName>
                                        </p:attrNameLst>
                                      </p:cBhvr>
                                      <p:tavLst>
                                        <p:tav tm="0">
                                          <p:val>
                                            <p:strVal val="#ppt_y"/>
                                          </p:val>
                                        </p:tav>
                                        <p:tav tm="100000">
                                          <p:val>
                                            <p:strVal val="#ppt_y"/>
                                          </p:val>
                                        </p:tav>
                                      </p:tavLst>
                                    </p:anim>
                                  </p:childTnLst>
                                </p:cTn>
                              </p:par>
                              <p:par>
                                <p:cTn id="17" presetID="2" presetClass="entr" presetSubtype="8" fill="hold" nodeType="withEffect">
                                  <p:stCondLst>
                                    <p:cond delay="0"/>
                                  </p:stCondLst>
                                  <p:childTnLst>
                                    <p:set>
                                      <p:cBhvr>
                                        <p:cTn id="18" dur="1" fill="hold">
                                          <p:stCondLst>
                                            <p:cond delay="0"/>
                                          </p:stCondLst>
                                        </p:cTn>
                                        <p:tgtEl>
                                          <p:spTgt spid="4"/>
                                        </p:tgtEl>
                                        <p:attrNameLst>
                                          <p:attrName>style.visibility</p:attrName>
                                        </p:attrNameLst>
                                      </p:cBhvr>
                                      <p:to>
                                        <p:strVal val="visible"/>
                                      </p:to>
                                    </p:set>
                                    <p:anim calcmode="lin" valueType="num">
                                      <p:cBhvr additive="base">
                                        <p:cTn id="19" dur="500" fill="hold"/>
                                        <p:tgtEl>
                                          <p:spTgt spid="4"/>
                                        </p:tgtEl>
                                        <p:attrNameLst>
                                          <p:attrName>ppt_x</p:attrName>
                                        </p:attrNameLst>
                                      </p:cBhvr>
                                      <p:tavLst>
                                        <p:tav tm="0">
                                          <p:val>
                                            <p:strVal val="0-#ppt_w/2"/>
                                          </p:val>
                                        </p:tav>
                                        <p:tav tm="100000">
                                          <p:val>
                                            <p:strVal val="#ppt_x"/>
                                          </p:val>
                                        </p:tav>
                                      </p:tavLst>
                                    </p:anim>
                                    <p:anim calcmode="lin" valueType="num">
                                      <p:cBhvr additive="base">
                                        <p:cTn id="20" dur="500" fill="hold"/>
                                        <p:tgtEl>
                                          <p:spTgt spid="4"/>
                                        </p:tgtEl>
                                        <p:attrNameLst>
                                          <p:attrName>ppt_y</p:attrName>
                                        </p:attrNameLst>
                                      </p:cBhvr>
                                      <p:tavLst>
                                        <p:tav tm="0">
                                          <p:val>
                                            <p:strVal val="#ppt_y"/>
                                          </p:val>
                                        </p:tav>
                                        <p:tav tm="100000">
                                          <p:val>
                                            <p:strVal val="#ppt_y"/>
                                          </p:val>
                                        </p:tav>
                                      </p:tavLst>
                                    </p:anim>
                                  </p:childTnLst>
                                </p:cTn>
                              </p:par>
                            </p:childTnLst>
                          </p:cTn>
                        </p:par>
                        <p:par>
                          <p:cTn id="21" fill="hold">
                            <p:stCondLst>
                              <p:cond delay="1000"/>
                            </p:stCondLst>
                            <p:childTnLst>
                              <p:par>
                                <p:cTn id="22" presetID="53" presetClass="entr" presetSubtype="16" fill="hold" grpId="0" nodeType="afterEffect">
                                  <p:stCondLst>
                                    <p:cond delay="0"/>
                                  </p:stCondLst>
                                  <p:childTnLst>
                                    <p:set>
                                      <p:cBhvr>
                                        <p:cTn id="23" dur="1" fill="hold">
                                          <p:stCondLst>
                                            <p:cond delay="0"/>
                                          </p:stCondLst>
                                        </p:cTn>
                                        <p:tgtEl>
                                          <p:spTgt spid="39"/>
                                        </p:tgtEl>
                                        <p:attrNameLst>
                                          <p:attrName>style.visibility</p:attrName>
                                        </p:attrNameLst>
                                      </p:cBhvr>
                                      <p:to>
                                        <p:strVal val="visible"/>
                                      </p:to>
                                    </p:set>
                                    <p:anim calcmode="lin" valueType="num">
                                      <p:cBhvr>
                                        <p:cTn id="24" dur="500" fill="hold"/>
                                        <p:tgtEl>
                                          <p:spTgt spid="39"/>
                                        </p:tgtEl>
                                        <p:attrNameLst>
                                          <p:attrName>ppt_w</p:attrName>
                                        </p:attrNameLst>
                                      </p:cBhvr>
                                      <p:tavLst>
                                        <p:tav tm="0">
                                          <p:val>
                                            <p:fltVal val="0"/>
                                          </p:val>
                                        </p:tav>
                                        <p:tav tm="100000">
                                          <p:val>
                                            <p:strVal val="#ppt_w"/>
                                          </p:val>
                                        </p:tav>
                                      </p:tavLst>
                                    </p:anim>
                                    <p:anim calcmode="lin" valueType="num">
                                      <p:cBhvr>
                                        <p:cTn id="25" dur="500" fill="hold"/>
                                        <p:tgtEl>
                                          <p:spTgt spid="39"/>
                                        </p:tgtEl>
                                        <p:attrNameLst>
                                          <p:attrName>ppt_h</p:attrName>
                                        </p:attrNameLst>
                                      </p:cBhvr>
                                      <p:tavLst>
                                        <p:tav tm="0">
                                          <p:val>
                                            <p:fltVal val="0"/>
                                          </p:val>
                                        </p:tav>
                                        <p:tav tm="100000">
                                          <p:val>
                                            <p:strVal val="#ppt_h"/>
                                          </p:val>
                                        </p:tav>
                                      </p:tavLst>
                                    </p:anim>
                                    <p:animEffect transition="in" filter="fade">
                                      <p:cBhvr>
                                        <p:cTn id="26" dur="500"/>
                                        <p:tgtEl>
                                          <p:spTgt spid="39"/>
                                        </p:tgtEl>
                                      </p:cBhvr>
                                    </p:animEffect>
                                  </p:childTnLst>
                                </p:cTn>
                              </p:par>
                            </p:childTnLst>
                          </p:cTn>
                        </p:par>
                        <p:par>
                          <p:cTn id="27" fill="hold">
                            <p:stCondLst>
                              <p:cond delay="1500"/>
                            </p:stCondLst>
                            <p:childTnLst>
                              <p:par>
                                <p:cTn id="28" presetID="53" presetClass="entr" presetSubtype="16" fill="hold" nodeType="afterEffect">
                                  <p:stCondLst>
                                    <p:cond delay="0"/>
                                  </p:stCondLst>
                                  <p:childTnLst>
                                    <p:set>
                                      <p:cBhvr>
                                        <p:cTn id="29" dur="1" fill="hold">
                                          <p:stCondLst>
                                            <p:cond delay="0"/>
                                          </p:stCondLst>
                                        </p:cTn>
                                        <p:tgtEl>
                                          <p:spTgt spid="24"/>
                                        </p:tgtEl>
                                        <p:attrNameLst>
                                          <p:attrName>style.visibility</p:attrName>
                                        </p:attrNameLst>
                                      </p:cBhvr>
                                      <p:to>
                                        <p:strVal val="visible"/>
                                      </p:to>
                                    </p:set>
                                    <p:anim calcmode="lin" valueType="num">
                                      <p:cBhvr>
                                        <p:cTn id="30" dur="500" fill="hold"/>
                                        <p:tgtEl>
                                          <p:spTgt spid="24"/>
                                        </p:tgtEl>
                                        <p:attrNameLst>
                                          <p:attrName>ppt_w</p:attrName>
                                        </p:attrNameLst>
                                      </p:cBhvr>
                                      <p:tavLst>
                                        <p:tav tm="0">
                                          <p:val>
                                            <p:fltVal val="0"/>
                                          </p:val>
                                        </p:tav>
                                        <p:tav tm="100000">
                                          <p:val>
                                            <p:strVal val="#ppt_w"/>
                                          </p:val>
                                        </p:tav>
                                      </p:tavLst>
                                    </p:anim>
                                    <p:anim calcmode="lin" valueType="num">
                                      <p:cBhvr>
                                        <p:cTn id="31" dur="500" fill="hold"/>
                                        <p:tgtEl>
                                          <p:spTgt spid="24"/>
                                        </p:tgtEl>
                                        <p:attrNameLst>
                                          <p:attrName>ppt_h</p:attrName>
                                        </p:attrNameLst>
                                      </p:cBhvr>
                                      <p:tavLst>
                                        <p:tav tm="0">
                                          <p:val>
                                            <p:fltVal val="0"/>
                                          </p:val>
                                        </p:tav>
                                        <p:tav tm="100000">
                                          <p:val>
                                            <p:strVal val="#ppt_h"/>
                                          </p:val>
                                        </p:tav>
                                      </p:tavLst>
                                    </p:anim>
                                    <p:animEffect transition="in" filter="fade">
                                      <p:cBhvr>
                                        <p:cTn id="32" dur="500"/>
                                        <p:tgtEl>
                                          <p:spTgt spid="24"/>
                                        </p:tgtEl>
                                      </p:cBhvr>
                                    </p:animEffect>
                                  </p:childTnLst>
                                </p:cTn>
                              </p:par>
                            </p:childTnLst>
                          </p:cTn>
                        </p:par>
                        <p:par>
                          <p:cTn id="33" fill="hold">
                            <p:stCondLst>
                              <p:cond delay="2000"/>
                            </p:stCondLst>
                            <p:childTnLst>
                              <p:par>
                                <p:cTn id="34" presetID="53" presetClass="entr" presetSubtype="16" fill="hold" nodeType="afterEffect">
                                  <p:stCondLst>
                                    <p:cond delay="0"/>
                                  </p:stCondLst>
                                  <p:childTnLst>
                                    <p:set>
                                      <p:cBhvr>
                                        <p:cTn id="35" dur="1" fill="hold">
                                          <p:stCondLst>
                                            <p:cond delay="0"/>
                                          </p:stCondLst>
                                        </p:cTn>
                                        <p:tgtEl>
                                          <p:spTgt spid="27"/>
                                        </p:tgtEl>
                                        <p:attrNameLst>
                                          <p:attrName>style.visibility</p:attrName>
                                        </p:attrNameLst>
                                      </p:cBhvr>
                                      <p:to>
                                        <p:strVal val="visible"/>
                                      </p:to>
                                    </p:set>
                                    <p:anim calcmode="lin" valueType="num">
                                      <p:cBhvr>
                                        <p:cTn id="36" dur="500" fill="hold"/>
                                        <p:tgtEl>
                                          <p:spTgt spid="27"/>
                                        </p:tgtEl>
                                        <p:attrNameLst>
                                          <p:attrName>ppt_w</p:attrName>
                                        </p:attrNameLst>
                                      </p:cBhvr>
                                      <p:tavLst>
                                        <p:tav tm="0">
                                          <p:val>
                                            <p:fltVal val="0"/>
                                          </p:val>
                                        </p:tav>
                                        <p:tav tm="100000">
                                          <p:val>
                                            <p:strVal val="#ppt_w"/>
                                          </p:val>
                                        </p:tav>
                                      </p:tavLst>
                                    </p:anim>
                                    <p:anim calcmode="lin" valueType="num">
                                      <p:cBhvr>
                                        <p:cTn id="37" dur="500" fill="hold"/>
                                        <p:tgtEl>
                                          <p:spTgt spid="27"/>
                                        </p:tgtEl>
                                        <p:attrNameLst>
                                          <p:attrName>ppt_h</p:attrName>
                                        </p:attrNameLst>
                                      </p:cBhvr>
                                      <p:tavLst>
                                        <p:tav tm="0">
                                          <p:val>
                                            <p:fltVal val="0"/>
                                          </p:val>
                                        </p:tav>
                                        <p:tav tm="100000">
                                          <p:val>
                                            <p:strVal val="#ppt_h"/>
                                          </p:val>
                                        </p:tav>
                                      </p:tavLst>
                                    </p:anim>
                                    <p:animEffect transition="in" filter="fade">
                                      <p:cBhvr>
                                        <p:cTn id="38" dur="500"/>
                                        <p:tgtEl>
                                          <p:spTgt spid="27"/>
                                        </p:tgtEl>
                                      </p:cBhvr>
                                    </p:animEffect>
                                  </p:childTnLst>
                                </p:cTn>
                              </p:par>
                            </p:childTnLst>
                          </p:cTn>
                        </p:par>
                        <p:par>
                          <p:cTn id="39" fill="hold">
                            <p:stCondLst>
                              <p:cond delay="2500"/>
                            </p:stCondLst>
                            <p:childTnLst>
                              <p:par>
                                <p:cTn id="40" presetID="53" presetClass="entr" presetSubtype="16" fill="hold" nodeType="afterEffect">
                                  <p:stCondLst>
                                    <p:cond delay="0"/>
                                  </p:stCondLst>
                                  <p:childTnLst>
                                    <p:set>
                                      <p:cBhvr>
                                        <p:cTn id="41" dur="1" fill="hold">
                                          <p:stCondLst>
                                            <p:cond delay="0"/>
                                          </p:stCondLst>
                                        </p:cTn>
                                        <p:tgtEl>
                                          <p:spTgt spid="30"/>
                                        </p:tgtEl>
                                        <p:attrNameLst>
                                          <p:attrName>style.visibility</p:attrName>
                                        </p:attrNameLst>
                                      </p:cBhvr>
                                      <p:to>
                                        <p:strVal val="visible"/>
                                      </p:to>
                                    </p:set>
                                    <p:anim calcmode="lin" valueType="num">
                                      <p:cBhvr>
                                        <p:cTn id="42" dur="500" fill="hold"/>
                                        <p:tgtEl>
                                          <p:spTgt spid="30"/>
                                        </p:tgtEl>
                                        <p:attrNameLst>
                                          <p:attrName>ppt_w</p:attrName>
                                        </p:attrNameLst>
                                      </p:cBhvr>
                                      <p:tavLst>
                                        <p:tav tm="0">
                                          <p:val>
                                            <p:fltVal val="0"/>
                                          </p:val>
                                        </p:tav>
                                        <p:tav tm="100000">
                                          <p:val>
                                            <p:strVal val="#ppt_w"/>
                                          </p:val>
                                        </p:tav>
                                      </p:tavLst>
                                    </p:anim>
                                    <p:anim calcmode="lin" valueType="num">
                                      <p:cBhvr>
                                        <p:cTn id="43" dur="500" fill="hold"/>
                                        <p:tgtEl>
                                          <p:spTgt spid="30"/>
                                        </p:tgtEl>
                                        <p:attrNameLst>
                                          <p:attrName>ppt_h</p:attrName>
                                        </p:attrNameLst>
                                      </p:cBhvr>
                                      <p:tavLst>
                                        <p:tav tm="0">
                                          <p:val>
                                            <p:fltVal val="0"/>
                                          </p:val>
                                        </p:tav>
                                        <p:tav tm="100000">
                                          <p:val>
                                            <p:strVal val="#ppt_h"/>
                                          </p:val>
                                        </p:tav>
                                      </p:tavLst>
                                    </p:anim>
                                    <p:animEffect transition="in" filter="fade">
                                      <p:cBhvr>
                                        <p:cTn id="44" dur="500"/>
                                        <p:tgtEl>
                                          <p:spTgt spid="30"/>
                                        </p:tgtEl>
                                      </p:cBhvr>
                                    </p:animEffect>
                                  </p:childTnLst>
                                </p:cTn>
                              </p:par>
                            </p:childTnLst>
                          </p:cTn>
                        </p:par>
                        <p:par>
                          <p:cTn id="45" fill="hold">
                            <p:stCondLst>
                              <p:cond delay="3000"/>
                            </p:stCondLst>
                            <p:childTnLst>
                              <p:par>
                                <p:cTn id="46" presetID="53" presetClass="entr" presetSubtype="16" fill="hold" nodeType="afterEffect">
                                  <p:stCondLst>
                                    <p:cond delay="0"/>
                                  </p:stCondLst>
                                  <p:childTnLst>
                                    <p:set>
                                      <p:cBhvr>
                                        <p:cTn id="47" dur="1" fill="hold">
                                          <p:stCondLst>
                                            <p:cond delay="0"/>
                                          </p:stCondLst>
                                        </p:cTn>
                                        <p:tgtEl>
                                          <p:spTgt spid="33"/>
                                        </p:tgtEl>
                                        <p:attrNameLst>
                                          <p:attrName>style.visibility</p:attrName>
                                        </p:attrNameLst>
                                      </p:cBhvr>
                                      <p:to>
                                        <p:strVal val="visible"/>
                                      </p:to>
                                    </p:set>
                                    <p:anim calcmode="lin" valueType="num">
                                      <p:cBhvr>
                                        <p:cTn id="48" dur="500" fill="hold"/>
                                        <p:tgtEl>
                                          <p:spTgt spid="33"/>
                                        </p:tgtEl>
                                        <p:attrNameLst>
                                          <p:attrName>ppt_w</p:attrName>
                                        </p:attrNameLst>
                                      </p:cBhvr>
                                      <p:tavLst>
                                        <p:tav tm="0">
                                          <p:val>
                                            <p:fltVal val="0"/>
                                          </p:val>
                                        </p:tav>
                                        <p:tav tm="100000">
                                          <p:val>
                                            <p:strVal val="#ppt_w"/>
                                          </p:val>
                                        </p:tav>
                                      </p:tavLst>
                                    </p:anim>
                                    <p:anim calcmode="lin" valueType="num">
                                      <p:cBhvr>
                                        <p:cTn id="49" dur="500" fill="hold"/>
                                        <p:tgtEl>
                                          <p:spTgt spid="33"/>
                                        </p:tgtEl>
                                        <p:attrNameLst>
                                          <p:attrName>ppt_h</p:attrName>
                                        </p:attrNameLst>
                                      </p:cBhvr>
                                      <p:tavLst>
                                        <p:tav tm="0">
                                          <p:val>
                                            <p:fltVal val="0"/>
                                          </p:val>
                                        </p:tav>
                                        <p:tav tm="100000">
                                          <p:val>
                                            <p:strVal val="#ppt_h"/>
                                          </p:val>
                                        </p:tav>
                                      </p:tavLst>
                                    </p:anim>
                                    <p:animEffect transition="in" filter="fade">
                                      <p:cBhvr>
                                        <p:cTn id="50" dur="500"/>
                                        <p:tgtEl>
                                          <p:spTgt spid="33"/>
                                        </p:tgtEl>
                                      </p:cBhvr>
                                    </p:animEffect>
                                  </p:childTnLst>
                                </p:cTn>
                              </p:par>
                            </p:childTnLst>
                          </p:cTn>
                        </p:par>
                        <p:par>
                          <p:cTn id="51" fill="hold">
                            <p:stCondLst>
                              <p:cond delay="3500"/>
                            </p:stCondLst>
                            <p:childTnLst>
                              <p:par>
                                <p:cTn id="52" presetID="53" presetClass="entr" presetSubtype="16" fill="hold" nodeType="afterEffect">
                                  <p:stCondLst>
                                    <p:cond delay="0"/>
                                  </p:stCondLst>
                                  <p:childTnLst>
                                    <p:set>
                                      <p:cBhvr>
                                        <p:cTn id="53" dur="1" fill="hold">
                                          <p:stCondLst>
                                            <p:cond delay="0"/>
                                          </p:stCondLst>
                                        </p:cTn>
                                        <p:tgtEl>
                                          <p:spTgt spid="36"/>
                                        </p:tgtEl>
                                        <p:attrNameLst>
                                          <p:attrName>style.visibility</p:attrName>
                                        </p:attrNameLst>
                                      </p:cBhvr>
                                      <p:to>
                                        <p:strVal val="visible"/>
                                      </p:to>
                                    </p:set>
                                    <p:anim calcmode="lin" valueType="num">
                                      <p:cBhvr>
                                        <p:cTn id="54" dur="500" fill="hold"/>
                                        <p:tgtEl>
                                          <p:spTgt spid="36"/>
                                        </p:tgtEl>
                                        <p:attrNameLst>
                                          <p:attrName>ppt_w</p:attrName>
                                        </p:attrNameLst>
                                      </p:cBhvr>
                                      <p:tavLst>
                                        <p:tav tm="0">
                                          <p:val>
                                            <p:fltVal val="0"/>
                                          </p:val>
                                        </p:tav>
                                        <p:tav tm="100000">
                                          <p:val>
                                            <p:strVal val="#ppt_w"/>
                                          </p:val>
                                        </p:tav>
                                      </p:tavLst>
                                    </p:anim>
                                    <p:anim calcmode="lin" valueType="num">
                                      <p:cBhvr>
                                        <p:cTn id="55" dur="500" fill="hold"/>
                                        <p:tgtEl>
                                          <p:spTgt spid="36"/>
                                        </p:tgtEl>
                                        <p:attrNameLst>
                                          <p:attrName>ppt_h</p:attrName>
                                        </p:attrNameLst>
                                      </p:cBhvr>
                                      <p:tavLst>
                                        <p:tav tm="0">
                                          <p:val>
                                            <p:fltVal val="0"/>
                                          </p:val>
                                        </p:tav>
                                        <p:tav tm="100000">
                                          <p:val>
                                            <p:strVal val="#ppt_h"/>
                                          </p:val>
                                        </p:tav>
                                      </p:tavLst>
                                    </p:anim>
                                    <p:animEffect transition="in" filter="fade">
                                      <p:cBhvr>
                                        <p:cTn id="56" dur="500"/>
                                        <p:tgtEl>
                                          <p:spTgt spid="36"/>
                                        </p:tgtEl>
                                      </p:cBhvr>
                                    </p:animEffect>
                                  </p:childTnLst>
                                </p:cTn>
                              </p:par>
                            </p:childTnLst>
                          </p:cTn>
                        </p:par>
                        <p:par>
                          <p:cTn id="57" fill="hold">
                            <p:stCondLst>
                              <p:cond delay="4000"/>
                            </p:stCondLst>
                            <p:childTnLst>
                              <p:par>
                                <p:cTn id="58" presetID="53" presetClass="entr" presetSubtype="16" fill="hold" nodeType="afterEffect">
                                  <p:stCondLst>
                                    <p:cond delay="0"/>
                                  </p:stCondLst>
                                  <p:childTnLst>
                                    <p:set>
                                      <p:cBhvr>
                                        <p:cTn id="59" dur="1" fill="hold">
                                          <p:stCondLst>
                                            <p:cond delay="0"/>
                                          </p:stCondLst>
                                        </p:cTn>
                                        <p:tgtEl>
                                          <p:spTgt spid="5"/>
                                        </p:tgtEl>
                                        <p:attrNameLst>
                                          <p:attrName>style.visibility</p:attrName>
                                        </p:attrNameLst>
                                      </p:cBhvr>
                                      <p:to>
                                        <p:strVal val="visible"/>
                                      </p:to>
                                    </p:set>
                                    <p:anim calcmode="lin" valueType="num">
                                      <p:cBhvr>
                                        <p:cTn id="60" dur="500" fill="hold"/>
                                        <p:tgtEl>
                                          <p:spTgt spid="5"/>
                                        </p:tgtEl>
                                        <p:attrNameLst>
                                          <p:attrName>ppt_w</p:attrName>
                                        </p:attrNameLst>
                                      </p:cBhvr>
                                      <p:tavLst>
                                        <p:tav tm="0">
                                          <p:val>
                                            <p:fltVal val="0"/>
                                          </p:val>
                                        </p:tav>
                                        <p:tav tm="100000">
                                          <p:val>
                                            <p:strVal val="#ppt_w"/>
                                          </p:val>
                                        </p:tav>
                                      </p:tavLst>
                                    </p:anim>
                                    <p:anim calcmode="lin" valueType="num">
                                      <p:cBhvr>
                                        <p:cTn id="61" dur="500" fill="hold"/>
                                        <p:tgtEl>
                                          <p:spTgt spid="5"/>
                                        </p:tgtEl>
                                        <p:attrNameLst>
                                          <p:attrName>ppt_h</p:attrName>
                                        </p:attrNameLst>
                                      </p:cBhvr>
                                      <p:tavLst>
                                        <p:tav tm="0">
                                          <p:val>
                                            <p:fltVal val="0"/>
                                          </p:val>
                                        </p:tav>
                                        <p:tav tm="100000">
                                          <p:val>
                                            <p:strVal val="#ppt_h"/>
                                          </p:val>
                                        </p:tav>
                                      </p:tavLst>
                                    </p:anim>
                                    <p:animEffect transition="in" filter="fade">
                                      <p:cBhvr>
                                        <p:cTn id="6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bldLvl="0" animBg="1"/>
      <p:bldP spid="21" grpId="0" bldLvl="0" animBg="1"/>
      <p:bldP spid="22" grpId="0" bldLvl="0" animBg="1"/>
      <p:bldP spid="39"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custDataLst>
              <p:tags r:id="rId1"/>
            </p:custDataLst>
          </p:nvPr>
        </p:nvSpPr>
        <p:spPr/>
        <p:txBody>
          <a:bodyPr>
            <a:normAutofit fontScale="90000"/>
          </a:bodyPr>
          <a:lstStyle/>
          <a:p>
            <a:r>
              <a:rPr lang="zh-CN" altLang="en-US" dirty="0">
                <a:latin typeface="Arial" panose="020B0604020202020204" pitchFamily="34" charset="0"/>
              </a:rPr>
              <a:t>网络应用</a:t>
            </a:r>
            <a:endParaRPr lang="zh-CN" altLang="en-US" dirty="0">
              <a:latin typeface="Arial" panose="020B0604020202020204" pitchFamily="34" charset="0"/>
            </a:endParaRPr>
          </a:p>
        </p:txBody>
      </p:sp>
      <p:sp>
        <p:nvSpPr>
          <p:cNvPr id="6" name="文本占位符 5"/>
          <p:cNvSpPr>
            <a:spLocks noGrp="1"/>
          </p:cNvSpPr>
          <p:nvPr>
            <p:ph type="body" idx="1"/>
            <p:custDataLst>
              <p:tags r:id="rId2"/>
            </p:custDataLst>
          </p:nvPr>
        </p:nvSpPr>
        <p:spPr>
          <a:xfrm>
            <a:off x="4616310" y="3032885"/>
            <a:ext cx="3751841" cy="1040765"/>
          </a:xfrm>
        </p:spPr>
        <p:txBody>
          <a:bodyPr>
            <a:spAutoFit/>
          </a:bodyPr>
          <a:lstStyle/>
          <a:p>
            <a:pPr lvl="0"/>
            <a:r>
              <a:rPr lang="zh-CN" altLang="en-US" dirty="0"/>
              <a:t>任务</a:t>
            </a:r>
            <a:r>
              <a:rPr lang="en-US" altLang="zh-CN" dirty="0"/>
              <a:t>1  </a:t>
            </a:r>
            <a:r>
              <a:rPr lang="zh-CN" altLang="en-US" dirty="0"/>
              <a:t>因特网基础知识</a:t>
            </a:r>
            <a:endParaRPr lang="zh-CN" altLang="en-US" dirty="0"/>
          </a:p>
          <a:p>
            <a:pPr lvl="0"/>
            <a:r>
              <a:rPr lang="zh-CN" altLang="en-US" dirty="0"/>
              <a:t>任务</a:t>
            </a:r>
            <a:r>
              <a:rPr lang="en-US" altLang="zh-CN" dirty="0"/>
              <a:t>2  </a:t>
            </a:r>
            <a:r>
              <a:rPr lang="zh-CN" altLang="en-US" dirty="0"/>
              <a:t>接入互联网</a:t>
            </a:r>
            <a:endParaRPr lang="zh-CN" altLang="en-US" dirty="0"/>
          </a:p>
          <a:p>
            <a:pPr lvl="0"/>
            <a:r>
              <a:rPr lang="zh-CN" altLang="en-US" dirty="0"/>
              <a:t>任务</a:t>
            </a:r>
            <a:r>
              <a:rPr lang="en-US" altLang="zh-CN" dirty="0"/>
              <a:t>3  </a:t>
            </a:r>
            <a:r>
              <a:rPr lang="zh-CN" altLang="en-US" dirty="0"/>
              <a:t>网络信息获取</a:t>
            </a:r>
            <a:endParaRPr lang="zh-CN" altLang="en-US" dirty="0"/>
          </a:p>
        </p:txBody>
      </p:sp>
    </p:spTree>
    <p:custDataLst>
      <p:tags r:id="rId3"/>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custDataLst>
              <p:tags r:id="rId1"/>
            </p:custDataLst>
          </p:nvPr>
        </p:nvPicPr>
        <p:blipFill>
          <a:blip r:embed="rId2"/>
          <a:stretch>
            <a:fillRect/>
          </a:stretch>
        </p:blipFill>
        <p:spPr>
          <a:xfrm>
            <a:off x="0" y="0"/>
            <a:ext cx="9144000" cy="5143499"/>
          </a:xfrm>
          <a:prstGeom prst="rect">
            <a:avLst/>
          </a:prstGeom>
        </p:spPr>
      </p:pic>
      <p:sp>
        <p:nvSpPr>
          <p:cNvPr id="5" name="矩形 4"/>
          <p:cNvSpPr/>
          <p:nvPr>
            <p:custDataLst>
              <p:tags r:id="rId3"/>
            </p:custDataLst>
          </p:nvPr>
        </p:nvSpPr>
        <p:spPr>
          <a:xfrm>
            <a:off x="3161030" y="1518920"/>
            <a:ext cx="5195570" cy="3089275"/>
          </a:xfrm>
          <a:prstGeom prst="rect">
            <a:avLst/>
          </a:prstGeom>
          <a:solidFill>
            <a:srgbClr val="2196F3"/>
          </a:solidFill>
          <a:ln>
            <a:noFill/>
          </a:ln>
        </p:spPr>
        <p:style>
          <a:lnRef idx="2">
            <a:srgbClr val="2196F3">
              <a:shade val="50000"/>
            </a:srgbClr>
          </a:lnRef>
          <a:fillRef idx="1">
            <a:srgbClr val="2196F3"/>
          </a:fillRef>
          <a:effectRef idx="0">
            <a:srgbClr val="2196F3"/>
          </a:effectRef>
          <a:fontRef idx="minor">
            <a:srgbClr val="FFFFFF"/>
          </a:fontRef>
        </p:style>
        <p:txBody>
          <a:bodyPr rtlCol="0" anchor="ctr"/>
          <a:lstStyle/>
          <a:p>
            <a:pPr algn="ctr"/>
            <a:endParaRPr lang="zh-CN" altLang="en-US" sz="1350"/>
          </a:p>
        </p:txBody>
      </p:sp>
      <p:cxnSp>
        <p:nvCxnSpPr>
          <p:cNvPr id="10" name="直线连接符 9"/>
          <p:cNvCxnSpPr/>
          <p:nvPr>
            <p:custDataLst>
              <p:tags r:id="rId4"/>
            </p:custDataLst>
          </p:nvPr>
        </p:nvCxnSpPr>
        <p:spPr>
          <a:xfrm>
            <a:off x="3504617" y="2232196"/>
            <a:ext cx="709243" cy="0"/>
          </a:xfrm>
          <a:prstGeom prst="line">
            <a:avLst/>
          </a:prstGeom>
          <a:ln w="19050">
            <a:solidFill>
              <a:srgbClr val="FFFFFF"/>
            </a:solidFill>
          </a:ln>
        </p:spPr>
        <p:style>
          <a:lnRef idx="1">
            <a:srgbClr val="2196F3"/>
          </a:lnRef>
          <a:fillRef idx="0">
            <a:srgbClr val="2196F3"/>
          </a:fillRef>
          <a:effectRef idx="0">
            <a:srgbClr val="2196F3"/>
          </a:effectRef>
          <a:fontRef idx="minor">
            <a:srgbClr val="222222"/>
          </a:fontRef>
        </p:style>
      </p:cxnSp>
      <p:sp>
        <p:nvSpPr>
          <p:cNvPr id="8" name="矩形 7"/>
          <p:cNvSpPr/>
          <p:nvPr>
            <p:custDataLst>
              <p:tags r:id="rId5"/>
            </p:custDataLst>
          </p:nvPr>
        </p:nvSpPr>
        <p:spPr>
          <a:xfrm flipV="1">
            <a:off x="3161665" y="1518285"/>
            <a:ext cx="5194935" cy="76200"/>
          </a:xfrm>
          <a:prstGeom prst="rect">
            <a:avLst/>
          </a:prstGeom>
          <a:solidFill>
            <a:srgbClr val="2196F3">
              <a:lumMod val="75000"/>
            </a:srgbClr>
          </a:solidFill>
          <a:ln>
            <a:noFill/>
          </a:ln>
        </p:spPr>
        <p:style>
          <a:lnRef idx="2">
            <a:srgbClr val="2196F3">
              <a:shade val="50000"/>
            </a:srgbClr>
          </a:lnRef>
          <a:fillRef idx="1">
            <a:srgbClr val="2196F3"/>
          </a:fillRef>
          <a:effectRef idx="0">
            <a:srgbClr val="2196F3"/>
          </a:effectRef>
          <a:fontRef idx="minor">
            <a:srgbClr val="FFFFFF"/>
          </a:fontRef>
        </p:style>
        <p:txBody>
          <a:bodyPr rtlCol="0" anchor="ctr"/>
          <a:lstStyle/>
          <a:p>
            <a:pPr algn="ctr"/>
            <a:endParaRPr kumimoji="1" lang="zh-CN" altLang="en-US" sz="1350"/>
          </a:p>
        </p:txBody>
      </p:sp>
      <p:sp>
        <p:nvSpPr>
          <p:cNvPr id="20" name="TextBox 5"/>
          <p:cNvSpPr txBox="1"/>
          <p:nvPr>
            <p:custDataLst>
              <p:tags r:id="rId6"/>
            </p:custDataLst>
          </p:nvPr>
        </p:nvSpPr>
        <p:spPr>
          <a:xfrm>
            <a:off x="3388360" y="1745615"/>
            <a:ext cx="1799590" cy="392430"/>
          </a:xfrm>
          <a:prstGeom prst="rect">
            <a:avLst/>
          </a:prstGeom>
          <a:noFill/>
        </p:spPr>
        <p:txBody>
          <a:bodyPr wrap="square" bIns="0" rtlCol="0" anchor="b" anchorCtr="0">
            <a:normAutofit/>
          </a:bodyPr>
          <a:lstStyle/>
          <a:p>
            <a:pPr>
              <a:lnSpc>
                <a:spcPct val="120000"/>
              </a:lnSpc>
            </a:pPr>
            <a:r>
              <a:rPr lang="zh-CN" altLang="en-US" b="1" spc="300" dirty="0">
                <a:solidFill>
                  <a:srgbClr val="FFFFFF"/>
                </a:solidFill>
                <a:latin typeface="微软雅黑" panose="020B0503020204020204" pitchFamily="34" charset="-122"/>
                <a:ea typeface="微软雅黑" panose="020B0503020204020204" pitchFamily="34" charset="-122"/>
              </a:rPr>
              <a:t>项目导读</a:t>
            </a:r>
            <a:endParaRPr lang="zh-CN" altLang="en-US" b="1" spc="300" dirty="0">
              <a:solidFill>
                <a:srgbClr val="FFFFFF"/>
              </a:solidFill>
              <a:latin typeface="微软雅黑" panose="020B0503020204020204" pitchFamily="34" charset="-122"/>
              <a:ea typeface="微软雅黑" panose="020B0503020204020204" pitchFamily="34" charset="-122"/>
            </a:endParaRPr>
          </a:p>
        </p:txBody>
      </p:sp>
      <p:sp>
        <p:nvSpPr>
          <p:cNvPr id="21" name="文本框 20"/>
          <p:cNvSpPr txBox="1"/>
          <p:nvPr>
            <p:custDataLst>
              <p:tags r:id="rId7"/>
            </p:custDataLst>
          </p:nvPr>
        </p:nvSpPr>
        <p:spPr>
          <a:xfrm>
            <a:off x="3386455" y="2317750"/>
            <a:ext cx="4795520" cy="2175510"/>
          </a:xfrm>
          <a:prstGeom prst="rect">
            <a:avLst/>
          </a:prstGeom>
          <a:noFill/>
        </p:spPr>
        <p:txBody>
          <a:bodyPr wrap="square" tIns="0" rtlCol="0">
            <a:spAutoFit/>
          </a:bodyPr>
          <a:lstStyle>
            <a:defPPr>
              <a:defRPr lang="en-US"/>
            </a:defPPr>
            <a:lvl1pPr marL="342900" indent="-342900">
              <a:lnSpc>
                <a:spcPct val="140000"/>
              </a:lnSpc>
              <a:buFont typeface="Arial" panose="020B0604020202020204" pitchFamily="34" charset="0"/>
              <a:buAutoNum type="arabicPeriod"/>
              <a:defRPr kumimoji="1" sz="1400">
                <a:solidFill>
                  <a:srgbClr val="222222">
                    <a:lumMod val="75000"/>
                    <a:lumOff val="25000"/>
                  </a:srgbClr>
                </a:solidFill>
              </a:defRPr>
            </a:lvl1pPr>
          </a:lstStyle>
          <a:p>
            <a:pPr marL="0" indent="304800" algn="just" fontAlgn="auto">
              <a:lnSpc>
                <a:spcPct val="120000"/>
              </a:lnSpc>
              <a:buNone/>
              <a:extLst>
                <a:ext uri="{35155182-B16C-46BC-9424-99874614C6A1}">
                  <wpsdc:indentchars xmlns:wpsdc="http://www.wps.cn/officeDocument/2017/drawingmlCustomData" val="200" checksum="2875442453"/>
                </a:ext>
              </a:extLst>
            </a:pPr>
            <a:r>
              <a:rPr lang="zh-CN" altLang="en-US" sz="1050" spc="150" dirty="0">
                <a:solidFill>
                  <a:srgbClr val="FFFFFF"/>
                </a:solidFill>
                <a:latin typeface="微软雅黑" panose="020B0503020204020204" pitchFamily="34" charset="-122"/>
                <a:ea typeface="微软雅黑" panose="020B0503020204020204" pitchFamily="34" charset="-122"/>
              </a:rPr>
              <a:t>我们现在处于知识经济时代，信息正在以前所未有的速度膨胀和爆炸，未来世界是网络的世界，我们想在这个信息世界中跟上时代的步伐，必须要适应高科技社会的发展，要具有从外界迅速、及时获取有效科学信息的能力，具有传播科学信息的能力。同时，网络资源共享就像一个聚宝盆，我们可以从中快速地查找学习资料，可以学会更多课外知识，并灵活地运用所学知识促进思维发展。上网还可以超越时空和经济的制约，在网上接受名校的教育，有问题可以随时通过E-mail、即时通信软件、互动平台等方式请教老师。而且互联网上的交互式学习、丰富的三维图形展示、语言解说等多媒体内容，使得学习更轻松、有趣。本项目将通过因特网基础知识、接入互联网、网络信息获取三个学习型任务来学习有关网络知识。</a:t>
            </a:r>
            <a:endParaRPr lang="zh-CN" altLang="en-US" sz="1050" spc="150" dirty="0">
              <a:solidFill>
                <a:srgbClr val="FFFFFF"/>
              </a:solidFill>
              <a:latin typeface="微软雅黑" panose="020B0503020204020204" pitchFamily="34" charset="-122"/>
              <a:ea typeface="微软雅黑" panose="020B0503020204020204" pitchFamily="34" charset="-122"/>
            </a:endParaRPr>
          </a:p>
        </p:txBody>
      </p:sp>
    </p:spTree>
    <p:custDataLst>
      <p:tags r:id="rId8"/>
    </p:custData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任意多边形 26"/>
          <p:cNvSpPr/>
          <p:nvPr>
            <p:custDataLst>
              <p:tags r:id="rId1"/>
            </p:custDataLst>
          </p:nvPr>
        </p:nvSpPr>
        <p:spPr bwMode="auto">
          <a:xfrm rot="19150809" flipH="1">
            <a:off x="1202055" y="1721485"/>
            <a:ext cx="115570" cy="226695"/>
          </a:xfrm>
          <a:custGeom>
            <a:avLst/>
            <a:gdLst>
              <a:gd name="T0" fmla="*/ 80 w 152"/>
              <a:gd name="T1" fmla="*/ 2 h 410"/>
              <a:gd name="T2" fmla="*/ 80 w 152"/>
              <a:gd name="T3" fmla="*/ 2 h 410"/>
              <a:gd name="T4" fmla="*/ 84 w 152"/>
              <a:gd name="T5" fmla="*/ 10 h 410"/>
              <a:gd name="T6" fmla="*/ 100 w 152"/>
              <a:gd name="T7" fmla="*/ 32 h 410"/>
              <a:gd name="T8" fmla="*/ 118 w 152"/>
              <a:gd name="T9" fmla="*/ 66 h 410"/>
              <a:gd name="T10" fmla="*/ 128 w 152"/>
              <a:gd name="T11" fmla="*/ 88 h 410"/>
              <a:gd name="T12" fmla="*/ 136 w 152"/>
              <a:gd name="T13" fmla="*/ 112 h 410"/>
              <a:gd name="T14" fmla="*/ 144 w 152"/>
              <a:gd name="T15" fmla="*/ 138 h 410"/>
              <a:gd name="T16" fmla="*/ 150 w 152"/>
              <a:gd name="T17" fmla="*/ 168 h 410"/>
              <a:gd name="T18" fmla="*/ 152 w 152"/>
              <a:gd name="T19" fmla="*/ 198 h 410"/>
              <a:gd name="T20" fmla="*/ 152 w 152"/>
              <a:gd name="T21" fmla="*/ 230 h 410"/>
              <a:gd name="T22" fmla="*/ 148 w 152"/>
              <a:gd name="T23" fmla="*/ 264 h 410"/>
              <a:gd name="T24" fmla="*/ 138 w 152"/>
              <a:gd name="T25" fmla="*/ 298 h 410"/>
              <a:gd name="T26" fmla="*/ 124 w 152"/>
              <a:gd name="T27" fmla="*/ 334 h 410"/>
              <a:gd name="T28" fmla="*/ 116 w 152"/>
              <a:gd name="T29" fmla="*/ 352 h 410"/>
              <a:gd name="T30" fmla="*/ 106 w 152"/>
              <a:gd name="T31" fmla="*/ 370 h 410"/>
              <a:gd name="T32" fmla="*/ 106 w 152"/>
              <a:gd name="T33" fmla="*/ 370 h 410"/>
              <a:gd name="T34" fmla="*/ 96 w 152"/>
              <a:gd name="T35" fmla="*/ 386 h 410"/>
              <a:gd name="T36" fmla="*/ 84 w 152"/>
              <a:gd name="T37" fmla="*/ 398 h 410"/>
              <a:gd name="T38" fmla="*/ 74 w 152"/>
              <a:gd name="T39" fmla="*/ 406 h 410"/>
              <a:gd name="T40" fmla="*/ 66 w 152"/>
              <a:gd name="T41" fmla="*/ 408 h 410"/>
              <a:gd name="T42" fmla="*/ 56 w 152"/>
              <a:gd name="T43" fmla="*/ 410 h 410"/>
              <a:gd name="T44" fmla="*/ 48 w 152"/>
              <a:gd name="T45" fmla="*/ 406 h 410"/>
              <a:gd name="T46" fmla="*/ 42 w 152"/>
              <a:gd name="T47" fmla="*/ 400 h 410"/>
              <a:gd name="T48" fmla="*/ 34 w 152"/>
              <a:gd name="T49" fmla="*/ 390 h 410"/>
              <a:gd name="T50" fmla="*/ 28 w 152"/>
              <a:gd name="T51" fmla="*/ 380 h 410"/>
              <a:gd name="T52" fmla="*/ 22 w 152"/>
              <a:gd name="T53" fmla="*/ 366 h 410"/>
              <a:gd name="T54" fmla="*/ 12 w 152"/>
              <a:gd name="T55" fmla="*/ 332 h 410"/>
              <a:gd name="T56" fmla="*/ 6 w 152"/>
              <a:gd name="T57" fmla="*/ 292 h 410"/>
              <a:gd name="T58" fmla="*/ 0 w 152"/>
              <a:gd name="T59" fmla="*/ 250 h 410"/>
              <a:gd name="T60" fmla="*/ 0 w 152"/>
              <a:gd name="T61" fmla="*/ 204 h 410"/>
              <a:gd name="T62" fmla="*/ 0 w 152"/>
              <a:gd name="T63" fmla="*/ 158 h 410"/>
              <a:gd name="T64" fmla="*/ 6 w 152"/>
              <a:gd name="T65" fmla="*/ 114 h 410"/>
              <a:gd name="T66" fmla="*/ 14 w 152"/>
              <a:gd name="T67" fmla="*/ 76 h 410"/>
              <a:gd name="T68" fmla="*/ 18 w 152"/>
              <a:gd name="T69" fmla="*/ 58 h 410"/>
              <a:gd name="T70" fmla="*/ 24 w 152"/>
              <a:gd name="T71" fmla="*/ 42 h 410"/>
              <a:gd name="T72" fmla="*/ 32 w 152"/>
              <a:gd name="T73" fmla="*/ 30 h 410"/>
              <a:gd name="T74" fmla="*/ 38 w 152"/>
              <a:gd name="T75" fmla="*/ 18 h 410"/>
              <a:gd name="T76" fmla="*/ 48 w 152"/>
              <a:gd name="T77" fmla="*/ 10 h 410"/>
              <a:gd name="T78" fmla="*/ 58 w 152"/>
              <a:gd name="T79" fmla="*/ 4 h 410"/>
              <a:gd name="T80" fmla="*/ 68 w 152"/>
              <a:gd name="T81" fmla="*/ 0 h 410"/>
              <a:gd name="T82" fmla="*/ 80 w 152"/>
              <a:gd name="T83" fmla="*/ 2 h 4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52" h="410">
                <a:moveTo>
                  <a:pt x="80" y="2"/>
                </a:moveTo>
                <a:lnTo>
                  <a:pt x="80" y="2"/>
                </a:lnTo>
                <a:lnTo>
                  <a:pt x="84" y="10"/>
                </a:lnTo>
                <a:lnTo>
                  <a:pt x="100" y="32"/>
                </a:lnTo>
                <a:lnTo>
                  <a:pt x="118" y="66"/>
                </a:lnTo>
                <a:lnTo>
                  <a:pt x="128" y="88"/>
                </a:lnTo>
                <a:lnTo>
                  <a:pt x="136" y="112"/>
                </a:lnTo>
                <a:lnTo>
                  <a:pt x="144" y="138"/>
                </a:lnTo>
                <a:lnTo>
                  <a:pt x="150" y="168"/>
                </a:lnTo>
                <a:lnTo>
                  <a:pt x="152" y="198"/>
                </a:lnTo>
                <a:lnTo>
                  <a:pt x="152" y="230"/>
                </a:lnTo>
                <a:lnTo>
                  <a:pt x="148" y="264"/>
                </a:lnTo>
                <a:lnTo>
                  <a:pt x="138" y="298"/>
                </a:lnTo>
                <a:lnTo>
                  <a:pt x="124" y="334"/>
                </a:lnTo>
                <a:lnTo>
                  <a:pt x="116" y="352"/>
                </a:lnTo>
                <a:lnTo>
                  <a:pt x="106" y="370"/>
                </a:lnTo>
                <a:lnTo>
                  <a:pt x="106" y="370"/>
                </a:lnTo>
                <a:lnTo>
                  <a:pt x="96" y="386"/>
                </a:lnTo>
                <a:lnTo>
                  <a:pt x="84" y="398"/>
                </a:lnTo>
                <a:lnTo>
                  <a:pt x="74" y="406"/>
                </a:lnTo>
                <a:lnTo>
                  <a:pt x="66" y="408"/>
                </a:lnTo>
                <a:lnTo>
                  <a:pt x="56" y="410"/>
                </a:lnTo>
                <a:lnTo>
                  <a:pt x="48" y="406"/>
                </a:lnTo>
                <a:lnTo>
                  <a:pt x="42" y="400"/>
                </a:lnTo>
                <a:lnTo>
                  <a:pt x="34" y="390"/>
                </a:lnTo>
                <a:lnTo>
                  <a:pt x="28" y="380"/>
                </a:lnTo>
                <a:lnTo>
                  <a:pt x="22" y="366"/>
                </a:lnTo>
                <a:lnTo>
                  <a:pt x="12" y="332"/>
                </a:lnTo>
                <a:lnTo>
                  <a:pt x="6" y="292"/>
                </a:lnTo>
                <a:lnTo>
                  <a:pt x="0" y="250"/>
                </a:lnTo>
                <a:lnTo>
                  <a:pt x="0" y="204"/>
                </a:lnTo>
                <a:lnTo>
                  <a:pt x="0" y="158"/>
                </a:lnTo>
                <a:lnTo>
                  <a:pt x="6" y="114"/>
                </a:lnTo>
                <a:lnTo>
                  <a:pt x="14" y="76"/>
                </a:lnTo>
                <a:lnTo>
                  <a:pt x="18" y="58"/>
                </a:lnTo>
                <a:lnTo>
                  <a:pt x="24" y="42"/>
                </a:lnTo>
                <a:lnTo>
                  <a:pt x="32" y="30"/>
                </a:lnTo>
                <a:lnTo>
                  <a:pt x="38" y="18"/>
                </a:lnTo>
                <a:lnTo>
                  <a:pt x="48" y="10"/>
                </a:lnTo>
                <a:lnTo>
                  <a:pt x="58" y="4"/>
                </a:lnTo>
                <a:lnTo>
                  <a:pt x="68" y="0"/>
                </a:lnTo>
                <a:lnTo>
                  <a:pt x="80" y="2"/>
                </a:lnTo>
                <a:close/>
              </a:path>
            </a:pathLst>
          </a:custGeom>
          <a:solidFill>
            <a:srgbClr val="755243"/>
          </a:solidFill>
          <a:ln>
            <a:noFill/>
          </a:ln>
        </p:spPr>
        <p:txBody>
          <a:bodyPr anchor="ctr"/>
          <a:lstStyle/>
          <a:p>
            <a:pPr algn="ctr"/>
            <a:endParaRPr sz="1350">
              <a:latin typeface="微软雅黑" panose="020B0503020204020204" pitchFamily="34" charset="-122"/>
              <a:ea typeface="微软雅黑" panose="020B0503020204020204" pitchFamily="34" charset="-122"/>
            </a:endParaRPr>
          </a:p>
        </p:txBody>
      </p:sp>
      <p:sp>
        <p:nvSpPr>
          <p:cNvPr id="28" name="任意多边形 27"/>
          <p:cNvSpPr/>
          <p:nvPr>
            <p:custDataLst>
              <p:tags r:id="rId2"/>
            </p:custDataLst>
          </p:nvPr>
        </p:nvSpPr>
        <p:spPr bwMode="auto">
          <a:xfrm>
            <a:off x="2597150" y="2131060"/>
            <a:ext cx="263525" cy="151130"/>
          </a:xfrm>
          <a:custGeom>
            <a:avLst/>
            <a:gdLst>
              <a:gd name="T0" fmla="*/ 346 w 346"/>
              <a:gd name="T1" fmla="*/ 126 h 198"/>
              <a:gd name="T2" fmla="*/ 346 w 346"/>
              <a:gd name="T3" fmla="*/ 126 h 198"/>
              <a:gd name="T4" fmla="*/ 296 w 346"/>
              <a:gd name="T5" fmla="*/ 112 h 198"/>
              <a:gd name="T6" fmla="*/ 254 w 346"/>
              <a:gd name="T7" fmla="*/ 102 h 198"/>
              <a:gd name="T8" fmla="*/ 236 w 346"/>
              <a:gd name="T9" fmla="*/ 100 h 198"/>
              <a:gd name="T10" fmla="*/ 224 w 346"/>
              <a:gd name="T11" fmla="*/ 98 h 198"/>
              <a:gd name="T12" fmla="*/ 224 w 346"/>
              <a:gd name="T13" fmla="*/ 98 h 198"/>
              <a:gd name="T14" fmla="*/ 218 w 346"/>
              <a:gd name="T15" fmla="*/ 100 h 198"/>
              <a:gd name="T16" fmla="*/ 212 w 346"/>
              <a:gd name="T17" fmla="*/ 104 h 198"/>
              <a:gd name="T18" fmla="*/ 198 w 346"/>
              <a:gd name="T19" fmla="*/ 116 h 198"/>
              <a:gd name="T20" fmla="*/ 182 w 346"/>
              <a:gd name="T21" fmla="*/ 132 h 198"/>
              <a:gd name="T22" fmla="*/ 166 w 346"/>
              <a:gd name="T23" fmla="*/ 152 h 198"/>
              <a:gd name="T24" fmla="*/ 150 w 346"/>
              <a:gd name="T25" fmla="*/ 170 h 198"/>
              <a:gd name="T26" fmla="*/ 136 w 346"/>
              <a:gd name="T27" fmla="*/ 186 h 198"/>
              <a:gd name="T28" fmla="*/ 122 w 346"/>
              <a:gd name="T29" fmla="*/ 196 h 198"/>
              <a:gd name="T30" fmla="*/ 116 w 346"/>
              <a:gd name="T31" fmla="*/ 198 h 198"/>
              <a:gd name="T32" fmla="*/ 112 w 346"/>
              <a:gd name="T33" fmla="*/ 198 h 198"/>
              <a:gd name="T34" fmla="*/ 112 w 346"/>
              <a:gd name="T35" fmla="*/ 198 h 198"/>
              <a:gd name="T36" fmla="*/ 84 w 346"/>
              <a:gd name="T37" fmla="*/ 192 h 198"/>
              <a:gd name="T38" fmla="*/ 68 w 346"/>
              <a:gd name="T39" fmla="*/ 186 h 198"/>
              <a:gd name="T40" fmla="*/ 50 w 346"/>
              <a:gd name="T41" fmla="*/ 178 h 198"/>
              <a:gd name="T42" fmla="*/ 32 w 346"/>
              <a:gd name="T43" fmla="*/ 170 h 198"/>
              <a:gd name="T44" fmla="*/ 18 w 346"/>
              <a:gd name="T45" fmla="*/ 160 h 198"/>
              <a:gd name="T46" fmla="*/ 12 w 346"/>
              <a:gd name="T47" fmla="*/ 152 h 198"/>
              <a:gd name="T48" fmla="*/ 6 w 346"/>
              <a:gd name="T49" fmla="*/ 146 h 198"/>
              <a:gd name="T50" fmla="*/ 2 w 346"/>
              <a:gd name="T51" fmla="*/ 138 h 198"/>
              <a:gd name="T52" fmla="*/ 0 w 346"/>
              <a:gd name="T53" fmla="*/ 130 h 198"/>
              <a:gd name="T54" fmla="*/ 0 w 346"/>
              <a:gd name="T55" fmla="*/ 130 h 198"/>
              <a:gd name="T56" fmla="*/ 0 w 346"/>
              <a:gd name="T57" fmla="*/ 120 h 198"/>
              <a:gd name="T58" fmla="*/ 2 w 346"/>
              <a:gd name="T59" fmla="*/ 110 h 198"/>
              <a:gd name="T60" fmla="*/ 6 w 346"/>
              <a:gd name="T61" fmla="*/ 100 h 198"/>
              <a:gd name="T62" fmla="*/ 12 w 346"/>
              <a:gd name="T63" fmla="*/ 90 h 198"/>
              <a:gd name="T64" fmla="*/ 28 w 346"/>
              <a:gd name="T65" fmla="*/ 68 h 198"/>
              <a:gd name="T66" fmla="*/ 46 w 346"/>
              <a:gd name="T67" fmla="*/ 48 h 198"/>
              <a:gd name="T68" fmla="*/ 64 w 346"/>
              <a:gd name="T69" fmla="*/ 28 h 198"/>
              <a:gd name="T70" fmla="*/ 80 w 346"/>
              <a:gd name="T71" fmla="*/ 14 h 198"/>
              <a:gd name="T72" fmla="*/ 96 w 346"/>
              <a:gd name="T73" fmla="*/ 0 h 198"/>
              <a:gd name="T74" fmla="*/ 96 w 346"/>
              <a:gd name="T75" fmla="*/ 0 h 198"/>
              <a:gd name="T76" fmla="*/ 130 w 346"/>
              <a:gd name="T77" fmla="*/ 14 h 198"/>
              <a:gd name="T78" fmla="*/ 208 w 346"/>
              <a:gd name="T79" fmla="*/ 48 h 198"/>
              <a:gd name="T80" fmla="*/ 252 w 346"/>
              <a:gd name="T81" fmla="*/ 70 h 198"/>
              <a:gd name="T82" fmla="*/ 292 w 346"/>
              <a:gd name="T83" fmla="*/ 90 h 198"/>
              <a:gd name="T84" fmla="*/ 326 w 346"/>
              <a:gd name="T85" fmla="*/ 110 h 198"/>
              <a:gd name="T86" fmla="*/ 338 w 346"/>
              <a:gd name="T87" fmla="*/ 118 h 198"/>
              <a:gd name="T88" fmla="*/ 346 w 346"/>
              <a:gd name="T89" fmla="*/ 126 h 1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346" h="198">
                <a:moveTo>
                  <a:pt x="346" y="126"/>
                </a:moveTo>
                <a:lnTo>
                  <a:pt x="346" y="126"/>
                </a:lnTo>
                <a:lnTo>
                  <a:pt x="296" y="112"/>
                </a:lnTo>
                <a:lnTo>
                  <a:pt x="254" y="102"/>
                </a:lnTo>
                <a:lnTo>
                  <a:pt x="236" y="100"/>
                </a:lnTo>
                <a:lnTo>
                  <a:pt x="224" y="98"/>
                </a:lnTo>
                <a:lnTo>
                  <a:pt x="224" y="98"/>
                </a:lnTo>
                <a:lnTo>
                  <a:pt x="218" y="100"/>
                </a:lnTo>
                <a:lnTo>
                  <a:pt x="212" y="104"/>
                </a:lnTo>
                <a:lnTo>
                  <a:pt x="198" y="116"/>
                </a:lnTo>
                <a:lnTo>
                  <a:pt x="182" y="132"/>
                </a:lnTo>
                <a:lnTo>
                  <a:pt x="166" y="152"/>
                </a:lnTo>
                <a:lnTo>
                  <a:pt x="150" y="170"/>
                </a:lnTo>
                <a:lnTo>
                  <a:pt x="136" y="186"/>
                </a:lnTo>
                <a:lnTo>
                  <a:pt x="122" y="196"/>
                </a:lnTo>
                <a:lnTo>
                  <a:pt x="116" y="198"/>
                </a:lnTo>
                <a:lnTo>
                  <a:pt x="112" y="198"/>
                </a:lnTo>
                <a:lnTo>
                  <a:pt x="112" y="198"/>
                </a:lnTo>
                <a:lnTo>
                  <a:pt x="84" y="192"/>
                </a:lnTo>
                <a:lnTo>
                  <a:pt x="68" y="186"/>
                </a:lnTo>
                <a:lnTo>
                  <a:pt x="50" y="178"/>
                </a:lnTo>
                <a:lnTo>
                  <a:pt x="32" y="170"/>
                </a:lnTo>
                <a:lnTo>
                  <a:pt x="18" y="160"/>
                </a:lnTo>
                <a:lnTo>
                  <a:pt x="12" y="152"/>
                </a:lnTo>
                <a:lnTo>
                  <a:pt x="6" y="146"/>
                </a:lnTo>
                <a:lnTo>
                  <a:pt x="2" y="138"/>
                </a:lnTo>
                <a:lnTo>
                  <a:pt x="0" y="130"/>
                </a:lnTo>
                <a:lnTo>
                  <a:pt x="0" y="130"/>
                </a:lnTo>
                <a:lnTo>
                  <a:pt x="0" y="120"/>
                </a:lnTo>
                <a:lnTo>
                  <a:pt x="2" y="110"/>
                </a:lnTo>
                <a:lnTo>
                  <a:pt x="6" y="100"/>
                </a:lnTo>
                <a:lnTo>
                  <a:pt x="12" y="90"/>
                </a:lnTo>
                <a:lnTo>
                  <a:pt x="28" y="68"/>
                </a:lnTo>
                <a:lnTo>
                  <a:pt x="46" y="48"/>
                </a:lnTo>
                <a:lnTo>
                  <a:pt x="64" y="28"/>
                </a:lnTo>
                <a:lnTo>
                  <a:pt x="80" y="14"/>
                </a:lnTo>
                <a:lnTo>
                  <a:pt x="96" y="0"/>
                </a:lnTo>
                <a:lnTo>
                  <a:pt x="96" y="0"/>
                </a:lnTo>
                <a:lnTo>
                  <a:pt x="130" y="14"/>
                </a:lnTo>
                <a:lnTo>
                  <a:pt x="208" y="48"/>
                </a:lnTo>
                <a:lnTo>
                  <a:pt x="252" y="70"/>
                </a:lnTo>
                <a:lnTo>
                  <a:pt x="292" y="90"/>
                </a:lnTo>
                <a:lnTo>
                  <a:pt x="326" y="110"/>
                </a:lnTo>
                <a:lnTo>
                  <a:pt x="338" y="118"/>
                </a:lnTo>
                <a:lnTo>
                  <a:pt x="346" y="126"/>
                </a:lnTo>
                <a:close/>
              </a:path>
            </a:pathLst>
          </a:custGeom>
          <a:solidFill>
            <a:srgbClr val="F2CEAD"/>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350">
              <a:latin typeface="微软雅黑" panose="020B0503020204020204" pitchFamily="34" charset="-122"/>
              <a:ea typeface="微软雅黑" panose="020B0503020204020204" pitchFamily="34" charset="-122"/>
            </a:endParaRPr>
          </a:p>
        </p:txBody>
      </p:sp>
      <p:sp>
        <p:nvSpPr>
          <p:cNvPr id="29" name="任意多边形 28"/>
          <p:cNvSpPr/>
          <p:nvPr>
            <p:custDataLst>
              <p:tags r:id="rId3"/>
            </p:custDataLst>
          </p:nvPr>
        </p:nvSpPr>
        <p:spPr bwMode="auto">
          <a:xfrm>
            <a:off x="2597150" y="2131060"/>
            <a:ext cx="263525" cy="151130"/>
          </a:xfrm>
          <a:custGeom>
            <a:avLst/>
            <a:gdLst>
              <a:gd name="T0" fmla="*/ 346 w 346"/>
              <a:gd name="T1" fmla="*/ 126 h 198"/>
              <a:gd name="T2" fmla="*/ 346 w 346"/>
              <a:gd name="T3" fmla="*/ 126 h 198"/>
              <a:gd name="T4" fmla="*/ 296 w 346"/>
              <a:gd name="T5" fmla="*/ 112 h 198"/>
              <a:gd name="T6" fmla="*/ 254 w 346"/>
              <a:gd name="T7" fmla="*/ 102 h 198"/>
              <a:gd name="T8" fmla="*/ 236 w 346"/>
              <a:gd name="T9" fmla="*/ 100 h 198"/>
              <a:gd name="T10" fmla="*/ 224 w 346"/>
              <a:gd name="T11" fmla="*/ 98 h 198"/>
              <a:gd name="T12" fmla="*/ 224 w 346"/>
              <a:gd name="T13" fmla="*/ 98 h 198"/>
              <a:gd name="T14" fmla="*/ 218 w 346"/>
              <a:gd name="T15" fmla="*/ 100 h 198"/>
              <a:gd name="T16" fmla="*/ 212 w 346"/>
              <a:gd name="T17" fmla="*/ 104 h 198"/>
              <a:gd name="T18" fmla="*/ 198 w 346"/>
              <a:gd name="T19" fmla="*/ 116 h 198"/>
              <a:gd name="T20" fmla="*/ 182 w 346"/>
              <a:gd name="T21" fmla="*/ 132 h 198"/>
              <a:gd name="T22" fmla="*/ 166 w 346"/>
              <a:gd name="T23" fmla="*/ 152 h 198"/>
              <a:gd name="T24" fmla="*/ 150 w 346"/>
              <a:gd name="T25" fmla="*/ 170 h 198"/>
              <a:gd name="T26" fmla="*/ 136 w 346"/>
              <a:gd name="T27" fmla="*/ 186 h 198"/>
              <a:gd name="T28" fmla="*/ 122 w 346"/>
              <a:gd name="T29" fmla="*/ 196 h 198"/>
              <a:gd name="T30" fmla="*/ 116 w 346"/>
              <a:gd name="T31" fmla="*/ 198 h 198"/>
              <a:gd name="T32" fmla="*/ 112 w 346"/>
              <a:gd name="T33" fmla="*/ 198 h 198"/>
              <a:gd name="T34" fmla="*/ 112 w 346"/>
              <a:gd name="T35" fmla="*/ 198 h 198"/>
              <a:gd name="T36" fmla="*/ 84 w 346"/>
              <a:gd name="T37" fmla="*/ 192 h 198"/>
              <a:gd name="T38" fmla="*/ 68 w 346"/>
              <a:gd name="T39" fmla="*/ 186 h 198"/>
              <a:gd name="T40" fmla="*/ 50 w 346"/>
              <a:gd name="T41" fmla="*/ 178 h 198"/>
              <a:gd name="T42" fmla="*/ 32 w 346"/>
              <a:gd name="T43" fmla="*/ 170 h 198"/>
              <a:gd name="T44" fmla="*/ 18 w 346"/>
              <a:gd name="T45" fmla="*/ 160 h 198"/>
              <a:gd name="T46" fmla="*/ 12 w 346"/>
              <a:gd name="T47" fmla="*/ 152 h 198"/>
              <a:gd name="T48" fmla="*/ 6 w 346"/>
              <a:gd name="T49" fmla="*/ 146 h 198"/>
              <a:gd name="T50" fmla="*/ 2 w 346"/>
              <a:gd name="T51" fmla="*/ 138 h 198"/>
              <a:gd name="T52" fmla="*/ 0 w 346"/>
              <a:gd name="T53" fmla="*/ 130 h 198"/>
              <a:gd name="T54" fmla="*/ 0 w 346"/>
              <a:gd name="T55" fmla="*/ 130 h 198"/>
              <a:gd name="T56" fmla="*/ 0 w 346"/>
              <a:gd name="T57" fmla="*/ 120 h 198"/>
              <a:gd name="T58" fmla="*/ 2 w 346"/>
              <a:gd name="T59" fmla="*/ 110 h 198"/>
              <a:gd name="T60" fmla="*/ 6 w 346"/>
              <a:gd name="T61" fmla="*/ 100 h 198"/>
              <a:gd name="T62" fmla="*/ 12 w 346"/>
              <a:gd name="T63" fmla="*/ 90 h 198"/>
              <a:gd name="T64" fmla="*/ 28 w 346"/>
              <a:gd name="T65" fmla="*/ 68 h 198"/>
              <a:gd name="T66" fmla="*/ 46 w 346"/>
              <a:gd name="T67" fmla="*/ 48 h 198"/>
              <a:gd name="T68" fmla="*/ 64 w 346"/>
              <a:gd name="T69" fmla="*/ 28 h 198"/>
              <a:gd name="T70" fmla="*/ 80 w 346"/>
              <a:gd name="T71" fmla="*/ 14 h 198"/>
              <a:gd name="T72" fmla="*/ 96 w 346"/>
              <a:gd name="T73" fmla="*/ 0 h 198"/>
              <a:gd name="T74" fmla="*/ 96 w 346"/>
              <a:gd name="T75" fmla="*/ 0 h 198"/>
              <a:gd name="T76" fmla="*/ 130 w 346"/>
              <a:gd name="T77" fmla="*/ 14 h 198"/>
              <a:gd name="T78" fmla="*/ 208 w 346"/>
              <a:gd name="T79" fmla="*/ 48 h 198"/>
              <a:gd name="T80" fmla="*/ 252 w 346"/>
              <a:gd name="T81" fmla="*/ 70 h 198"/>
              <a:gd name="T82" fmla="*/ 292 w 346"/>
              <a:gd name="T83" fmla="*/ 90 h 198"/>
              <a:gd name="T84" fmla="*/ 326 w 346"/>
              <a:gd name="T85" fmla="*/ 110 h 198"/>
              <a:gd name="T86" fmla="*/ 338 w 346"/>
              <a:gd name="T87" fmla="*/ 118 h 198"/>
              <a:gd name="T88" fmla="*/ 346 w 346"/>
              <a:gd name="T89" fmla="*/ 126 h 1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346" h="198">
                <a:moveTo>
                  <a:pt x="346" y="126"/>
                </a:moveTo>
                <a:lnTo>
                  <a:pt x="346" y="126"/>
                </a:lnTo>
                <a:lnTo>
                  <a:pt x="296" y="112"/>
                </a:lnTo>
                <a:lnTo>
                  <a:pt x="254" y="102"/>
                </a:lnTo>
                <a:lnTo>
                  <a:pt x="236" y="100"/>
                </a:lnTo>
                <a:lnTo>
                  <a:pt x="224" y="98"/>
                </a:lnTo>
                <a:lnTo>
                  <a:pt x="224" y="98"/>
                </a:lnTo>
                <a:lnTo>
                  <a:pt x="218" y="100"/>
                </a:lnTo>
                <a:lnTo>
                  <a:pt x="212" y="104"/>
                </a:lnTo>
                <a:lnTo>
                  <a:pt x="198" y="116"/>
                </a:lnTo>
                <a:lnTo>
                  <a:pt x="182" y="132"/>
                </a:lnTo>
                <a:lnTo>
                  <a:pt x="166" y="152"/>
                </a:lnTo>
                <a:lnTo>
                  <a:pt x="150" y="170"/>
                </a:lnTo>
                <a:lnTo>
                  <a:pt x="136" y="186"/>
                </a:lnTo>
                <a:lnTo>
                  <a:pt x="122" y="196"/>
                </a:lnTo>
                <a:lnTo>
                  <a:pt x="116" y="198"/>
                </a:lnTo>
                <a:lnTo>
                  <a:pt x="112" y="198"/>
                </a:lnTo>
                <a:lnTo>
                  <a:pt x="112" y="198"/>
                </a:lnTo>
                <a:lnTo>
                  <a:pt x="84" y="192"/>
                </a:lnTo>
                <a:lnTo>
                  <a:pt x="68" y="186"/>
                </a:lnTo>
                <a:lnTo>
                  <a:pt x="50" y="178"/>
                </a:lnTo>
                <a:lnTo>
                  <a:pt x="32" y="170"/>
                </a:lnTo>
                <a:lnTo>
                  <a:pt x="18" y="160"/>
                </a:lnTo>
                <a:lnTo>
                  <a:pt x="12" y="152"/>
                </a:lnTo>
                <a:lnTo>
                  <a:pt x="6" y="146"/>
                </a:lnTo>
                <a:lnTo>
                  <a:pt x="2" y="138"/>
                </a:lnTo>
                <a:lnTo>
                  <a:pt x="0" y="130"/>
                </a:lnTo>
                <a:lnTo>
                  <a:pt x="0" y="130"/>
                </a:lnTo>
                <a:lnTo>
                  <a:pt x="0" y="120"/>
                </a:lnTo>
                <a:lnTo>
                  <a:pt x="2" y="110"/>
                </a:lnTo>
                <a:lnTo>
                  <a:pt x="6" y="100"/>
                </a:lnTo>
                <a:lnTo>
                  <a:pt x="12" y="90"/>
                </a:lnTo>
                <a:lnTo>
                  <a:pt x="28" y="68"/>
                </a:lnTo>
                <a:lnTo>
                  <a:pt x="46" y="48"/>
                </a:lnTo>
                <a:lnTo>
                  <a:pt x="64" y="28"/>
                </a:lnTo>
                <a:lnTo>
                  <a:pt x="80" y="14"/>
                </a:lnTo>
                <a:lnTo>
                  <a:pt x="96" y="0"/>
                </a:lnTo>
                <a:lnTo>
                  <a:pt x="96" y="0"/>
                </a:lnTo>
                <a:lnTo>
                  <a:pt x="130" y="14"/>
                </a:lnTo>
                <a:lnTo>
                  <a:pt x="208" y="48"/>
                </a:lnTo>
                <a:lnTo>
                  <a:pt x="252" y="70"/>
                </a:lnTo>
                <a:lnTo>
                  <a:pt x="292" y="90"/>
                </a:lnTo>
                <a:lnTo>
                  <a:pt x="326" y="110"/>
                </a:lnTo>
                <a:lnTo>
                  <a:pt x="338" y="118"/>
                </a:lnTo>
                <a:lnTo>
                  <a:pt x="346" y="126"/>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nchor="ctr"/>
          <a:lstStyle/>
          <a:p>
            <a:pPr algn="ctr"/>
            <a:endParaRPr sz="1350">
              <a:latin typeface="微软雅黑" panose="020B0503020204020204" pitchFamily="34" charset="-122"/>
              <a:ea typeface="微软雅黑" panose="020B0503020204020204" pitchFamily="34" charset="-122"/>
            </a:endParaRPr>
          </a:p>
        </p:txBody>
      </p:sp>
      <p:sp>
        <p:nvSpPr>
          <p:cNvPr id="30" name="任意多边形 29"/>
          <p:cNvSpPr/>
          <p:nvPr>
            <p:custDataLst>
              <p:tags r:id="rId4"/>
            </p:custDataLst>
          </p:nvPr>
        </p:nvSpPr>
        <p:spPr bwMode="auto">
          <a:xfrm>
            <a:off x="2429510" y="1290320"/>
            <a:ext cx="1173480" cy="1208405"/>
          </a:xfrm>
          <a:custGeom>
            <a:avLst/>
            <a:gdLst>
              <a:gd name="T0" fmla="*/ 0 w 1540"/>
              <a:gd name="T1" fmla="*/ 1526 h 1586"/>
              <a:gd name="T2" fmla="*/ 0 w 1540"/>
              <a:gd name="T3" fmla="*/ 1526 h 1586"/>
              <a:gd name="T4" fmla="*/ 220 w 1540"/>
              <a:gd name="T5" fmla="*/ 1300 h 1586"/>
              <a:gd name="T6" fmla="*/ 712 w 1540"/>
              <a:gd name="T7" fmla="*/ 792 h 1586"/>
              <a:gd name="T8" fmla="*/ 982 w 1540"/>
              <a:gd name="T9" fmla="*/ 518 h 1586"/>
              <a:gd name="T10" fmla="*/ 1226 w 1540"/>
              <a:gd name="T11" fmla="*/ 272 h 1586"/>
              <a:gd name="T12" fmla="*/ 1410 w 1540"/>
              <a:gd name="T13" fmla="*/ 88 h 1586"/>
              <a:gd name="T14" fmla="*/ 1472 w 1540"/>
              <a:gd name="T15" fmla="*/ 30 h 1586"/>
              <a:gd name="T16" fmla="*/ 1506 w 1540"/>
              <a:gd name="T17" fmla="*/ 0 h 1586"/>
              <a:gd name="T18" fmla="*/ 1506 w 1540"/>
              <a:gd name="T19" fmla="*/ 0 h 1586"/>
              <a:gd name="T20" fmla="*/ 1516 w 1540"/>
              <a:gd name="T21" fmla="*/ 10 h 1586"/>
              <a:gd name="T22" fmla="*/ 1540 w 1540"/>
              <a:gd name="T23" fmla="*/ 32 h 1586"/>
              <a:gd name="T24" fmla="*/ 1540 w 1540"/>
              <a:gd name="T25" fmla="*/ 32 h 1586"/>
              <a:gd name="T26" fmla="*/ 854 w 1540"/>
              <a:gd name="T27" fmla="*/ 772 h 1586"/>
              <a:gd name="T28" fmla="*/ 360 w 1540"/>
              <a:gd name="T29" fmla="*/ 1302 h 1586"/>
              <a:gd name="T30" fmla="*/ 182 w 1540"/>
              <a:gd name="T31" fmla="*/ 1492 h 1586"/>
              <a:gd name="T32" fmla="*/ 124 w 1540"/>
              <a:gd name="T33" fmla="*/ 1554 h 1586"/>
              <a:gd name="T34" fmla="*/ 90 w 1540"/>
              <a:gd name="T35" fmla="*/ 1586 h 1586"/>
              <a:gd name="T36" fmla="*/ 90 w 1540"/>
              <a:gd name="T37" fmla="*/ 1586 h 1586"/>
              <a:gd name="T38" fmla="*/ 78 w 1540"/>
              <a:gd name="T39" fmla="*/ 1586 h 1586"/>
              <a:gd name="T40" fmla="*/ 64 w 1540"/>
              <a:gd name="T41" fmla="*/ 1582 h 1586"/>
              <a:gd name="T42" fmla="*/ 50 w 1540"/>
              <a:gd name="T43" fmla="*/ 1578 h 1586"/>
              <a:gd name="T44" fmla="*/ 34 w 1540"/>
              <a:gd name="T45" fmla="*/ 1570 h 1586"/>
              <a:gd name="T46" fmla="*/ 20 w 1540"/>
              <a:gd name="T47" fmla="*/ 1560 h 1586"/>
              <a:gd name="T48" fmla="*/ 14 w 1540"/>
              <a:gd name="T49" fmla="*/ 1552 h 1586"/>
              <a:gd name="T50" fmla="*/ 8 w 1540"/>
              <a:gd name="T51" fmla="*/ 1546 h 1586"/>
              <a:gd name="T52" fmla="*/ 2 w 1540"/>
              <a:gd name="T53" fmla="*/ 1536 h 1586"/>
              <a:gd name="T54" fmla="*/ 0 w 1540"/>
              <a:gd name="T55" fmla="*/ 1526 h 15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1540" h="1586">
                <a:moveTo>
                  <a:pt x="0" y="1526"/>
                </a:moveTo>
                <a:lnTo>
                  <a:pt x="0" y="1526"/>
                </a:lnTo>
                <a:lnTo>
                  <a:pt x="220" y="1300"/>
                </a:lnTo>
                <a:lnTo>
                  <a:pt x="712" y="792"/>
                </a:lnTo>
                <a:lnTo>
                  <a:pt x="982" y="518"/>
                </a:lnTo>
                <a:lnTo>
                  <a:pt x="1226" y="272"/>
                </a:lnTo>
                <a:lnTo>
                  <a:pt x="1410" y="88"/>
                </a:lnTo>
                <a:lnTo>
                  <a:pt x="1472" y="30"/>
                </a:lnTo>
                <a:lnTo>
                  <a:pt x="1506" y="0"/>
                </a:lnTo>
                <a:lnTo>
                  <a:pt x="1506" y="0"/>
                </a:lnTo>
                <a:lnTo>
                  <a:pt x="1516" y="10"/>
                </a:lnTo>
                <a:lnTo>
                  <a:pt x="1540" y="32"/>
                </a:lnTo>
                <a:lnTo>
                  <a:pt x="1540" y="32"/>
                </a:lnTo>
                <a:lnTo>
                  <a:pt x="854" y="772"/>
                </a:lnTo>
                <a:lnTo>
                  <a:pt x="360" y="1302"/>
                </a:lnTo>
                <a:lnTo>
                  <a:pt x="182" y="1492"/>
                </a:lnTo>
                <a:lnTo>
                  <a:pt x="124" y="1554"/>
                </a:lnTo>
                <a:lnTo>
                  <a:pt x="90" y="1586"/>
                </a:lnTo>
                <a:lnTo>
                  <a:pt x="90" y="1586"/>
                </a:lnTo>
                <a:lnTo>
                  <a:pt x="78" y="1586"/>
                </a:lnTo>
                <a:lnTo>
                  <a:pt x="64" y="1582"/>
                </a:lnTo>
                <a:lnTo>
                  <a:pt x="50" y="1578"/>
                </a:lnTo>
                <a:lnTo>
                  <a:pt x="34" y="1570"/>
                </a:lnTo>
                <a:lnTo>
                  <a:pt x="20" y="1560"/>
                </a:lnTo>
                <a:lnTo>
                  <a:pt x="14" y="1552"/>
                </a:lnTo>
                <a:lnTo>
                  <a:pt x="8" y="1546"/>
                </a:lnTo>
                <a:lnTo>
                  <a:pt x="2" y="1536"/>
                </a:lnTo>
                <a:lnTo>
                  <a:pt x="0" y="1526"/>
                </a:lnTo>
                <a:close/>
              </a:path>
            </a:pathLst>
          </a:custGeom>
          <a:solidFill>
            <a:srgbClr val="161616"/>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350">
              <a:latin typeface="微软雅黑" panose="020B0503020204020204" pitchFamily="34" charset="-122"/>
              <a:ea typeface="微软雅黑" panose="020B0503020204020204" pitchFamily="34" charset="-122"/>
            </a:endParaRPr>
          </a:p>
        </p:txBody>
      </p:sp>
      <p:sp>
        <p:nvSpPr>
          <p:cNvPr id="31" name="任意多边形 30"/>
          <p:cNvSpPr/>
          <p:nvPr>
            <p:custDataLst>
              <p:tags r:id="rId5"/>
            </p:custDataLst>
          </p:nvPr>
        </p:nvSpPr>
        <p:spPr bwMode="auto">
          <a:xfrm>
            <a:off x="2429510" y="1290320"/>
            <a:ext cx="1173480" cy="1208405"/>
          </a:xfrm>
          <a:custGeom>
            <a:avLst/>
            <a:gdLst>
              <a:gd name="T0" fmla="*/ 0 w 1540"/>
              <a:gd name="T1" fmla="*/ 1526 h 1586"/>
              <a:gd name="T2" fmla="*/ 0 w 1540"/>
              <a:gd name="T3" fmla="*/ 1526 h 1586"/>
              <a:gd name="T4" fmla="*/ 220 w 1540"/>
              <a:gd name="T5" fmla="*/ 1300 h 1586"/>
              <a:gd name="T6" fmla="*/ 712 w 1540"/>
              <a:gd name="T7" fmla="*/ 792 h 1586"/>
              <a:gd name="T8" fmla="*/ 982 w 1540"/>
              <a:gd name="T9" fmla="*/ 518 h 1586"/>
              <a:gd name="T10" fmla="*/ 1226 w 1540"/>
              <a:gd name="T11" fmla="*/ 272 h 1586"/>
              <a:gd name="T12" fmla="*/ 1410 w 1540"/>
              <a:gd name="T13" fmla="*/ 88 h 1586"/>
              <a:gd name="T14" fmla="*/ 1472 w 1540"/>
              <a:gd name="T15" fmla="*/ 30 h 1586"/>
              <a:gd name="T16" fmla="*/ 1506 w 1540"/>
              <a:gd name="T17" fmla="*/ 0 h 1586"/>
              <a:gd name="T18" fmla="*/ 1506 w 1540"/>
              <a:gd name="T19" fmla="*/ 0 h 1586"/>
              <a:gd name="T20" fmla="*/ 1516 w 1540"/>
              <a:gd name="T21" fmla="*/ 10 h 1586"/>
              <a:gd name="T22" fmla="*/ 1540 w 1540"/>
              <a:gd name="T23" fmla="*/ 32 h 1586"/>
              <a:gd name="T24" fmla="*/ 1540 w 1540"/>
              <a:gd name="T25" fmla="*/ 32 h 1586"/>
              <a:gd name="T26" fmla="*/ 854 w 1540"/>
              <a:gd name="T27" fmla="*/ 772 h 1586"/>
              <a:gd name="T28" fmla="*/ 360 w 1540"/>
              <a:gd name="T29" fmla="*/ 1302 h 1586"/>
              <a:gd name="T30" fmla="*/ 182 w 1540"/>
              <a:gd name="T31" fmla="*/ 1492 h 1586"/>
              <a:gd name="T32" fmla="*/ 124 w 1540"/>
              <a:gd name="T33" fmla="*/ 1554 h 1586"/>
              <a:gd name="T34" fmla="*/ 90 w 1540"/>
              <a:gd name="T35" fmla="*/ 1586 h 1586"/>
              <a:gd name="T36" fmla="*/ 90 w 1540"/>
              <a:gd name="T37" fmla="*/ 1586 h 1586"/>
              <a:gd name="T38" fmla="*/ 78 w 1540"/>
              <a:gd name="T39" fmla="*/ 1586 h 1586"/>
              <a:gd name="T40" fmla="*/ 64 w 1540"/>
              <a:gd name="T41" fmla="*/ 1582 h 1586"/>
              <a:gd name="T42" fmla="*/ 50 w 1540"/>
              <a:gd name="T43" fmla="*/ 1578 h 1586"/>
              <a:gd name="T44" fmla="*/ 34 w 1540"/>
              <a:gd name="T45" fmla="*/ 1570 h 1586"/>
              <a:gd name="T46" fmla="*/ 20 w 1540"/>
              <a:gd name="T47" fmla="*/ 1560 h 1586"/>
              <a:gd name="T48" fmla="*/ 14 w 1540"/>
              <a:gd name="T49" fmla="*/ 1552 h 1586"/>
              <a:gd name="T50" fmla="*/ 8 w 1540"/>
              <a:gd name="T51" fmla="*/ 1546 h 1586"/>
              <a:gd name="T52" fmla="*/ 2 w 1540"/>
              <a:gd name="T53" fmla="*/ 1536 h 1586"/>
              <a:gd name="T54" fmla="*/ 0 w 1540"/>
              <a:gd name="T55" fmla="*/ 1526 h 15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1540" h="1586">
                <a:moveTo>
                  <a:pt x="0" y="1526"/>
                </a:moveTo>
                <a:lnTo>
                  <a:pt x="0" y="1526"/>
                </a:lnTo>
                <a:lnTo>
                  <a:pt x="220" y="1300"/>
                </a:lnTo>
                <a:lnTo>
                  <a:pt x="712" y="792"/>
                </a:lnTo>
                <a:lnTo>
                  <a:pt x="982" y="518"/>
                </a:lnTo>
                <a:lnTo>
                  <a:pt x="1226" y="272"/>
                </a:lnTo>
                <a:lnTo>
                  <a:pt x="1410" y="88"/>
                </a:lnTo>
                <a:lnTo>
                  <a:pt x="1472" y="30"/>
                </a:lnTo>
                <a:lnTo>
                  <a:pt x="1506" y="0"/>
                </a:lnTo>
                <a:lnTo>
                  <a:pt x="1506" y="0"/>
                </a:lnTo>
                <a:lnTo>
                  <a:pt x="1516" y="10"/>
                </a:lnTo>
                <a:lnTo>
                  <a:pt x="1540" y="32"/>
                </a:lnTo>
                <a:lnTo>
                  <a:pt x="1540" y="32"/>
                </a:lnTo>
                <a:lnTo>
                  <a:pt x="854" y="772"/>
                </a:lnTo>
                <a:lnTo>
                  <a:pt x="360" y="1302"/>
                </a:lnTo>
                <a:lnTo>
                  <a:pt x="182" y="1492"/>
                </a:lnTo>
                <a:lnTo>
                  <a:pt x="124" y="1554"/>
                </a:lnTo>
                <a:lnTo>
                  <a:pt x="90" y="1586"/>
                </a:lnTo>
                <a:lnTo>
                  <a:pt x="90" y="1586"/>
                </a:lnTo>
                <a:lnTo>
                  <a:pt x="78" y="1586"/>
                </a:lnTo>
                <a:lnTo>
                  <a:pt x="64" y="1582"/>
                </a:lnTo>
                <a:lnTo>
                  <a:pt x="50" y="1578"/>
                </a:lnTo>
                <a:lnTo>
                  <a:pt x="34" y="1570"/>
                </a:lnTo>
                <a:lnTo>
                  <a:pt x="20" y="1560"/>
                </a:lnTo>
                <a:lnTo>
                  <a:pt x="14" y="1552"/>
                </a:lnTo>
                <a:lnTo>
                  <a:pt x="8" y="1546"/>
                </a:lnTo>
                <a:lnTo>
                  <a:pt x="2" y="1536"/>
                </a:lnTo>
                <a:lnTo>
                  <a:pt x="0" y="1526"/>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nchor="ctr"/>
          <a:lstStyle/>
          <a:p>
            <a:pPr algn="ctr"/>
            <a:endParaRPr sz="1350">
              <a:latin typeface="微软雅黑" panose="020B0503020204020204" pitchFamily="34" charset="-122"/>
              <a:ea typeface="微软雅黑" panose="020B0503020204020204" pitchFamily="34" charset="-122"/>
            </a:endParaRPr>
          </a:p>
        </p:txBody>
      </p:sp>
      <p:sp>
        <p:nvSpPr>
          <p:cNvPr id="32" name="任意多边形 31"/>
          <p:cNvSpPr/>
          <p:nvPr>
            <p:custDataLst>
              <p:tags r:id="rId6"/>
            </p:custDataLst>
          </p:nvPr>
        </p:nvSpPr>
        <p:spPr bwMode="auto">
          <a:xfrm>
            <a:off x="2792095" y="2137410"/>
            <a:ext cx="111125" cy="92710"/>
          </a:xfrm>
          <a:custGeom>
            <a:avLst/>
            <a:gdLst>
              <a:gd name="T0" fmla="*/ 146 w 146"/>
              <a:gd name="T1" fmla="*/ 50 h 122"/>
              <a:gd name="T2" fmla="*/ 146 w 146"/>
              <a:gd name="T3" fmla="*/ 50 h 122"/>
              <a:gd name="T4" fmla="*/ 40 w 146"/>
              <a:gd name="T5" fmla="*/ 2 h 122"/>
              <a:gd name="T6" fmla="*/ 40 w 146"/>
              <a:gd name="T7" fmla="*/ 2 h 122"/>
              <a:gd name="T8" fmla="*/ 36 w 146"/>
              <a:gd name="T9" fmla="*/ 0 h 122"/>
              <a:gd name="T10" fmla="*/ 34 w 146"/>
              <a:gd name="T11" fmla="*/ 2 h 122"/>
              <a:gd name="T12" fmla="*/ 26 w 146"/>
              <a:gd name="T13" fmla="*/ 6 h 122"/>
              <a:gd name="T14" fmla="*/ 18 w 146"/>
              <a:gd name="T15" fmla="*/ 16 h 122"/>
              <a:gd name="T16" fmla="*/ 10 w 146"/>
              <a:gd name="T17" fmla="*/ 28 h 122"/>
              <a:gd name="T18" fmla="*/ 4 w 146"/>
              <a:gd name="T19" fmla="*/ 40 h 122"/>
              <a:gd name="T20" fmla="*/ 0 w 146"/>
              <a:gd name="T21" fmla="*/ 54 h 122"/>
              <a:gd name="T22" fmla="*/ 0 w 146"/>
              <a:gd name="T23" fmla="*/ 66 h 122"/>
              <a:gd name="T24" fmla="*/ 0 w 146"/>
              <a:gd name="T25" fmla="*/ 76 h 122"/>
              <a:gd name="T26" fmla="*/ 0 w 146"/>
              <a:gd name="T27" fmla="*/ 76 h 122"/>
              <a:gd name="T28" fmla="*/ 4 w 146"/>
              <a:gd name="T29" fmla="*/ 80 h 122"/>
              <a:gd name="T30" fmla="*/ 8 w 146"/>
              <a:gd name="T31" fmla="*/ 84 h 122"/>
              <a:gd name="T32" fmla="*/ 20 w 146"/>
              <a:gd name="T33" fmla="*/ 94 h 122"/>
              <a:gd name="T34" fmla="*/ 34 w 146"/>
              <a:gd name="T35" fmla="*/ 100 h 122"/>
              <a:gd name="T36" fmla="*/ 52 w 146"/>
              <a:gd name="T37" fmla="*/ 108 h 122"/>
              <a:gd name="T38" fmla="*/ 86 w 146"/>
              <a:gd name="T39" fmla="*/ 118 h 122"/>
              <a:gd name="T40" fmla="*/ 108 w 146"/>
              <a:gd name="T41" fmla="*/ 122 h 122"/>
              <a:gd name="T42" fmla="*/ 108 w 146"/>
              <a:gd name="T43" fmla="*/ 122 h 122"/>
              <a:gd name="T44" fmla="*/ 110 w 146"/>
              <a:gd name="T45" fmla="*/ 120 h 122"/>
              <a:gd name="T46" fmla="*/ 114 w 146"/>
              <a:gd name="T47" fmla="*/ 118 h 122"/>
              <a:gd name="T48" fmla="*/ 120 w 146"/>
              <a:gd name="T49" fmla="*/ 110 h 122"/>
              <a:gd name="T50" fmla="*/ 126 w 146"/>
              <a:gd name="T51" fmla="*/ 98 h 122"/>
              <a:gd name="T52" fmla="*/ 132 w 146"/>
              <a:gd name="T53" fmla="*/ 86 h 122"/>
              <a:gd name="T54" fmla="*/ 142 w 146"/>
              <a:gd name="T55" fmla="*/ 62 h 122"/>
              <a:gd name="T56" fmla="*/ 146 w 146"/>
              <a:gd name="T57" fmla="*/ 50 h 1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46" h="122">
                <a:moveTo>
                  <a:pt x="146" y="50"/>
                </a:moveTo>
                <a:lnTo>
                  <a:pt x="146" y="50"/>
                </a:lnTo>
                <a:lnTo>
                  <a:pt x="40" y="2"/>
                </a:lnTo>
                <a:lnTo>
                  <a:pt x="40" y="2"/>
                </a:lnTo>
                <a:lnTo>
                  <a:pt x="36" y="0"/>
                </a:lnTo>
                <a:lnTo>
                  <a:pt x="34" y="2"/>
                </a:lnTo>
                <a:lnTo>
                  <a:pt x="26" y="6"/>
                </a:lnTo>
                <a:lnTo>
                  <a:pt x="18" y="16"/>
                </a:lnTo>
                <a:lnTo>
                  <a:pt x="10" y="28"/>
                </a:lnTo>
                <a:lnTo>
                  <a:pt x="4" y="40"/>
                </a:lnTo>
                <a:lnTo>
                  <a:pt x="0" y="54"/>
                </a:lnTo>
                <a:lnTo>
                  <a:pt x="0" y="66"/>
                </a:lnTo>
                <a:lnTo>
                  <a:pt x="0" y="76"/>
                </a:lnTo>
                <a:lnTo>
                  <a:pt x="0" y="76"/>
                </a:lnTo>
                <a:lnTo>
                  <a:pt x="4" y="80"/>
                </a:lnTo>
                <a:lnTo>
                  <a:pt x="8" y="84"/>
                </a:lnTo>
                <a:lnTo>
                  <a:pt x="20" y="94"/>
                </a:lnTo>
                <a:lnTo>
                  <a:pt x="34" y="100"/>
                </a:lnTo>
                <a:lnTo>
                  <a:pt x="52" y="108"/>
                </a:lnTo>
                <a:lnTo>
                  <a:pt x="86" y="118"/>
                </a:lnTo>
                <a:lnTo>
                  <a:pt x="108" y="122"/>
                </a:lnTo>
                <a:lnTo>
                  <a:pt x="108" y="122"/>
                </a:lnTo>
                <a:lnTo>
                  <a:pt x="110" y="120"/>
                </a:lnTo>
                <a:lnTo>
                  <a:pt x="114" y="118"/>
                </a:lnTo>
                <a:lnTo>
                  <a:pt x="120" y="110"/>
                </a:lnTo>
                <a:lnTo>
                  <a:pt x="126" y="98"/>
                </a:lnTo>
                <a:lnTo>
                  <a:pt x="132" y="86"/>
                </a:lnTo>
                <a:lnTo>
                  <a:pt x="142" y="62"/>
                </a:lnTo>
                <a:lnTo>
                  <a:pt x="146" y="50"/>
                </a:lnTo>
                <a:close/>
              </a:path>
            </a:pathLst>
          </a:custGeom>
          <a:solidFill>
            <a:srgbClr val="FEDCB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350">
              <a:latin typeface="微软雅黑" panose="020B0503020204020204" pitchFamily="34" charset="-122"/>
              <a:ea typeface="微软雅黑" panose="020B0503020204020204" pitchFamily="34" charset="-122"/>
            </a:endParaRPr>
          </a:p>
        </p:txBody>
      </p:sp>
      <p:sp>
        <p:nvSpPr>
          <p:cNvPr id="33" name="任意多边形 32"/>
          <p:cNvSpPr/>
          <p:nvPr>
            <p:custDataLst>
              <p:tags r:id="rId7"/>
            </p:custDataLst>
          </p:nvPr>
        </p:nvSpPr>
        <p:spPr bwMode="auto">
          <a:xfrm>
            <a:off x="2792095" y="2137410"/>
            <a:ext cx="111125" cy="92710"/>
          </a:xfrm>
          <a:custGeom>
            <a:avLst/>
            <a:gdLst>
              <a:gd name="T0" fmla="*/ 146 w 146"/>
              <a:gd name="T1" fmla="*/ 50 h 122"/>
              <a:gd name="T2" fmla="*/ 146 w 146"/>
              <a:gd name="T3" fmla="*/ 50 h 122"/>
              <a:gd name="T4" fmla="*/ 40 w 146"/>
              <a:gd name="T5" fmla="*/ 2 h 122"/>
              <a:gd name="T6" fmla="*/ 40 w 146"/>
              <a:gd name="T7" fmla="*/ 2 h 122"/>
              <a:gd name="T8" fmla="*/ 36 w 146"/>
              <a:gd name="T9" fmla="*/ 0 h 122"/>
              <a:gd name="T10" fmla="*/ 34 w 146"/>
              <a:gd name="T11" fmla="*/ 2 h 122"/>
              <a:gd name="T12" fmla="*/ 26 w 146"/>
              <a:gd name="T13" fmla="*/ 6 h 122"/>
              <a:gd name="T14" fmla="*/ 18 w 146"/>
              <a:gd name="T15" fmla="*/ 16 h 122"/>
              <a:gd name="T16" fmla="*/ 10 w 146"/>
              <a:gd name="T17" fmla="*/ 28 h 122"/>
              <a:gd name="T18" fmla="*/ 4 w 146"/>
              <a:gd name="T19" fmla="*/ 40 h 122"/>
              <a:gd name="T20" fmla="*/ 0 w 146"/>
              <a:gd name="T21" fmla="*/ 54 h 122"/>
              <a:gd name="T22" fmla="*/ 0 w 146"/>
              <a:gd name="T23" fmla="*/ 66 h 122"/>
              <a:gd name="T24" fmla="*/ 0 w 146"/>
              <a:gd name="T25" fmla="*/ 76 h 122"/>
              <a:gd name="T26" fmla="*/ 0 w 146"/>
              <a:gd name="T27" fmla="*/ 76 h 122"/>
              <a:gd name="T28" fmla="*/ 4 w 146"/>
              <a:gd name="T29" fmla="*/ 80 h 122"/>
              <a:gd name="T30" fmla="*/ 8 w 146"/>
              <a:gd name="T31" fmla="*/ 84 h 122"/>
              <a:gd name="T32" fmla="*/ 20 w 146"/>
              <a:gd name="T33" fmla="*/ 94 h 122"/>
              <a:gd name="T34" fmla="*/ 34 w 146"/>
              <a:gd name="T35" fmla="*/ 100 h 122"/>
              <a:gd name="T36" fmla="*/ 52 w 146"/>
              <a:gd name="T37" fmla="*/ 108 h 122"/>
              <a:gd name="T38" fmla="*/ 86 w 146"/>
              <a:gd name="T39" fmla="*/ 118 h 122"/>
              <a:gd name="T40" fmla="*/ 108 w 146"/>
              <a:gd name="T41" fmla="*/ 122 h 122"/>
              <a:gd name="T42" fmla="*/ 108 w 146"/>
              <a:gd name="T43" fmla="*/ 122 h 122"/>
              <a:gd name="T44" fmla="*/ 110 w 146"/>
              <a:gd name="T45" fmla="*/ 120 h 122"/>
              <a:gd name="T46" fmla="*/ 114 w 146"/>
              <a:gd name="T47" fmla="*/ 118 h 122"/>
              <a:gd name="T48" fmla="*/ 120 w 146"/>
              <a:gd name="T49" fmla="*/ 110 h 122"/>
              <a:gd name="T50" fmla="*/ 126 w 146"/>
              <a:gd name="T51" fmla="*/ 98 h 122"/>
              <a:gd name="T52" fmla="*/ 132 w 146"/>
              <a:gd name="T53" fmla="*/ 86 h 122"/>
              <a:gd name="T54" fmla="*/ 142 w 146"/>
              <a:gd name="T55" fmla="*/ 62 h 122"/>
              <a:gd name="T56" fmla="*/ 146 w 146"/>
              <a:gd name="T57" fmla="*/ 50 h 1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46" h="122">
                <a:moveTo>
                  <a:pt x="146" y="50"/>
                </a:moveTo>
                <a:lnTo>
                  <a:pt x="146" y="50"/>
                </a:lnTo>
                <a:lnTo>
                  <a:pt x="40" y="2"/>
                </a:lnTo>
                <a:lnTo>
                  <a:pt x="40" y="2"/>
                </a:lnTo>
                <a:lnTo>
                  <a:pt x="36" y="0"/>
                </a:lnTo>
                <a:lnTo>
                  <a:pt x="34" y="2"/>
                </a:lnTo>
                <a:lnTo>
                  <a:pt x="26" y="6"/>
                </a:lnTo>
                <a:lnTo>
                  <a:pt x="18" y="16"/>
                </a:lnTo>
                <a:lnTo>
                  <a:pt x="10" y="28"/>
                </a:lnTo>
                <a:lnTo>
                  <a:pt x="4" y="40"/>
                </a:lnTo>
                <a:lnTo>
                  <a:pt x="0" y="54"/>
                </a:lnTo>
                <a:lnTo>
                  <a:pt x="0" y="66"/>
                </a:lnTo>
                <a:lnTo>
                  <a:pt x="0" y="76"/>
                </a:lnTo>
                <a:lnTo>
                  <a:pt x="0" y="76"/>
                </a:lnTo>
                <a:lnTo>
                  <a:pt x="4" y="80"/>
                </a:lnTo>
                <a:lnTo>
                  <a:pt x="8" y="84"/>
                </a:lnTo>
                <a:lnTo>
                  <a:pt x="20" y="94"/>
                </a:lnTo>
                <a:lnTo>
                  <a:pt x="34" y="100"/>
                </a:lnTo>
                <a:lnTo>
                  <a:pt x="52" y="108"/>
                </a:lnTo>
                <a:lnTo>
                  <a:pt x="86" y="118"/>
                </a:lnTo>
                <a:lnTo>
                  <a:pt x="108" y="122"/>
                </a:lnTo>
                <a:lnTo>
                  <a:pt x="108" y="122"/>
                </a:lnTo>
                <a:lnTo>
                  <a:pt x="110" y="120"/>
                </a:lnTo>
                <a:lnTo>
                  <a:pt x="114" y="118"/>
                </a:lnTo>
                <a:lnTo>
                  <a:pt x="120" y="110"/>
                </a:lnTo>
                <a:lnTo>
                  <a:pt x="126" y="98"/>
                </a:lnTo>
                <a:lnTo>
                  <a:pt x="132" y="86"/>
                </a:lnTo>
                <a:lnTo>
                  <a:pt x="142" y="62"/>
                </a:lnTo>
                <a:lnTo>
                  <a:pt x="146" y="5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nchor="ctr"/>
          <a:lstStyle/>
          <a:p>
            <a:pPr algn="ctr"/>
            <a:endParaRPr sz="1350">
              <a:latin typeface="微软雅黑" panose="020B0503020204020204" pitchFamily="34" charset="-122"/>
              <a:ea typeface="微软雅黑" panose="020B0503020204020204" pitchFamily="34" charset="-122"/>
            </a:endParaRPr>
          </a:p>
        </p:txBody>
      </p:sp>
      <p:sp>
        <p:nvSpPr>
          <p:cNvPr id="34" name="任意多边形 33"/>
          <p:cNvSpPr/>
          <p:nvPr>
            <p:custDataLst>
              <p:tags r:id="rId8"/>
            </p:custDataLst>
          </p:nvPr>
        </p:nvSpPr>
        <p:spPr bwMode="auto">
          <a:xfrm>
            <a:off x="2715895" y="2193925"/>
            <a:ext cx="94615" cy="88265"/>
          </a:xfrm>
          <a:custGeom>
            <a:avLst/>
            <a:gdLst>
              <a:gd name="T0" fmla="*/ 68 w 124"/>
              <a:gd name="T1" fmla="*/ 16 h 116"/>
              <a:gd name="T2" fmla="*/ 68 w 124"/>
              <a:gd name="T3" fmla="*/ 16 h 116"/>
              <a:gd name="T4" fmla="*/ 78 w 124"/>
              <a:gd name="T5" fmla="*/ 26 h 116"/>
              <a:gd name="T6" fmla="*/ 100 w 124"/>
              <a:gd name="T7" fmla="*/ 50 h 116"/>
              <a:gd name="T8" fmla="*/ 110 w 124"/>
              <a:gd name="T9" fmla="*/ 64 h 116"/>
              <a:gd name="T10" fmla="*/ 120 w 124"/>
              <a:gd name="T11" fmla="*/ 78 h 116"/>
              <a:gd name="T12" fmla="*/ 124 w 124"/>
              <a:gd name="T13" fmla="*/ 92 h 116"/>
              <a:gd name="T14" fmla="*/ 124 w 124"/>
              <a:gd name="T15" fmla="*/ 96 h 116"/>
              <a:gd name="T16" fmla="*/ 122 w 124"/>
              <a:gd name="T17" fmla="*/ 102 h 116"/>
              <a:gd name="T18" fmla="*/ 122 w 124"/>
              <a:gd name="T19" fmla="*/ 102 h 116"/>
              <a:gd name="T20" fmla="*/ 120 w 124"/>
              <a:gd name="T21" fmla="*/ 106 h 116"/>
              <a:gd name="T22" fmla="*/ 116 w 124"/>
              <a:gd name="T23" fmla="*/ 110 h 116"/>
              <a:gd name="T24" fmla="*/ 104 w 124"/>
              <a:gd name="T25" fmla="*/ 114 h 116"/>
              <a:gd name="T26" fmla="*/ 90 w 124"/>
              <a:gd name="T27" fmla="*/ 116 h 116"/>
              <a:gd name="T28" fmla="*/ 74 w 124"/>
              <a:gd name="T29" fmla="*/ 112 h 116"/>
              <a:gd name="T30" fmla="*/ 56 w 124"/>
              <a:gd name="T31" fmla="*/ 106 h 116"/>
              <a:gd name="T32" fmla="*/ 38 w 124"/>
              <a:gd name="T33" fmla="*/ 92 h 116"/>
              <a:gd name="T34" fmla="*/ 30 w 124"/>
              <a:gd name="T35" fmla="*/ 84 h 116"/>
              <a:gd name="T36" fmla="*/ 22 w 124"/>
              <a:gd name="T37" fmla="*/ 74 h 116"/>
              <a:gd name="T38" fmla="*/ 14 w 124"/>
              <a:gd name="T39" fmla="*/ 62 h 116"/>
              <a:gd name="T40" fmla="*/ 8 w 124"/>
              <a:gd name="T41" fmla="*/ 50 h 116"/>
              <a:gd name="T42" fmla="*/ 8 w 124"/>
              <a:gd name="T43" fmla="*/ 50 h 116"/>
              <a:gd name="T44" fmla="*/ 2 w 124"/>
              <a:gd name="T45" fmla="*/ 38 h 116"/>
              <a:gd name="T46" fmla="*/ 0 w 124"/>
              <a:gd name="T47" fmla="*/ 28 h 116"/>
              <a:gd name="T48" fmla="*/ 0 w 124"/>
              <a:gd name="T49" fmla="*/ 18 h 116"/>
              <a:gd name="T50" fmla="*/ 0 w 124"/>
              <a:gd name="T51" fmla="*/ 12 h 116"/>
              <a:gd name="T52" fmla="*/ 4 w 124"/>
              <a:gd name="T53" fmla="*/ 6 h 116"/>
              <a:gd name="T54" fmla="*/ 8 w 124"/>
              <a:gd name="T55" fmla="*/ 2 h 116"/>
              <a:gd name="T56" fmla="*/ 12 w 124"/>
              <a:gd name="T57" fmla="*/ 0 h 116"/>
              <a:gd name="T58" fmla="*/ 18 w 124"/>
              <a:gd name="T59" fmla="*/ 0 h 116"/>
              <a:gd name="T60" fmla="*/ 32 w 124"/>
              <a:gd name="T61" fmla="*/ 0 h 116"/>
              <a:gd name="T62" fmla="*/ 46 w 124"/>
              <a:gd name="T63" fmla="*/ 4 h 116"/>
              <a:gd name="T64" fmla="*/ 58 w 124"/>
              <a:gd name="T65" fmla="*/ 10 h 116"/>
              <a:gd name="T66" fmla="*/ 68 w 124"/>
              <a:gd name="T67" fmla="*/ 16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24" h="116">
                <a:moveTo>
                  <a:pt x="68" y="16"/>
                </a:moveTo>
                <a:lnTo>
                  <a:pt x="68" y="16"/>
                </a:lnTo>
                <a:lnTo>
                  <a:pt x="78" y="26"/>
                </a:lnTo>
                <a:lnTo>
                  <a:pt x="100" y="50"/>
                </a:lnTo>
                <a:lnTo>
                  <a:pt x="110" y="64"/>
                </a:lnTo>
                <a:lnTo>
                  <a:pt x="120" y="78"/>
                </a:lnTo>
                <a:lnTo>
                  <a:pt x="124" y="92"/>
                </a:lnTo>
                <a:lnTo>
                  <a:pt x="124" y="96"/>
                </a:lnTo>
                <a:lnTo>
                  <a:pt x="122" y="102"/>
                </a:lnTo>
                <a:lnTo>
                  <a:pt x="122" y="102"/>
                </a:lnTo>
                <a:lnTo>
                  <a:pt x="120" y="106"/>
                </a:lnTo>
                <a:lnTo>
                  <a:pt x="116" y="110"/>
                </a:lnTo>
                <a:lnTo>
                  <a:pt x="104" y="114"/>
                </a:lnTo>
                <a:lnTo>
                  <a:pt x="90" y="116"/>
                </a:lnTo>
                <a:lnTo>
                  <a:pt x="74" y="112"/>
                </a:lnTo>
                <a:lnTo>
                  <a:pt x="56" y="106"/>
                </a:lnTo>
                <a:lnTo>
                  <a:pt x="38" y="92"/>
                </a:lnTo>
                <a:lnTo>
                  <a:pt x="30" y="84"/>
                </a:lnTo>
                <a:lnTo>
                  <a:pt x="22" y="74"/>
                </a:lnTo>
                <a:lnTo>
                  <a:pt x="14" y="62"/>
                </a:lnTo>
                <a:lnTo>
                  <a:pt x="8" y="50"/>
                </a:lnTo>
                <a:lnTo>
                  <a:pt x="8" y="50"/>
                </a:lnTo>
                <a:lnTo>
                  <a:pt x="2" y="38"/>
                </a:lnTo>
                <a:lnTo>
                  <a:pt x="0" y="28"/>
                </a:lnTo>
                <a:lnTo>
                  <a:pt x="0" y="18"/>
                </a:lnTo>
                <a:lnTo>
                  <a:pt x="0" y="12"/>
                </a:lnTo>
                <a:lnTo>
                  <a:pt x="4" y="6"/>
                </a:lnTo>
                <a:lnTo>
                  <a:pt x="8" y="2"/>
                </a:lnTo>
                <a:lnTo>
                  <a:pt x="12" y="0"/>
                </a:lnTo>
                <a:lnTo>
                  <a:pt x="18" y="0"/>
                </a:lnTo>
                <a:lnTo>
                  <a:pt x="32" y="0"/>
                </a:lnTo>
                <a:lnTo>
                  <a:pt x="46" y="4"/>
                </a:lnTo>
                <a:lnTo>
                  <a:pt x="58" y="10"/>
                </a:lnTo>
                <a:lnTo>
                  <a:pt x="68" y="16"/>
                </a:lnTo>
                <a:close/>
              </a:path>
            </a:pathLst>
          </a:custGeom>
          <a:solidFill>
            <a:srgbClr val="FEDCB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350">
              <a:latin typeface="微软雅黑" panose="020B0503020204020204" pitchFamily="34" charset="-122"/>
              <a:ea typeface="微软雅黑" panose="020B0503020204020204" pitchFamily="34" charset="-122"/>
            </a:endParaRPr>
          </a:p>
        </p:txBody>
      </p:sp>
      <p:sp>
        <p:nvSpPr>
          <p:cNvPr id="35" name="任意多边形 34"/>
          <p:cNvSpPr/>
          <p:nvPr>
            <p:custDataLst>
              <p:tags r:id="rId9"/>
            </p:custDataLst>
          </p:nvPr>
        </p:nvSpPr>
        <p:spPr bwMode="auto">
          <a:xfrm>
            <a:off x="2715895" y="2193925"/>
            <a:ext cx="94615" cy="88265"/>
          </a:xfrm>
          <a:custGeom>
            <a:avLst/>
            <a:gdLst>
              <a:gd name="T0" fmla="*/ 68 w 124"/>
              <a:gd name="T1" fmla="*/ 16 h 116"/>
              <a:gd name="T2" fmla="*/ 68 w 124"/>
              <a:gd name="T3" fmla="*/ 16 h 116"/>
              <a:gd name="T4" fmla="*/ 78 w 124"/>
              <a:gd name="T5" fmla="*/ 26 h 116"/>
              <a:gd name="T6" fmla="*/ 100 w 124"/>
              <a:gd name="T7" fmla="*/ 50 h 116"/>
              <a:gd name="T8" fmla="*/ 110 w 124"/>
              <a:gd name="T9" fmla="*/ 64 h 116"/>
              <a:gd name="T10" fmla="*/ 120 w 124"/>
              <a:gd name="T11" fmla="*/ 78 h 116"/>
              <a:gd name="T12" fmla="*/ 124 w 124"/>
              <a:gd name="T13" fmla="*/ 92 h 116"/>
              <a:gd name="T14" fmla="*/ 124 w 124"/>
              <a:gd name="T15" fmla="*/ 96 h 116"/>
              <a:gd name="T16" fmla="*/ 122 w 124"/>
              <a:gd name="T17" fmla="*/ 102 h 116"/>
              <a:gd name="T18" fmla="*/ 122 w 124"/>
              <a:gd name="T19" fmla="*/ 102 h 116"/>
              <a:gd name="T20" fmla="*/ 120 w 124"/>
              <a:gd name="T21" fmla="*/ 106 h 116"/>
              <a:gd name="T22" fmla="*/ 116 w 124"/>
              <a:gd name="T23" fmla="*/ 110 h 116"/>
              <a:gd name="T24" fmla="*/ 104 w 124"/>
              <a:gd name="T25" fmla="*/ 114 h 116"/>
              <a:gd name="T26" fmla="*/ 90 w 124"/>
              <a:gd name="T27" fmla="*/ 116 h 116"/>
              <a:gd name="T28" fmla="*/ 74 w 124"/>
              <a:gd name="T29" fmla="*/ 112 h 116"/>
              <a:gd name="T30" fmla="*/ 56 w 124"/>
              <a:gd name="T31" fmla="*/ 106 h 116"/>
              <a:gd name="T32" fmla="*/ 38 w 124"/>
              <a:gd name="T33" fmla="*/ 92 h 116"/>
              <a:gd name="T34" fmla="*/ 30 w 124"/>
              <a:gd name="T35" fmla="*/ 84 h 116"/>
              <a:gd name="T36" fmla="*/ 22 w 124"/>
              <a:gd name="T37" fmla="*/ 74 h 116"/>
              <a:gd name="T38" fmla="*/ 14 w 124"/>
              <a:gd name="T39" fmla="*/ 62 h 116"/>
              <a:gd name="T40" fmla="*/ 8 w 124"/>
              <a:gd name="T41" fmla="*/ 50 h 116"/>
              <a:gd name="T42" fmla="*/ 8 w 124"/>
              <a:gd name="T43" fmla="*/ 50 h 116"/>
              <a:gd name="T44" fmla="*/ 2 w 124"/>
              <a:gd name="T45" fmla="*/ 38 h 116"/>
              <a:gd name="T46" fmla="*/ 0 w 124"/>
              <a:gd name="T47" fmla="*/ 28 h 116"/>
              <a:gd name="T48" fmla="*/ 0 w 124"/>
              <a:gd name="T49" fmla="*/ 18 h 116"/>
              <a:gd name="T50" fmla="*/ 0 w 124"/>
              <a:gd name="T51" fmla="*/ 12 h 116"/>
              <a:gd name="T52" fmla="*/ 4 w 124"/>
              <a:gd name="T53" fmla="*/ 6 h 116"/>
              <a:gd name="T54" fmla="*/ 8 w 124"/>
              <a:gd name="T55" fmla="*/ 2 h 116"/>
              <a:gd name="T56" fmla="*/ 12 w 124"/>
              <a:gd name="T57" fmla="*/ 0 h 116"/>
              <a:gd name="T58" fmla="*/ 18 w 124"/>
              <a:gd name="T59" fmla="*/ 0 h 116"/>
              <a:gd name="T60" fmla="*/ 32 w 124"/>
              <a:gd name="T61" fmla="*/ 0 h 116"/>
              <a:gd name="T62" fmla="*/ 46 w 124"/>
              <a:gd name="T63" fmla="*/ 4 h 116"/>
              <a:gd name="T64" fmla="*/ 58 w 124"/>
              <a:gd name="T65" fmla="*/ 10 h 116"/>
              <a:gd name="T66" fmla="*/ 68 w 124"/>
              <a:gd name="T67" fmla="*/ 16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24" h="116">
                <a:moveTo>
                  <a:pt x="68" y="16"/>
                </a:moveTo>
                <a:lnTo>
                  <a:pt x="68" y="16"/>
                </a:lnTo>
                <a:lnTo>
                  <a:pt x="78" y="26"/>
                </a:lnTo>
                <a:lnTo>
                  <a:pt x="100" y="50"/>
                </a:lnTo>
                <a:lnTo>
                  <a:pt x="110" y="64"/>
                </a:lnTo>
                <a:lnTo>
                  <a:pt x="120" y="78"/>
                </a:lnTo>
                <a:lnTo>
                  <a:pt x="124" y="92"/>
                </a:lnTo>
                <a:lnTo>
                  <a:pt x="124" y="96"/>
                </a:lnTo>
                <a:lnTo>
                  <a:pt x="122" y="102"/>
                </a:lnTo>
                <a:lnTo>
                  <a:pt x="122" y="102"/>
                </a:lnTo>
                <a:lnTo>
                  <a:pt x="120" y="106"/>
                </a:lnTo>
                <a:lnTo>
                  <a:pt x="116" y="110"/>
                </a:lnTo>
                <a:lnTo>
                  <a:pt x="104" y="114"/>
                </a:lnTo>
                <a:lnTo>
                  <a:pt x="90" y="116"/>
                </a:lnTo>
                <a:lnTo>
                  <a:pt x="74" y="112"/>
                </a:lnTo>
                <a:lnTo>
                  <a:pt x="56" y="106"/>
                </a:lnTo>
                <a:lnTo>
                  <a:pt x="38" y="92"/>
                </a:lnTo>
                <a:lnTo>
                  <a:pt x="30" y="84"/>
                </a:lnTo>
                <a:lnTo>
                  <a:pt x="22" y="74"/>
                </a:lnTo>
                <a:lnTo>
                  <a:pt x="14" y="62"/>
                </a:lnTo>
                <a:lnTo>
                  <a:pt x="8" y="50"/>
                </a:lnTo>
                <a:lnTo>
                  <a:pt x="8" y="50"/>
                </a:lnTo>
                <a:lnTo>
                  <a:pt x="2" y="38"/>
                </a:lnTo>
                <a:lnTo>
                  <a:pt x="0" y="28"/>
                </a:lnTo>
                <a:lnTo>
                  <a:pt x="0" y="18"/>
                </a:lnTo>
                <a:lnTo>
                  <a:pt x="0" y="12"/>
                </a:lnTo>
                <a:lnTo>
                  <a:pt x="4" y="6"/>
                </a:lnTo>
                <a:lnTo>
                  <a:pt x="8" y="2"/>
                </a:lnTo>
                <a:lnTo>
                  <a:pt x="12" y="0"/>
                </a:lnTo>
                <a:lnTo>
                  <a:pt x="18" y="0"/>
                </a:lnTo>
                <a:lnTo>
                  <a:pt x="32" y="0"/>
                </a:lnTo>
                <a:lnTo>
                  <a:pt x="46" y="4"/>
                </a:lnTo>
                <a:lnTo>
                  <a:pt x="58" y="10"/>
                </a:lnTo>
                <a:lnTo>
                  <a:pt x="68" y="16"/>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nchor="ctr"/>
          <a:lstStyle/>
          <a:p>
            <a:pPr algn="ctr"/>
            <a:endParaRPr sz="1350">
              <a:latin typeface="微软雅黑" panose="020B0503020204020204" pitchFamily="34" charset="-122"/>
              <a:ea typeface="微软雅黑" panose="020B0503020204020204" pitchFamily="34" charset="-122"/>
            </a:endParaRPr>
          </a:p>
        </p:txBody>
      </p:sp>
      <p:sp>
        <p:nvSpPr>
          <p:cNvPr id="36" name="任意多边形 35"/>
          <p:cNvSpPr/>
          <p:nvPr>
            <p:custDataLst>
              <p:tags r:id="rId10"/>
            </p:custDataLst>
          </p:nvPr>
        </p:nvSpPr>
        <p:spPr bwMode="auto">
          <a:xfrm>
            <a:off x="2682240" y="2230755"/>
            <a:ext cx="80645" cy="82550"/>
          </a:xfrm>
          <a:custGeom>
            <a:avLst/>
            <a:gdLst>
              <a:gd name="T0" fmla="*/ 20 w 106"/>
              <a:gd name="T1" fmla="*/ 0 h 108"/>
              <a:gd name="T2" fmla="*/ 20 w 106"/>
              <a:gd name="T3" fmla="*/ 0 h 108"/>
              <a:gd name="T4" fmla="*/ 30 w 106"/>
              <a:gd name="T5" fmla="*/ 2 h 108"/>
              <a:gd name="T6" fmla="*/ 44 w 106"/>
              <a:gd name="T7" fmla="*/ 6 h 108"/>
              <a:gd name="T8" fmla="*/ 60 w 106"/>
              <a:gd name="T9" fmla="*/ 14 h 108"/>
              <a:gd name="T10" fmla="*/ 74 w 106"/>
              <a:gd name="T11" fmla="*/ 26 h 108"/>
              <a:gd name="T12" fmla="*/ 86 w 106"/>
              <a:gd name="T13" fmla="*/ 36 h 108"/>
              <a:gd name="T14" fmla="*/ 96 w 106"/>
              <a:gd name="T15" fmla="*/ 48 h 108"/>
              <a:gd name="T16" fmla="*/ 104 w 106"/>
              <a:gd name="T17" fmla="*/ 58 h 108"/>
              <a:gd name="T18" fmla="*/ 106 w 106"/>
              <a:gd name="T19" fmla="*/ 64 h 108"/>
              <a:gd name="T20" fmla="*/ 106 w 106"/>
              <a:gd name="T21" fmla="*/ 68 h 108"/>
              <a:gd name="T22" fmla="*/ 106 w 106"/>
              <a:gd name="T23" fmla="*/ 68 h 108"/>
              <a:gd name="T24" fmla="*/ 104 w 106"/>
              <a:gd name="T25" fmla="*/ 76 h 108"/>
              <a:gd name="T26" fmla="*/ 100 w 106"/>
              <a:gd name="T27" fmla="*/ 86 h 108"/>
              <a:gd name="T28" fmla="*/ 94 w 106"/>
              <a:gd name="T29" fmla="*/ 94 h 108"/>
              <a:gd name="T30" fmla="*/ 88 w 106"/>
              <a:gd name="T31" fmla="*/ 102 h 108"/>
              <a:gd name="T32" fmla="*/ 78 w 106"/>
              <a:gd name="T33" fmla="*/ 106 h 108"/>
              <a:gd name="T34" fmla="*/ 68 w 106"/>
              <a:gd name="T35" fmla="*/ 108 h 108"/>
              <a:gd name="T36" fmla="*/ 56 w 106"/>
              <a:gd name="T37" fmla="*/ 106 h 108"/>
              <a:gd name="T38" fmla="*/ 44 w 106"/>
              <a:gd name="T39" fmla="*/ 100 h 108"/>
              <a:gd name="T40" fmla="*/ 44 w 106"/>
              <a:gd name="T41" fmla="*/ 100 h 108"/>
              <a:gd name="T42" fmla="*/ 30 w 106"/>
              <a:gd name="T43" fmla="*/ 88 h 108"/>
              <a:gd name="T44" fmla="*/ 18 w 106"/>
              <a:gd name="T45" fmla="*/ 74 h 108"/>
              <a:gd name="T46" fmla="*/ 8 w 106"/>
              <a:gd name="T47" fmla="*/ 58 h 108"/>
              <a:gd name="T48" fmla="*/ 2 w 106"/>
              <a:gd name="T49" fmla="*/ 42 h 108"/>
              <a:gd name="T50" fmla="*/ 0 w 106"/>
              <a:gd name="T51" fmla="*/ 26 h 108"/>
              <a:gd name="T52" fmla="*/ 0 w 106"/>
              <a:gd name="T53" fmla="*/ 18 h 108"/>
              <a:gd name="T54" fmla="*/ 0 w 106"/>
              <a:gd name="T55" fmla="*/ 12 h 108"/>
              <a:gd name="T56" fmla="*/ 4 w 106"/>
              <a:gd name="T57" fmla="*/ 8 h 108"/>
              <a:gd name="T58" fmla="*/ 8 w 106"/>
              <a:gd name="T59" fmla="*/ 4 h 108"/>
              <a:gd name="T60" fmla="*/ 12 w 106"/>
              <a:gd name="T61" fmla="*/ 0 h 108"/>
              <a:gd name="T62" fmla="*/ 20 w 106"/>
              <a:gd name="T63" fmla="*/ 0 h 1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06" h="108">
                <a:moveTo>
                  <a:pt x="20" y="0"/>
                </a:moveTo>
                <a:lnTo>
                  <a:pt x="20" y="0"/>
                </a:lnTo>
                <a:lnTo>
                  <a:pt x="30" y="2"/>
                </a:lnTo>
                <a:lnTo>
                  <a:pt x="44" y="6"/>
                </a:lnTo>
                <a:lnTo>
                  <a:pt x="60" y="14"/>
                </a:lnTo>
                <a:lnTo>
                  <a:pt x="74" y="26"/>
                </a:lnTo>
                <a:lnTo>
                  <a:pt x="86" y="36"/>
                </a:lnTo>
                <a:lnTo>
                  <a:pt x="96" y="48"/>
                </a:lnTo>
                <a:lnTo>
                  <a:pt x="104" y="58"/>
                </a:lnTo>
                <a:lnTo>
                  <a:pt x="106" y="64"/>
                </a:lnTo>
                <a:lnTo>
                  <a:pt x="106" y="68"/>
                </a:lnTo>
                <a:lnTo>
                  <a:pt x="106" y="68"/>
                </a:lnTo>
                <a:lnTo>
                  <a:pt x="104" y="76"/>
                </a:lnTo>
                <a:lnTo>
                  <a:pt x="100" y="86"/>
                </a:lnTo>
                <a:lnTo>
                  <a:pt x="94" y="94"/>
                </a:lnTo>
                <a:lnTo>
                  <a:pt x="88" y="102"/>
                </a:lnTo>
                <a:lnTo>
                  <a:pt x="78" y="106"/>
                </a:lnTo>
                <a:lnTo>
                  <a:pt x="68" y="108"/>
                </a:lnTo>
                <a:lnTo>
                  <a:pt x="56" y="106"/>
                </a:lnTo>
                <a:lnTo>
                  <a:pt x="44" y="100"/>
                </a:lnTo>
                <a:lnTo>
                  <a:pt x="44" y="100"/>
                </a:lnTo>
                <a:lnTo>
                  <a:pt x="30" y="88"/>
                </a:lnTo>
                <a:lnTo>
                  <a:pt x="18" y="74"/>
                </a:lnTo>
                <a:lnTo>
                  <a:pt x="8" y="58"/>
                </a:lnTo>
                <a:lnTo>
                  <a:pt x="2" y="42"/>
                </a:lnTo>
                <a:lnTo>
                  <a:pt x="0" y="26"/>
                </a:lnTo>
                <a:lnTo>
                  <a:pt x="0" y="18"/>
                </a:lnTo>
                <a:lnTo>
                  <a:pt x="0" y="12"/>
                </a:lnTo>
                <a:lnTo>
                  <a:pt x="4" y="8"/>
                </a:lnTo>
                <a:lnTo>
                  <a:pt x="8" y="4"/>
                </a:lnTo>
                <a:lnTo>
                  <a:pt x="12" y="0"/>
                </a:lnTo>
                <a:lnTo>
                  <a:pt x="20" y="0"/>
                </a:lnTo>
                <a:close/>
              </a:path>
            </a:pathLst>
          </a:custGeom>
          <a:solidFill>
            <a:srgbClr val="FEDCB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350">
              <a:latin typeface="微软雅黑" panose="020B0503020204020204" pitchFamily="34" charset="-122"/>
              <a:ea typeface="微软雅黑" panose="020B0503020204020204" pitchFamily="34" charset="-122"/>
            </a:endParaRPr>
          </a:p>
        </p:txBody>
      </p:sp>
      <p:sp>
        <p:nvSpPr>
          <p:cNvPr id="37" name="任意多边形 36"/>
          <p:cNvSpPr/>
          <p:nvPr>
            <p:custDataLst>
              <p:tags r:id="rId11"/>
            </p:custDataLst>
          </p:nvPr>
        </p:nvSpPr>
        <p:spPr bwMode="auto">
          <a:xfrm>
            <a:off x="2682240" y="2230755"/>
            <a:ext cx="80645" cy="82550"/>
          </a:xfrm>
          <a:custGeom>
            <a:avLst/>
            <a:gdLst>
              <a:gd name="T0" fmla="*/ 20 w 106"/>
              <a:gd name="T1" fmla="*/ 0 h 108"/>
              <a:gd name="T2" fmla="*/ 20 w 106"/>
              <a:gd name="T3" fmla="*/ 0 h 108"/>
              <a:gd name="T4" fmla="*/ 30 w 106"/>
              <a:gd name="T5" fmla="*/ 2 h 108"/>
              <a:gd name="T6" fmla="*/ 44 w 106"/>
              <a:gd name="T7" fmla="*/ 6 h 108"/>
              <a:gd name="T8" fmla="*/ 60 w 106"/>
              <a:gd name="T9" fmla="*/ 14 h 108"/>
              <a:gd name="T10" fmla="*/ 74 w 106"/>
              <a:gd name="T11" fmla="*/ 26 h 108"/>
              <a:gd name="T12" fmla="*/ 86 w 106"/>
              <a:gd name="T13" fmla="*/ 36 h 108"/>
              <a:gd name="T14" fmla="*/ 96 w 106"/>
              <a:gd name="T15" fmla="*/ 48 h 108"/>
              <a:gd name="T16" fmla="*/ 104 w 106"/>
              <a:gd name="T17" fmla="*/ 58 h 108"/>
              <a:gd name="T18" fmla="*/ 106 w 106"/>
              <a:gd name="T19" fmla="*/ 64 h 108"/>
              <a:gd name="T20" fmla="*/ 106 w 106"/>
              <a:gd name="T21" fmla="*/ 68 h 108"/>
              <a:gd name="T22" fmla="*/ 106 w 106"/>
              <a:gd name="T23" fmla="*/ 68 h 108"/>
              <a:gd name="T24" fmla="*/ 104 w 106"/>
              <a:gd name="T25" fmla="*/ 76 h 108"/>
              <a:gd name="T26" fmla="*/ 100 w 106"/>
              <a:gd name="T27" fmla="*/ 86 h 108"/>
              <a:gd name="T28" fmla="*/ 94 w 106"/>
              <a:gd name="T29" fmla="*/ 94 h 108"/>
              <a:gd name="T30" fmla="*/ 88 w 106"/>
              <a:gd name="T31" fmla="*/ 102 h 108"/>
              <a:gd name="T32" fmla="*/ 78 w 106"/>
              <a:gd name="T33" fmla="*/ 106 h 108"/>
              <a:gd name="T34" fmla="*/ 68 w 106"/>
              <a:gd name="T35" fmla="*/ 108 h 108"/>
              <a:gd name="T36" fmla="*/ 56 w 106"/>
              <a:gd name="T37" fmla="*/ 106 h 108"/>
              <a:gd name="T38" fmla="*/ 44 w 106"/>
              <a:gd name="T39" fmla="*/ 100 h 108"/>
              <a:gd name="T40" fmla="*/ 44 w 106"/>
              <a:gd name="T41" fmla="*/ 100 h 108"/>
              <a:gd name="T42" fmla="*/ 30 w 106"/>
              <a:gd name="T43" fmla="*/ 88 h 108"/>
              <a:gd name="T44" fmla="*/ 18 w 106"/>
              <a:gd name="T45" fmla="*/ 74 h 108"/>
              <a:gd name="T46" fmla="*/ 8 w 106"/>
              <a:gd name="T47" fmla="*/ 58 h 108"/>
              <a:gd name="T48" fmla="*/ 2 w 106"/>
              <a:gd name="T49" fmla="*/ 42 h 108"/>
              <a:gd name="T50" fmla="*/ 0 w 106"/>
              <a:gd name="T51" fmla="*/ 26 h 108"/>
              <a:gd name="T52" fmla="*/ 0 w 106"/>
              <a:gd name="T53" fmla="*/ 18 h 108"/>
              <a:gd name="T54" fmla="*/ 0 w 106"/>
              <a:gd name="T55" fmla="*/ 12 h 108"/>
              <a:gd name="T56" fmla="*/ 4 w 106"/>
              <a:gd name="T57" fmla="*/ 8 h 108"/>
              <a:gd name="T58" fmla="*/ 8 w 106"/>
              <a:gd name="T59" fmla="*/ 4 h 108"/>
              <a:gd name="T60" fmla="*/ 12 w 106"/>
              <a:gd name="T61" fmla="*/ 0 h 108"/>
              <a:gd name="T62" fmla="*/ 20 w 106"/>
              <a:gd name="T63" fmla="*/ 0 h 1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06" h="108">
                <a:moveTo>
                  <a:pt x="20" y="0"/>
                </a:moveTo>
                <a:lnTo>
                  <a:pt x="20" y="0"/>
                </a:lnTo>
                <a:lnTo>
                  <a:pt x="30" y="2"/>
                </a:lnTo>
                <a:lnTo>
                  <a:pt x="44" y="6"/>
                </a:lnTo>
                <a:lnTo>
                  <a:pt x="60" y="14"/>
                </a:lnTo>
                <a:lnTo>
                  <a:pt x="74" y="26"/>
                </a:lnTo>
                <a:lnTo>
                  <a:pt x="86" y="36"/>
                </a:lnTo>
                <a:lnTo>
                  <a:pt x="96" y="48"/>
                </a:lnTo>
                <a:lnTo>
                  <a:pt x="104" y="58"/>
                </a:lnTo>
                <a:lnTo>
                  <a:pt x="106" y="64"/>
                </a:lnTo>
                <a:lnTo>
                  <a:pt x="106" y="68"/>
                </a:lnTo>
                <a:lnTo>
                  <a:pt x="106" y="68"/>
                </a:lnTo>
                <a:lnTo>
                  <a:pt x="104" y="76"/>
                </a:lnTo>
                <a:lnTo>
                  <a:pt x="100" y="86"/>
                </a:lnTo>
                <a:lnTo>
                  <a:pt x="94" y="94"/>
                </a:lnTo>
                <a:lnTo>
                  <a:pt x="88" y="102"/>
                </a:lnTo>
                <a:lnTo>
                  <a:pt x="78" y="106"/>
                </a:lnTo>
                <a:lnTo>
                  <a:pt x="68" y="108"/>
                </a:lnTo>
                <a:lnTo>
                  <a:pt x="56" y="106"/>
                </a:lnTo>
                <a:lnTo>
                  <a:pt x="44" y="100"/>
                </a:lnTo>
                <a:lnTo>
                  <a:pt x="44" y="100"/>
                </a:lnTo>
                <a:lnTo>
                  <a:pt x="30" y="88"/>
                </a:lnTo>
                <a:lnTo>
                  <a:pt x="18" y="74"/>
                </a:lnTo>
                <a:lnTo>
                  <a:pt x="8" y="58"/>
                </a:lnTo>
                <a:lnTo>
                  <a:pt x="2" y="42"/>
                </a:lnTo>
                <a:lnTo>
                  <a:pt x="0" y="26"/>
                </a:lnTo>
                <a:lnTo>
                  <a:pt x="0" y="18"/>
                </a:lnTo>
                <a:lnTo>
                  <a:pt x="0" y="12"/>
                </a:lnTo>
                <a:lnTo>
                  <a:pt x="4" y="8"/>
                </a:lnTo>
                <a:lnTo>
                  <a:pt x="8" y="4"/>
                </a:lnTo>
                <a:lnTo>
                  <a:pt x="12" y="0"/>
                </a:lnTo>
                <a:lnTo>
                  <a:pt x="2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nchor="ctr"/>
          <a:lstStyle/>
          <a:p>
            <a:pPr algn="ctr"/>
            <a:endParaRPr sz="1350">
              <a:latin typeface="微软雅黑" panose="020B0503020204020204" pitchFamily="34" charset="-122"/>
              <a:ea typeface="微软雅黑" panose="020B0503020204020204" pitchFamily="34" charset="-122"/>
            </a:endParaRPr>
          </a:p>
        </p:txBody>
      </p:sp>
      <p:sp>
        <p:nvSpPr>
          <p:cNvPr id="38" name="任意多边形 37"/>
          <p:cNvSpPr/>
          <p:nvPr>
            <p:custDataLst>
              <p:tags r:id="rId12"/>
            </p:custDataLst>
          </p:nvPr>
        </p:nvSpPr>
        <p:spPr bwMode="auto">
          <a:xfrm>
            <a:off x="2581910" y="2094865"/>
            <a:ext cx="210185" cy="137160"/>
          </a:xfrm>
          <a:custGeom>
            <a:avLst/>
            <a:gdLst>
              <a:gd name="T0" fmla="*/ 4 w 276"/>
              <a:gd name="T1" fmla="*/ 114 h 180"/>
              <a:gd name="T2" fmla="*/ 4 w 276"/>
              <a:gd name="T3" fmla="*/ 114 h 180"/>
              <a:gd name="T4" fmla="*/ 14 w 276"/>
              <a:gd name="T5" fmla="*/ 98 h 180"/>
              <a:gd name="T6" fmla="*/ 36 w 276"/>
              <a:gd name="T7" fmla="*/ 62 h 180"/>
              <a:gd name="T8" fmla="*/ 50 w 276"/>
              <a:gd name="T9" fmla="*/ 42 h 180"/>
              <a:gd name="T10" fmla="*/ 64 w 276"/>
              <a:gd name="T11" fmla="*/ 24 h 180"/>
              <a:gd name="T12" fmla="*/ 78 w 276"/>
              <a:gd name="T13" fmla="*/ 8 h 180"/>
              <a:gd name="T14" fmla="*/ 88 w 276"/>
              <a:gd name="T15" fmla="*/ 0 h 180"/>
              <a:gd name="T16" fmla="*/ 88 w 276"/>
              <a:gd name="T17" fmla="*/ 0 h 180"/>
              <a:gd name="T18" fmla="*/ 94 w 276"/>
              <a:gd name="T19" fmla="*/ 0 h 180"/>
              <a:gd name="T20" fmla="*/ 102 w 276"/>
              <a:gd name="T21" fmla="*/ 2 h 180"/>
              <a:gd name="T22" fmla="*/ 122 w 276"/>
              <a:gd name="T23" fmla="*/ 10 h 180"/>
              <a:gd name="T24" fmla="*/ 146 w 276"/>
              <a:gd name="T25" fmla="*/ 22 h 180"/>
              <a:gd name="T26" fmla="*/ 174 w 276"/>
              <a:gd name="T27" fmla="*/ 40 h 180"/>
              <a:gd name="T28" fmla="*/ 228 w 276"/>
              <a:gd name="T29" fmla="*/ 72 h 180"/>
              <a:gd name="T30" fmla="*/ 250 w 276"/>
              <a:gd name="T31" fmla="*/ 82 h 180"/>
              <a:gd name="T32" fmla="*/ 258 w 276"/>
              <a:gd name="T33" fmla="*/ 86 h 180"/>
              <a:gd name="T34" fmla="*/ 266 w 276"/>
              <a:gd name="T35" fmla="*/ 86 h 180"/>
              <a:gd name="T36" fmla="*/ 266 w 276"/>
              <a:gd name="T37" fmla="*/ 86 h 180"/>
              <a:gd name="T38" fmla="*/ 272 w 276"/>
              <a:gd name="T39" fmla="*/ 88 h 180"/>
              <a:gd name="T40" fmla="*/ 276 w 276"/>
              <a:gd name="T41" fmla="*/ 90 h 180"/>
              <a:gd name="T42" fmla="*/ 276 w 276"/>
              <a:gd name="T43" fmla="*/ 92 h 180"/>
              <a:gd name="T44" fmla="*/ 276 w 276"/>
              <a:gd name="T45" fmla="*/ 96 h 180"/>
              <a:gd name="T46" fmla="*/ 272 w 276"/>
              <a:gd name="T47" fmla="*/ 104 h 180"/>
              <a:gd name="T48" fmla="*/ 262 w 276"/>
              <a:gd name="T49" fmla="*/ 112 h 180"/>
              <a:gd name="T50" fmla="*/ 250 w 276"/>
              <a:gd name="T51" fmla="*/ 122 h 180"/>
              <a:gd name="T52" fmla="*/ 236 w 276"/>
              <a:gd name="T53" fmla="*/ 128 h 180"/>
              <a:gd name="T54" fmla="*/ 220 w 276"/>
              <a:gd name="T55" fmla="*/ 132 h 180"/>
              <a:gd name="T56" fmla="*/ 212 w 276"/>
              <a:gd name="T57" fmla="*/ 134 h 180"/>
              <a:gd name="T58" fmla="*/ 206 w 276"/>
              <a:gd name="T59" fmla="*/ 132 h 180"/>
              <a:gd name="T60" fmla="*/ 206 w 276"/>
              <a:gd name="T61" fmla="*/ 132 h 180"/>
              <a:gd name="T62" fmla="*/ 192 w 276"/>
              <a:gd name="T63" fmla="*/ 128 h 180"/>
              <a:gd name="T64" fmla="*/ 178 w 276"/>
              <a:gd name="T65" fmla="*/ 122 h 180"/>
              <a:gd name="T66" fmla="*/ 150 w 276"/>
              <a:gd name="T67" fmla="*/ 106 h 180"/>
              <a:gd name="T68" fmla="*/ 128 w 276"/>
              <a:gd name="T69" fmla="*/ 92 h 180"/>
              <a:gd name="T70" fmla="*/ 118 w 276"/>
              <a:gd name="T71" fmla="*/ 86 h 180"/>
              <a:gd name="T72" fmla="*/ 118 w 276"/>
              <a:gd name="T73" fmla="*/ 86 h 180"/>
              <a:gd name="T74" fmla="*/ 118 w 276"/>
              <a:gd name="T75" fmla="*/ 98 h 180"/>
              <a:gd name="T76" fmla="*/ 118 w 276"/>
              <a:gd name="T77" fmla="*/ 110 h 180"/>
              <a:gd name="T78" fmla="*/ 114 w 276"/>
              <a:gd name="T79" fmla="*/ 126 h 180"/>
              <a:gd name="T80" fmla="*/ 106 w 276"/>
              <a:gd name="T81" fmla="*/ 142 h 180"/>
              <a:gd name="T82" fmla="*/ 102 w 276"/>
              <a:gd name="T83" fmla="*/ 148 h 180"/>
              <a:gd name="T84" fmla="*/ 94 w 276"/>
              <a:gd name="T85" fmla="*/ 156 h 180"/>
              <a:gd name="T86" fmla="*/ 86 w 276"/>
              <a:gd name="T87" fmla="*/ 162 h 180"/>
              <a:gd name="T88" fmla="*/ 78 w 276"/>
              <a:gd name="T89" fmla="*/ 168 h 180"/>
              <a:gd name="T90" fmla="*/ 66 w 276"/>
              <a:gd name="T91" fmla="*/ 174 h 180"/>
              <a:gd name="T92" fmla="*/ 54 w 276"/>
              <a:gd name="T93" fmla="*/ 178 h 180"/>
              <a:gd name="T94" fmla="*/ 54 w 276"/>
              <a:gd name="T95" fmla="*/ 178 h 180"/>
              <a:gd name="T96" fmla="*/ 42 w 276"/>
              <a:gd name="T97" fmla="*/ 180 h 180"/>
              <a:gd name="T98" fmla="*/ 30 w 276"/>
              <a:gd name="T99" fmla="*/ 180 h 180"/>
              <a:gd name="T100" fmla="*/ 22 w 276"/>
              <a:gd name="T101" fmla="*/ 178 h 180"/>
              <a:gd name="T102" fmla="*/ 16 w 276"/>
              <a:gd name="T103" fmla="*/ 176 h 180"/>
              <a:gd name="T104" fmla="*/ 10 w 276"/>
              <a:gd name="T105" fmla="*/ 170 h 180"/>
              <a:gd name="T106" fmla="*/ 6 w 276"/>
              <a:gd name="T107" fmla="*/ 166 h 180"/>
              <a:gd name="T108" fmla="*/ 4 w 276"/>
              <a:gd name="T109" fmla="*/ 160 h 180"/>
              <a:gd name="T110" fmla="*/ 2 w 276"/>
              <a:gd name="T111" fmla="*/ 152 h 180"/>
              <a:gd name="T112" fmla="*/ 0 w 276"/>
              <a:gd name="T113" fmla="*/ 138 h 180"/>
              <a:gd name="T114" fmla="*/ 2 w 276"/>
              <a:gd name="T115" fmla="*/ 126 h 180"/>
              <a:gd name="T116" fmla="*/ 4 w 276"/>
              <a:gd name="T117" fmla="*/ 114 h 1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76" h="180">
                <a:moveTo>
                  <a:pt x="4" y="114"/>
                </a:moveTo>
                <a:lnTo>
                  <a:pt x="4" y="114"/>
                </a:lnTo>
                <a:lnTo>
                  <a:pt x="14" y="98"/>
                </a:lnTo>
                <a:lnTo>
                  <a:pt x="36" y="62"/>
                </a:lnTo>
                <a:lnTo>
                  <a:pt x="50" y="42"/>
                </a:lnTo>
                <a:lnTo>
                  <a:pt x="64" y="24"/>
                </a:lnTo>
                <a:lnTo>
                  <a:pt x="78" y="8"/>
                </a:lnTo>
                <a:lnTo>
                  <a:pt x="88" y="0"/>
                </a:lnTo>
                <a:lnTo>
                  <a:pt x="88" y="0"/>
                </a:lnTo>
                <a:lnTo>
                  <a:pt x="94" y="0"/>
                </a:lnTo>
                <a:lnTo>
                  <a:pt x="102" y="2"/>
                </a:lnTo>
                <a:lnTo>
                  <a:pt x="122" y="10"/>
                </a:lnTo>
                <a:lnTo>
                  <a:pt x="146" y="22"/>
                </a:lnTo>
                <a:lnTo>
                  <a:pt x="174" y="40"/>
                </a:lnTo>
                <a:lnTo>
                  <a:pt x="228" y="72"/>
                </a:lnTo>
                <a:lnTo>
                  <a:pt x="250" y="82"/>
                </a:lnTo>
                <a:lnTo>
                  <a:pt x="258" y="86"/>
                </a:lnTo>
                <a:lnTo>
                  <a:pt x="266" y="86"/>
                </a:lnTo>
                <a:lnTo>
                  <a:pt x="266" y="86"/>
                </a:lnTo>
                <a:lnTo>
                  <a:pt x="272" y="88"/>
                </a:lnTo>
                <a:lnTo>
                  <a:pt x="276" y="90"/>
                </a:lnTo>
                <a:lnTo>
                  <a:pt x="276" y="92"/>
                </a:lnTo>
                <a:lnTo>
                  <a:pt x="276" y="96"/>
                </a:lnTo>
                <a:lnTo>
                  <a:pt x="272" y="104"/>
                </a:lnTo>
                <a:lnTo>
                  <a:pt x="262" y="112"/>
                </a:lnTo>
                <a:lnTo>
                  <a:pt x="250" y="122"/>
                </a:lnTo>
                <a:lnTo>
                  <a:pt x="236" y="128"/>
                </a:lnTo>
                <a:lnTo>
                  <a:pt x="220" y="132"/>
                </a:lnTo>
                <a:lnTo>
                  <a:pt x="212" y="134"/>
                </a:lnTo>
                <a:lnTo>
                  <a:pt x="206" y="132"/>
                </a:lnTo>
                <a:lnTo>
                  <a:pt x="206" y="132"/>
                </a:lnTo>
                <a:lnTo>
                  <a:pt x="192" y="128"/>
                </a:lnTo>
                <a:lnTo>
                  <a:pt x="178" y="122"/>
                </a:lnTo>
                <a:lnTo>
                  <a:pt x="150" y="106"/>
                </a:lnTo>
                <a:lnTo>
                  <a:pt x="128" y="92"/>
                </a:lnTo>
                <a:lnTo>
                  <a:pt x="118" y="86"/>
                </a:lnTo>
                <a:lnTo>
                  <a:pt x="118" y="86"/>
                </a:lnTo>
                <a:lnTo>
                  <a:pt x="118" y="98"/>
                </a:lnTo>
                <a:lnTo>
                  <a:pt x="118" y="110"/>
                </a:lnTo>
                <a:lnTo>
                  <a:pt x="114" y="126"/>
                </a:lnTo>
                <a:lnTo>
                  <a:pt x="106" y="142"/>
                </a:lnTo>
                <a:lnTo>
                  <a:pt x="102" y="148"/>
                </a:lnTo>
                <a:lnTo>
                  <a:pt x="94" y="156"/>
                </a:lnTo>
                <a:lnTo>
                  <a:pt x="86" y="162"/>
                </a:lnTo>
                <a:lnTo>
                  <a:pt x="78" y="168"/>
                </a:lnTo>
                <a:lnTo>
                  <a:pt x="66" y="174"/>
                </a:lnTo>
                <a:lnTo>
                  <a:pt x="54" y="178"/>
                </a:lnTo>
                <a:lnTo>
                  <a:pt x="54" y="178"/>
                </a:lnTo>
                <a:lnTo>
                  <a:pt x="42" y="180"/>
                </a:lnTo>
                <a:lnTo>
                  <a:pt x="30" y="180"/>
                </a:lnTo>
                <a:lnTo>
                  <a:pt x="22" y="178"/>
                </a:lnTo>
                <a:lnTo>
                  <a:pt x="16" y="176"/>
                </a:lnTo>
                <a:lnTo>
                  <a:pt x="10" y="170"/>
                </a:lnTo>
                <a:lnTo>
                  <a:pt x="6" y="166"/>
                </a:lnTo>
                <a:lnTo>
                  <a:pt x="4" y="160"/>
                </a:lnTo>
                <a:lnTo>
                  <a:pt x="2" y="152"/>
                </a:lnTo>
                <a:lnTo>
                  <a:pt x="0" y="138"/>
                </a:lnTo>
                <a:lnTo>
                  <a:pt x="2" y="126"/>
                </a:lnTo>
                <a:lnTo>
                  <a:pt x="4" y="114"/>
                </a:lnTo>
                <a:close/>
              </a:path>
            </a:pathLst>
          </a:custGeom>
          <a:solidFill>
            <a:srgbClr val="FEDCB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350">
              <a:latin typeface="微软雅黑" panose="020B0503020204020204" pitchFamily="34" charset="-122"/>
              <a:ea typeface="微软雅黑" panose="020B0503020204020204" pitchFamily="34" charset="-122"/>
            </a:endParaRPr>
          </a:p>
        </p:txBody>
      </p:sp>
      <p:sp>
        <p:nvSpPr>
          <p:cNvPr id="39" name="任意多边形 38"/>
          <p:cNvSpPr/>
          <p:nvPr>
            <p:custDataLst>
              <p:tags r:id="rId13"/>
            </p:custDataLst>
          </p:nvPr>
        </p:nvSpPr>
        <p:spPr bwMode="auto">
          <a:xfrm>
            <a:off x="2581910" y="2094865"/>
            <a:ext cx="210185" cy="137160"/>
          </a:xfrm>
          <a:custGeom>
            <a:avLst/>
            <a:gdLst>
              <a:gd name="T0" fmla="*/ 4 w 276"/>
              <a:gd name="T1" fmla="*/ 114 h 180"/>
              <a:gd name="T2" fmla="*/ 4 w 276"/>
              <a:gd name="T3" fmla="*/ 114 h 180"/>
              <a:gd name="T4" fmla="*/ 14 w 276"/>
              <a:gd name="T5" fmla="*/ 98 h 180"/>
              <a:gd name="T6" fmla="*/ 36 w 276"/>
              <a:gd name="T7" fmla="*/ 62 h 180"/>
              <a:gd name="T8" fmla="*/ 50 w 276"/>
              <a:gd name="T9" fmla="*/ 42 h 180"/>
              <a:gd name="T10" fmla="*/ 64 w 276"/>
              <a:gd name="T11" fmla="*/ 24 h 180"/>
              <a:gd name="T12" fmla="*/ 78 w 276"/>
              <a:gd name="T13" fmla="*/ 8 h 180"/>
              <a:gd name="T14" fmla="*/ 88 w 276"/>
              <a:gd name="T15" fmla="*/ 0 h 180"/>
              <a:gd name="T16" fmla="*/ 88 w 276"/>
              <a:gd name="T17" fmla="*/ 0 h 180"/>
              <a:gd name="T18" fmla="*/ 94 w 276"/>
              <a:gd name="T19" fmla="*/ 0 h 180"/>
              <a:gd name="T20" fmla="*/ 102 w 276"/>
              <a:gd name="T21" fmla="*/ 2 h 180"/>
              <a:gd name="T22" fmla="*/ 122 w 276"/>
              <a:gd name="T23" fmla="*/ 10 h 180"/>
              <a:gd name="T24" fmla="*/ 146 w 276"/>
              <a:gd name="T25" fmla="*/ 22 h 180"/>
              <a:gd name="T26" fmla="*/ 174 w 276"/>
              <a:gd name="T27" fmla="*/ 40 h 180"/>
              <a:gd name="T28" fmla="*/ 228 w 276"/>
              <a:gd name="T29" fmla="*/ 72 h 180"/>
              <a:gd name="T30" fmla="*/ 250 w 276"/>
              <a:gd name="T31" fmla="*/ 82 h 180"/>
              <a:gd name="T32" fmla="*/ 258 w 276"/>
              <a:gd name="T33" fmla="*/ 86 h 180"/>
              <a:gd name="T34" fmla="*/ 266 w 276"/>
              <a:gd name="T35" fmla="*/ 86 h 180"/>
              <a:gd name="T36" fmla="*/ 266 w 276"/>
              <a:gd name="T37" fmla="*/ 86 h 180"/>
              <a:gd name="T38" fmla="*/ 272 w 276"/>
              <a:gd name="T39" fmla="*/ 88 h 180"/>
              <a:gd name="T40" fmla="*/ 276 w 276"/>
              <a:gd name="T41" fmla="*/ 90 h 180"/>
              <a:gd name="T42" fmla="*/ 276 w 276"/>
              <a:gd name="T43" fmla="*/ 92 h 180"/>
              <a:gd name="T44" fmla="*/ 276 w 276"/>
              <a:gd name="T45" fmla="*/ 96 h 180"/>
              <a:gd name="T46" fmla="*/ 272 w 276"/>
              <a:gd name="T47" fmla="*/ 104 h 180"/>
              <a:gd name="T48" fmla="*/ 262 w 276"/>
              <a:gd name="T49" fmla="*/ 112 h 180"/>
              <a:gd name="T50" fmla="*/ 250 w 276"/>
              <a:gd name="T51" fmla="*/ 122 h 180"/>
              <a:gd name="T52" fmla="*/ 236 w 276"/>
              <a:gd name="T53" fmla="*/ 128 h 180"/>
              <a:gd name="T54" fmla="*/ 220 w 276"/>
              <a:gd name="T55" fmla="*/ 132 h 180"/>
              <a:gd name="T56" fmla="*/ 212 w 276"/>
              <a:gd name="T57" fmla="*/ 134 h 180"/>
              <a:gd name="T58" fmla="*/ 206 w 276"/>
              <a:gd name="T59" fmla="*/ 132 h 180"/>
              <a:gd name="T60" fmla="*/ 206 w 276"/>
              <a:gd name="T61" fmla="*/ 132 h 180"/>
              <a:gd name="T62" fmla="*/ 192 w 276"/>
              <a:gd name="T63" fmla="*/ 128 h 180"/>
              <a:gd name="T64" fmla="*/ 178 w 276"/>
              <a:gd name="T65" fmla="*/ 122 h 180"/>
              <a:gd name="T66" fmla="*/ 150 w 276"/>
              <a:gd name="T67" fmla="*/ 106 h 180"/>
              <a:gd name="T68" fmla="*/ 128 w 276"/>
              <a:gd name="T69" fmla="*/ 92 h 180"/>
              <a:gd name="T70" fmla="*/ 118 w 276"/>
              <a:gd name="T71" fmla="*/ 86 h 180"/>
              <a:gd name="T72" fmla="*/ 118 w 276"/>
              <a:gd name="T73" fmla="*/ 86 h 180"/>
              <a:gd name="T74" fmla="*/ 118 w 276"/>
              <a:gd name="T75" fmla="*/ 98 h 180"/>
              <a:gd name="T76" fmla="*/ 118 w 276"/>
              <a:gd name="T77" fmla="*/ 110 h 180"/>
              <a:gd name="T78" fmla="*/ 114 w 276"/>
              <a:gd name="T79" fmla="*/ 126 h 180"/>
              <a:gd name="T80" fmla="*/ 106 w 276"/>
              <a:gd name="T81" fmla="*/ 142 h 180"/>
              <a:gd name="T82" fmla="*/ 102 w 276"/>
              <a:gd name="T83" fmla="*/ 148 h 180"/>
              <a:gd name="T84" fmla="*/ 94 w 276"/>
              <a:gd name="T85" fmla="*/ 156 h 180"/>
              <a:gd name="T86" fmla="*/ 86 w 276"/>
              <a:gd name="T87" fmla="*/ 162 h 180"/>
              <a:gd name="T88" fmla="*/ 78 w 276"/>
              <a:gd name="T89" fmla="*/ 168 h 180"/>
              <a:gd name="T90" fmla="*/ 66 w 276"/>
              <a:gd name="T91" fmla="*/ 174 h 180"/>
              <a:gd name="T92" fmla="*/ 54 w 276"/>
              <a:gd name="T93" fmla="*/ 178 h 180"/>
              <a:gd name="T94" fmla="*/ 54 w 276"/>
              <a:gd name="T95" fmla="*/ 178 h 180"/>
              <a:gd name="T96" fmla="*/ 42 w 276"/>
              <a:gd name="T97" fmla="*/ 180 h 180"/>
              <a:gd name="T98" fmla="*/ 30 w 276"/>
              <a:gd name="T99" fmla="*/ 180 h 180"/>
              <a:gd name="T100" fmla="*/ 22 w 276"/>
              <a:gd name="T101" fmla="*/ 178 h 180"/>
              <a:gd name="T102" fmla="*/ 16 w 276"/>
              <a:gd name="T103" fmla="*/ 176 h 180"/>
              <a:gd name="T104" fmla="*/ 10 w 276"/>
              <a:gd name="T105" fmla="*/ 170 h 180"/>
              <a:gd name="T106" fmla="*/ 6 w 276"/>
              <a:gd name="T107" fmla="*/ 166 h 180"/>
              <a:gd name="T108" fmla="*/ 4 w 276"/>
              <a:gd name="T109" fmla="*/ 160 h 180"/>
              <a:gd name="T110" fmla="*/ 2 w 276"/>
              <a:gd name="T111" fmla="*/ 152 h 180"/>
              <a:gd name="T112" fmla="*/ 0 w 276"/>
              <a:gd name="T113" fmla="*/ 138 h 180"/>
              <a:gd name="T114" fmla="*/ 2 w 276"/>
              <a:gd name="T115" fmla="*/ 126 h 180"/>
              <a:gd name="T116" fmla="*/ 4 w 276"/>
              <a:gd name="T117" fmla="*/ 114 h 1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76" h="180">
                <a:moveTo>
                  <a:pt x="4" y="114"/>
                </a:moveTo>
                <a:lnTo>
                  <a:pt x="4" y="114"/>
                </a:lnTo>
                <a:lnTo>
                  <a:pt x="14" y="98"/>
                </a:lnTo>
                <a:lnTo>
                  <a:pt x="36" y="62"/>
                </a:lnTo>
                <a:lnTo>
                  <a:pt x="50" y="42"/>
                </a:lnTo>
                <a:lnTo>
                  <a:pt x="64" y="24"/>
                </a:lnTo>
                <a:lnTo>
                  <a:pt x="78" y="8"/>
                </a:lnTo>
                <a:lnTo>
                  <a:pt x="88" y="0"/>
                </a:lnTo>
                <a:lnTo>
                  <a:pt x="88" y="0"/>
                </a:lnTo>
                <a:lnTo>
                  <a:pt x="94" y="0"/>
                </a:lnTo>
                <a:lnTo>
                  <a:pt x="102" y="2"/>
                </a:lnTo>
                <a:lnTo>
                  <a:pt x="122" y="10"/>
                </a:lnTo>
                <a:lnTo>
                  <a:pt x="146" y="22"/>
                </a:lnTo>
                <a:lnTo>
                  <a:pt x="174" y="40"/>
                </a:lnTo>
                <a:lnTo>
                  <a:pt x="228" y="72"/>
                </a:lnTo>
                <a:lnTo>
                  <a:pt x="250" y="82"/>
                </a:lnTo>
                <a:lnTo>
                  <a:pt x="258" y="86"/>
                </a:lnTo>
                <a:lnTo>
                  <a:pt x="266" y="86"/>
                </a:lnTo>
                <a:lnTo>
                  <a:pt x="266" y="86"/>
                </a:lnTo>
                <a:lnTo>
                  <a:pt x="272" y="88"/>
                </a:lnTo>
                <a:lnTo>
                  <a:pt x="276" y="90"/>
                </a:lnTo>
                <a:lnTo>
                  <a:pt x="276" y="92"/>
                </a:lnTo>
                <a:lnTo>
                  <a:pt x="276" y="96"/>
                </a:lnTo>
                <a:lnTo>
                  <a:pt x="272" y="104"/>
                </a:lnTo>
                <a:lnTo>
                  <a:pt x="262" y="112"/>
                </a:lnTo>
                <a:lnTo>
                  <a:pt x="250" y="122"/>
                </a:lnTo>
                <a:lnTo>
                  <a:pt x="236" y="128"/>
                </a:lnTo>
                <a:lnTo>
                  <a:pt x="220" y="132"/>
                </a:lnTo>
                <a:lnTo>
                  <a:pt x="212" y="134"/>
                </a:lnTo>
                <a:lnTo>
                  <a:pt x="206" y="132"/>
                </a:lnTo>
                <a:lnTo>
                  <a:pt x="206" y="132"/>
                </a:lnTo>
                <a:lnTo>
                  <a:pt x="192" y="128"/>
                </a:lnTo>
                <a:lnTo>
                  <a:pt x="178" y="122"/>
                </a:lnTo>
                <a:lnTo>
                  <a:pt x="150" y="106"/>
                </a:lnTo>
                <a:lnTo>
                  <a:pt x="128" y="92"/>
                </a:lnTo>
                <a:lnTo>
                  <a:pt x="118" y="86"/>
                </a:lnTo>
                <a:lnTo>
                  <a:pt x="118" y="86"/>
                </a:lnTo>
                <a:lnTo>
                  <a:pt x="118" y="98"/>
                </a:lnTo>
                <a:lnTo>
                  <a:pt x="118" y="110"/>
                </a:lnTo>
                <a:lnTo>
                  <a:pt x="114" y="126"/>
                </a:lnTo>
                <a:lnTo>
                  <a:pt x="106" y="142"/>
                </a:lnTo>
                <a:lnTo>
                  <a:pt x="102" y="148"/>
                </a:lnTo>
                <a:lnTo>
                  <a:pt x="94" y="156"/>
                </a:lnTo>
                <a:lnTo>
                  <a:pt x="86" y="162"/>
                </a:lnTo>
                <a:lnTo>
                  <a:pt x="78" y="168"/>
                </a:lnTo>
                <a:lnTo>
                  <a:pt x="66" y="174"/>
                </a:lnTo>
                <a:lnTo>
                  <a:pt x="54" y="178"/>
                </a:lnTo>
                <a:lnTo>
                  <a:pt x="54" y="178"/>
                </a:lnTo>
                <a:lnTo>
                  <a:pt x="42" y="180"/>
                </a:lnTo>
                <a:lnTo>
                  <a:pt x="30" y="180"/>
                </a:lnTo>
                <a:lnTo>
                  <a:pt x="22" y="178"/>
                </a:lnTo>
                <a:lnTo>
                  <a:pt x="16" y="176"/>
                </a:lnTo>
                <a:lnTo>
                  <a:pt x="10" y="170"/>
                </a:lnTo>
                <a:lnTo>
                  <a:pt x="6" y="166"/>
                </a:lnTo>
                <a:lnTo>
                  <a:pt x="4" y="160"/>
                </a:lnTo>
                <a:lnTo>
                  <a:pt x="2" y="152"/>
                </a:lnTo>
                <a:lnTo>
                  <a:pt x="0" y="138"/>
                </a:lnTo>
                <a:lnTo>
                  <a:pt x="2" y="126"/>
                </a:lnTo>
                <a:lnTo>
                  <a:pt x="4" y="114"/>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nchor="ctr"/>
          <a:lstStyle/>
          <a:p>
            <a:pPr algn="ctr"/>
            <a:endParaRPr sz="1350">
              <a:latin typeface="微软雅黑" panose="020B0503020204020204" pitchFamily="34" charset="-122"/>
              <a:ea typeface="微软雅黑" panose="020B0503020204020204" pitchFamily="34" charset="-122"/>
            </a:endParaRPr>
          </a:p>
        </p:txBody>
      </p:sp>
      <p:sp>
        <p:nvSpPr>
          <p:cNvPr id="40" name="任意多边形 39"/>
          <p:cNvSpPr/>
          <p:nvPr>
            <p:custDataLst>
              <p:tags r:id="rId14"/>
            </p:custDataLst>
          </p:nvPr>
        </p:nvSpPr>
        <p:spPr bwMode="auto">
          <a:xfrm>
            <a:off x="1618615" y="2044700"/>
            <a:ext cx="1019810" cy="324485"/>
          </a:xfrm>
          <a:custGeom>
            <a:avLst/>
            <a:gdLst>
              <a:gd name="T0" fmla="*/ 42 w 1338"/>
              <a:gd name="T1" fmla="*/ 0 h 426"/>
              <a:gd name="T2" fmla="*/ 54 w 1338"/>
              <a:gd name="T3" fmla="*/ 2 h 426"/>
              <a:gd name="T4" fmla="*/ 158 w 1338"/>
              <a:gd name="T5" fmla="*/ 62 h 426"/>
              <a:gd name="T6" fmla="*/ 276 w 1338"/>
              <a:gd name="T7" fmla="*/ 124 h 426"/>
              <a:gd name="T8" fmla="*/ 386 w 1338"/>
              <a:gd name="T9" fmla="*/ 172 h 426"/>
              <a:gd name="T10" fmla="*/ 468 w 1338"/>
              <a:gd name="T11" fmla="*/ 202 h 426"/>
              <a:gd name="T12" fmla="*/ 556 w 1338"/>
              <a:gd name="T13" fmla="*/ 228 h 426"/>
              <a:gd name="T14" fmla="*/ 652 w 1338"/>
              <a:gd name="T15" fmla="*/ 248 h 426"/>
              <a:gd name="T16" fmla="*/ 752 w 1338"/>
              <a:gd name="T17" fmla="*/ 260 h 426"/>
              <a:gd name="T18" fmla="*/ 858 w 1338"/>
              <a:gd name="T19" fmla="*/ 262 h 426"/>
              <a:gd name="T20" fmla="*/ 968 w 1338"/>
              <a:gd name="T21" fmla="*/ 254 h 426"/>
              <a:gd name="T22" fmla="*/ 1082 w 1338"/>
              <a:gd name="T23" fmla="*/ 232 h 426"/>
              <a:gd name="T24" fmla="*/ 1198 w 1338"/>
              <a:gd name="T25" fmla="*/ 196 h 426"/>
              <a:gd name="T26" fmla="*/ 1258 w 1338"/>
              <a:gd name="T27" fmla="*/ 172 h 426"/>
              <a:gd name="T28" fmla="*/ 1278 w 1338"/>
              <a:gd name="T29" fmla="*/ 188 h 426"/>
              <a:gd name="T30" fmla="*/ 1304 w 1338"/>
              <a:gd name="T31" fmla="*/ 220 h 426"/>
              <a:gd name="T32" fmla="*/ 1328 w 1338"/>
              <a:gd name="T33" fmla="*/ 268 h 426"/>
              <a:gd name="T34" fmla="*/ 1338 w 1338"/>
              <a:gd name="T35" fmla="*/ 298 h 426"/>
              <a:gd name="T36" fmla="*/ 1272 w 1338"/>
              <a:gd name="T37" fmla="*/ 328 h 426"/>
              <a:gd name="T38" fmla="*/ 1166 w 1338"/>
              <a:gd name="T39" fmla="*/ 364 h 426"/>
              <a:gd name="T40" fmla="*/ 1018 w 1338"/>
              <a:gd name="T41" fmla="*/ 402 h 426"/>
              <a:gd name="T42" fmla="*/ 934 w 1338"/>
              <a:gd name="T43" fmla="*/ 416 h 426"/>
              <a:gd name="T44" fmla="*/ 840 w 1338"/>
              <a:gd name="T45" fmla="*/ 424 h 426"/>
              <a:gd name="T46" fmla="*/ 742 w 1338"/>
              <a:gd name="T47" fmla="*/ 426 h 426"/>
              <a:gd name="T48" fmla="*/ 640 w 1338"/>
              <a:gd name="T49" fmla="*/ 420 h 426"/>
              <a:gd name="T50" fmla="*/ 534 w 1338"/>
              <a:gd name="T51" fmla="*/ 402 h 426"/>
              <a:gd name="T52" fmla="*/ 426 w 1338"/>
              <a:gd name="T53" fmla="*/ 374 h 426"/>
              <a:gd name="T54" fmla="*/ 316 w 1338"/>
              <a:gd name="T55" fmla="*/ 330 h 426"/>
              <a:gd name="T56" fmla="*/ 206 w 1338"/>
              <a:gd name="T57" fmla="*/ 274 h 426"/>
              <a:gd name="T58" fmla="*/ 98 w 1338"/>
              <a:gd name="T59" fmla="*/ 198 h 426"/>
              <a:gd name="T60" fmla="*/ 72 w 1338"/>
              <a:gd name="T61" fmla="*/ 172 h 426"/>
              <a:gd name="T62" fmla="*/ 26 w 1338"/>
              <a:gd name="T63" fmla="*/ 112 h 426"/>
              <a:gd name="T64" fmla="*/ 8 w 1338"/>
              <a:gd name="T65" fmla="*/ 78 h 426"/>
              <a:gd name="T66" fmla="*/ 0 w 1338"/>
              <a:gd name="T67" fmla="*/ 44 h 426"/>
              <a:gd name="T68" fmla="*/ 2 w 1338"/>
              <a:gd name="T69" fmla="*/ 30 h 426"/>
              <a:gd name="T70" fmla="*/ 10 w 1338"/>
              <a:gd name="T71" fmla="*/ 18 h 426"/>
              <a:gd name="T72" fmla="*/ 22 w 1338"/>
              <a:gd name="T73" fmla="*/ 8 h 426"/>
              <a:gd name="T74" fmla="*/ 42 w 1338"/>
              <a:gd name="T75" fmla="*/ 0 h 4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338" h="426">
                <a:moveTo>
                  <a:pt x="42" y="0"/>
                </a:moveTo>
                <a:lnTo>
                  <a:pt x="42" y="0"/>
                </a:lnTo>
                <a:lnTo>
                  <a:pt x="46" y="0"/>
                </a:lnTo>
                <a:lnTo>
                  <a:pt x="54" y="2"/>
                </a:lnTo>
                <a:lnTo>
                  <a:pt x="78" y="16"/>
                </a:lnTo>
                <a:lnTo>
                  <a:pt x="158" y="62"/>
                </a:lnTo>
                <a:lnTo>
                  <a:pt x="212" y="92"/>
                </a:lnTo>
                <a:lnTo>
                  <a:pt x="276" y="124"/>
                </a:lnTo>
                <a:lnTo>
                  <a:pt x="346" y="156"/>
                </a:lnTo>
                <a:lnTo>
                  <a:pt x="386" y="172"/>
                </a:lnTo>
                <a:lnTo>
                  <a:pt x="426" y="188"/>
                </a:lnTo>
                <a:lnTo>
                  <a:pt x="468" y="202"/>
                </a:lnTo>
                <a:lnTo>
                  <a:pt x="512" y="216"/>
                </a:lnTo>
                <a:lnTo>
                  <a:pt x="556" y="228"/>
                </a:lnTo>
                <a:lnTo>
                  <a:pt x="604" y="238"/>
                </a:lnTo>
                <a:lnTo>
                  <a:pt x="652" y="248"/>
                </a:lnTo>
                <a:lnTo>
                  <a:pt x="702" y="254"/>
                </a:lnTo>
                <a:lnTo>
                  <a:pt x="752" y="260"/>
                </a:lnTo>
                <a:lnTo>
                  <a:pt x="804" y="262"/>
                </a:lnTo>
                <a:lnTo>
                  <a:pt x="858" y="262"/>
                </a:lnTo>
                <a:lnTo>
                  <a:pt x="912" y="260"/>
                </a:lnTo>
                <a:lnTo>
                  <a:pt x="968" y="254"/>
                </a:lnTo>
                <a:lnTo>
                  <a:pt x="1024" y="246"/>
                </a:lnTo>
                <a:lnTo>
                  <a:pt x="1082" y="232"/>
                </a:lnTo>
                <a:lnTo>
                  <a:pt x="1140" y="216"/>
                </a:lnTo>
                <a:lnTo>
                  <a:pt x="1198" y="196"/>
                </a:lnTo>
                <a:lnTo>
                  <a:pt x="1258" y="172"/>
                </a:lnTo>
                <a:lnTo>
                  <a:pt x="1258" y="172"/>
                </a:lnTo>
                <a:lnTo>
                  <a:pt x="1268" y="180"/>
                </a:lnTo>
                <a:lnTo>
                  <a:pt x="1278" y="188"/>
                </a:lnTo>
                <a:lnTo>
                  <a:pt x="1290" y="202"/>
                </a:lnTo>
                <a:lnTo>
                  <a:pt x="1304" y="220"/>
                </a:lnTo>
                <a:lnTo>
                  <a:pt x="1316" y="242"/>
                </a:lnTo>
                <a:lnTo>
                  <a:pt x="1328" y="268"/>
                </a:lnTo>
                <a:lnTo>
                  <a:pt x="1338" y="298"/>
                </a:lnTo>
                <a:lnTo>
                  <a:pt x="1338" y="298"/>
                </a:lnTo>
                <a:lnTo>
                  <a:pt x="1308" y="312"/>
                </a:lnTo>
                <a:lnTo>
                  <a:pt x="1272" y="328"/>
                </a:lnTo>
                <a:lnTo>
                  <a:pt x="1224" y="346"/>
                </a:lnTo>
                <a:lnTo>
                  <a:pt x="1166" y="364"/>
                </a:lnTo>
                <a:lnTo>
                  <a:pt x="1096" y="384"/>
                </a:lnTo>
                <a:lnTo>
                  <a:pt x="1018" y="402"/>
                </a:lnTo>
                <a:lnTo>
                  <a:pt x="976" y="408"/>
                </a:lnTo>
                <a:lnTo>
                  <a:pt x="934" y="416"/>
                </a:lnTo>
                <a:lnTo>
                  <a:pt x="888" y="420"/>
                </a:lnTo>
                <a:lnTo>
                  <a:pt x="840" y="424"/>
                </a:lnTo>
                <a:lnTo>
                  <a:pt x="792" y="426"/>
                </a:lnTo>
                <a:lnTo>
                  <a:pt x="742" y="426"/>
                </a:lnTo>
                <a:lnTo>
                  <a:pt x="692" y="424"/>
                </a:lnTo>
                <a:lnTo>
                  <a:pt x="640" y="420"/>
                </a:lnTo>
                <a:lnTo>
                  <a:pt x="588" y="412"/>
                </a:lnTo>
                <a:lnTo>
                  <a:pt x="534" y="402"/>
                </a:lnTo>
                <a:lnTo>
                  <a:pt x="480" y="390"/>
                </a:lnTo>
                <a:lnTo>
                  <a:pt x="426" y="374"/>
                </a:lnTo>
                <a:lnTo>
                  <a:pt x="370" y="354"/>
                </a:lnTo>
                <a:lnTo>
                  <a:pt x="316" y="330"/>
                </a:lnTo>
                <a:lnTo>
                  <a:pt x="262" y="304"/>
                </a:lnTo>
                <a:lnTo>
                  <a:pt x="206" y="274"/>
                </a:lnTo>
                <a:lnTo>
                  <a:pt x="152" y="238"/>
                </a:lnTo>
                <a:lnTo>
                  <a:pt x="98" y="198"/>
                </a:lnTo>
                <a:lnTo>
                  <a:pt x="98" y="198"/>
                </a:lnTo>
                <a:lnTo>
                  <a:pt x="72" y="172"/>
                </a:lnTo>
                <a:lnTo>
                  <a:pt x="48" y="144"/>
                </a:lnTo>
                <a:lnTo>
                  <a:pt x="26" y="112"/>
                </a:lnTo>
                <a:lnTo>
                  <a:pt x="16" y="94"/>
                </a:lnTo>
                <a:lnTo>
                  <a:pt x="8" y="78"/>
                </a:lnTo>
                <a:lnTo>
                  <a:pt x="2" y="60"/>
                </a:lnTo>
                <a:lnTo>
                  <a:pt x="0" y="44"/>
                </a:lnTo>
                <a:lnTo>
                  <a:pt x="0" y="38"/>
                </a:lnTo>
                <a:lnTo>
                  <a:pt x="2" y="30"/>
                </a:lnTo>
                <a:lnTo>
                  <a:pt x="6" y="24"/>
                </a:lnTo>
                <a:lnTo>
                  <a:pt x="10" y="18"/>
                </a:lnTo>
                <a:lnTo>
                  <a:pt x="16" y="12"/>
                </a:lnTo>
                <a:lnTo>
                  <a:pt x="22" y="8"/>
                </a:lnTo>
                <a:lnTo>
                  <a:pt x="32" y="2"/>
                </a:lnTo>
                <a:lnTo>
                  <a:pt x="42" y="0"/>
                </a:lnTo>
                <a:close/>
              </a:path>
            </a:pathLst>
          </a:custGeom>
          <a:solidFill>
            <a:srgbClr val="474C4D"/>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350">
              <a:latin typeface="微软雅黑" panose="020B0503020204020204" pitchFamily="34" charset="-122"/>
              <a:ea typeface="微软雅黑" panose="020B0503020204020204" pitchFamily="34" charset="-122"/>
            </a:endParaRPr>
          </a:p>
        </p:txBody>
      </p:sp>
      <p:sp>
        <p:nvSpPr>
          <p:cNvPr id="41" name="任意多边形 40"/>
          <p:cNvSpPr/>
          <p:nvPr>
            <p:custDataLst>
              <p:tags r:id="rId15"/>
            </p:custDataLst>
          </p:nvPr>
        </p:nvSpPr>
        <p:spPr bwMode="auto">
          <a:xfrm>
            <a:off x="1618615" y="2044700"/>
            <a:ext cx="1019810" cy="324485"/>
          </a:xfrm>
          <a:custGeom>
            <a:avLst/>
            <a:gdLst>
              <a:gd name="T0" fmla="*/ 42 w 1338"/>
              <a:gd name="T1" fmla="*/ 0 h 426"/>
              <a:gd name="T2" fmla="*/ 54 w 1338"/>
              <a:gd name="T3" fmla="*/ 2 h 426"/>
              <a:gd name="T4" fmla="*/ 158 w 1338"/>
              <a:gd name="T5" fmla="*/ 62 h 426"/>
              <a:gd name="T6" fmla="*/ 276 w 1338"/>
              <a:gd name="T7" fmla="*/ 124 h 426"/>
              <a:gd name="T8" fmla="*/ 386 w 1338"/>
              <a:gd name="T9" fmla="*/ 172 h 426"/>
              <a:gd name="T10" fmla="*/ 468 w 1338"/>
              <a:gd name="T11" fmla="*/ 202 h 426"/>
              <a:gd name="T12" fmla="*/ 556 w 1338"/>
              <a:gd name="T13" fmla="*/ 228 h 426"/>
              <a:gd name="T14" fmla="*/ 652 w 1338"/>
              <a:gd name="T15" fmla="*/ 248 h 426"/>
              <a:gd name="T16" fmla="*/ 752 w 1338"/>
              <a:gd name="T17" fmla="*/ 260 h 426"/>
              <a:gd name="T18" fmla="*/ 858 w 1338"/>
              <a:gd name="T19" fmla="*/ 262 h 426"/>
              <a:gd name="T20" fmla="*/ 968 w 1338"/>
              <a:gd name="T21" fmla="*/ 254 h 426"/>
              <a:gd name="T22" fmla="*/ 1082 w 1338"/>
              <a:gd name="T23" fmla="*/ 232 h 426"/>
              <a:gd name="T24" fmla="*/ 1198 w 1338"/>
              <a:gd name="T25" fmla="*/ 196 h 426"/>
              <a:gd name="T26" fmla="*/ 1258 w 1338"/>
              <a:gd name="T27" fmla="*/ 172 h 426"/>
              <a:gd name="T28" fmla="*/ 1278 w 1338"/>
              <a:gd name="T29" fmla="*/ 188 h 426"/>
              <a:gd name="T30" fmla="*/ 1304 w 1338"/>
              <a:gd name="T31" fmla="*/ 220 h 426"/>
              <a:gd name="T32" fmla="*/ 1328 w 1338"/>
              <a:gd name="T33" fmla="*/ 268 h 426"/>
              <a:gd name="T34" fmla="*/ 1338 w 1338"/>
              <a:gd name="T35" fmla="*/ 298 h 426"/>
              <a:gd name="T36" fmla="*/ 1272 w 1338"/>
              <a:gd name="T37" fmla="*/ 328 h 426"/>
              <a:gd name="T38" fmla="*/ 1166 w 1338"/>
              <a:gd name="T39" fmla="*/ 364 h 426"/>
              <a:gd name="T40" fmla="*/ 1018 w 1338"/>
              <a:gd name="T41" fmla="*/ 402 h 426"/>
              <a:gd name="T42" fmla="*/ 934 w 1338"/>
              <a:gd name="T43" fmla="*/ 416 h 426"/>
              <a:gd name="T44" fmla="*/ 840 w 1338"/>
              <a:gd name="T45" fmla="*/ 424 h 426"/>
              <a:gd name="T46" fmla="*/ 742 w 1338"/>
              <a:gd name="T47" fmla="*/ 426 h 426"/>
              <a:gd name="T48" fmla="*/ 640 w 1338"/>
              <a:gd name="T49" fmla="*/ 420 h 426"/>
              <a:gd name="T50" fmla="*/ 534 w 1338"/>
              <a:gd name="T51" fmla="*/ 402 h 426"/>
              <a:gd name="T52" fmla="*/ 426 w 1338"/>
              <a:gd name="T53" fmla="*/ 374 h 426"/>
              <a:gd name="T54" fmla="*/ 316 w 1338"/>
              <a:gd name="T55" fmla="*/ 330 h 426"/>
              <a:gd name="T56" fmla="*/ 206 w 1338"/>
              <a:gd name="T57" fmla="*/ 274 h 426"/>
              <a:gd name="T58" fmla="*/ 98 w 1338"/>
              <a:gd name="T59" fmla="*/ 198 h 426"/>
              <a:gd name="T60" fmla="*/ 72 w 1338"/>
              <a:gd name="T61" fmla="*/ 172 h 426"/>
              <a:gd name="T62" fmla="*/ 26 w 1338"/>
              <a:gd name="T63" fmla="*/ 112 h 426"/>
              <a:gd name="T64" fmla="*/ 8 w 1338"/>
              <a:gd name="T65" fmla="*/ 78 h 426"/>
              <a:gd name="T66" fmla="*/ 0 w 1338"/>
              <a:gd name="T67" fmla="*/ 44 h 426"/>
              <a:gd name="T68" fmla="*/ 2 w 1338"/>
              <a:gd name="T69" fmla="*/ 30 h 426"/>
              <a:gd name="T70" fmla="*/ 10 w 1338"/>
              <a:gd name="T71" fmla="*/ 18 h 426"/>
              <a:gd name="T72" fmla="*/ 22 w 1338"/>
              <a:gd name="T73" fmla="*/ 8 h 426"/>
              <a:gd name="T74" fmla="*/ 42 w 1338"/>
              <a:gd name="T75" fmla="*/ 0 h 4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338" h="426">
                <a:moveTo>
                  <a:pt x="42" y="0"/>
                </a:moveTo>
                <a:lnTo>
                  <a:pt x="42" y="0"/>
                </a:lnTo>
                <a:lnTo>
                  <a:pt x="46" y="0"/>
                </a:lnTo>
                <a:lnTo>
                  <a:pt x="54" y="2"/>
                </a:lnTo>
                <a:lnTo>
                  <a:pt x="78" y="16"/>
                </a:lnTo>
                <a:lnTo>
                  <a:pt x="158" y="62"/>
                </a:lnTo>
                <a:lnTo>
                  <a:pt x="212" y="92"/>
                </a:lnTo>
                <a:lnTo>
                  <a:pt x="276" y="124"/>
                </a:lnTo>
                <a:lnTo>
                  <a:pt x="346" y="156"/>
                </a:lnTo>
                <a:lnTo>
                  <a:pt x="386" y="172"/>
                </a:lnTo>
                <a:lnTo>
                  <a:pt x="426" y="188"/>
                </a:lnTo>
                <a:lnTo>
                  <a:pt x="468" y="202"/>
                </a:lnTo>
                <a:lnTo>
                  <a:pt x="512" y="216"/>
                </a:lnTo>
                <a:lnTo>
                  <a:pt x="556" y="228"/>
                </a:lnTo>
                <a:lnTo>
                  <a:pt x="604" y="238"/>
                </a:lnTo>
                <a:lnTo>
                  <a:pt x="652" y="248"/>
                </a:lnTo>
                <a:lnTo>
                  <a:pt x="702" y="254"/>
                </a:lnTo>
                <a:lnTo>
                  <a:pt x="752" y="260"/>
                </a:lnTo>
                <a:lnTo>
                  <a:pt x="804" y="262"/>
                </a:lnTo>
                <a:lnTo>
                  <a:pt x="858" y="262"/>
                </a:lnTo>
                <a:lnTo>
                  <a:pt x="912" y="260"/>
                </a:lnTo>
                <a:lnTo>
                  <a:pt x="968" y="254"/>
                </a:lnTo>
                <a:lnTo>
                  <a:pt x="1024" y="246"/>
                </a:lnTo>
                <a:lnTo>
                  <a:pt x="1082" y="232"/>
                </a:lnTo>
                <a:lnTo>
                  <a:pt x="1140" y="216"/>
                </a:lnTo>
                <a:lnTo>
                  <a:pt x="1198" y="196"/>
                </a:lnTo>
                <a:lnTo>
                  <a:pt x="1258" y="172"/>
                </a:lnTo>
                <a:lnTo>
                  <a:pt x="1258" y="172"/>
                </a:lnTo>
                <a:lnTo>
                  <a:pt x="1268" y="180"/>
                </a:lnTo>
                <a:lnTo>
                  <a:pt x="1278" y="188"/>
                </a:lnTo>
                <a:lnTo>
                  <a:pt x="1290" y="202"/>
                </a:lnTo>
                <a:lnTo>
                  <a:pt x="1304" y="220"/>
                </a:lnTo>
                <a:lnTo>
                  <a:pt x="1316" y="242"/>
                </a:lnTo>
                <a:lnTo>
                  <a:pt x="1328" y="268"/>
                </a:lnTo>
                <a:lnTo>
                  <a:pt x="1338" y="298"/>
                </a:lnTo>
                <a:lnTo>
                  <a:pt x="1338" y="298"/>
                </a:lnTo>
                <a:lnTo>
                  <a:pt x="1308" y="312"/>
                </a:lnTo>
                <a:lnTo>
                  <a:pt x="1272" y="328"/>
                </a:lnTo>
                <a:lnTo>
                  <a:pt x="1224" y="346"/>
                </a:lnTo>
                <a:lnTo>
                  <a:pt x="1166" y="364"/>
                </a:lnTo>
                <a:lnTo>
                  <a:pt x="1096" y="384"/>
                </a:lnTo>
                <a:lnTo>
                  <a:pt x="1018" y="402"/>
                </a:lnTo>
                <a:lnTo>
                  <a:pt x="976" y="408"/>
                </a:lnTo>
                <a:lnTo>
                  <a:pt x="934" y="416"/>
                </a:lnTo>
                <a:lnTo>
                  <a:pt x="888" y="420"/>
                </a:lnTo>
                <a:lnTo>
                  <a:pt x="840" y="424"/>
                </a:lnTo>
                <a:lnTo>
                  <a:pt x="792" y="426"/>
                </a:lnTo>
                <a:lnTo>
                  <a:pt x="742" y="426"/>
                </a:lnTo>
                <a:lnTo>
                  <a:pt x="692" y="424"/>
                </a:lnTo>
                <a:lnTo>
                  <a:pt x="640" y="420"/>
                </a:lnTo>
                <a:lnTo>
                  <a:pt x="588" y="412"/>
                </a:lnTo>
                <a:lnTo>
                  <a:pt x="534" y="402"/>
                </a:lnTo>
                <a:lnTo>
                  <a:pt x="480" y="390"/>
                </a:lnTo>
                <a:lnTo>
                  <a:pt x="426" y="374"/>
                </a:lnTo>
                <a:lnTo>
                  <a:pt x="370" y="354"/>
                </a:lnTo>
                <a:lnTo>
                  <a:pt x="316" y="330"/>
                </a:lnTo>
                <a:lnTo>
                  <a:pt x="262" y="304"/>
                </a:lnTo>
                <a:lnTo>
                  <a:pt x="206" y="274"/>
                </a:lnTo>
                <a:lnTo>
                  <a:pt x="152" y="238"/>
                </a:lnTo>
                <a:lnTo>
                  <a:pt x="98" y="198"/>
                </a:lnTo>
                <a:lnTo>
                  <a:pt x="98" y="198"/>
                </a:lnTo>
                <a:lnTo>
                  <a:pt x="72" y="172"/>
                </a:lnTo>
                <a:lnTo>
                  <a:pt x="48" y="144"/>
                </a:lnTo>
                <a:lnTo>
                  <a:pt x="26" y="112"/>
                </a:lnTo>
                <a:lnTo>
                  <a:pt x="16" y="94"/>
                </a:lnTo>
                <a:lnTo>
                  <a:pt x="8" y="78"/>
                </a:lnTo>
                <a:lnTo>
                  <a:pt x="2" y="60"/>
                </a:lnTo>
                <a:lnTo>
                  <a:pt x="0" y="44"/>
                </a:lnTo>
                <a:lnTo>
                  <a:pt x="0" y="38"/>
                </a:lnTo>
                <a:lnTo>
                  <a:pt x="2" y="30"/>
                </a:lnTo>
                <a:lnTo>
                  <a:pt x="6" y="24"/>
                </a:lnTo>
                <a:lnTo>
                  <a:pt x="10" y="18"/>
                </a:lnTo>
                <a:lnTo>
                  <a:pt x="16" y="12"/>
                </a:lnTo>
                <a:lnTo>
                  <a:pt x="22" y="8"/>
                </a:lnTo>
                <a:lnTo>
                  <a:pt x="32" y="2"/>
                </a:lnTo>
                <a:lnTo>
                  <a:pt x="42"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nchor="ctr"/>
          <a:lstStyle/>
          <a:p>
            <a:pPr algn="ctr"/>
            <a:endParaRPr sz="1350">
              <a:latin typeface="微软雅黑" panose="020B0503020204020204" pitchFamily="34" charset="-122"/>
              <a:ea typeface="微软雅黑" panose="020B0503020204020204" pitchFamily="34" charset="-122"/>
            </a:endParaRPr>
          </a:p>
        </p:txBody>
      </p:sp>
      <p:sp>
        <p:nvSpPr>
          <p:cNvPr id="42" name="任意多边形 41"/>
          <p:cNvSpPr/>
          <p:nvPr>
            <p:custDataLst>
              <p:tags r:id="rId16"/>
            </p:custDataLst>
          </p:nvPr>
        </p:nvSpPr>
        <p:spPr bwMode="auto">
          <a:xfrm>
            <a:off x="1559560" y="1290320"/>
            <a:ext cx="115570" cy="312420"/>
          </a:xfrm>
          <a:custGeom>
            <a:avLst/>
            <a:gdLst>
              <a:gd name="T0" fmla="*/ 80 w 152"/>
              <a:gd name="T1" fmla="*/ 2 h 410"/>
              <a:gd name="T2" fmla="*/ 80 w 152"/>
              <a:gd name="T3" fmla="*/ 2 h 410"/>
              <a:gd name="T4" fmla="*/ 84 w 152"/>
              <a:gd name="T5" fmla="*/ 10 h 410"/>
              <a:gd name="T6" fmla="*/ 100 w 152"/>
              <a:gd name="T7" fmla="*/ 32 h 410"/>
              <a:gd name="T8" fmla="*/ 118 w 152"/>
              <a:gd name="T9" fmla="*/ 66 h 410"/>
              <a:gd name="T10" fmla="*/ 128 w 152"/>
              <a:gd name="T11" fmla="*/ 88 h 410"/>
              <a:gd name="T12" fmla="*/ 136 w 152"/>
              <a:gd name="T13" fmla="*/ 112 h 410"/>
              <a:gd name="T14" fmla="*/ 144 w 152"/>
              <a:gd name="T15" fmla="*/ 138 h 410"/>
              <a:gd name="T16" fmla="*/ 150 w 152"/>
              <a:gd name="T17" fmla="*/ 168 h 410"/>
              <a:gd name="T18" fmla="*/ 152 w 152"/>
              <a:gd name="T19" fmla="*/ 198 h 410"/>
              <a:gd name="T20" fmla="*/ 152 w 152"/>
              <a:gd name="T21" fmla="*/ 230 h 410"/>
              <a:gd name="T22" fmla="*/ 148 w 152"/>
              <a:gd name="T23" fmla="*/ 264 h 410"/>
              <a:gd name="T24" fmla="*/ 138 w 152"/>
              <a:gd name="T25" fmla="*/ 298 h 410"/>
              <a:gd name="T26" fmla="*/ 124 w 152"/>
              <a:gd name="T27" fmla="*/ 334 h 410"/>
              <a:gd name="T28" fmla="*/ 116 w 152"/>
              <a:gd name="T29" fmla="*/ 352 h 410"/>
              <a:gd name="T30" fmla="*/ 106 w 152"/>
              <a:gd name="T31" fmla="*/ 370 h 410"/>
              <a:gd name="T32" fmla="*/ 106 w 152"/>
              <a:gd name="T33" fmla="*/ 370 h 410"/>
              <a:gd name="T34" fmla="*/ 96 w 152"/>
              <a:gd name="T35" fmla="*/ 386 h 410"/>
              <a:gd name="T36" fmla="*/ 84 w 152"/>
              <a:gd name="T37" fmla="*/ 398 h 410"/>
              <a:gd name="T38" fmla="*/ 74 w 152"/>
              <a:gd name="T39" fmla="*/ 406 h 410"/>
              <a:gd name="T40" fmla="*/ 66 w 152"/>
              <a:gd name="T41" fmla="*/ 408 h 410"/>
              <a:gd name="T42" fmla="*/ 56 w 152"/>
              <a:gd name="T43" fmla="*/ 410 h 410"/>
              <a:gd name="T44" fmla="*/ 48 w 152"/>
              <a:gd name="T45" fmla="*/ 406 h 410"/>
              <a:gd name="T46" fmla="*/ 42 w 152"/>
              <a:gd name="T47" fmla="*/ 400 h 410"/>
              <a:gd name="T48" fmla="*/ 34 w 152"/>
              <a:gd name="T49" fmla="*/ 390 h 410"/>
              <a:gd name="T50" fmla="*/ 28 w 152"/>
              <a:gd name="T51" fmla="*/ 380 h 410"/>
              <a:gd name="T52" fmla="*/ 22 w 152"/>
              <a:gd name="T53" fmla="*/ 366 h 410"/>
              <a:gd name="T54" fmla="*/ 12 w 152"/>
              <a:gd name="T55" fmla="*/ 332 h 410"/>
              <a:gd name="T56" fmla="*/ 6 w 152"/>
              <a:gd name="T57" fmla="*/ 292 h 410"/>
              <a:gd name="T58" fmla="*/ 0 w 152"/>
              <a:gd name="T59" fmla="*/ 250 h 410"/>
              <a:gd name="T60" fmla="*/ 0 w 152"/>
              <a:gd name="T61" fmla="*/ 204 h 410"/>
              <a:gd name="T62" fmla="*/ 0 w 152"/>
              <a:gd name="T63" fmla="*/ 158 h 410"/>
              <a:gd name="T64" fmla="*/ 6 w 152"/>
              <a:gd name="T65" fmla="*/ 114 h 410"/>
              <a:gd name="T66" fmla="*/ 14 w 152"/>
              <a:gd name="T67" fmla="*/ 76 h 410"/>
              <a:gd name="T68" fmla="*/ 18 w 152"/>
              <a:gd name="T69" fmla="*/ 58 h 410"/>
              <a:gd name="T70" fmla="*/ 24 w 152"/>
              <a:gd name="T71" fmla="*/ 42 h 410"/>
              <a:gd name="T72" fmla="*/ 32 w 152"/>
              <a:gd name="T73" fmla="*/ 30 h 410"/>
              <a:gd name="T74" fmla="*/ 38 w 152"/>
              <a:gd name="T75" fmla="*/ 18 h 410"/>
              <a:gd name="T76" fmla="*/ 48 w 152"/>
              <a:gd name="T77" fmla="*/ 10 h 410"/>
              <a:gd name="T78" fmla="*/ 58 w 152"/>
              <a:gd name="T79" fmla="*/ 4 h 410"/>
              <a:gd name="T80" fmla="*/ 68 w 152"/>
              <a:gd name="T81" fmla="*/ 0 h 410"/>
              <a:gd name="T82" fmla="*/ 80 w 152"/>
              <a:gd name="T83" fmla="*/ 2 h 4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52" h="410">
                <a:moveTo>
                  <a:pt x="80" y="2"/>
                </a:moveTo>
                <a:lnTo>
                  <a:pt x="80" y="2"/>
                </a:lnTo>
                <a:lnTo>
                  <a:pt x="84" y="10"/>
                </a:lnTo>
                <a:lnTo>
                  <a:pt x="100" y="32"/>
                </a:lnTo>
                <a:lnTo>
                  <a:pt x="118" y="66"/>
                </a:lnTo>
                <a:lnTo>
                  <a:pt x="128" y="88"/>
                </a:lnTo>
                <a:lnTo>
                  <a:pt x="136" y="112"/>
                </a:lnTo>
                <a:lnTo>
                  <a:pt x="144" y="138"/>
                </a:lnTo>
                <a:lnTo>
                  <a:pt x="150" y="168"/>
                </a:lnTo>
                <a:lnTo>
                  <a:pt x="152" y="198"/>
                </a:lnTo>
                <a:lnTo>
                  <a:pt x="152" y="230"/>
                </a:lnTo>
                <a:lnTo>
                  <a:pt x="148" y="264"/>
                </a:lnTo>
                <a:lnTo>
                  <a:pt x="138" y="298"/>
                </a:lnTo>
                <a:lnTo>
                  <a:pt x="124" y="334"/>
                </a:lnTo>
                <a:lnTo>
                  <a:pt x="116" y="352"/>
                </a:lnTo>
                <a:lnTo>
                  <a:pt x="106" y="370"/>
                </a:lnTo>
                <a:lnTo>
                  <a:pt x="106" y="370"/>
                </a:lnTo>
                <a:lnTo>
                  <a:pt x="96" y="386"/>
                </a:lnTo>
                <a:lnTo>
                  <a:pt x="84" y="398"/>
                </a:lnTo>
                <a:lnTo>
                  <a:pt x="74" y="406"/>
                </a:lnTo>
                <a:lnTo>
                  <a:pt x="66" y="408"/>
                </a:lnTo>
                <a:lnTo>
                  <a:pt x="56" y="410"/>
                </a:lnTo>
                <a:lnTo>
                  <a:pt x="48" y="406"/>
                </a:lnTo>
                <a:lnTo>
                  <a:pt x="42" y="400"/>
                </a:lnTo>
                <a:lnTo>
                  <a:pt x="34" y="390"/>
                </a:lnTo>
                <a:lnTo>
                  <a:pt x="28" y="380"/>
                </a:lnTo>
                <a:lnTo>
                  <a:pt x="22" y="366"/>
                </a:lnTo>
                <a:lnTo>
                  <a:pt x="12" y="332"/>
                </a:lnTo>
                <a:lnTo>
                  <a:pt x="6" y="292"/>
                </a:lnTo>
                <a:lnTo>
                  <a:pt x="0" y="250"/>
                </a:lnTo>
                <a:lnTo>
                  <a:pt x="0" y="204"/>
                </a:lnTo>
                <a:lnTo>
                  <a:pt x="0" y="158"/>
                </a:lnTo>
                <a:lnTo>
                  <a:pt x="6" y="114"/>
                </a:lnTo>
                <a:lnTo>
                  <a:pt x="14" y="76"/>
                </a:lnTo>
                <a:lnTo>
                  <a:pt x="18" y="58"/>
                </a:lnTo>
                <a:lnTo>
                  <a:pt x="24" y="42"/>
                </a:lnTo>
                <a:lnTo>
                  <a:pt x="32" y="30"/>
                </a:lnTo>
                <a:lnTo>
                  <a:pt x="38" y="18"/>
                </a:lnTo>
                <a:lnTo>
                  <a:pt x="48" y="10"/>
                </a:lnTo>
                <a:lnTo>
                  <a:pt x="58" y="4"/>
                </a:lnTo>
                <a:lnTo>
                  <a:pt x="68" y="0"/>
                </a:lnTo>
                <a:lnTo>
                  <a:pt x="80" y="2"/>
                </a:lnTo>
                <a:close/>
              </a:path>
            </a:pathLst>
          </a:custGeom>
          <a:solidFill>
            <a:srgbClr val="755243"/>
          </a:solidFill>
          <a:ln>
            <a:noFill/>
          </a:ln>
        </p:spPr>
        <p:txBody>
          <a:bodyPr anchor="ctr"/>
          <a:lstStyle/>
          <a:p>
            <a:pPr algn="ctr"/>
            <a:endParaRPr sz="1350">
              <a:latin typeface="微软雅黑" panose="020B0503020204020204" pitchFamily="34" charset="-122"/>
              <a:ea typeface="微软雅黑" panose="020B0503020204020204" pitchFamily="34" charset="-122"/>
            </a:endParaRPr>
          </a:p>
        </p:txBody>
      </p:sp>
      <p:sp>
        <p:nvSpPr>
          <p:cNvPr id="43" name="任意多边形 42"/>
          <p:cNvSpPr/>
          <p:nvPr>
            <p:custDataLst>
              <p:tags r:id="rId17"/>
            </p:custDataLst>
          </p:nvPr>
        </p:nvSpPr>
        <p:spPr bwMode="auto">
          <a:xfrm>
            <a:off x="1559560" y="1290320"/>
            <a:ext cx="115570" cy="312420"/>
          </a:xfrm>
          <a:custGeom>
            <a:avLst/>
            <a:gdLst>
              <a:gd name="T0" fmla="*/ 80 w 152"/>
              <a:gd name="T1" fmla="*/ 2 h 410"/>
              <a:gd name="T2" fmla="*/ 80 w 152"/>
              <a:gd name="T3" fmla="*/ 2 h 410"/>
              <a:gd name="T4" fmla="*/ 84 w 152"/>
              <a:gd name="T5" fmla="*/ 10 h 410"/>
              <a:gd name="T6" fmla="*/ 100 w 152"/>
              <a:gd name="T7" fmla="*/ 32 h 410"/>
              <a:gd name="T8" fmla="*/ 118 w 152"/>
              <a:gd name="T9" fmla="*/ 66 h 410"/>
              <a:gd name="T10" fmla="*/ 128 w 152"/>
              <a:gd name="T11" fmla="*/ 88 h 410"/>
              <a:gd name="T12" fmla="*/ 136 w 152"/>
              <a:gd name="T13" fmla="*/ 112 h 410"/>
              <a:gd name="T14" fmla="*/ 144 w 152"/>
              <a:gd name="T15" fmla="*/ 138 h 410"/>
              <a:gd name="T16" fmla="*/ 150 w 152"/>
              <a:gd name="T17" fmla="*/ 168 h 410"/>
              <a:gd name="T18" fmla="*/ 152 w 152"/>
              <a:gd name="T19" fmla="*/ 198 h 410"/>
              <a:gd name="T20" fmla="*/ 152 w 152"/>
              <a:gd name="T21" fmla="*/ 230 h 410"/>
              <a:gd name="T22" fmla="*/ 148 w 152"/>
              <a:gd name="T23" fmla="*/ 264 h 410"/>
              <a:gd name="T24" fmla="*/ 138 w 152"/>
              <a:gd name="T25" fmla="*/ 298 h 410"/>
              <a:gd name="T26" fmla="*/ 124 w 152"/>
              <a:gd name="T27" fmla="*/ 334 h 410"/>
              <a:gd name="T28" fmla="*/ 116 w 152"/>
              <a:gd name="T29" fmla="*/ 352 h 410"/>
              <a:gd name="T30" fmla="*/ 106 w 152"/>
              <a:gd name="T31" fmla="*/ 370 h 410"/>
              <a:gd name="T32" fmla="*/ 106 w 152"/>
              <a:gd name="T33" fmla="*/ 370 h 410"/>
              <a:gd name="T34" fmla="*/ 96 w 152"/>
              <a:gd name="T35" fmla="*/ 386 h 410"/>
              <a:gd name="T36" fmla="*/ 84 w 152"/>
              <a:gd name="T37" fmla="*/ 398 h 410"/>
              <a:gd name="T38" fmla="*/ 74 w 152"/>
              <a:gd name="T39" fmla="*/ 406 h 410"/>
              <a:gd name="T40" fmla="*/ 66 w 152"/>
              <a:gd name="T41" fmla="*/ 408 h 410"/>
              <a:gd name="T42" fmla="*/ 56 w 152"/>
              <a:gd name="T43" fmla="*/ 410 h 410"/>
              <a:gd name="T44" fmla="*/ 48 w 152"/>
              <a:gd name="T45" fmla="*/ 406 h 410"/>
              <a:gd name="T46" fmla="*/ 42 w 152"/>
              <a:gd name="T47" fmla="*/ 400 h 410"/>
              <a:gd name="T48" fmla="*/ 34 w 152"/>
              <a:gd name="T49" fmla="*/ 390 h 410"/>
              <a:gd name="T50" fmla="*/ 28 w 152"/>
              <a:gd name="T51" fmla="*/ 380 h 410"/>
              <a:gd name="T52" fmla="*/ 22 w 152"/>
              <a:gd name="T53" fmla="*/ 366 h 410"/>
              <a:gd name="T54" fmla="*/ 12 w 152"/>
              <a:gd name="T55" fmla="*/ 332 h 410"/>
              <a:gd name="T56" fmla="*/ 6 w 152"/>
              <a:gd name="T57" fmla="*/ 292 h 410"/>
              <a:gd name="T58" fmla="*/ 0 w 152"/>
              <a:gd name="T59" fmla="*/ 250 h 410"/>
              <a:gd name="T60" fmla="*/ 0 w 152"/>
              <a:gd name="T61" fmla="*/ 204 h 410"/>
              <a:gd name="T62" fmla="*/ 0 w 152"/>
              <a:gd name="T63" fmla="*/ 158 h 410"/>
              <a:gd name="T64" fmla="*/ 6 w 152"/>
              <a:gd name="T65" fmla="*/ 114 h 410"/>
              <a:gd name="T66" fmla="*/ 14 w 152"/>
              <a:gd name="T67" fmla="*/ 76 h 410"/>
              <a:gd name="T68" fmla="*/ 18 w 152"/>
              <a:gd name="T69" fmla="*/ 58 h 410"/>
              <a:gd name="T70" fmla="*/ 24 w 152"/>
              <a:gd name="T71" fmla="*/ 42 h 410"/>
              <a:gd name="T72" fmla="*/ 32 w 152"/>
              <a:gd name="T73" fmla="*/ 30 h 410"/>
              <a:gd name="T74" fmla="*/ 38 w 152"/>
              <a:gd name="T75" fmla="*/ 18 h 410"/>
              <a:gd name="T76" fmla="*/ 48 w 152"/>
              <a:gd name="T77" fmla="*/ 10 h 410"/>
              <a:gd name="T78" fmla="*/ 58 w 152"/>
              <a:gd name="T79" fmla="*/ 4 h 410"/>
              <a:gd name="T80" fmla="*/ 68 w 152"/>
              <a:gd name="T81" fmla="*/ 0 h 410"/>
              <a:gd name="T82" fmla="*/ 80 w 152"/>
              <a:gd name="T83" fmla="*/ 2 h 4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52" h="410">
                <a:moveTo>
                  <a:pt x="80" y="2"/>
                </a:moveTo>
                <a:lnTo>
                  <a:pt x="80" y="2"/>
                </a:lnTo>
                <a:lnTo>
                  <a:pt x="84" y="10"/>
                </a:lnTo>
                <a:lnTo>
                  <a:pt x="100" y="32"/>
                </a:lnTo>
                <a:lnTo>
                  <a:pt x="118" y="66"/>
                </a:lnTo>
                <a:lnTo>
                  <a:pt x="128" y="88"/>
                </a:lnTo>
                <a:lnTo>
                  <a:pt x="136" y="112"/>
                </a:lnTo>
                <a:lnTo>
                  <a:pt x="144" y="138"/>
                </a:lnTo>
                <a:lnTo>
                  <a:pt x="150" y="168"/>
                </a:lnTo>
                <a:lnTo>
                  <a:pt x="152" y="198"/>
                </a:lnTo>
                <a:lnTo>
                  <a:pt x="152" y="230"/>
                </a:lnTo>
                <a:lnTo>
                  <a:pt x="148" y="264"/>
                </a:lnTo>
                <a:lnTo>
                  <a:pt x="138" y="298"/>
                </a:lnTo>
                <a:lnTo>
                  <a:pt x="124" y="334"/>
                </a:lnTo>
                <a:lnTo>
                  <a:pt x="116" y="352"/>
                </a:lnTo>
                <a:lnTo>
                  <a:pt x="106" y="370"/>
                </a:lnTo>
                <a:lnTo>
                  <a:pt x="106" y="370"/>
                </a:lnTo>
                <a:lnTo>
                  <a:pt x="96" y="386"/>
                </a:lnTo>
                <a:lnTo>
                  <a:pt x="84" y="398"/>
                </a:lnTo>
                <a:lnTo>
                  <a:pt x="74" y="406"/>
                </a:lnTo>
                <a:lnTo>
                  <a:pt x="66" y="408"/>
                </a:lnTo>
                <a:lnTo>
                  <a:pt x="56" y="410"/>
                </a:lnTo>
                <a:lnTo>
                  <a:pt x="48" y="406"/>
                </a:lnTo>
                <a:lnTo>
                  <a:pt x="42" y="400"/>
                </a:lnTo>
                <a:lnTo>
                  <a:pt x="34" y="390"/>
                </a:lnTo>
                <a:lnTo>
                  <a:pt x="28" y="380"/>
                </a:lnTo>
                <a:lnTo>
                  <a:pt x="22" y="366"/>
                </a:lnTo>
                <a:lnTo>
                  <a:pt x="12" y="332"/>
                </a:lnTo>
                <a:lnTo>
                  <a:pt x="6" y="292"/>
                </a:lnTo>
                <a:lnTo>
                  <a:pt x="0" y="250"/>
                </a:lnTo>
                <a:lnTo>
                  <a:pt x="0" y="204"/>
                </a:lnTo>
                <a:lnTo>
                  <a:pt x="0" y="158"/>
                </a:lnTo>
                <a:lnTo>
                  <a:pt x="6" y="114"/>
                </a:lnTo>
                <a:lnTo>
                  <a:pt x="14" y="76"/>
                </a:lnTo>
                <a:lnTo>
                  <a:pt x="18" y="58"/>
                </a:lnTo>
                <a:lnTo>
                  <a:pt x="24" y="42"/>
                </a:lnTo>
                <a:lnTo>
                  <a:pt x="32" y="30"/>
                </a:lnTo>
                <a:lnTo>
                  <a:pt x="38" y="18"/>
                </a:lnTo>
                <a:lnTo>
                  <a:pt x="48" y="10"/>
                </a:lnTo>
                <a:lnTo>
                  <a:pt x="58" y="4"/>
                </a:lnTo>
                <a:lnTo>
                  <a:pt x="68" y="0"/>
                </a:lnTo>
                <a:lnTo>
                  <a:pt x="80" y="2"/>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nchor="ctr"/>
          <a:lstStyle/>
          <a:p>
            <a:pPr algn="ctr"/>
            <a:endParaRPr sz="1350">
              <a:latin typeface="微软雅黑" panose="020B0503020204020204" pitchFamily="34" charset="-122"/>
              <a:ea typeface="微软雅黑" panose="020B0503020204020204" pitchFamily="34" charset="-122"/>
            </a:endParaRPr>
          </a:p>
        </p:txBody>
      </p:sp>
      <p:sp>
        <p:nvSpPr>
          <p:cNvPr id="44" name="任意多边形 43"/>
          <p:cNvSpPr/>
          <p:nvPr>
            <p:custDataLst>
              <p:tags r:id="rId18"/>
            </p:custDataLst>
          </p:nvPr>
        </p:nvSpPr>
        <p:spPr bwMode="auto">
          <a:xfrm>
            <a:off x="1177925" y="1252220"/>
            <a:ext cx="513715" cy="713105"/>
          </a:xfrm>
          <a:custGeom>
            <a:avLst/>
            <a:gdLst>
              <a:gd name="T0" fmla="*/ 556 w 674"/>
              <a:gd name="T1" fmla="*/ 106 h 936"/>
              <a:gd name="T2" fmla="*/ 598 w 674"/>
              <a:gd name="T3" fmla="*/ 256 h 936"/>
              <a:gd name="T4" fmla="*/ 646 w 674"/>
              <a:gd name="T5" fmla="*/ 458 h 936"/>
              <a:gd name="T6" fmla="*/ 664 w 674"/>
              <a:gd name="T7" fmla="*/ 564 h 936"/>
              <a:gd name="T8" fmla="*/ 674 w 674"/>
              <a:gd name="T9" fmla="*/ 664 h 936"/>
              <a:gd name="T10" fmla="*/ 672 w 674"/>
              <a:gd name="T11" fmla="*/ 750 h 936"/>
              <a:gd name="T12" fmla="*/ 670 w 674"/>
              <a:gd name="T13" fmla="*/ 768 h 936"/>
              <a:gd name="T14" fmla="*/ 656 w 674"/>
              <a:gd name="T15" fmla="*/ 802 h 936"/>
              <a:gd name="T16" fmla="*/ 638 w 674"/>
              <a:gd name="T17" fmla="*/ 832 h 936"/>
              <a:gd name="T18" fmla="*/ 612 w 674"/>
              <a:gd name="T19" fmla="*/ 858 h 936"/>
              <a:gd name="T20" fmla="*/ 580 w 674"/>
              <a:gd name="T21" fmla="*/ 880 h 936"/>
              <a:gd name="T22" fmla="*/ 526 w 674"/>
              <a:gd name="T23" fmla="*/ 906 h 936"/>
              <a:gd name="T24" fmla="*/ 444 w 674"/>
              <a:gd name="T25" fmla="*/ 928 h 936"/>
              <a:gd name="T26" fmla="*/ 360 w 674"/>
              <a:gd name="T27" fmla="*/ 936 h 936"/>
              <a:gd name="T28" fmla="*/ 280 w 674"/>
              <a:gd name="T29" fmla="*/ 934 h 936"/>
              <a:gd name="T30" fmla="*/ 214 w 674"/>
              <a:gd name="T31" fmla="*/ 920 h 936"/>
              <a:gd name="T32" fmla="*/ 178 w 674"/>
              <a:gd name="T33" fmla="*/ 904 h 936"/>
              <a:gd name="T34" fmla="*/ 170 w 674"/>
              <a:gd name="T35" fmla="*/ 896 h 936"/>
              <a:gd name="T36" fmla="*/ 138 w 674"/>
              <a:gd name="T37" fmla="*/ 860 h 936"/>
              <a:gd name="T38" fmla="*/ 110 w 674"/>
              <a:gd name="T39" fmla="*/ 810 h 936"/>
              <a:gd name="T40" fmla="*/ 84 w 674"/>
              <a:gd name="T41" fmla="*/ 750 h 936"/>
              <a:gd name="T42" fmla="*/ 46 w 674"/>
              <a:gd name="T43" fmla="*/ 632 h 936"/>
              <a:gd name="T44" fmla="*/ 22 w 674"/>
              <a:gd name="T45" fmla="*/ 540 h 936"/>
              <a:gd name="T46" fmla="*/ 12 w 674"/>
              <a:gd name="T47" fmla="*/ 482 h 936"/>
              <a:gd name="T48" fmla="*/ 0 w 674"/>
              <a:gd name="T49" fmla="*/ 348 h 936"/>
              <a:gd name="T50" fmla="*/ 0 w 674"/>
              <a:gd name="T51" fmla="*/ 272 h 936"/>
              <a:gd name="T52" fmla="*/ 8 w 674"/>
              <a:gd name="T53" fmla="*/ 198 h 936"/>
              <a:gd name="T54" fmla="*/ 28 w 674"/>
              <a:gd name="T55" fmla="*/ 134 h 936"/>
              <a:gd name="T56" fmla="*/ 42 w 674"/>
              <a:gd name="T57" fmla="*/ 110 h 936"/>
              <a:gd name="T58" fmla="*/ 60 w 674"/>
              <a:gd name="T59" fmla="*/ 90 h 936"/>
              <a:gd name="T60" fmla="*/ 82 w 674"/>
              <a:gd name="T61" fmla="*/ 72 h 936"/>
              <a:gd name="T62" fmla="*/ 140 w 674"/>
              <a:gd name="T63" fmla="*/ 42 h 936"/>
              <a:gd name="T64" fmla="*/ 208 w 674"/>
              <a:gd name="T65" fmla="*/ 20 h 936"/>
              <a:gd name="T66" fmla="*/ 282 w 674"/>
              <a:gd name="T67" fmla="*/ 4 h 936"/>
              <a:gd name="T68" fmla="*/ 356 w 674"/>
              <a:gd name="T69" fmla="*/ 0 h 936"/>
              <a:gd name="T70" fmla="*/ 428 w 674"/>
              <a:gd name="T71" fmla="*/ 10 h 936"/>
              <a:gd name="T72" fmla="*/ 476 w 674"/>
              <a:gd name="T73" fmla="*/ 26 h 936"/>
              <a:gd name="T74" fmla="*/ 504 w 674"/>
              <a:gd name="T75" fmla="*/ 42 h 936"/>
              <a:gd name="T76" fmla="*/ 528 w 674"/>
              <a:gd name="T77" fmla="*/ 64 h 936"/>
              <a:gd name="T78" fmla="*/ 548 w 674"/>
              <a:gd name="T79" fmla="*/ 90 h 9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674" h="936">
                <a:moveTo>
                  <a:pt x="556" y="106"/>
                </a:moveTo>
                <a:lnTo>
                  <a:pt x="556" y="106"/>
                </a:lnTo>
                <a:lnTo>
                  <a:pt x="578" y="178"/>
                </a:lnTo>
                <a:lnTo>
                  <a:pt x="598" y="256"/>
                </a:lnTo>
                <a:lnTo>
                  <a:pt x="622" y="352"/>
                </a:lnTo>
                <a:lnTo>
                  <a:pt x="646" y="458"/>
                </a:lnTo>
                <a:lnTo>
                  <a:pt x="656" y="510"/>
                </a:lnTo>
                <a:lnTo>
                  <a:pt x="664" y="564"/>
                </a:lnTo>
                <a:lnTo>
                  <a:pt x="670" y="616"/>
                </a:lnTo>
                <a:lnTo>
                  <a:pt x="674" y="664"/>
                </a:lnTo>
                <a:lnTo>
                  <a:pt x="674" y="710"/>
                </a:lnTo>
                <a:lnTo>
                  <a:pt x="672" y="750"/>
                </a:lnTo>
                <a:lnTo>
                  <a:pt x="672" y="750"/>
                </a:lnTo>
                <a:lnTo>
                  <a:pt x="670" y="768"/>
                </a:lnTo>
                <a:lnTo>
                  <a:pt x="664" y="786"/>
                </a:lnTo>
                <a:lnTo>
                  <a:pt x="656" y="802"/>
                </a:lnTo>
                <a:lnTo>
                  <a:pt x="648" y="818"/>
                </a:lnTo>
                <a:lnTo>
                  <a:pt x="638" y="832"/>
                </a:lnTo>
                <a:lnTo>
                  <a:pt x="624" y="846"/>
                </a:lnTo>
                <a:lnTo>
                  <a:pt x="612" y="858"/>
                </a:lnTo>
                <a:lnTo>
                  <a:pt x="596" y="870"/>
                </a:lnTo>
                <a:lnTo>
                  <a:pt x="580" y="880"/>
                </a:lnTo>
                <a:lnTo>
                  <a:pt x="562" y="890"/>
                </a:lnTo>
                <a:lnTo>
                  <a:pt x="526" y="906"/>
                </a:lnTo>
                <a:lnTo>
                  <a:pt x="486" y="918"/>
                </a:lnTo>
                <a:lnTo>
                  <a:pt x="444" y="928"/>
                </a:lnTo>
                <a:lnTo>
                  <a:pt x="402" y="934"/>
                </a:lnTo>
                <a:lnTo>
                  <a:pt x="360" y="936"/>
                </a:lnTo>
                <a:lnTo>
                  <a:pt x="320" y="936"/>
                </a:lnTo>
                <a:lnTo>
                  <a:pt x="280" y="934"/>
                </a:lnTo>
                <a:lnTo>
                  <a:pt x="246" y="928"/>
                </a:lnTo>
                <a:lnTo>
                  <a:pt x="214" y="920"/>
                </a:lnTo>
                <a:lnTo>
                  <a:pt x="188" y="910"/>
                </a:lnTo>
                <a:lnTo>
                  <a:pt x="178" y="904"/>
                </a:lnTo>
                <a:lnTo>
                  <a:pt x="170" y="896"/>
                </a:lnTo>
                <a:lnTo>
                  <a:pt x="170" y="896"/>
                </a:lnTo>
                <a:lnTo>
                  <a:pt x="154" y="880"/>
                </a:lnTo>
                <a:lnTo>
                  <a:pt x="138" y="860"/>
                </a:lnTo>
                <a:lnTo>
                  <a:pt x="124" y="836"/>
                </a:lnTo>
                <a:lnTo>
                  <a:pt x="110" y="810"/>
                </a:lnTo>
                <a:lnTo>
                  <a:pt x="96" y="780"/>
                </a:lnTo>
                <a:lnTo>
                  <a:pt x="84" y="750"/>
                </a:lnTo>
                <a:lnTo>
                  <a:pt x="64" y="690"/>
                </a:lnTo>
                <a:lnTo>
                  <a:pt x="46" y="632"/>
                </a:lnTo>
                <a:lnTo>
                  <a:pt x="34" y="586"/>
                </a:lnTo>
                <a:lnTo>
                  <a:pt x="22" y="540"/>
                </a:lnTo>
                <a:lnTo>
                  <a:pt x="22" y="540"/>
                </a:lnTo>
                <a:lnTo>
                  <a:pt x="12" y="482"/>
                </a:lnTo>
                <a:lnTo>
                  <a:pt x="6" y="422"/>
                </a:lnTo>
                <a:lnTo>
                  <a:pt x="0" y="348"/>
                </a:lnTo>
                <a:lnTo>
                  <a:pt x="0" y="310"/>
                </a:lnTo>
                <a:lnTo>
                  <a:pt x="0" y="272"/>
                </a:lnTo>
                <a:lnTo>
                  <a:pt x="4" y="234"/>
                </a:lnTo>
                <a:lnTo>
                  <a:pt x="8" y="198"/>
                </a:lnTo>
                <a:lnTo>
                  <a:pt x="16" y="164"/>
                </a:lnTo>
                <a:lnTo>
                  <a:pt x="28" y="134"/>
                </a:lnTo>
                <a:lnTo>
                  <a:pt x="34" y="122"/>
                </a:lnTo>
                <a:lnTo>
                  <a:pt x="42" y="110"/>
                </a:lnTo>
                <a:lnTo>
                  <a:pt x="50" y="98"/>
                </a:lnTo>
                <a:lnTo>
                  <a:pt x="60" y="90"/>
                </a:lnTo>
                <a:lnTo>
                  <a:pt x="60" y="90"/>
                </a:lnTo>
                <a:lnTo>
                  <a:pt x="82" y="72"/>
                </a:lnTo>
                <a:lnTo>
                  <a:pt x="110" y="58"/>
                </a:lnTo>
                <a:lnTo>
                  <a:pt x="140" y="42"/>
                </a:lnTo>
                <a:lnTo>
                  <a:pt x="172" y="30"/>
                </a:lnTo>
                <a:lnTo>
                  <a:pt x="208" y="20"/>
                </a:lnTo>
                <a:lnTo>
                  <a:pt x="244" y="10"/>
                </a:lnTo>
                <a:lnTo>
                  <a:pt x="282" y="4"/>
                </a:lnTo>
                <a:lnTo>
                  <a:pt x="320" y="0"/>
                </a:lnTo>
                <a:lnTo>
                  <a:pt x="356" y="0"/>
                </a:lnTo>
                <a:lnTo>
                  <a:pt x="394" y="2"/>
                </a:lnTo>
                <a:lnTo>
                  <a:pt x="428" y="10"/>
                </a:lnTo>
                <a:lnTo>
                  <a:pt x="460" y="20"/>
                </a:lnTo>
                <a:lnTo>
                  <a:pt x="476" y="26"/>
                </a:lnTo>
                <a:lnTo>
                  <a:pt x="490" y="34"/>
                </a:lnTo>
                <a:lnTo>
                  <a:pt x="504" y="42"/>
                </a:lnTo>
                <a:lnTo>
                  <a:pt x="516" y="54"/>
                </a:lnTo>
                <a:lnTo>
                  <a:pt x="528" y="64"/>
                </a:lnTo>
                <a:lnTo>
                  <a:pt x="538" y="76"/>
                </a:lnTo>
                <a:lnTo>
                  <a:pt x="548" y="90"/>
                </a:lnTo>
                <a:lnTo>
                  <a:pt x="556" y="106"/>
                </a:lnTo>
                <a:close/>
              </a:path>
            </a:pathLst>
          </a:custGeom>
          <a:solidFill>
            <a:srgbClr val="FEDCB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350">
              <a:latin typeface="微软雅黑" panose="020B0503020204020204" pitchFamily="34" charset="-122"/>
              <a:ea typeface="微软雅黑" panose="020B0503020204020204" pitchFamily="34" charset="-122"/>
            </a:endParaRPr>
          </a:p>
        </p:txBody>
      </p:sp>
      <p:sp>
        <p:nvSpPr>
          <p:cNvPr id="45" name="任意多边形 44"/>
          <p:cNvSpPr/>
          <p:nvPr>
            <p:custDataLst>
              <p:tags r:id="rId19"/>
            </p:custDataLst>
          </p:nvPr>
        </p:nvSpPr>
        <p:spPr bwMode="auto">
          <a:xfrm>
            <a:off x="1177925" y="1252220"/>
            <a:ext cx="513715" cy="713105"/>
          </a:xfrm>
          <a:custGeom>
            <a:avLst/>
            <a:gdLst>
              <a:gd name="T0" fmla="*/ 556 w 674"/>
              <a:gd name="T1" fmla="*/ 106 h 936"/>
              <a:gd name="T2" fmla="*/ 598 w 674"/>
              <a:gd name="T3" fmla="*/ 256 h 936"/>
              <a:gd name="T4" fmla="*/ 646 w 674"/>
              <a:gd name="T5" fmla="*/ 458 h 936"/>
              <a:gd name="T6" fmla="*/ 664 w 674"/>
              <a:gd name="T7" fmla="*/ 564 h 936"/>
              <a:gd name="T8" fmla="*/ 674 w 674"/>
              <a:gd name="T9" fmla="*/ 664 h 936"/>
              <a:gd name="T10" fmla="*/ 672 w 674"/>
              <a:gd name="T11" fmla="*/ 750 h 936"/>
              <a:gd name="T12" fmla="*/ 670 w 674"/>
              <a:gd name="T13" fmla="*/ 768 h 936"/>
              <a:gd name="T14" fmla="*/ 656 w 674"/>
              <a:gd name="T15" fmla="*/ 802 h 936"/>
              <a:gd name="T16" fmla="*/ 638 w 674"/>
              <a:gd name="T17" fmla="*/ 832 h 936"/>
              <a:gd name="T18" fmla="*/ 612 w 674"/>
              <a:gd name="T19" fmla="*/ 858 h 936"/>
              <a:gd name="T20" fmla="*/ 580 w 674"/>
              <a:gd name="T21" fmla="*/ 880 h 936"/>
              <a:gd name="T22" fmla="*/ 526 w 674"/>
              <a:gd name="T23" fmla="*/ 906 h 936"/>
              <a:gd name="T24" fmla="*/ 444 w 674"/>
              <a:gd name="T25" fmla="*/ 928 h 936"/>
              <a:gd name="T26" fmla="*/ 360 w 674"/>
              <a:gd name="T27" fmla="*/ 936 h 936"/>
              <a:gd name="T28" fmla="*/ 280 w 674"/>
              <a:gd name="T29" fmla="*/ 934 h 936"/>
              <a:gd name="T30" fmla="*/ 214 w 674"/>
              <a:gd name="T31" fmla="*/ 920 h 936"/>
              <a:gd name="T32" fmla="*/ 178 w 674"/>
              <a:gd name="T33" fmla="*/ 904 h 936"/>
              <a:gd name="T34" fmla="*/ 170 w 674"/>
              <a:gd name="T35" fmla="*/ 896 h 936"/>
              <a:gd name="T36" fmla="*/ 138 w 674"/>
              <a:gd name="T37" fmla="*/ 860 h 936"/>
              <a:gd name="T38" fmla="*/ 110 w 674"/>
              <a:gd name="T39" fmla="*/ 810 h 936"/>
              <a:gd name="T40" fmla="*/ 84 w 674"/>
              <a:gd name="T41" fmla="*/ 750 h 936"/>
              <a:gd name="T42" fmla="*/ 46 w 674"/>
              <a:gd name="T43" fmla="*/ 632 h 936"/>
              <a:gd name="T44" fmla="*/ 22 w 674"/>
              <a:gd name="T45" fmla="*/ 540 h 936"/>
              <a:gd name="T46" fmla="*/ 12 w 674"/>
              <a:gd name="T47" fmla="*/ 482 h 936"/>
              <a:gd name="T48" fmla="*/ 0 w 674"/>
              <a:gd name="T49" fmla="*/ 348 h 936"/>
              <a:gd name="T50" fmla="*/ 0 w 674"/>
              <a:gd name="T51" fmla="*/ 272 h 936"/>
              <a:gd name="T52" fmla="*/ 8 w 674"/>
              <a:gd name="T53" fmla="*/ 198 h 936"/>
              <a:gd name="T54" fmla="*/ 28 w 674"/>
              <a:gd name="T55" fmla="*/ 134 h 936"/>
              <a:gd name="T56" fmla="*/ 42 w 674"/>
              <a:gd name="T57" fmla="*/ 110 h 936"/>
              <a:gd name="T58" fmla="*/ 60 w 674"/>
              <a:gd name="T59" fmla="*/ 90 h 936"/>
              <a:gd name="T60" fmla="*/ 82 w 674"/>
              <a:gd name="T61" fmla="*/ 72 h 936"/>
              <a:gd name="T62" fmla="*/ 140 w 674"/>
              <a:gd name="T63" fmla="*/ 42 h 936"/>
              <a:gd name="T64" fmla="*/ 208 w 674"/>
              <a:gd name="T65" fmla="*/ 20 h 936"/>
              <a:gd name="T66" fmla="*/ 282 w 674"/>
              <a:gd name="T67" fmla="*/ 4 h 936"/>
              <a:gd name="T68" fmla="*/ 356 w 674"/>
              <a:gd name="T69" fmla="*/ 0 h 936"/>
              <a:gd name="T70" fmla="*/ 428 w 674"/>
              <a:gd name="T71" fmla="*/ 10 h 936"/>
              <a:gd name="T72" fmla="*/ 476 w 674"/>
              <a:gd name="T73" fmla="*/ 26 h 936"/>
              <a:gd name="T74" fmla="*/ 504 w 674"/>
              <a:gd name="T75" fmla="*/ 42 h 936"/>
              <a:gd name="T76" fmla="*/ 528 w 674"/>
              <a:gd name="T77" fmla="*/ 64 h 936"/>
              <a:gd name="T78" fmla="*/ 548 w 674"/>
              <a:gd name="T79" fmla="*/ 90 h 9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674" h="936">
                <a:moveTo>
                  <a:pt x="556" y="106"/>
                </a:moveTo>
                <a:lnTo>
                  <a:pt x="556" y="106"/>
                </a:lnTo>
                <a:lnTo>
                  <a:pt x="578" y="178"/>
                </a:lnTo>
                <a:lnTo>
                  <a:pt x="598" y="256"/>
                </a:lnTo>
                <a:lnTo>
                  <a:pt x="622" y="352"/>
                </a:lnTo>
                <a:lnTo>
                  <a:pt x="646" y="458"/>
                </a:lnTo>
                <a:lnTo>
                  <a:pt x="656" y="510"/>
                </a:lnTo>
                <a:lnTo>
                  <a:pt x="664" y="564"/>
                </a:lnTo>
                <a:lnTo>
                  <a:pt x="670" y="616"/>
                </a:lnTo>
                <a:lnTo>
                  <a:pt x="674" y="664"/>
                </a:lnTo>
                <a:lnTo>
                  <a:pt x="674" y="710"/>
                </a:lnTo>
                <a:lnTo>
                  <a:pt x="672" y="750"/>
                </a:lnTo>
                <a:lnTo>
                  <a:pt x="672" y="750"/>
                </a:lnTo>
                <a:lnTo>
                  <a:pt x="670" y="768"/>
                </a:lnTo>
                <a:lnTo>
                  <a:pt x="664" y="786"/>
                </a:lnTo>
                <a:lnTo>
                  <a:pt x="656" y="802"/>
                </a:lnTo>
                <a:lnTo>
                  <a:pt x="648" y="818"/>
                </a:lnTo>
                <a:lnTo>
                  <a:pt x="638" y="832"/>
                </a:lnTo>
                <a:lnTo>
                  <a:pt x="624" y="846"/>
                </a:lnTo>
                <a:lnTo>
                  <a:pt x="612" y="858"/>
                </a:lnTo>
                <a:lnTo>
                  <a:pt x="596" y="870"/>
                </a:lnTo>
                <a:lnTo>
                  <a:pt x="580" y="880"/>
                </a:lnTo>
                <a:lnTo>
                  <a:pt x="562" y="890"/>
                </a:lnTo>
                <a:lnTo>
                  <a:pt x="526" y="906"/>
                </a:lnTo>
                <a:lnTo>
                  <a:pt x="486" y="918"/>
                </a:lnTo>
                <a:lnTo>
                  <a:pt x="444" y="928"/>
                </a:lnTo>
                <a:lnTo>
                  <a:pt x="402" y="934"/>
                </a:lnTo>
                <a:lnTo>
                  <a:pt x="360" y="936"/>
                </a:lnTo>
                <a:lnTo>
                  <a:pt x="320" y="936"/>
                </a:lnTo>
                <a:lnTo>
                  <a:pt x="280" y="934"/>
                </a:lnTo>
                <a:lnTo>
                  <a:pt x="246" y="928"/>
                </a:lnTo>
                <a:lnTo>
                  <a:pt x="214" y="920"/>
                </a:lnTo>
                <a:lnTo>
                  <a:pt x="188" y="910"/>
                </a:lnTo>
                <a:lnTo>
                  <a:pt x="178" y="904"/>
                </a:lnTo>
                <a:lnTo>
                  <a:pt x="170" y="896"/>
                </a:lnTo>
                <a:lnTo>
                  <a:pt x="170" y="896"/>
                </a:lnTo>
                <a:lnTo>
                  <a:pt x="154" y="880"/>
                </a:lnTo>
                <a:lnTo>
                  <a:pt x="138" y="860"/>
                </a:lnTo>
                <a:lnTo>
                  <a:pt x="124" y="836"/>
                </a:lnTo>
                <a:lnTo>
                  <a:pt x="110" y="810"/>
                </a:lnTo>
                <a:lnTo>
                  <a:pt x="96" y="780"/>
                </a:lnTo>
                <a:lnTo>
                  <a:pt x="84" y="750"/>
                </a:lnTo>
                <a:lnTo>
                  <a:pt x="64" y="690"/>
                </a:lnTo>
                <a:lnTo>
                  <a:pt x="46" y="632"/>
                </a:lnTo>
                <a:lnTo>
                  <a:pt x="34" y="586"/>
                </a:lnTo>
                <a:lnTo>
                  <a:pt x="22" y="540"/>
                </a:lnTo>
                <a:lnTo>
                  <a:pt x="22" y="540"/>
                </a:lnTo>
                <a:lnTo>
                  <a:pt x="12" y="482"/>
                </a:lnTo>
                <a:lnTo>
                  <a:pt x="6" y="422"/>
                </a:lnTo>
                <a:lnTo>
                  <a:pt x="0" y="348"/>
                </a:lnTo>
                <a:lnTo>
                  <a:pt x="0" y="310"/>
                </a:lnTo>
                <a:lnTo>
                  <a:pt x="0" y="272"/>
                </a:lnTo>
                <a:lnTo>
                  <a:pt x="4" y="234"/>
                </a:lnTo>
                <a:lnTo>
                  <a:pt x="8" y="198"/>
                </a:lnTo>
                <a:lnTo>
                  <a:pt x="16" y="164"/>
                </a:lnTo>
                <a:lnTo>
                  <a:pt x="28" y="134"/>
                </a:lnTo>
                <a:lnTo>
                  <a:pt x="34" y="122"/>
                </a:lnTo>
                <a:lnTo>
                  <a:pt x="42" y="110"/>
                </a:lnTo>
                <a:lnTo>
                  <a:pt x="50" y="98"/>
                </a:lnTo>
                <a:lnTo>
                  <a:pt x="60" y="90"/>
                </a:lnTo>
                <a:lnTo>
                  <a:pt x="60" y="90"/>
                </a:lnTo>
                <a:lnTo>
                  <a:pt x="82" y="72"/>
                </a:lnTo>
                <a:lnTo>
                  <a:pt x="110" y="58"/>
                </a:lnTo>
                <a:lnTo>
                  <a:pt x="140" y="42"/>
                </a:lnTo>
                <a:lnTo>
                  <a:pt x="172" y="30"/>
                </a:lnTo>
                <a:lnTo>
                  <a:pt x="208" y="20"/>
                </a:lnTo>
                <a:lnTo>
                  <a:pt x="244" y="10"/>
                </a:lnTo>
                <a:lnTo>
                  <a:pt x="282" y="4"/>
                </a:lnTo>
                <a:lnTo>
                  <a:pt x="320" y="0"/>
                </a:lnTo>
                <a:lnTo>
                  <a:pt x="356" y="0"/>
                </a:lnTo>
                <a:lnTo>
                  <a:pt x="394" y="2"/>
                </a:lnTo>
                <a:lnTo>
                  <a:pt x="428" y="10"/>
                </a:lnTo>
                <a:lnTo>
                  <a:pt x="460" y="20"/>
                </a:lnTo>
                <a:lnTo>
                  <a:pt x="476" y="26"/>
                </a:lnTo>
                <a:lnTo>
                  <a:pt x="490" y="34"/>
                </a:lnTo>
                <a:lnTo>
                  <a:pt x="504" y="42"/>
                </a:lnTo>
                <a:lnTo>
                  <a:pt x="516" y="54"/>
                </a:lnTo>
                <a:lnTo>
                  <a:pt x="528" y="64"/>
                </a:lnTo>
                <a:lnTo>
                  <a:pt x="538" y="76"/>
                </a:lnTo>
                <a:lnTo>
                  <a:pt x="548" y="90"/>
                </a:lnTo>
                <a:lnTo>
                  <a:pt x="556" y="106"/>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nchor="ctr"/>
          <a:lstStyle/>
          <a:p>
            <a:pPr algn="ctr"/>
            <a:endParaRPr sz="1350">
              <a:latin typeface="微软雅黑" panose="020B0503020204020204" pitchFamily="34" charset="-122"/>
              <a:ea typeface="微软雅黑" panose="020B0503020204020204" pitchFamily="34" charset="-122"/>
            </a:endParaRPr>
          </a:p>
        </p:txBody>
      </p:sp>
      <p:sp>
        <p:nvSpPr>
          <p:cNvPr id="46" name="任意多边形 45"/>
          <p:cNvSpPr/>
          <p:nvPr>
            <p:custDataLst>
              <p:tags r:id="rId20"/>
            </p:custDataLst>
          </p:nvPr>
        </p:nvSpPr>
        <p:spPr bwMode="auto">
          <a:xfrm>
            <a:off x="1099185" y="1687830"/>
            <a:ext cx="175260" cy="182880"/>
          </a:xfrm>
          <a:custGeom>
            <a:avLst/>
            <a:gdLst>
              <a:gd name="T0" fmla="*/ 172 w 230"/>
              <a:gd name="T1" fmla="*/ 50 h 240"/>
              <a:gd name="T2" fmla="*/ 172 w 230"/>
              <a:gd name="T3" fmla="*/ 50 h 240"/>
              <a:gd name="T4" fmla="*/ 160 w 230"/>
              <a:gd name="T5" fmla="*/ 38 h 240"/>
              <a:gd name="T6" fmla="*/ 144 w 230"/>
              <a:gd name="T7" fmla="*/ 28 h 240"/>
              <a:gd name="T8" fmla="*/ 126 w 230"/>
              <a:gd name="T9" fmla="*/ 16 h 240"/>
              <a:gd name="T10" fmla="*/ 102 w 230"/>
              <a:gd name="T11" fmla="*/ 6 h 240"/>
              <a:gd name="T12" fmla="*/ 90 w 230"/>
              <a:gd name="T13" fmla="*/ 4 h 240"/>
              <a:gd name="T14" fmla="*/ 78 w 230"/>
              <a:gd name="T15" fmla="*/ 2 h 240"/>
              <a:gd name="T16" fmla="*/ 66 w 230"/>
              <a:gd name="T17" fmla="*/ 0 h 240"/>
              <a:gd name="T18" fmla="*/ 52 w 230"/>
              <a:gd name="T19" fmla="*/ 2 h 240"/>
              <a:gd name="T20" fmla="*/ 38 w 230"/>
              <a:gd name="T21" fmla="*/ 6 h 240"/>
              <a:gd name="T22" fmla="*/ 26 w 230"/>
              <a:gd name="T23" fmla="*/ 12 h 240"/>
              <a:gd name="T24" fmla="*/ 26 w 230"/>
              <a:gd name="T25" fmla="*/ 12 h 240"/>
              <a:gd name="T26" fmla="*/ 18 w 230"/>
              <a:gd name="T27" fmla="*/ 18 h 240"/>
              <a:gd name="T28" fmla="*/ 14 w 230"/>
              <a:gd name="T29" fmla="*/ 24 h 240"/>
              <a:gd name="T30" fmla="*/ 10 w 230"/>
              <a:gd name="T31" fmla="*/ 30 h 240"/>
              <a:gd name="T32" fmla="*/ 6 w 230"/>
              <a:gd name="T33" fmla="*/ 38 h 240"/>
              <a:gd name="T34" fmla="*/ 2 w 230"/>
              <a:gd name="T35" fmla="*/ 56 h 240"/>
              <a:gd name="T36" fmla="*/ 0 w 230"/>
              <a:gd name="T37" fmla="*/ 76 h 240"/>
              <a:gd name="T38" fmla="*/ 4 w 230"/>
              <a:gd name="T39" fmla="*/ 98 h 240"/>
              <a:gd name="T40" fmla="*/ 10 w 230"/>
              <a:gd name="T41" fmla="*/ 122 h 240"/>
              <a:gd name="T42" fmla="*/ 18 w 230"/>
              <a:gd name="T43" fmla="*/ 144 h 240"/>
              <a:gd name="T44" fmla="*/ 30 w 230"/>
              <a:gd name="T45" fmla="*/ 166 h 240"/>
              <a:gd name="T46" fmla="*/ 44 w 230"/>
              <a:gd name="T47" fmla="*/ 188 h 240"/>
              <a:gd name="T48" fmla="*/ 60 w 230"/>
              <a:gd name="T49" fmla="*/ 206 h 240"/>
              <a:gd name="T50" fmla="*/ 80 w 230"/>
              <a:gd name="T51" fmla="*/ 222 h 240"/>
              <a:gd name="T52" fmla="*/ 90 w 230"/>
              <a:gd name="T53" fmla="*/ 228 h 240"/>
              <a:gd name="T54" fmla="*/ 100 w 230"/>
              <a:gd name="T55" fmla="*/ 234 h 240"/>
              <a:gd name="T56" fmla="*/ 112 w 230"/>
              <a:gd name="T57" fmla="*/ 236 h 240"/>
              <a:gd name="T58" fmla="*/ 124 w 230"/>
              <a:gd name="T59" fmla="*/ 240 h 240"/>
              <a:gd name="T60" fmla="*/ 136 w 230"/>
              <a:gd name="T61" fmla="*/ 240 h 240"/>
              <a:gd name="T62" fmla="*/ 150 w 230"/>
              <a:gd name="T63" fmla="*/ 240 h 240"/>
              <a:gd name="T64" fmla="*/ 164 w 230"/>
              <a:gd name="T65" fmla="*/ 238 h 240"/>
              <a:gd name="T66" fmla="*/ 178 w 230"/>
              <a:gd name="T67" fmla="*/ 234 h 240"/>
              <a:gd name="T68" fmla="*/ 192 w 230"/>
              <a:gd name="T69" fmla="*/ 228 h 240"/>
              <a:gd name="T70" fmla="*/ 206 w 230"/>
              <a:gd name="T71" fmla="*/ 220 h 240"/>
              <a:gd name="T72" fmla="*/ 206 w 230"/>
              <a:gd name="T73" fmla="*/ 220 h 240"/>
              <a:gd name="T74" fmla="*/ 216 w 230"/>
              <a:gd name="T75" fmla="*/ 212 h 240"/>
              <a:gd name="T76" fmla="*/ 224 w 230"/>
              <a:gd name="T77" fmla="*/ 202 h 240"/>
              <a:gd name="T78" fmla="*/ 228 w 230"/>
              <a:gd name="T79" fmla="*/ 190 h 240"/>
              <a:gd name="T80" fmla="*/ 230 w 230"/>
              <a:gd name="T81" fmla="*/ 178 h 240"/>
              <a:gd name="T82" fmla="*/ 228 w 230"/>
              <a:gd name="T83" fmla="*/ 164 h 240"/>
              <a:gd name="T84" fmla="*/ 224 w 230"/>
              <a:gd name="T85" fmla="*/ 150 h 240"/>
              <a:gd name="T86" fmla="*/ 220 w 230"/>
              <a:gd name="T87" fmla="*/ 134 h 240"/>
              <a:gd name="T88" fmla="*/ 214 w 230"/>
              <a:gd name="T89" fmla="*/ 120 h 240"/>
              <a:gd name="T90" fmla="*/ 200 w 230"/>
              <a:gd name="T91" fmla="*/ 94 h 240"/>
              <a:gd name="T92" fmla="*/ 186 w 230"/>
              <a:gd name="T93" fmla="*/ 70 h 240"/>
              <a:gd name="T94" fmla="*/ 172 w 230"/>
              <a:gd name="T95" fmla="*/ 50 h 2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230" h="240">
                <a:moveTo>
                  <a:pt x="172" y="50"/>
                </a:moveTo>
                <a:lnTo>
                  <a:pt x="172" y="50"/>
                </a:lnTo>
                <a:lnTo>
                  <a:pt x="160" y="38"/>
                </a:lnTo>
                <a:lnTo>
                  <a:pt x="144" y="28"/>
                </a:lnTo>
                <a:lnTo>
                  <a:pt x="126" y="16"/>
                </a:lnTo>
                <a:lnTo>
                  <a:pt x="102" y="6"/>
                </a:lnTo>
                <a:lnTo>
                  <a:pt x="90" y="4"/>
                </a:lnTo>
                <a:lnTo>
                  <a:pt x="78" y="2"/>
                </a:lnTo>
                <a:lnTo>
                  <a:pt x="66" y="0"/>
                </a:lnTo>
                <a:lnTo>
                  <a:pt x="52" y="2"/>
                </a:lnTo>
                <a:lnTo>
                  <a:pt x="38" y="6"/>
                </a:lnTo>
                <a:lnTo>
                  <a:pt x="26" y="12"/>
                </a:lnTo>
                <a:lnTo>
                  <a:pt x="26" y="12"/>
                </a:lnTo>
                <a:lnTo>
                  <a:pt x="18" y="18"/>
                </a:lnTo>
                <a:lnTo>
                  <a:pt x="14" y="24"/>
                </a:lnTo>
                <a:lnTo>
                  <a:pt x="10" y="30"/>
                </a:lnTo>
                <a:lnTo>
                  <a:pt x="6" y="38"/>
                </a:lnTo>
                <a:lnTo>
                  <a:pt x="2" y="56"/>
                </a:lnTo>
                <a:lnTo>
                  <a:pt x="0" y="76"/>
                </a:lnTo>
                <a:lnTo>
                  <a:pt x="4" y="98"/>
                </a:lnTo>
                <a:lnTo>
                  <a:pt x="10" y="122"/>
                </a:lnTo>
                <a:lnTo>
                  <a:pt x="18" y="144"/>
                </a:lnTo>
                <a:lnTo>
                  <a:pt x="30" y="166"/>
                </a:lnTo>
                <a:lnTo>
                  <a:pt x="44" y="188"/>
                </a:lnTo>
                <a:lnTo>
                  <a:pt x="60" y="206"/>
                </a:lnTo>
                <a:lnTo>
                  <a:pt x="80" y="222"/>
                </a:lnTo>
                <a:lnTo>
                  <a:pt x="90" y="228"/>
                </a:lnTo>
                <a:lnTo>
                  <a:pt x="100" y="234"/>
                </a:lnTo>
                <a:lnTo>
                  <a:pt x="112" y="236"/>
                </a:lnTo>
                <a:lnTo>
                  <a:pt x="124" y="240"/>
                </a:lnTo>
                <a:lnTo>
                  <a:pt x="136" y="240"/>
                </a:lnTo>
                <a:lnTo>
                  <a:pt x="150" y="240"/>
                </a:lnTo>
                <a:lnTo>
                  <a:pt x="164" y="238"/>
                </a:lnTo>
                <a:lnTo>
                  <a:pt x="178" y="234"/>
                </a:lnTo>
                <a:lnTo>
                  <a:pt x="192" y="228"/>
                </a:lnTo>
                <a:lnTo>
                  <a:pt x="206" y="220"/>
                </a:lnTo>
                <a:lnTo>
                  <a:pt x="206" y="220"/>
                </a:lnTo>
                <a:lnTo>
                  <a:pt x="216" y="212"/>
                </a:lnTo>
                <a:lnTo>
                  <a:pt x="224" y="202"/>
                </a:lnTo>
                <a:lnTo>
                  <a:pt x="228" y="190"/>
                </a:lnTo>
                <a:lnTo>
                  <a:pt x="230" y="178"/>
                </a:lnTo>
                <a:lnTo>
                  <a:pt x="228" y="164"/>
                </a:lnTo>
                <a:lnTo>
                  <a:pt x="224" y="150"/>
                </a:lnTo>
                <a:lnTo>
                  <a:pt x="220" y="134"/>
                </a:lnTo>
                <a:lnTo>
                  <a:pt x="214" y="120"/>
                </a:lnTo>
                <a:lnTo>
                  <a:pt x="200" y="94"/>
                </a:lnTo>
                <a:lnTo>
                  <a:pt x="186" y="70"/>
                </a:lnTo>
                <a:lnTo>
                  <a:pt x="172" y="5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nchor="ctr"/>
          <a:lstStyle/>
          <a:p>
            <a:pPr algn="ctr"/>
            <a:endParaRPr sz="1350">
              <a:latin typeface="微软雅黑" panose="020B0503020204020204" pitchFamily="34" charset="-122"/>
              <a:ea typeface="微软雅黑" panose="020B0503020204020204" pitchFamily="34" charset="-122"/>
            </a:endParaRPr>
          </a:p>
        </p:txBody>
      </p:sp>
      <p:sp>
        <p:nvSpPr>
          <p:cNvPr id="47" name="任意多边形 46"/>
          <p:cNvSpPr/>
          <p:nvPr>
            <p:custDataLst>
              <p:tags r:id="rId21"/>
            </p:custDataLst>
          </p:nvPr>
        </p:nvSpPr>
        <p:spPr bwMode="auto">
          <a:xfrm>
            <a:off x="1542415" y="1504950"/>
            <a:ext cx="97790" cy="133985"/>
          </a:xfrm>
          <a:custGeom>
            <a:avLst/>
            <a:gdLst>
              <a:gd name="T0" fmla="*/ 8 w 128"/>
              <a:gd name="T1" fmla="*/ 0 h 176"/>
              <a:gd name="T2" fmla="*/ 8 w 128"/>
              <a:gd name="T3" fmla="*/ 0 h 176"/>
              <a:gd name="T4" fmla="*/ 6 w 128"/>
              <a:gd name="T5" fmla="*/ 14 h 176"/>
              <a:gd name="T6" fmla="*/ 2 w 128"/>
              <a:gd name="T7" fmla="*/ 48 h 176"/>
              <a:gd name="T8" fmla="*/ 0 w 128"/>
              <a:gd name="T9" fmla="*/ 68 h 176"/>
              <a:gd name="T10" fmla="*/ 0 w 128"/>
              <a:gd name="T11" fmla="*/ 86 h 176"/>
              <a:gd name="T12" fmla="*/ 2 w 128"/>
              <a:gd name="T13" fmla="*/ 104 h 176"/>
              <a:gd name="T14" fmla="*/ 4 w 128"/>
              <a:gd name="T15" fmla="*/ 110 h 176"/>
              <a:gd name="T16" fmla="*/ 8 w 128"/>
              <a:gd name="T17" fmla="*/ 116 h 176"/>
              <a:gd name="T18" fmla="*/ 8 w 128"/>
              <a:gd name="T19" fmla="*/ 116 h 176"/>
              <a:gd name="T20" fmla="*/ 12 w 128"/>
              <a:gd name="T21" fmla="*/ 120 h 176"/>
              <a:gd name="T22" fmla="*/ 16 w 128"/>
              <a:gd name="T23" fmla="*/ 122 h 176"/>
              <a:gd name="T24" fmla="*/ 22 w 128"/>
              <a:gd name="T25" fmla="*/ 122 h 176"/>
              <a:gd name="T26" fmla="*/ 28 w 128"/>
              <a:gd name="T27" fmla="*/ 122 h 176"/>
              <a:gd name="T28" fmla="*/ 44 w 128"/>
              <a:gd name="T29" fmla="*/ 118 h 176"/>
              <a:gd name="T30" fmla="*/ 58 w 128"/>
              <a:gd name="T31" fmla="*/ 114 h 176"/>
              <a:gd name="T32" fmla="*/ 74 w 128"/>
              <a:gd name="T33" fmla="*/ 110 h 176"/>
              <a:gd name="T34" fmla="*/ 86 w 128"/>
              <a:gd name="T35" fmla="*/ 108 h 176"/>
              <a:gd name="T36" fmla="*/ 92 w 128"/>
              <a:gd name="T37" fmla="*/ 108 h 176"/>
              <a:gd name="T38" fmla="*/ 96 w 128"/>
              <a:gd name="T39" fmla="*/ 108 h 176"/>
              <a:gd name="T40" fmla="*/ 100 w 128"/>
              <a:gd name="T41" fmla="*/ 110 h 176"/>
              <a:gd name="T42" fmla="*/ 102 w 128"/>
              <a:gd name="T43" fmla="*/ 116 h 176"/>
              <a:gd name="T44" fmla="*/ 102 w 128"/>
              <a:gd name="T45" fmla="*/ 116 h 176"/>
              <a:gd name="T46" fmla="*/ 102 w 128"/>
              <a:gd name="T47" fmla="*/ 126 h 176"/>
              <a:gd name="T48" fmla="*/ 102 w 128"/>
              <a:gd name="T49" fmla="*/ 134 h 176"/>
              <a:gd name="T50" fmla="*/ 100 w 128"/>
              <a:gd name="T51" fmla="*/ 144 h 176"/>
              <a:gd name="T52" fmla="*/ 96 w 128"/>
              <a:gd name="T53" fmla="*/ 152 h 176"/>
              <a:gd name="T54" fmla="*/ 88 w 128"/>
              <a:gd name="T55" fmla="*/ 160 h 176"/>
              <a:gd name="T56" fmla="*/ 74 w 128"/>
              <a:gd name="T57" fmla="*/ 166 h 176"/>
              <a:gd name="T58" fmla="*/ 58 w 128"/>
              <a:gd name="T59" fmla="*/ 172 h 176"/>
              <a:gd name="T60" fmla="*/ 38 w 128"/>
              <a:gd name="T61" fmla="*/ 176 h 176"/>
              <a:gd name="T62" fmla="*/ 38 w 128"/>
              <a:gd name="T63" fmla="*/ 176 h 176"/>
              <a:gd name="T64" fmla="*/ 52 w 128"/>
              <a:gd name="T65" fmla="*/ 174 h 176"/>
              <a:gd name="T66" fmla="*/ 66 w 128"/>
              <a:gd name="T67" fmla="*/ 172 h 176"/>
              <a:gd name="T68" fmla="*/ 82 w 128"/>
              <a:gd name="T69" fmla="*/ 170 h 176"/>
              <a:gd name="T70" fmla="*/ 100 w 128"/>
              <a:gd name="T71" fmla="*/ 166 h 176"/>
              <a:gd name="T72" fmla="*/ 114 w 128"/>
              <a:gd name="T73" fmla="*/ 158 h 176"/>
              <a:gd name="T74" fmla="*/ 120 w 128"/>
              <a:gd name="T75" fmla="*/ 154 h 176"/>
              <a:gd name="T76" fmla="*/ 124 w 128"/>
              <a:gd name="T77" fmla="*/ 148 h 176"/>
              <a:gd name="T78" fmla="*/ 126 w 128"/>
              <a:gd name="T79" fmla="*/ 144 h 176"/>
              <a:gd name="T80" fmla="*/ 128 w 128"/>
              <a:gd name="T81" fmla="*/ 136 h 176"/>
              <a:gd name="T82" fmla="*/ 128 w 128"/>
              <a:gd name="T83" fmla="*/ 136 h 176"/>
              <a:gd name="T84" fmla="*/ 126 w 128"/>
              <a:gd name="T85" fmla="*/ 118 h 176"/>
              <a:gd name="T86" fmla="*/ 122 w 128"/>
              <a:gd name="T87" fmla="*/ 102 h 176"/>
              <a:gd name="T88" fmla="*/ 118 w 128"/>
              <a:gd name="T89" fmla="*/ 96 h 176"/>
              <a:gd name="T90" fmla="*/ 114 w 128"/>
              <a:gd name="T91" fmla="*/ 92 h 176"/>
              <a:gd name="T92" fmla="*/ 110 w 128"/>
              <a:gd name="T93" fmla="*/ 88 h 176"/>
              <a:gd name="T94" fmla="*/ 104 w 128"/>
              <a:gd name="T95" fmla="*/ 86 h 176"/>
              <a:gd name="T96" fmla="*/ 92 w 128"/>
              <a:gd name="T97" fmla="*/ 84 h 176"/>
              <a:gd name="T98" fmla="*/ 76 w 128"/>
              <a:gd name="T99" fmla="*/ 86 h 176"/>
              <a:gd name="T100" fmla="*/ 60 w 128"/>
              <a:gd name="T101" fmla="*/ 90 h 176"/>
              <a:gd name="T102" fmla="*/ 42 w 128"/>
              <a:gd name="T103" fmla="*/ 98 h 176"/>
              <a:gd name="T104" fmla="*/ 42 w 128"/>
              <a:gd name="T105" fmla="*/ 98 h 176"/>
              <a:gd name="T106" fmla="*/ 36 w 128"/>
              <a:gd name="T107" fmla="*/ 100 h 176"/>
              <a:gd name="T108" fmla="*/ 32 w 128"/>
              <a:gd name="T109" fmla="*/ 100 h 176"/>
              <a:gd name="T110" fmla="*/ 26 w 128"/>
              <a:gd name="T111" fmla="*/ 100 h 176"/>
              <a:gd name="T112" fmla="*/ 22 w 128"/>
              <a:gd name="T113" fmla="*/ 96 h 176"/>
              <a:gd name="T114" fmla="*/ 16 w 128"/>
              <a:gd name="T115" fmla="*/ 88 h 176"/>
              <a:gd name="T116" fmla="*/ 12 w 128"/>
              <a:gd name="T117" fmla="*/ 74 h 176"/>
              <a:gd name="T118" fmla="*/ 10 w 128"/>
              <a:gd name="T119" fmla="*/ 58 h 176"/>
              <a:gd name="T120" fmla="*/ 8 w 128"/>
              <a:gd name="T121" fmla="*/ 38 h 176"/>
              <a:gd name="T122" fmla="*/ 8 w 128"/>
              <a:gd name="T123" fmla="*/ 0 h 1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28" h="176">
                <a:moveTo>
                  <a:pt x="8" y="0"/>
                </a:moveTo>
                <a:lnTo>
                  <a:pt x="8" y="0"/>
                </a:lnTo>
                <a:lnTo>
                  <a:pt x="6" y="14"/>
                </a:lnTo>
                <a:lnTo>
                  <a:pt x="2" y="48"/>
                </a:lnTo>
                <a:lnTo>
                  <a:pt x="0" y="68"/>
                </a:lnTo>
                <a:lnTo>
                  <a:pt x="0" y="86"/>
                </a:lnTo>
                <a:lnTo>
                  <a:pt x="2" y="104"/>
                </a:lnTo>
                <a:lnTo>
                  <a:pt x="4" y="110"/>
                </a:lnTo>
                <a:lnTo>
                  <a:pt x="8" y="116"/>
                </a:lnTo>
                <a:lnTo>
                  <a:pt x="8" y="116"/>
                </a:lnTo>
                <a:lnTo>
                  <a:pt x="12" y="120"/>
                </a:lnTo>
                <a:lnTo>
                  <a:pt x="16" y="122"/>
                </a:lnTo>
                <a:lnTo>
                  <a:pt x="22" y="122"/>
                </a:lnTo>
                <a:lnTo>
                  <a:pt x="28" y="122"/>
                </a:lnTo>
                <a:lnTo>
                  <a:pt x="44" y="118"/>
                </a:lnTo>
                <a:lnTo>
                  <a:pt x="58" y="114"/>
                </a:lnTo>
                <a:lnTo>
                  <a:pt x="74" y="110"/>
                </a:lnTo>
                <a:lnTo>
                  <a:pt x="86" y="108"/>
                </a:lnTo>
                <a:lnTo>
                  <a:pt x="92" y="108"/>
                </a:lnTo>
                <a:lnTo>
                  <a:pt x="96" y="108"/>
                </a:lnTo>
                <a:lnTo>
                  <a:pt x="100" y="110"/>
                </a:lnTo>
                <a:lnTo>
                  <a:pt x="102" y="116"/>
                </a:lnTo>
                <a:lnTo>
                  <a:pt x="102" y="116"/>
                </a:lnTo>
                <a:lnTo>
                  <a:pt x="102" y="126"/>
                </a:lnTo>
                <a:lnTo>
                  <a:pt x="102" y="134"/>
                </a:lnTo>
                <a:lnTo>
                  <a:pt x="100" y="144"/>
                </a:lnTo>
                <a:lnTo>
                  <a:pt x="96" y="152"/>
                </a:lnTo>
                <a:lnTo>
                  <a:pt x="88" y="160"/>
                </a:lnTo>
                <a:lnTo>
                  <a:pt x="74" y="166"/>
                </a:lnTo>
                <a:lnTo>
                  <a:pt x="58" y="172"/>
                </a:lnTo>
                <a:lnTo>
                  <a:pt x="38" y="176"/>
                </a:lnTo>
                <a:lnTo>
                  <a:pt x="38" y="176"/>
                </a:lnTo>
                <a:lnTo>
                  <a:pt x="52" y="174"/>
                </a:lnTo>
                <a:lnTo>
                  <a:pt x="66" y="172"/>
                </a:lnTo>
                <a:lnTo>
                  <a:pt x="82" y="170"/>
                </a:lnTo>
                <a:lnTo>
                  <a:pt x="100" y="166"/>
                </a:lnTo>
                <a:lnTo>
                  <a:pt x="114" y="158"/>
                </a:lnTo>
                <a:lnTo>
                  <a:pt x="120" y="154"/>
                </a:lnTo>
                <a:lnTo>
                  <a:pt x="124" y="148"/>
                </a:lnTo>
                <a:lnTo>
                  <a:pt x="126" y="144"/>
                </a:lnTo>
                <a:lnTo>
                  <a:pt x="128" y="136"/>
                </a:lnTo>
                <a:lnTo>
                  <a:pt x="128" y="136"/>
                </a:lnTo>
                <a:lnTo>
                  <a:pt x="126" y="118"/>
                </a:lnTo>
                <a:lnTo>
                  <a:pt x="122" y="102"/>
                </a:lnTo>
                <a:lnTo>
                  <a:pt x="118" y="96"/>
                </a:lnTo>
                <a:lnTo>
                  <a:pt x="114" y="92"/>
                </a:lnTo>
                <a:lnTo>
                  <a:pt x="110" y="88"/>
                </a:lnTo>
                <a:lnTo>
                  <a:pt x="104" y="86"/>
                </a:lnTo>
                <a:lnTo>
                  <a:pt x="92" y="84"/>
                </a:lnTo>
                <a:lnTo>
                  <a:pt x="76" y="86"/>
                </a:lnTo>
                <a:lnTo>
                  <a:pt x="60" y="90"/>
                </a:lnTo>
                <a:lnTo>
                  <a:pt x="42" y="98"/>
                </a:lnTo>
                <a:lnTo>
                  <a:pt x="42" y="98"/>
                </a:lnTo>
                <a:lnTo>
                  <a:pt x="36" y="100"/>
                </a:lnTo>
                <a:lnTo>
                  <a:pt x="32" y="100"/>
                </a:lnTo>
                <a:lnTo>
                  <a:pt x="26" y="100"/>
                </a:lnTo>
                <a:lnTo>
                  <a:pt x="22" y="96"/>
                </a:lnTo>
                <a:lnTo>
                  <a:pt x="16" y="88"/>
                </a:lnTo>
                <a:lnTo>
                  <a:pt x="12" y="74"/>
                </a:lnTo>
                <a:lnTo>
                  <a:pt x="10" y="58"/>
                </a:lnTo>
                <a:lnTo>
                  <a:pt x="8" y="38"/>
                </a:lnTo>
                <a:lnTo>
                  <a:pt x="8" y="0"/>
                </a:lnTo>
                <a:close/>
              </a:path>
            </a:pathLst>
          </a:custGeom>
          <a:solidFill>
            <a:srgbClr val="CB8F5E"/>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350">
              <a:latin typeface="微软雅黑" panose="020B0503020204020204" pitchFamily="34" charset="-122"/>
              <a:ea typeface="微软雅黑" panose="020B0503020204020204" pitchFamily="34" charset="-122"/>
            </a:endParaRPr>
          </a:p>
        </p:txBody>
      </p:sp>
      <p:sp>
        <p:nvSpPr>
          <p:cNvPr id="48" name="任意多边形 47"/>
          <p:cNvSpPr/>
          <p:nvPr>
            <p:custDataLst>
              <p:tags r:id="rId22"/>
            </p:custDataLst>
          </p:nvPr>
        </p:nvSpPr>
        <p:spPr bwMode="auto">
          <a:xfrm>
            <a:off x="1542415" y="1504950"/>
            <a:ext cx="97790" cy="133985"/>
          </a:xfrm>
          <a:custGeom>
            <a:avLst/>
            <a:gdLst>
              <a:gd name="T0" fmla="*/ 8 w 128"/>
              <a:gd name="T1" fmla="*/ 0 h 176"/>
              <a:gd name="T2" fmla="*/ 8 w 128"/>
              <a:gd name="T3" fmla="*/ 0 h 176"/>
              <a:gd name="T4" fmla="*/ 6 w 128"/>
              <a:gd name="T5" fmla="*/ 14 h 176"/>
              <a:gd name="T6" fmla="*/ 2 w 128"/>
              <a:gd name="T7" fmla="*/ 48 h 176"/>
              <a:gd name="T8" fmla="*/ 0 w 128"/>
              <a:gd name="T9" fmla="*/ 68 h 176"/>
              <a:gd name="T10" fmla="*/ 0 w 128"/>
              <a:gd name="T11" fmla="*/ 86 h 176"/>
              <a:gd name="T12" fmla="*/ 2 w 128"/>
              <a:gd name="T13" fmla="*/ 104 h 176"/>
              <a:gd name="T14" fmla="*/ 4 w 128"/>
              <a:gd name="T15" fmla="*/ 110 h 176"/>
              <a:gd name="T16" fmla="*/ 8 w 128"/>
              <a:gd name="T17" fmla="*/ 116 h 176"/>
              <a:gd name="T18" fmla="*/ 8 w 128"/>
              <a:gd name="T19" fmla="*/ 116 h 176"/>
              <a:gd name="T20" fmla="*/ 12 w 128"/>
              <a:gd name="T21" fmla="*/ 120 h 176"/>
              <a:gd name="T22" fmla="*/ 16 w 128"/>
              <a:gd name="T23" fmla="*/ 122 h 176"/>
              <a:gd name="T24" fmla="*/ 22 w 128"/>
              <a:gd name="T25" fmla="*/ 122 h 176"/>
              <a:gd name="T26" fmla="*/ 28 w 128"/>
              <a:gd name="T27" fmla="*/ 122 h 176"/>
              <a:gd name="T28" fmla="*/ 44 w 128"/>
              <a:gd name="T29" fmla="*/ 118 h 176"/>
              <a:gd name="T30" fmla="*/ 58 w 128"/>
              <a:gd name="T31" fmla="*/ 114 h 176"/>
              <a:gd name="T32" fmla="*/ 74 w 128"/>
              <a:gd name="T33" fmla="*/ 110 h 176"/>
              <a:gd name="T34" fmla="*/ 86 w 128"/>
              <a:gd name="T35" fmla="*/ 108 h 176"/>
              <a:gd name="T36" fmla="*/ 92 w 128"/>
              <a:gd name="T37" fmla="*/ 108 h 176"/>
              <a:gd name="T38" fmla="*/ 96 w 128"/>
              <a:gd name="T39" fmla="*/ 108 h 176"/>
              <a:gd name="T40" fmla="*/ 100 w 128"/>
              <a:gd name="T41" fmla="*/ 110 h 176"/>
              <a:gd name="T42" fmla="*/ 102 w 128"/>
              <a:gd name="T43" fmla="*/ 116 h 176"/>
              <a:gd name="T44" fmla="*/ 102 w 128"/>
              <a:gd name="T45" fmla="*/ 116 h 176"/>
              <a:gd name="T46" fmla="*/ 102 w 128"/>
              <a:gd name="T47" fmla="*/ 126 h 176"/>
              <a:gd name="T48" fmla="*/ 102 w 128"/>
              <a:gd name="T49" fmla="*/ 134 h 176"/>
              <a:gd name="T50" fmla="*/ 100 w 128"/>
              <a:gd name="T51" fmla="*/ 144 h 176"/>
              <a:gd name="T52" fmla="*/ 96 w 128"/>
              <a:gd name="T53" fmla="*/ 152 h 176"/>
              <a:gd name="T54" fmla="*/ 88 w 128"/>
              <a:gd name="T55" fmla="*/ 160 h 176"/>
              <a:gd name="T56" fmla="*/ 74 w 128"/>
              <a:gd name="T57" fmla="*/ 166 h 176"/>
              <a:gd name="T58" fmla="*/ 58 w 128"/>
              <a:gd name="T59" fmla="*/ 172 h 176"/>
              <a:gd name="T60" fmla="*/ 38 w 128"/>
              <a:gd name="T61" fmla="*/ 176 h 176"/>
              <a:gd name="T62" fmla="*/ 38 w 128"/>
              <a:gd name="T63" fmla="*/ 176 h 176"/>
              <a:gd name="T64" fmla="*/ 52 w 128"/>
              <a:gd name="T65" fmla="*/ 174 h 176"/>
              <a:gd name="T66" fmla="*/ 66 w 128"/>
              <a:gd name="T67" fmla="*/ 172 h 176"/>
              <a:gd name="T68" fmla="*/ 82 w 128"/>
              <a:gd name="T69" fmla="*/ 170 h 176"/>
              <a:gd name="T70" fmla="*/ 100 w 128"/>
              <a:gd name="T71" fmla="*/ 166 h 176"/>
              <a:gd name="T72" fmla="*/ 114 w 128"/>
              <a:gd name="T73" fmla="*/ 158 h 176"/>
              <a:gd name="T74" fmla="*/ 120 w 128"/>
              <a:gd name="T75" fmla="*/ 154 h 176"/>
              <a:gd name="T76" fmla="*/ 124 w 128"/>
              <a:gd name="T77" fmla="*/ 148 h 176"/>
              <a:gd name="T78" fmla="*/ 126 w 128"/>
              <a:gd name="T79" fmla="*/ 144 h 176"/>
              <a:gd name="T80" fmla="*/ 128 w 128"/>
              <a:gd name="T81" fmla="*/ 136 h 176"/>
              <a:gd name="T82" fmla="*/ 128 w 128"/>
              <a:gd name="T83" fmla="*/ 136 h 176"/>
              <a:gd name="T84" fmla="*/ 126 w 128"/>
              <a:gd name="T85" fmla="*/ 118 h 176"/>
              <a:gd name="T86" fmla="*/ 122 w 128"/>
              <a:gd name="T87" fmla="*/ 102 h 176"/>
              <a:gd name="T88" fmla="*/ 118 w 128"/>
              <a:gd name="T89" fmla="*/ 96 h 176"/>
              <a:gd name="T90" fmla="*/ 114 w 128"/>
              <a:gd name="T91" fmla="*/ 92 h 176"/>
              <a:gd name="T92" fmla="*/ 110 w 128"/>
              <a:gd name="T93" fmla="*/ 88 h 176"/>
              <a:gd name="T94" fmla="*/ 104 w 128"/>
              <a:gd name="T95" fmla="*/ 86 h 176"/>
              <a:gd name="T96" fmla="*/ 92 w 128"/>
              <a:gd name="T97" fmla="*/ 84 h 176"/>
              <a:gd name="T98" fmla="*/ 76 w 128"/>
              <a:gd name="T99" fmla="*/ 86 h 176"/>
              <a:gd name="T100" fmla="*/ 60 w 128"/>
              <a:gd name="T101" fmla="*/ 90 h 176"/>
              <a:gd name="T102" fmla="*/ 42 w 128"/>
              <a:gd name="T103" fmla="*/ 98 h 176"/>
              <a:gd name="T104" fmla="*/ 42 w 128"/>
              <a:gd name="T105" fmla="*/ 98 h 176"/>
              <a:gd name="T106" fmla="*/ 36 w 128"/>
              <a:gd name="T107" fmla="*/ 100 h 176"/>
              <a:gd name="T108" fmla="*/ 32 w 128"/>
              <a:gd name="T109" fmla="*/ 100 h 176"/>
              <a:gd name="T110" fmla="*/ 26 w 128"/>
              <a:gd name="T111" fmla="*/ 100 h 176"/>
              <a:gd name="T112" fmla="*/ 22 w 128"/>
              <a:gd name="T113" fmla="*/ 96 h 176"/>
              <a:gd name="T114" fmla="*/ 16 w 128"/>
              <a:gd name="T115" fmla="*/ 88 h 176"/>
              <a:gd name="T116" fmla="*/ 12 w 128"/>
              <a:gd name="T117" fmla="*/ 74 h 176"/>
              <a:gd name="T118" fmla="*/ 10 w 128"/>
              <a:gd name="T119" fmla="*/ 58 h 176"/>
              <a:gd name="T120" fmla="*/ 8 w 128"/>
              <a:gd name="T121" fmla="*/ 38 h 176"/>
              <a:gd name="T122" fmla="*/ 8 w 128"/>
              <a:gd name="T123" fmla="*/ 0 h 1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28" h="176">
                <a:moveTo>
                  <a:pt x="8" y="0"/>
                </a:moveTo>
                <a:lnTo>
                  <a:pt x="8" y="0"/>
                </a:lnTo>
                <a:lnTo>
                  <a:pt x="6" y="14"/>
                </a:lnTo>
                <a:lnTo>
                  <a:pt x="2" y="48"/>
                </a:lnTo>
                <a:lnTo>
                  <a:pt x="0" y="68"/>
                </a:lnTo>
                <a:lnTo>
                  <a:pt x="0" y="86"/>
                </a:lnTo>
                <a:lnTo>
                  <a:pt x="2" y="104"/>
                </a:lnTo>
                <a:lnTo>
                  <a:pt x="4" y="110"/>
                </a:lnTo>
                <a:lnTo>
                  <a:pt x="8" y="116"/>
                </a:lnTo>
                <a:lnTo>
                  <a:pt x="8" y="116"/>
                </a:lnTo>
                <a:lnTo>
                  <a:pt x="12" y="120"/>
                </a:lnTo>
                <a:lnTo>
                  <a:pt x="16" y="122"/>
                </a:lnTo>
                <a:lnTo>
                  <a:pt x="22" y="122"/>
                </a:lnTo>
                <a:lnTo>
                  <a:pt x="28" y="122"/>
                </a:lnTo>
                <a:lnTo>
                  <a:pt x="44" y="118"/>
                </a:lnTo>
                <a:lnTo>
                  <a:pt x="58" y="114"/>
                </a:lnTo>
                <a:lnTo>
                  <a:pt x="74" y="110"/>
                </a:lnTo>
                <a:lnTo>
                  <a:pt x="86" y="108"/>
                </a:lnTo>
                <a:lnTo>
                  <a:pt x="92" y="108"/>
                </a:lnTo>
                <a:lnTo>
                  <a:pt x="96" y="108"/>
                </a:lnTo>
                <a:lnTo>
                  <a:pt x="100" y="110"/>
                </a:lnTo>
                <a:lnTo>
                  <a:pt x="102" y="116"/>
                </a:lnTo>
                <a:lnTo>
                  <a:pt x="102" y="116"/>
                </a:lnTo>
                <a:lnTo>
                  <a:pt x="102" y="126"/>
                </a:lnTo>
                <a:lnTo>
                  <a:pt x="102" y="134"/>
                </a:lnTo>
                <a:lnTo>
                  <a:pt x="100" y="144"/>
                </a:lnTo>
                <a:lnTo>
                  <a:pt x="96" y="152"/>
                </a:lnTo>
                <a:lnTo>
                  <a:pt x="88" y="160"/>
                </a:lnTo>
                <a:lnTo>
                  <a:pt x="74" y="166"/>
                </a:lnTo>
                <a:lnTo>
                  <a:pt x="58" y="172"/>
                </a:lnTo>
                <a:lnTo>
                  <a:pt x="38" y="176"/>
                </a:lnTo>
                <a:lnTo>
                  <a:pt x="38" y="176"/>
                </a:lnTo>
                <a:lnTo>
                  <a:pt x="52" y="174"/>
                </a:lnTo>
                <a:lnTo>
                  <a:pt x="66" y="172"/>
                </a:lnTo>
                <a:lnTo>
                  <a:pt x="82" y="170"/>
                </a:lnTo>
                <a:lnTo>
                  <a:pt x="100" y="166"/>
                </a:lnTo>
                <a:lnTo>
                  <a:pt x="114" y="158"/>
                </a:lnTo>
                <a:lnTo>
                  <a:pt x="120" y="154"/>
                </a:lnTo>
                <a:lnTo>
                  <a:pt x="124" y="148"/>
                </a:lnTo>
                <a:lnTo>
                  <a:pt x="126" y="144"/>
                </a:lnTo>
                <a:lnTo>
                  <a:pt x="128" y="136"/>
                </a:lnTo>
                <a:lnTo>
                  <a:pt x="128" y="136"/>
                </a:lnTo>
                <a:lnTo>
                  <a:pt x="126" y="118"/>
                </a:lnTo>
                <a:lnTo>
                  <a:pt x="122" y="102"/>
                </a:lnTo>
                <a:lnTo>
                  <a:pt x="118" y="96"/>
                </a:lnTo>
                <a:lnTo>
                  <a:pt x="114" y="92"/>
                </a:lnTo>
                <a:lnTo>
                  <a:pt x="110" y="88"/>
                </a:lnTo>
                <a:lnTo>
                  <a:pt x="104" y="86"/>
                </a:lnTo>
                <a:lnTo>
                  <a:pt x="92" y="84"/>
                </a:lnTo>
                <a:lnTo>
                  <a:pt x="76" y="86"/>
                </a:lnTo>
                <a:lnTo>
                  <a:pt x="60" y="90"/>
                </a:lnTo>
                <a:lnTo>
                  <a:pt x="42" y="98"/>
                </a:lnTo>
                <a:lnTo>
                  <a:pt x="42" y="98"/>
                </a:lnTo>
                <a:lnTo>
                  <a:pt x="36" y="100"/>
                </a:lnTo>
                <a:lnTo>
                  <a:pt x="32" y="100"/>
                </a:lnTo>
                <a:lnTo>
                  <a:pt x="26" y="100"/>
                </a:lnTo>
                <a:lnTo>
                  <a:pt x="22" y="96"/>
                </a:lnTo>
                <a:lnTo>
                  <a:pt x="16" y="88"/>
                </a:lnTo>
                <a:lnTo>
                  <a:pt x="12" y="74"/>
                </a:lnTo>
                <a:lnTo>
                  <a:pt x="10" y="58"/>
                </a:lnTo>
                <a:lnTo>
                  <a:pt x="8" y="38"/>
                </a:lnTo>
                <a:lnTo>
                  <a:pt x="8"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nchor="ctr"/>
          <a:lstStyle/>
          <a:p>
            <a:pPr algn="ctr"/>
            <a:endParaRPr sz="1350">
              <a:latin typeface="微软雅黑" panose="020B0503020204020204" pitchFamily="34" charset="-122"/>
              <a:ea typeface="微软雅黑" panose="020B0503020204020204" pitchFamily="34" charset="-122"/>
            </a:endParaRPr>
          </a:p>
        </p:txBody>
      </p:sp>
      <p:sp>
        <p:nvSpPr>
          <p:cNvPr id="49" name="任意多边形 48"/>
          <p:cNvSpPr/>
          <p:nvPr>
            <p:custDataLst>
              <p:tags r:id="rId23"/>
            </p:custDataLst>
          </p:nvPr>
        </p:nvSpPr>
        <p:spPr bwMode="auto">
          <a:xfrm>
            <a:off x="1411605" y="1532255"/>
            <a:ext cx="41275" cy="59690"/>
          </a:xfrm>
          <a:custGeom>
            <a:avLst/>
            <a:gdLst>
              <a:gd name="T0" fmla="*/ 54 w 54"/>
              <a:gd name="T1" fmla="*/ 34 h 78"/>
              <a:gd name="T2" fmla="*/ 54 w 54"/>
              <a:gd name="T3" fmla="*/ 34 h 78"/>
              <a:gd name="T4" fmla="*/ 54 w 54"/>
              <a:gd name="T5" fmla="*/ 50 h 78"/>
              <a:gd name="T6" fmla="*/ 52 w 54"/>
              <a:gd name="T7" fmla="*/ 64 h 78"/>
              <a:gd name="T8" fmla="*/ 48 w 54"/>
              <a:gd name="T9" fmla="*/ 68 h 78"/>
              <a:gd name="T10" fmla="*/ 46 w 54"/>
              <a:gd name="T11" fmla="*/ 74 h 78"/>
              <a:gd name="T12" fmla="*/ 40 w 54"/>
              <a:gd name="T13" fmla="*/ 76 h 78"/>
              <a:gd name="T14" fmla="*/ 36 w 54"/>
              <a:gd name="T15" fmla="*/ 78 h 78"/>
              <a:gd name="T16" fmla="*/ 36 w 54"/>
              <a:gd name="T17" fmla="*/ 78 h 78"/>
              <a:gd name="T18" fmla="*/ 30 w 54"/>
              <a:gd name="T19" fmla="*/ 78 h 78"/>
              <a:gd name="T20" fmla="*/ 24 w 54"/>
              <a:gd name="T21" fmla="*/ 78 h 78"/>
              <a:gd name="T22" fmla="*/ 20 w 54"/>
              <a:gd name="T23" fmla="*/ 74 h 78"/>
              <a:gd name="T24" fmla="*/ 14 w 54"/>
              <a:gd name="T25" fmla="*/ 70 h 78"/>
              <a:gd name="T26" fmla="*/ 6 w 54"/>
              <a:gd name="T27" fmla="*/ 60 h 78"/>
              <a:gd name="T28" fmla="*/ 2 w 54"/>
              <a:gd name="T29" fmla="*/ 44 h 78"/>
              <a:gd name="T30" fmla="*/ 2 w 54"/>
              <a:gd name="T31" fmla="*/ 44 h 78"/>
              <a:gd name="T32" fmla="*/ 0 w 54"/>
              <a:gd name="T33" fmla="*/ 28 h 78"/>
              <a:gd name="T34" fmla="*/ 4 w 54"/>
              <a:gd name="T35" fmla="*/ 16 h 78"/>
              <a:gd name="T36" fmla="*/ 6 w 54"/>
              <a:gd name="T37" fmla="*/ 10 h 78"/>
              <a:gd name="T38" fmla="*/ 10 w 54"/>
              <a:gd name="T39" fmla="*/ 6 h 78"/>
              <a:gd name="T40" fmla="*/ 14 w 54"/>
              <a:gd name="T41" fmla="*/ 2 h 78"/>
              <a:gd name="T42" fmla="*/ 20 w 54"/>
              <a:gd name="T43" fmla="*/ 0 h 78"/>
              <a:gd name="T44" fmla="*/ 20 w 54"/>
              <a:gd name="T45" fmla="*/ 0 h 78"/>
              <a:gd name="T46" fmla="*/ 26 w 54"/>
              <a:gd name="T47" fmla="*/ 0 h 78"/>
              <a:gd name="T48" fmla="*/ 30 w 54"/>
              <a:gd name="T49" fmla="*/ 0 h 78"/>
              <a:gd name="T50" fmla="*/ 36 w 54"/>
              <a:gd name="T51" fmla="*/ 4 h 78"/>
              <a:gd name="T52" fmla="*/ 40 w 54"/>
              <a:gd name="T53" fmla="*/ 8 h 78"/>
              <a:gd name="T54" fmla="*/ 48 w 54"/>
              <a:gd name="T55" fmla="*/ 20 h 78"/>
              <a:gd name="T56" fmla="*/ 54 w 54"/>
              <a:gd name="T57" fmla="*/ 34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54" h="78">
                <a:moveTo>
                  <a:pt x="54" y="34"/>
                </a:moveTo>
                <a:lnTo>
                  <a:pt x="54" y="34"/>
                </a:lnTo>
                <a:lnTo>
                  <a:pt x="54" y="50"/>
                </a:lnTo>
                <a:lnTo>
                  <a:pt x="52" y="64"/>
                </a:lnTo>
                <a:lnTo>
                  <a:pt x="48" y="68"/>
                </a:lnTo>
                <a:lnTo>
                  <a:pt x="46" y="74"/>
                </a:lnTo>
                <a:lnTo>
                  <a:pt x="40" y="76"/>
                </a:lnTo>
                <a:lnTo>
                  <a:pt x="36" y="78"/>
                </a:lnTo>
                <a:lnTo>
                  <a:pt x="36" y="78"/>
                </a:lnTo>
                <a:lnTo>
                  <a:pt x="30" y="78"/>
                </a:lnTo>
                <a:lnTo>
                  <a:pt x="24" y="78"/>
                </a:lnTo>
                <a:lnTo>
                  <a:pt x="20" y="74"/>
                </a:lnTo>
                <a:lnTo>
                  <a:pt x="14" y="70"/>
                </a:lnTo>
                <a:lnTo>
                  <a:pt x="6" y="60"/>
                </a:lnTo>
                <a:lnTo>
                  <a:pt x="2" y="44"/>
                </a:lnTo>
                <a:lnTo>
                  <a:pt x="2" y="44"/>
                </a:lnTo>
                <a:lnTo>
                  <a:pt x="0" y="28"/>
                </a:lnTo>
                <a:lnTo>
                  <a:pt x="4" y="16"/>
                </a:lnTo>
                <a:lnTo>
                  <a:pt x="6" y="10"/>
                </a:lnTo>
                <a:lnTo>
                  <a:pt x="10" y="6"/>
                </a:lnTo>
                <a:lnTo>
                  <a:pt x="14" y="2"/>
                </a:lnTo>
                <a:lnTo>
                  <a:pt x="20" y="0"/>
                </a:lnTo>
                <a:lnTo>
                  <a:pt x="20" y="0"/>
                </a:lnTo>
                <a:lnTo>
                  <a:pt x="26" y="0"/>
                </a:lnTo>
                <a:lnTo>
                  <a:pt x="30" y="0"/>
                </a:lnTo>
                <a:lnTo>
                  <a:pt x="36" y="4"/>
                </a:lnTo>
                <a:lnTo>
                  <a:pt x="40" y="8"/>
                </a:lnTo>
                <a:lnTo>
                  <a:pt x="48" y="20"/>
                </a:lnTo>
                <a:lnTo>
                  <a:pt x="54" y="34"/>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nchor="ctr"/>
          <a:lstStyle/>
          <a:p>
            <a:pPr algn="ctr"/>
            <a:endParaRPr sz="1350">
              <a:latin typeface="微软雅黑" panose="020B0503020204020204" pitchFamily="34" charset="-122"/>
              <a:ea typeface="微软雅黑" panose="020B0503020204020204" pitchFamily="34" charset="-122"/>
            </a:endParaRPr>
          </a:p>
        </p:txBody>
      </p:sp>
      <p:sp>
        <p:nvSpPr>
          <p:cNvPr id="50" name="任意多边形 49"/>
          <p:cNvSpPr/>
          <p:nvPr>
            <p:custDataLst>
              <p:tags r:id="rId24"/>
            </p:custDataLst>
          </p:nvPr>
        </p:nvSpPr>
        <p:spPr bwMode="auto">
          <a:xfrm>
            <a:off x="1586865" y="1504950"/>
            <a:ext cx="38100" cy="53340"/>
          </a:xfrm>
          <a:custGeom>
            <a:avLst/>
            <a:gdLst>
              <a:gd name="T0" fmla="*/ 48 w 50"/>
              <a:gd name="T1" fmla="*/ 30 h 70"/>
              <a:gd name="T2" fmla="*/ 48 w 50"/>
              <a:gd name="T3" fmla="*/ 30 h 70"/>
              <a:gd name="T4" fmla="*/ 50 w 50"/>
              <a:gd name="T5" fmla="*/ 44 h 70"/>
              <a:gd name="T6" fmla="*/ 46 w 50"/>
              <a:gd name="T7" fmla="*/ 58 h 70"/>
              <a:gd name="T8" fmla="*/ 40 w 50"/>
              <a:gd name="T9" fmla="*/ 66 h 70"/>
              <a:gd name="T10" fmla="*/ 36 w 50"/>
              <a:gd name="T11" fmla="*/ 68 h 70"/>
              <a:gd name="T12" fmla="*/ 32 w 50"/>
              <a:gd name="T13" fmla="*/ 70 h 70"/>
              <a:gd name="T14" fmla="*/ 32 w 50"/>
              <a:gd name="T15" fmla="*/ 70 h 70"/>
              <a:gd name="T16" fmla="*/ 28 w 50"/>
              <a:gd name="T17" fmla="*/ 70 h 70"/>
              <a:gd name="T18" fmla="*/ 22 w 50"/>
              <a:gd name="T19" fmla="*/ 70 h 70"/>
              <a:gd name="T20" fmla="*/ 14 w 50"/>
              <a:gd name="T21" fmla="*/ 64 h 70"/>
              <a:gd name="T22" fmla="*/ 6 w 50"/>
              <a:gd name="T23" fmla="*/ 54 h 70"/>
              <a:gd name="T24" fmla="*/ 2 w 50"/>
              <a:gd name="T25" fmla="*/ 40 h 70"/>
              <a:gd name="T26" fmla="*/ 2 w 50"/>
              <a:gd name="T27" fmla="*/ 40 h 70"/>
              <a:gd name="T28" fmla="*/ 0 w 50"/>
              <a:gd name="T29" fmla="*/ 26 h 70"/>
              <a:gd name="T30" fmla="*/ 4 w 50"/>
              <a:gd name="T31" fmla="*/ 14 h 70"/>
              <a:gd name="T32" fmla="*/ 10 w 50"/>
              <a:gd name="T33" fmla="*/ 6 h 70"/>
              <a:gd name="T34" fmla="*/ 14 w 50"/>
              <a:gd name="T35" fmla="*/ 2 h 70"/>
              <a:gd name="T36" fmla="*/ 18 w 50"/>
              <a:gd name="T37" fmla="*/ 0 h 70"/>
              <a:gd name="T38" fmla="*/ 18 w 50"/>
              <a:gd name="T39" fmla="*/ 0 h 70"/>
              <a:gd name="T40" fmla="*/ 22 w 50"/>
              <a:gd name="T41" fmla="*/ 0 h 70"/>
              <a:gd name="T42" fmla="*/ 28 w 50"/>
              <a:gd name="T43" fmla="*/ 2 h 70"/>
              <a:gd name="T44" fmla="*/ 36 w 50"/>
              <a:gd name="T45" fmla="*/ 8 h 70"/>
              <a:gd name="T46" fmla="*/ 44 w 50"/>
              <a:gd name="T47" fmla="*/ 18 h 70"/>
              <a:gd name="T48" fmla="*/ 48 w 50"/>
              <a:gd name="T49" fmla="*/ 30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50" h="70">
                <a:moveTo>
                  <a:pt x="48" y="30"/>
                </a:moveTo>
                <a:lnTo>
                  <a:pt x="48" y="30"/>
                </a:lnTo>
                <a:lnTo>
                  <a:pt x="50" y="44"/>
                </a:lnTo>
                <a:lnTo>
                  <a:pt x="46" y="58"/>
                </a:lnTo>
                <a:lnTo>
                  <a:pt x="40" y="66"/>
                </a:lnTo>
                <a:lnTo>
                  <a:pt x="36" y="68"/>
                </a:lnTo>
                <a:lnTo>
                  <a:pt x="32" y="70"/>
                </a:lnTo>
                <a:lnTo>
                  <a:pt x="32" y="70"/>
                </a:lnTo>
                <a:lnTo>
                  <a:pt x="28" y="70"/>
                </a:lnTo>
                <a:lnTo>
                  <a:pt x="22" y="70"/>
                </a:lnTo>
                <a:lnTo>
                  <a:pt x="14" y="64"/>
                </a:lnTo>
                <a:lnTo>
                  <a:pt x="6" y="54"/>
                </a:lnTo>
                <a:lnTo>
                  <a:pt x="2" y="40"/>
                </a:lnTo>
                <a:lnTo>
                  <a:pt x="2" y="40"/>
                </a:lnTo>
                <a:lnTo>
                  <a:pt x="0" y="26"/>
                </a:lnTo>
                <a:lnTo>
                  <a:pt x="4" y="14"/>
                </a:lnTo>
                <a:lnTo>
                  <a:pt x="10" y="6"/>
                </a:lnTo>
                <a:lnTo>
                  <a:pt x="14" y="2"/>
                </a:lnTo>
                <a:lnTo>
                  <a:pt x="18" y="0"/>
                </a:lnTo>
                <a:lnTo>
                  <a:pt x="18" y="0"/>
                </a:lnTo>
                <a:lnTo>
                  <a:pt x="22" y="0"/>
                </a:lnTo>
                <a:lnTo>
                  <a:pt x="28" y="2"/>
                </a:lnTo>
                <a:lnTo>
                  <a:pt x="36" y="8"/>
                </a:lnTo>
                <a:lnTo>
                  <a:pt x="44" y="18"/>
                </a:lnTo>
                <a:lnTo>
                  <a:pt x="48" y="3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nchor="ctr"/>
          <a:lstStyle/>
          <a:p>
            <a:pPr algn="ctr"/>
            <a:endParaRPr sz="1350">
              <a:latin typeface="微软雅黑" panose="020B0503020204020204" pitchFamily="34" charset="-122"/>
              <a:ea typeface="微软雅黑" panose="020B0503020204020204" pitchFamily="34" charset="-122"/>
            </a:endParaRPr>
          </a:p>
        </p:txBody>
      </p:sp>
      <p:sp>
        <p:nvSpPr>
          <p:cNvPr id="51" name="任意多边形 50"/>
          <p:cNvSpPr/>
          <p:nvPr>
            <p:custDataLst>
              <p:tags r:id="rId25"/>
            </p:custDataLst>
          </p:nvPr>
        </p:nvSpPr>
        <p:spPr bwMode="auto">
          <a:xfrm>
            <a:off x="1359535" y="1831340"/>
            <a:ext cx="204470" cy="85090"/>
          </a:xfrm>
          <a:custGeom>
            <a:avLst/>
            <a:gdLst>
              <a:gd name="T0" fmla="*/ 0 w 268"/>
              <a:gd name="T1" fmla="*/ 4 h 112"/>
              <a:gd name="T2" fmla="*/ 0 w 268"/>
              <a:gd name="T3" fmla="*/ 4 h 112"/>
              <a:gd name="T4" fmla="*/ 18 w 268"/>
              <a:gd name="T5" fmla="*/ 26 h 112"/>
              <a:gd name="T6" fmla="*/ 40 w 268"/>
              <a:gd name="T7" fmla="*/ 48 h 112"/>
              <a:gd name="T8" fmla="*/ 62 w 268"/>
              <a:gd name="T9" fmla="*/ 66 h 112"/>
              <a:gd name="T10" fmla="*/ 86 w 268"/>
              <a:gd name="T11" fmla="*/ 84 h 112"/>
              <a:gd name="T12" fmla="*/ 114 w 268"/>
              <a:gd name="T13" fmla="*/ 98 h 112"/>
              <a:gd name="T14" fmla="*/ 128 w 268"/>
              <a:gd name="T15" fmla="*/ 102 h 112"/>
              <a:gd name="T16" fmla="*/ 142 w 268"/>
              <a:gd name="T17" fmla="*/ 108 h 112"/>
              <a:gd name="T18" fmla="*/ 156 w 268"/>
              <a:gd name="T19" fmla="*/ 110 h 112"/>
              <a:gd name="T20" fmla="*/ 170 w 268"/>
              <a:gd name="T21" fmla="*/ 112 h 112"/>
              <a:gd name="T22" fmla="*/ 186 w 268"/>
              <a:gd name="T23" fmla="*/ 112 h 112"/>
              <a:gd name="T24" fmla="*/ 202 w 268"/>
              <a:gd name="T25" fmla="*/ 110 h 112"/>
              <a:gd name="T26" fmla="*/ 202 w 268"/>
              <a:gd name="T27" fmla="*/ 110 h 112"/>
              <a:gd name="T28" fmla="*/ 222 w 268"/>
              <a:gd name="T29" fmla="*/ 106 h 112"/>
              <a:gd name="T30" fmla="*/ 238 w 268"/>
              <a:gd name="T31" fmla="*/ 98 h 112"/>
              <a:gd name="T32" fmla="*/ 254 w 268"/>
              <a:gd name="T33" fmla="*/ 90 h 112"/>
              <a:gd name="T34" fmla="*/ 268 w 268"/>
              <a:gd name="T35" fmla="*/ 78 h 112"/>
              <a:gd name="T36" fmla="*/ 268 w 268"/>
              <a:gd name="T37" fmla="*/ 78 h 112"/>
              <a:gd name="T38" fmla="*/ 256 w 268"/>
              <a:gd name="T39" fmla="*/ 62 h 112"/>
              <a:gd name="T40" fmla="*/ 240 w 268"/>
              <a:gd name="T41" fmla="*/ 50 h 112"/>
              <a:gd name="T42" fmla="*/ 224 w 268"/>
              <a:gd name="T43" fmla="*/ 38 h 112"/>
              <a:gd name="T44" fmla="*/ 208 w 268"/>
              <a:gd name="T45" fmla="*/ 28 h 112"/>
              <a:gd name="T46" fmla="*/ 190 w 268"/>
              <a:gd name="T47" fmla="*/ 20 h 112"/>
              <a:gd name="T48" fmla="*/ 172 w 268"/>
              <a:gd name="T49" fmla="*/ 14 h 112"/>
              <a:gd name="T50" fmla="*/ 154 w 268"/>
              <a:gd name="T51" fmla="*/ 8 h 112"/>
              <a:gd name="T52" fmla="*/ 134 w 268"/>
              <a:gd name="T53" fmla="*/ 4 h 112"/>
              <a:gd name="T54" fmla="*/ 98 w 268"/>
              <a:gd name="T55" fmla="*/ 0 h 112"/>
              <a:gd name="T56" fmla="*/ 62 w 268"/>
              <a:gd name="T57" fmla="*/ 0 h 112"/>
              <a:gd name="T58" fmla="*/ 28 w 268"/>
              <a:gd name="T59" fmla="*/ 2 h 112"/>
              <a:gd name="T60" fmla="*/ 0 w 268"/>
              <a:gd name="T61" fmla="*/ 4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68" h="112">
                <a:moveTo>
                  <a:pt x="0" y="4"/>
                </a:moveTo>
                <a:lnTo>
                  <a:pt x="0" y="4"/>
                </a:lnTo>
                <a:lnTo>
                  <a:pt x="18" y="26"/>
                </a:lnTo>
                <a:lnTo>
                  <a:pt x="40" y="48"/>
                </a:lnTo>
                <a:lnTo>
                  <a:pt x="62" y="66"/>
                </a:lnTo>
                <a:lnTo>
                  <a:pt x="86" y="84"/>
                </a:lnTo>
                <a:lnTo>
                  <a:pt x="114" y="98"/>
                </a:lnTo>
                <a:lnTo>
                  <a:pt x="128" y="102"/>
                </a:lnTo>
                <a:lnTo>
                  <a:pt x="142" y="108"/>
                </a:lnTo>
                <a:lnTo>
                  <a:pt x="156" y="110"/>
                </a:lnTo>
                <a:lnTo>
                  <a:pt x="170" y="112"/>
                </a:lnTo>
                <a:lnTo>
                  <a:pt x="186" y="112"/>
                </a:lnTo>
                <a:lnTo>
                  <a:pt x="202" y="110"/>
                </a:lnTo>
                <a:lnTo>
                  <a:pt x="202" y="110"/>
                </a:lnTo>
                <a:lnTo>
                  <a:pt x="222" y="106"/>
                </a:lnTo>
                <a:lnTo>
                  <a:pt x="238" y="98"/>
                </a:lnTo>
                <a:lnTo>
                  <a:pt x="254" y="90"/>
                </a:lnTo>
                <a:lnTo>
                  <a:pt x="268" y="78"/>
                </a:lnTo>
                <a:lnTo>
                  <a:pt x="268" y="78"/>
                </a:lnTo>
                <a:lnTo>
                  <a:pt x="256" y="62"/>
                </a:lnTo>
                <a:lnTo>
                  <a:pt x="240" y="50"/>
                </a:lnTo>
                <a:lnTo>
                  <a:pt x="224" y="38"/>
                </a:lnTo>
                <a:lnTo>
                  <a:pt x="208" y="28"/>
                </a:lnTo>
                <a:lnTo>
                  <a:pt x="190" y="20"/>
                </a:lnTo>
                <a:lnTo>
                  <a:pt x="172" y="14"/>
                </a:lnTo>
                <a:lnTo>
                  <a:pt x="154" y="8"/>
                </a:lnTo>
                <a:lnTo>
                  <a:pt x="134" y="4"/>
                </a:lnTo>
                <a:lnTo>
                  <a:pt x="98" y="0"/>
                </a:lnTo>
                <a:lnTo>
                  <a:pt x="62" y="0"/>
                </a:lnTo>
                <a:lnTo>
                  <a:pt x="28" y="2"/>
                </a:lnTo>
                <a:lnTo>
                  <a:pt x="0" y="4"/>
                </a:lnTo>
                <a:close/>
              </a:path>
            </a:pathLst>
          </a:custGeom>
          <a:solidFill>
            <a:srgbClr val="DA908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350">
              <a:latin typeface="微软雅黑" panose="020B0503020204020204" pitchFamily="34" charset="-122"/>
              <a:ea typeface="微软雅黑" panose="020B0503020204020204" pitchFamily="34" charset="-122"/>
            </a:endParaRPr>
          </a:p>
        </p:txBody>
      </p:sp>
      <p:sp>
        <p:nvSpPr>
          <p:cNvPr id="52" name="任意多边形 51"/>
          <p:cNvSpPr/>
          <p:nvPr>
            <p:custDataLst>
              <p:tags r:id="rId26"/>
            </p:custDataLst>
          </p:nvPr>
        </p:nvSpPr>
        <p:spPr bwMode="auto">
          <a:xfrm>
            <a:off x="1359535" y="1831340"/>
            <a:ext cx="204470" cy="85090"/>
          </a:xfrm>
          <a:custGeom>
            <a:avLst/>
            <a:gdLst>
              <a:gd name="T0" fmla="*/ 0 w 268"/>
              <a:gd name="T1" fmla="*/ 4 h 112"/>
              <a:gd name="T2" fmla="*/ 0 w 268"/>
              <a:gd name="T3" fmla="*/ 4 h 112"/>
              <a:gd name="T4" fmla="*/ 18 w 268"/>
              <a:gd name="T5" fmla="*/ 26 h 112"/>
              <a:gd name="T6" fmla="*/ 40 w 268"/>
              <a:gd name="T7" fmla="*/ 48 h 112"/>
              <a:gd name="T8" fmla="*/ 62 w 268"/>
              <a:gd name="T9" fmla="*/ 66 h 112"/>
              <a:gd name="T10" fmla="*/ 86 w 268"/>
              <a:gd name="T11" fmla="*/ 84 h 112"/>
              <a:gd name="T12" fmla="*/ 114 w 268"/>
              <a:gd name="T13" fmla="*/ 98 h 112"/>
              <a:gd name="T14" fmla="*/ 128 w 268"/>
              <a:gd name="T15" fmla="*/ 102 h 112"/>
              <a:gd name="T16" fmla="*/ 142 w 268"/>
              <a:gd name="T17" fmla="*/ 108 h 112"/>
              <a:gd name="T18" fmla="*/ 156 w 268"/>
              <a:gd name="T19" fmla="*/ 110 h 112"/>
              <a:gd name="T20" fmla="*/ 170 w 268"/>
              <a:gd name="T21" fmla="*/ 112 h 112"/>
              <a:gd name="T22" fmla="*/ 186 w 268"/>
              <a:gd name="T23" fmla="*/ 112 h 112"/>
              <a:gd name="T24" fmla="*/ 202 w 268"/>
              <a:gd name="T25" fmla="*/ 110 h 112"/>
              <a:gd name="T26" fmla="*/ 202 w 268"/>
              <a:gd name="T27" fmla="*/ 110 h 112"/>
              <a:gd name="T28" fmla="*/ 222 w 268"/>
              <a:gd name="T29" fmla="*/ 106 h 112"/>
              <a:gd name="T30" fmla="*/ 238 w 268"/>
              <a:gd name="T31" fmla="*/ 98 h 112"/>
              <a:gd name="T32" fmla="*/ 254 w 268"/>
              <a:gd name="T33" fmla="*/ 90 h 112"/>
              <a:gd name="T34" fmla="*/ 268 w 268"/>
              <a:gd name="T35" fmla="*/ 78 h 112"/>
              <a:gd name="T36" fmla="*/ 268 w 268"/>
              <a:gd name="T37" fmla="*/ 78 h 112"/>
              <a:gd name="T38" fmla="*/ 256 w 268"/>
              <a:gd name="T39" fmla="*/ 62 h 112"/>
              <a:gd name="T40" fmla="*/ 240 w 268"/>
              <a:gd name="T41" fmla="*/ 50 h 112"/>
              <a:gd name="T42" fmla="*/ 224 w 268"/>
              <a:gd name="T43" fmla="*/ 38 h 112"/>
              <a:gd name="T44" fmla="*/ 208 w 268"/>
              <a:gd name="T45" fmla="*/ 28 h 112"/>
              <a:gd name="T46" fmla="*/ 190 w 268"/>
              <a:gd name="T47" fmla="*/ 20 h 112"/>
              <a:gd name="T48" fmla="*/ 172 w 268"/>
              <a:gd name="T49" fmla="*/ 14 h 112"/>
              <a:gd name="T50" fmla="*/ 154 w 268"/>
              <a:gd name="T51" fmla="*/ 8 h 112"/>
              <a:gd name="T52" fmla="*/ 134 w 268"/>
              <a:gd name="T53" fmla="*/ 4 h 112"/>
              <a:gd name="T54" fmla="*/ 98 w 268"/>
              <a:gd name="T55" fmla="*/ 0 h 112"/>
              <a:gd name="T56" fmla="*/ 62 w 268"/>
              <a:gd name="T57" fmla="*/ 0 h 112"/>
              <a:gd name="T58" fmla="*/ 28 w 268"/>
              <a:gd name="T59" fmla="*/ 2 h 112"/>
              <a:gd name="T60" fmla="*/ 0 w 268"/>
              <a:gd name="T61" fmla="*/ 4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68" h="112">
                <a:moveTo>
                  <a:pt x="0" y="4"/>
                </a:moveTo>
                <a:lnTo>
                  <a:pt x="0" y="4"/>
                </a:lnTo>
                <a:lnTo>
                  <a:pt x="18" y="26"/>
                </a:lnTo>
                <a:lnTo>
                  <a:pt x="40" y="48"/>
                </a:lnTo>
                <a:lnTo>
                  <a:pt x="62" y="66"/>
                </a:lnTo>
                <a:lnTo>
                  <a:pt x="86" y="84"/>
                </a:lnTo>
                <a:lnTo>
                  <a:pt x="114" y="98"/>
                </a:lnTo>
                <a:lnTo>
                  <a:pt x="128" y="102"/>
                </a:lnTo>
                <a:lnTo>
                  <a:pt x="142" y="108"/>
                </a:lnTo>
                <a:lnTo>
                  <a:pt x="156" y="110"/>
                </a:lnTo>
                <a:lnTo>
                  <a:pt x="170" y="112"/>
                </a:lnTo>
                <a:lnTo>
                  <a:pt x="186" y="112"/>
                </a:lnTo>
                <a:lnTo>
                  <a:pt x="202" y="110"/>
                </a:lnTo>
                <a:lnTo>
                  <a:pt x="202" y="110"/>
                </a:lnTo>
                <a:lnTo>
                  <a:pt x="222" y="106"/>
                </a:lnTo>
                <a:lnTo>
                  <a:pt x="238" y="98"/>
                </a:lnTo>
                <a:lnTo>
                  <a:pt x="254" y="90"/>
                </a:lnTo>
                <a:lnTo>
                  <a:pt x="268" y="78"/>
                </a:lnTo>
                <a:lnTo>
                  <a:pt x="268" y="78"/>
                </a:lnTo>
                <a:lnTo>
                  <a:pt x="256" y="62"/>
                </a:lnTo>
                <a:lnTo>
                  <a:pt x="240" y="50"/>
                </a:lnTo>
                <a:lnTo>
                  <a:pt x="224" y="38"/>
                </a:lnTo>
                <a:lnTo>
                  <a:pt x="208" y="28"/>
                </a:lnTo>
                <a:lnTo>
                  <a:pt x="190" y="20"/>
                </a:lnTo>
                <a:lnTo>
                  <a:pt x="172" y="14"/>
                </a:lnTo>
                <a:lnTo>
                  <a:pt x="154" y="8"/>
                </a:lnTo>
                <a:lnTo>
                  <a:pt x="134" y="4"/>
                </a:lnTo>
                <a:lnTo>
                  <a:pt x="98" y="0"/>
                </a:lnTo>
                <a:lnTo>
                  <a:pt x="62" y="0"/>
                </a:lnTo>
                <a:lnTo>
                  <a:pt x="28" y="2"/>
                </a:lnTo>
                <a:lnTo>
                  <a:pt x="0" y="4"/>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nchor="ctr"/>
          <a:lstStyle/>
          <a:p>
            <a:pPr algn="ctr"/>
            <a:endParaRPr sz="1350">
              <a:latin typeface="微软雅黑" panose="020B0503020204020204" pitchFamily="34" charset="-122"/>
              <a:ea typeface="微软雅黑" panose="020B0503020204020204" pitchFamily="34" charset="-122"/>
            </a:endParaRPr>
          </a:p>
        </p:txBody>
      </p:sp>
      <p:sp>
        <p:nvSpPr>
          <p:cNvPr id="53" name="任意多边形 52"/>
          <p:cNvSpPr/>
          <p:nvPr>
            <p:custDataLst>
              <p:tags r:id="rId27"/>
            </p:custDataLst>
          </p:nvPr>
        </p:nvSpPr>
        <p:spPr bwMode="auto">
          <a:xfrm>
            <a:off x="1308100" y="1687830"/>
            <a:ext cx="311150" cy="202565"/>
          </a:xfrm>
          <a:custGeom>
            <a:avLst/>
            <a:gdLst>
              <a:gd name="T0" fmla="*/ 408 w 408"/>
              <a:gd name="T1" fmla="*/ 0 h 266"/>
              <a:gd name="T2" fmla="*/ 408 w 408"/>
              <a:gd name="T3" fmla="*/ 0 h 266"/>
              <a:gd name="T4" fmla="*/ 378 w 408"/>
              <a:gd name="T5" fmla="*/ 2 h 266"/>
              <a:gd name="T6" fmla="*/ 346 w 408"/>
              <a:gd name="T7" fmla="*/ 4 h 266"/>
              <a:gd name="T8" fmla="*/ 312 w 408"/>
              <a:gd name="T9" fmla="*/ 8 h 266"/>
              <a:gd name="T10" fmla="*/ 278 w 408"/>
              <a:gd name="T11" fmla="*/ 14 h 266"/>
              <a:gd name="T12" fmla="*/ 210 w 408"/>
              <a:gd name="T13" fmla="*/ 28 h 266"/>
              <a:gd name="T14" fmla="*/ 144 w 408"/>
              <a:gd name="T15" fmla="*/ 44 h 266"/>
              <a:gd name="T16" fmla="*/ 86 w 408"/>
              <a:gd name="T17" fmla="*/ 60 h 266"/>
              <a:gd name="T18" fmla="*/ 40 w 408"/>
              <a:gd name="T19" fmla="*/ 74 h 266"/>
              <a:gd name="T20" fmla="*/ 0 w 408"/>
              <a:gd name="T21" fmla="*/ 88 h 266"/>
              <a:gd name="T22" fmla="*/ 0 w 408"/>
              <a:gd name="T23" fmla="*/ 88 h 266"/>
              <a:gd name="T24" fmla="*/ 16 w 408"/>
              <a:gd name="T25" fmla="*/ 120 h 266"/>
              <a:gd name="T26" fmla="*/ 38 w 408"/>
              <a:gd name="T27" fmla="*/ 154 h 266"/>
              <a:gd name="T28" fmla="*/ 68 w 408"/>
              <a:gd name="T29" fmla="*/ 192 h 266"/>
              <a:gd name="T30" fmla="*/ 68 w 408"/>
              <a:gd name="T31" fmla="*/ 192 h 266"/>
              <a:gd name="T32" fmla="*/ 96 w 408"/>
              <a:gd name="T33" fmla="*/ 190 h 266"/>
              <a:gd name="T34" fmla="*/ 130 w 408"/>
              <a:gd name="T35" fmla="*/ 188 h 266"/>
              <a:gd name="T36" fmla="*/ 166 w 408"/>
              <a:gd name="T37" fmla="*/ 188 h 266"/>
              <a:gd name="T38" fmla="*/ 202 w 408"/>
              <a:gd name="T39" fmla="*/ 192 h 266"/>
              <a:gd name="T40" fmla="*/ 222 w 408"/>
              <a:gd name="T41" fmla="*/ 196 h 266"/>
              <a:gd name="T42" fmla="*/ 240 w 408"/>
              <a:gd name="T43" fmla="*/ 202 h 266"/>
              <a:gd name="T44" fmla="*/ 258 w 408"/>
              <a:gd name="T45" fmla="*/ 208 h 266"/>
              <a:gd name="T46" fmla="*/ 276 w 408"/>
              <a:gd name="T47" fmla="*/ 216 h 266"/>
              <a:gd name="T48" fmla="*/ 292 w 408"/>
              <a:gd name="T49" fmla="*/ 226 h 266"/>
              <a:gd name="T50" fmla="*/ 308 w 408"/>
              <a:gd name="T51" fmla="*/ 238 h 266"/>
              <a:gd name="T52" fmla="*/ 324 w 408"/>
              <a:gd name="T53" fmla="*/ 250 h 266"/>
              <a:gd name="T54" fmla="*/ 336 w 408"/>
              <a:gd name="T55" fmla="*/ 266 h 266"/>
              <a:gd name="T56" fmla="*/ 336 w 408"/>
              <a:gd name="T57" fmla="*/ 266 h 266"/>
              <a:gd name="T58" fmla="*/ 352 w 408"/>
              <a:gd name="T59" fmla="*/ 250 h 266"/>
              <a:gd name="T60" fmla="*/ 364 w 408"/>
              <a:gd name="T61" fmla="*/ 232 h 266"/>
              <a:gd name="T62" fmla="*/ 374 w 408"/>
              <a:gd name="T63" fmla="*/ 212 h 266"/>
              <a:gd name="T64" fmla="*/ 384 w 408"/>
              <a:gd name="T65" fmla="*/ 192 h 266"/>
              <a:gd name="T66" fmla="*/ 390 w 408"/>
              <a:gd name="T67" fmla="*/ 170 h 266"/>
              <a:gd name="T68" fmla="*/ 396 w 408"/>
              <a:gd name="T69" fmla="*/ 148 h 266"/>
              <a:gd name="T70" fmla="*/ 404 w 408"/>
              <a:gd name="T71" fmla="*/ 104 h 266"/>
              <a:gd name="T72" fmla="*/ 408 w 408"/>
              <a:gd name="T73" fmla="*/ 64 h 266"/>
              <a:gd name="T74" fmla="*/ 408 w 408"/>
              <a:gd name="T75" fmla="*/ 32 h 266"/>
              <a:gd name="T76" fmla="*/ 408 w 408"/>
              <a:gd name="T77" fmla="*/ 0 h 2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408" h="266">
                <a:moveTo>
                  <a:pt x="408" y="0"/>
                </a:moveTo>
                <a:lnTo>
                  <a:pt x="408" y="0"/>
                </a:lnTo>
                <a:lnTo>
                  <a:pt x="378" y="2"/>
                </a:lnTo>
                <a:lnTo>
                  <a:pt x="346" y="4"/>
                </a:lnTo>
                <a:lnTo>
                  <a:pt x="312" y="8"/>
                </a:lnTo>
                <a:lnTo>
                  <a:pt x="278" y="14"/>
                </a:lnTo>
                <a:lnTo>
                  <a:pt x="210" y="28"/>
                </a:lnTo>
                <a:lnTo>
                  <a:pt x="144" y="44"/>
                </a:lnTo>
                <a:lnTo>
                  <a:pt x="86" y="60"/>
                </a:lnTo>
                <a:lnTo>
                  <a:pt x="40" y="74"/>
                </a:lnTo>
                <a:lnTo>
                  <a:pt x="0" y="88"/>
                </a:lnTo>
                <a:lnTo>
                  <a:pt x="0" y="88"/>
                </a:lnTo>
                <a:lnTo>
                  <a:pt x="16" y="120"/>
                </a:lnTo>
                <a:lnTo>
                  <a:pt x="38" y="154"/>
                </a:lnTo>
                <a:lnTo>
                  <a:pt x="68" y="192"/>
                </a:lnTo>
                <a:lnTo>
                  <a:pt x="68" y="192"/>
                </a:lnTo>
                <a:lnTo>
                  <a:pt x="96" y="190"/>
                </a:lnTo>
                <a:lnTo>
                  <a:pt x="130" y="188"/>
                </a:lnTo>
                <a:lnTo>
                  <a:pt x="166" y="188"/>
                </a:lnTo>
                <a:lnTo>
                  <a:pt x="202" y="192"/>
                </a:lnTo>
                <a:lnTo>
                  <a:pt x="222" y="196"/>
                </a:lnTo>
                <a:lnTo>
                  <a:pt x="240" y="202"/>
                </a:lnTo>
                <a:lnTo>
                  <a:pt x="258" y="208"/>
                </a:lnTo>
                <a:lnTo>
                  <a:pt x="276" y="216"/>
                </a:lnTo>
                <a:lnTo>
                  <a:pt x="292" y="226"/>
                </a:lnTo>
                <a:lnTo>
                  <a:pt x="308" y="238"/>
                </a:lnTo>
                <a:lnTo>
                  <a:pt x="324" y="250"/>
                </a:lnTo>
                <a:lnTo>
                  <a:pt x="336" y="266"/>
                </a:lnTo>
                <a:lnTo>
                  <a:pt x="336" y="266"/>
                </a:lnTo>
                <a:lnTo>
                  <a:pt x="352" y="250"/>
                </a:lnTo>
                <a:lnTo>
                  <a:pt x="364" y="232"/>
                </a:lnTo>
                <a:lnTo>
                  <a:pt x="374" y="212"/>
                </a:lnTo>
                <a:lnTo>
                  <a:pt x="384" y="192"/>
                </a:lnTo>
                <a:lnTo>
                  <a:pt x="390" y="170"/>
                </a:lnTo>
                <a:lnTo>
                  <a:pt x="396" y="148"/>
                </a:lnTo>
                <a:lnTo>
                  <a:pt x="404" y="104"/>
                </a:lnTo>
                <a:lnTo>
                  <a:pt x="408" y="64"/>
                </a:lnTo>
                <a:lnTo>
                  <a:pt x="408" y="32"/>
                </a:lnTo>
                <a:lnTo>
                  <a:pt x="408" y="0"/>
                </a:lnTo>
                <a:close/>
              </a:path>
            </a:pathLst>
          </a:custGeom>
          <a:solidFill>
            <a:srgbClr val="76352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350">
              <a:latin typeface="微软雅黑" panose="020B0503020204020204" pitchFamily="34" charset="-122"/>
              <a:ea typeface="微软雅黑" panose="020B0503020204020204" pitchFamily="34" charset="-122"/>
            </a:endParaRPr>
          </a:p>
        </p:txBody>
      </p:sp>
      <p:sp>
        <p:nvSpPr>
          <p:cNvPr id="54" name="任意多边形 53"/>
          <p:cNvSpPr/>
          <p:nvPr>
            <p:custDataLst>
              <p:tags r:id="rId28"/>
            </p:custDataLst>
          </p:nvPr>
        </p:nvSpPr>
        <p:spPr bwMode="auto">
          <a:xfrm>
            <a:off x="1308100" y="1687830"/>
            <a:ext cx="311150" cy="202565"/>
          </a:xfrm>
          <a:custGeom>
            <a:avLst/>
            <a:gdLst>
              <a:gd name="T0" fmla="*/ 408 w 408"/>
              <a:gd name="T1" fmla="*/ 0 h 266"/>
              <a:gd name="T2" fmla="*/ 408 w 408"/>
              <a:gd name="T3" fmla="*/ 0 h 266"/>
              <a:gd name="T4" fmla="*/ 378 w 408"/>
              <a:gd name="T5" fmla="*/ 2 h 266"/>
              <a:gd name="T6" fmla="*/ 346 w 408"/>
              <a:gd name="T7" fmla="*/ 4 h 266"/>
              <a:gd name="T8" fmla="*/ 312 w 408"/>
              <a:gd name="T9" fmla="*/ 8 h 266"/>
              <a:gd name="T10" fmla="*/ 278 w 408"/>
              <a:gd name="T11" fmla="*/ 14 h 266"/>
              <a:gd name="T12" fmla="*/ 210 w 408"/>
              <a:gd name="T13" fmla="*/ 28 h 266"/>
              <a:gd name="T14" fmla="*/ 144 w 408"/>
              <a:gd name="T15" fmla="*/ 44 h 266"/>
              <a:gd name="T16" fmla="*/ 86 w 408"/>
              <a:gd name="T17" fmla="*/ 60 h 266"/>
              <a:gd name="T18" fmla="*/ 40 w 408"/>
              <a:gd name="T19" fmla="*/ 74 h 266"/>
              <a:gd name="T20" fmla="*/ 0 w 408"/>
              <a:gd name="T21" fmla="*/ 88 h 266"/>
              <a:gd name="T22" fmla="*/ 0 w 408"/>
              <a:gd name="T23" fmla="*/ 88 h 266"/>
              <a:gd name="T24" fmla="*/ 16 w 408"/>
              <a:gd name="T25" fmla="*/ 120 h 266"/>
              <a:gd name="T26" fmla="*/ 38 w 408"/>
              <a:gd name="T27" fmla="*/ 154 h 266"/>
              <a:gd name="T28" fmla="*/ 68 w 408"/>
              <a:gd name="T29" fmla="*/ 192 h 266"/>
              <a:gd name="T30" fmla="*/ 68 w 408"/>
              <a:gd name="T31" fmla="*/ 192 h 266"/>
              <a:gd name="T32" fmla="*/ 96 w 408"/>
              <a:gd name="T33" fmla="*/ 190 h 266"/>
              <a:gd name="T34" fmla="*/ 130 w 408"/>
              <a:gd name="T35" fmla="*/ 188 h 266"/>
              <a:gd name="T36" fmla="*/ 166 w 408"/>
              <a:gd name="T37" fmla="*/ 188 h 266"/>
              <a:gd name="T38" fmla="*/ 202 w 408"/>
              <a:gd name="T39" fmla="*/ 192 h 266"/>
              <a:gd name="T40" fmla="*/ 222 w 408"/>
              <a:gd name="T41" fmla="*/ 196 h 266"/>
              <a:gd name="T42" fmla="*/ 240 w 408"/>
              <a:gd name="T43" fmla="*/ 202 h 266"/>
              <a:gd name="T44" fmla="*/ 258 w 408"/>
              <a:gd name="T45" fmla="*/ 208 h 266"/>
              <a:gd name="T46" fmla="*/ 276 w 408"/>
              <a:gd name="T47" fmla="*/ 216 h 266"/>
              <a:gd name="T48" fmla="*/ 292 w 408"/>
              <a:gd name="T49" fmla="*/ 226 h 266"/>
              <a:gd name="T50" fmla="*/ 308 w 408"/>
              <a:gd name="T51" fmla="*/ 238 h 266"/>
              <a:gd name="T52" fmla="*/ 324 w 408"/>
              <a:gd name="T53" fmla="*/ 250 h 266"/>
              <a:gd name="T54" fmla="*/ 336 w 408"/>
              <a:gd name="T55" fmla="*/ 266 h 266"/>
              <a:gd name="T56" fmla="*/ 336 w 408"/>
              <a:gd name="T57" fmla="*/ 266 h 266"/>
              <a:gd name="T58" fmla="*/ 352 w 408"/>
              <a:gd name="T59" fmla="*/ 250 h 266"/>
              <a:gd name="T60" fmla="*/ 364 w 408"/>
              <a:gd name="T61" fmla="*/ 232 h 266"/>
              <a:gd name="T62" fmla="*/ 374 w 408"/>
              <a:gd name="T63" fmla="*/ 212 h 266"/>
              <a:gd name="T64" fmla="*/ 384 w 408"/>
              <a:gd name="T65" fmla="*/ 192 h 266"/>
              <a:gd name="T66" fmla="*/ 390 w 408"/>
              <a:gd name="T67" fmla="*/ 170 h 266"/>
              <a:gd name="T68" fmla="*/ 396 w 408"/>
              <a:gd name="T69" fmla="*/ 148 h 266"/>
              <a:gd name="T70" fmla="*/ 404 w 408"/>
              <a:gd name="T71" fmla="*/ 104 h 266"/>
              <a:gd name="T72" fmla="*/ 408 w 408"/>
              <a:gd name="T73" fmla="*/ 64 h 266"/>
              <a:gd name="T74" fmla="*/ 408 w 408"/>
              <a:gd name="T75" fmla="*/ 32 h 266"/>
              <a:gd name="T76" fmla="*/ 408 w 408"/>
              <a:gd name="T77" fmla="*/ 0 h 2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408" h="266">
                <a:moveTo>
                  <a:pt x="408" y="0"/>
                </a:moveTo>
                <a:lnTo>
                  <a:pt x="408" y="0"/>
                </a:lnTo>
                <a:lnTo>
                  <a:pt x="378" y="2"/>
                </a:lnTo>
                <a:lnTo>
                  <a:pt x="346" y="4"/>
                </a:lnTo>
                <a:lnTo>
                  <a:pt x="312" y="8"/>
                </a:lnTo>
                <a:lnTo>
                  <a:pt x="278" y="14"/>
                </a:lnTo>
                <a:lnTo>
                  <a:pt x="210" y="28"/>
                </a:lnTo>
                <a:lnTo>
                  <a:pt x="144" y="44"/>
                </a:lnTo>
                <a:lnTo>
                  <a:pt x="86" y="60"/>
                </a:lnTo>
                <a:lnTo>
                  <a:pt x="40" y="74"/>
                </a:lnTo>
                <a:lnTo>
                  <a:pt x="0" y="88"/>
                </a:lnTo>
                <a:lnTo>
                  <a:pt x="0" y="88"/>
                </a:lnTo>
                <a:lnTo>
                  <a:pt x="16" y="120"/>
                </a:lnTo>
                <a:lnTo>
                  <a:pt x="38" y="154"/>
                </a:lnTo>
                <a:lnTo>
                  <a:pt x="68" y="192"/>
                </a:lnTo>
                <a:lnTo>
                  <a:pt x="68" y="192"/>
                </a:lnTo>
                <a:lnTo>
                  <a:pt x="96" y="190"/>
                </a:lnTo>
                <a:lnTo>
                  <a:pt x="130" y="188"/>
                </a:lnTo>
                <a:lnTo>
                  <a:pt x="166" y="188"/>
                </a:lnTo>
                <a:lnTo>
                  <a:pt x="202" y="192"/>
                </a:lnTo>
                <a:lnTo>
                  <a:pt x="222" y="196"/>
                </a:lnTo>
                <a:lnTo>
                  <a:pt x="240" y="202"/>
                </a:lnTo>
                <a:lnTo>
                  <a:pt x="258" y="208"/>
                </a:lnTo>
                <a:lnTo>
                  <a:pt x="276" y="216"/>
                </a:lnTo>
                <a:lnTo>
                  <a:pt x="292" y="226"/>
                </a:lnTo>
                <a:lnTo>
                  <a:pt x="308" y="238"/>
                </a:lnTo>
                <a:lnTo>
                  <a:pt x="324" y="250"/>
                </a:lnTo>
                <a:lnTo>
                  <a:pt x="336" y="266"/>
                </a:lnTo>
                <a:lnTo>
                  <a:pt x="336" y="266"/>
                </a:lnTo>
                <a:lnTo>
                  <a:pt x="352" y="250"/>
                </a:lnTo>
                <a:lnTo>
                  <a:pt x="364" y="232"/>
                </a:lnTo>
                <a:lnTo>
                  <a:pt x="374" y="212"/>
                </a:lnTo>
                <a:lnTo>
                  <a:pt x="384" y="192"/>
                </a:lnTo>
                <a:lnTo>
                  <a:pt x="390" y="170"/>
                </a:lnTo>
                <a:lnTo>
                  <a:pt x="396" y="148"/>
                </a:lnTo>
                <a:lnTo>
                  <a:pt x="404" y="104"/>
                </a:lnTo>
                <a:lnTo>
                  <a:pt x="408" y="64"/>
                </a:lnTo>
                <a:lnTo>
                  <a:pt x="408" y="32"/>
                </a:lnTo>
                <a:lnTo>
                  <a:pt x="408"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nchor="ctr"/>
          <a:lstStyle/>
          <a:p>
            <a:pPr algn="ctr"/>
            <a:endParaRPr sz="1350">
              <a:latin typeface="微软雅黑" panose="020B0503020204020204" pitchFamily="34" charset="-122"/>
              <a:ea typeface="微软雅黑" panose="020B0503020204020204" pitchFamily="34" charset="-122"/>
            </a:endParaRPr>
          </a:p>
        </p:txBody>
      </p:sp>
      <p:sp>
        <p:nvSpPr>
          <p:cNvPr id="55" name="任意多边形 54"/>
          <p:cNvSpPr/>
          <p:nvPr>
            <p:custDataLst>
              <p:tags r:id="rId29"/>
            </p:custDataLst>
          </p:nvPr>
        </p:nvSpPr>
        <p:spPr bwMode="auto">
          <a:xfrm>
            <a:off x="1359535" y="1450340"/>
            <a:ext cx="94615" cy="41275"/>
          </a:xfrm>
          <a:custGeom>
            <a:avLst/>
            <a:gdLst>
              <a:gd name="T0" fmla="*/ 0 w 124"/>
              <a:gd name="T1" fmla="*/ 54 h 54"/>
              <a:gd name="T2" fmla="*/ 0 w 124"/>
              <a:gd name="T3" fmla="*/ 54 h 54"/>
              <a:gd name="T4" fmla="*/ 10 w 124"/>
              <a:gd name="T5" fmla="*/ 48 h 54"/>
              <a:gd name="T6" fmla="*/ 22 w 124"/>
              <a:gd name="T7" fmla="*/ 40 h 54"/>
              <a:gd name="T8" fmla="*/ 38 w 124"/>
              <a:gd name="T9" fmla="*/ 32 h 54"/>
              <a:gd name="T10" fmla="*/ 56 w 124"/>
              <a:gd name="T11" fmla="*/ 24 h 54"/>
              <a:gd name="T12" fmla="*/ 78 w 124"/>
              <a:gd name="T13" fmla="*/ 16 h 54"/>
              <a:gd name="T14" fmla="*/ 100 w 124"/>
              <a:gd name="T15" fmla="*/ 12 h 54"/>
              <a:gd name="T16" fmla="*/ 112 w 124"/>
              <a:gd name="T17" fmla="*/ 12 h 54"/>
              <a:gd name="T18" fmla="*/ 124 w 124"/>
              <a:gd name="T19" fmla="*/ 14 h 54"/>
              <a:gd name="T20" fmla="*/ 124 w 124"/>
              <a:gd name="T21" fmla="*/ 14 h 54"/>
              <a:gd name="T22" fmla="*/ 110 w 124"/>
              <a:gd name="T23" fmla="*/ 8 h 54"/>
              <a:gd name="T24" fmla="*/ 94 w 124"/>
              <a:gd name="T25" fmla="*/ 2 h 54"/>
              <a:gd name="T26" fmla="*/ 76 w 124"/>
              <a:gd name="T27" fmla="*/ 0 h 54"/>
              <a:gd name="T28" fmla="*/ 66 w 124"/>
              <a:gd name="T29" fmla="*/ 0 h 54"/>
              <a:gd name="T30" fmla="*/ 56 w 124"/>
              <a:gd name="T31" fmla="*/ 2 h 54"/>
              <a:gd name="T32" fmla="*/ 44 w 124"/>
              <a:gd name="T33" fmla="*/ 6 h 54"/>
              <a:gd name="T34" fmla="*/ 34 w 124"/>
              <a:gd name="T35" fmla="*/ 10 h 54"/>
              <a:gd name="T36" fmla="*/ 24 w 124"/>
              <a:gd name="T37" fmla="*/ 18 h 54"/>
              <a:gd name="T38" fmla="*/ 16 w 124"/>
              <a:gd name="T39" fmla="*/ 26 h 54"/>
              <a:gd name="T40" fmla="*/ 6 w 124"/>
              <a:gd name="T41" fmla="*/ 40 h 54"/>
              <a:gd name="T42" fmla="*/ 0 w 124"/>
              <a:gd name="T43" fmla="*/ 54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24" h="54">
                <a:moveTo>
                  <a:pt x="0" y="54"/>
                </a:moveTo>
                <a:lnTo>
                  <a:pt x="0" y="54"/>
                </a:lnTo>
                <a:lnTo>
                  <a:pt x="10" y="48"/>
                </a:lnTo>
                <a:lnTo>
                  <a:pt x="22" y="40"/>
                </a:lnTo>
                <a:lnTo>
                  <a:pt x="38" y="32"/>
                </a:lnTo>
                <a:lnTo>
                  <a:pt x="56" y="24"/>
                </a:lnTo>
                <a:lnTo>
                  <a:pt x="78" y="16"/>
                </a:lnTo>
                <a:lnTo>
                  <a:pt x="100" y="12"/>
                </a:lnTo>
                <a:lnTo>
                  <a:pt x="112" y="12"/>
                </a:lnTo>
                <a:lnTo>
                  <a:pt x="124" y="14"/>
                </a:lnTo>
                <a:lnTo>
                  <a:pt x="124" y="14"/>
                </a:lnTo>
                <a:lnTo>
                  <a:pt x="110" y="8"/>
                </a:lnTo>
                <a:lnTo>
                  <a:pt x="94" y="2"/>
                </a:lnTo>
                <a:lnTo>
                  <a:pt x="76" y="0"/>
                </a:lnTo>
                <a:lnTo>
                  <a:pt x="66" y="0"/>
                </a:lnTo>
                <a:lnTo>
                  <a:pt x="56" y="2"/>
                </a:lnTo>
                <a:lnTo>
                  <a:pt x="44" y="6"/>
                </a:lnTo>
                <a:lnTo>
                  <a:pt x="34" y="10"/>
                </a:lnTo>
                <a:lnTo>
                  <a:pt x="24" y="18"/>
                </a:lnTo>
                <a:lnTo>
                  <a:pt x="16" y="26"/>
                </a:lnTo>
                <a:lnTo>
                  <a:pt x="6" y="40"/>
                </a:lnTo>
                <a:lnTo>
                  <a:pt x="0" y="54"/>
                </a:lnTo>
                <a:close/>
              </a:path>
            </a:pathLst>
          </a:custGeom>
          <a:solidFill>
            <a:srgbClr val="755243"/>
          </a:solidFill>
          <a:ln>
            <a:noFill/>
          </a:ln>
        </p:spPr>
        <p:txBody>
          <a:bodyPr anchor="ctr"/>
          <a:lstStyle/>
          <a:p>
            <a:pPr algn="ctr"/>
            <a:endParaRPr sz="1350">
              <a:latin typeface="微软雅黑" panose="020B0503020204020204" pitchFamily="34" charset="-122"/>
              <a:ea typeface="微软雅黑" panose="020B0503020204020204" pitchFamily="34" charset="-122"/>
            </a:endParaRPr>
          </a:p>
        </p:txBody>
      </p:sp>
      <p:sp>
        <p:nvSpPr>
          <p:cNvPr id="56" name="任意多边形 55"/>
          <p:cNvSpPr/>
          <p:nvPr>
            <p:custDataLst>
              <p:tags r:id="rId30"/>
            </p:custDataLst>
          </p:nvPr>
        </p:nvSpPr>
        <p:spPr bwMode="auto">
          <a:xfrm>
            <a:off x="1359535" y="1450340"/>
            <a:ext cx="94615" cy="41275"/>
          </a:xfrm>
          <a:custGeom>
            <a:avLst/>
            <a:gdLst>
              <a:gd name="T0" fmla="*/ 0 w 124"/>
              <a:gd name="T1" fmla="*/ 54 h 54"/>
              <a:gd name="T2" fmla="*/ 0 w 124"/>
              <a:gd name="T3" fmla="*/ 54 h 54"/>
              <a:gd name="T4" fmla="*/ 10 w 124"/>
              <a:gd name="T5" fmla="*/ 48 h 54"/>
              <a:gd name="T6" fmla="*/ 22 w 124"/>
              <a:gd name="T7" fmla="*/ 40 h 54"/>
              <a:gd name="T8" fmla="*/ 38 w 124"/>
              <a:gd name="T9" fmla="*/ 32 h 54"/>
              <a:gd name="T10" fmla="*/ 56 w 124"/>
              <a:gd name="T11" fmla="*/ 24 h 54"/>
              <a:gd name="T12" fmla="*/ 78 w 124"/>
              <a:gd name="T13" fmla="*/ 16 h 54"/>
              <a:gd name="T14" fmla="*/ 100 w 124"/>
              <a:gd name="T15" fmla="*/ 12 h 54"/>
              <a:gd name="T16" fmla="*/ 112 w 124"/>
              <a:gd name="T17" fmla="*/ 12 h 54"/>
              <a:gd name="T18" fmla="*/ 124 w 124"/>
              <a:gd name="T19" fmla="*/ 14 h 54"/>
              <a:gd name="T20" fmla="*/ 124 w 124"/>
              <a:gd name="T21" fmla="*/ 14 h 54"/>
              <a:gd name="T22" fmla="*/ 110 w 124"/>
              <a:gd name="T23" fmla="*/ 8 h 54"/>
              <a:gd name="T24" fmla="*/ 94 w 124"/>
              <a:gd name="T25" fmla="*/ 2 h 54"/>
              <a:gd name="T26" fmla="*/ 76 w 124"/>
              <a:gd name="T27" fmla="*/ 0 h 54"/>
              <a:gd name="T28" fmla="*/ 66 w 124"/>
              <a:gd name="T29" fmla="*/ 0 h 54"/>
              <a:gd name="T30" fmla="*/ 56 w 124"/>
              <a:gd name="T31" fmla="*/ 2 h 54"/>
              <a:gd name="T32" fmla="*/ 44 w 124"/>
              <a:gd name="T33" fmla="*/ 6 h 54"/>
              <a:gd name="T34" fmla="*/ 34 w 124"/>
              <a:gd name="T35" fmla="*/ 10 h 54"/>
              <a:gd name="T36" fmla="*/ 24 w 124"/>
              <a:gd name="T37" fmla="*/ 18 h 54"/>
              <a:gd name="T38" fmla="*/ 16 w 124"/>
              <a:gd name="T39" fmla="*/ 26 h 54"/>
              <a:gd name="T40" fmla="*/ 6 w 124"/>
              <a:gd name="T41" fmla="*/ 40 h 54"/>
              <a:gd name="T42" fmla="*/ 0 w 124"/>
              <a:gd name="T43" fmla="*/ 54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24" h="54">
                <a:moveTo>
                  <a:pt x="0" y="54"/>
                </a:moveTo>
                <a:lnTo>
                  <a:pt x="0" y="54"/>
                </a:lnTo>
                <a:lnTo>
                  <a:pt x="10" y="48"/>
                </a:lnTo>
                <a:lnTo>
                  <a:pt x="22" y="40"/>
                </a:lnTo>
                <a:lnTo>
                  <a:pt x="38" y="32"/>
                </a:lnTo>
                <a:lnTo>
                  <a:pt x="56" y="24"/>
                </a:lnTo>
                <a:lnTo>
                  <a:pt x="78" y="16"/>
                </a:lnTo>
                <a:lnTo>
                  <a:pt x="100" y="12"/>
                </a:lnTo>
                <a:lnTo>
                  <a:pt x="112" y="12"/>
                </a:lnTo>
                <a:lnTo>
                  <a:pt x="124" y="14"/>
                </a:lnTo>
                <a:lnTo>
                  <a:pt x="124" y="14"/>
                </a:lnTo>
                <a:lnTo>
                  <a:pt x="110" y="8"/>
                </a:lnTo>
                <a:lnTo>
                  <a:pt x="94" y="2"/>
                </a:lnTo>
                <a:lnTo>
                  <a:pt x="76" y="0"/>
                </a:lnTo>
                <a:lnTo>
                  <a:pt x="66" y="0"/>
                </a:lnTo>
                <a:lnTo>
                  <a:pt x="56" y="2"/>
                </a:lnTo>
                <a:lnTo>
                  <a:pt x="44" y="6"/>
                </a:lnTo>
                <a:lnTo>
                  <a:pt x="34" y="10"/>
                </a:lnTo>
                <a:lnTo>
                  <a:pt x="24" y="18"/>
                </a:lnTo>
                <a:lnTo>
                  <a:pt x="16" y="26"/>
                </a:lnTo>
                <a:lnTo>
                  <a:pt x="6" y="40"/>
                </a:lnTo>
                <a:lnTo>
                  <a:pt x="0" y="54"/>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nchor="ctr"/>
          <a:lstStyle/>
          <a:p>
            <a:pPr algn="ctr"/>
            <a:endParaRPr sz="1350">
              <a:latin typeface="微软雅黑" panose="020B0503020204020204" pitchFamily="34" charset="-122"/>
              <a:ea typeface="微软雅黑" panose="020B0503020204020204" pitchFamily="34" charset="-122"/>
            </a:endParaRPr>
          </a:p>
        </p:txBody>
      </p:sp>
      <p:sp>
        <p:nvSpPr>
          <p:cNvPr id="57" name="任意多边形 56"/>
          <p:cNvSpPr/>
          <p:nvPr>
            <p:custDataLst>
              <p:tags r:id="rId31"/>
            </p:custDataLst>
          </p:nvPr>
        </p:nvSpPr>
        <p:spPr bwMode="auto">
          <a:xfrm>
            <a:off x="1542415" y="1427480"/>
            <a:ext cx="77470" cy="22860"/>
          </a:xfrm>
          <a:custGeom>
            <a:avLst/>
            <a:gdLst>
              <a:gd name="T0" fmla="*/ 0 w 102"/>
              <a:gd name="T1" fmla="*/ 30 h 30"/>
              <a:gd name="T2" fmla="*/ 0 w 102"/>
              <a:gd name="T3" fmla="*/ 30 h 30"/>
              <a:gd name="T4" fmla="*/ 12 w 102"/>
              <a:gd name="T5" fmla="*/ 26 h 30"/>
              <a:gd name="T6" fmla="*/ 40 w 102"/>
              <a:gd name="T7" fmla="*/ 20 h 30"/>
              <a:gd name="T8" fmla="*/ 58 w 102"/>
              <a:gd name="T9" fmla="*/ 20 h 30"/>
              <a:gd name="T10" fmla="*/ 74 w 102"/>
              <a:gd name="T11" fmla="*/ 20 h 30"/>
              <a:gd name="T12" fmla="*/ 88 w 102"/>
              <a:gd name="T13" fmla="*/ 22 h 30"/>
              <a:gd name="T14" fmla="*/ 96 w 102"/>
              <a:gd name="T15" fmla="*/ 26 h 30"/>
              <a:gd name="T16" fmla="*/ 102 w 102"/>
              <a:gd name="T17" fmla="*/ 30 h 30"/>
              <a:gd name="T18" fmla="*/ 102 w 102"/>
              <a:gd name="T19" fmla="*/ 30 h 30"/>
              <a:gd name="T20" fmla="*/ 92 w 102"/>
              <a:gd name="T21" fmla="*/ 20 h 30"/>
              <a:gd name="T22" fmla="*/ 80 w 102"/>
              <a:gd name="T23" fmla="*/ 12 h 30"/>
              <a:gd name="T24" fmla="*/ 66 w 102"/>
              <a:gd name="T25" fmla="*/ 6 h 30"/>
              <a:gd name="T26" fmla="*/ 58 w 102"/>
              <a:gd name="T27" fmla="*/ 2 h 30"/>
              <a:gd name="T28" fmla="*/ 50 w 102"/>
              <a:gd name="T29" fmla="*/ 2 h 30"/>
              <a:gd name="T30" fmla="*/ 42 w 102"/>
              <a:gd name="T31" fmla="*/ 0 h 30"/>
              <a:gd name="T32" fmla="*/ 34 w 102"/>
              <a:gd name="T33" fmla="*/ 2 h 30"/>
              <a:gd name="T34" fmla="*/ 24 w 102"/>
              <a:gd name="T35" fmla="*/ 6 h 30"/>
              <a:gd name="T36" fmla="*/ 16 w 102"/>
              <a:gd name="T37" fmla="*/ 12 h 30"/>
              <a:gd name="T38" fmla="*/ 8 w 102"/>
              <a:gd name="T39" fmla="*/ 20 h 30"/>
              <a:gd name="T40" fmla="*/ 0 w 102"/>
              <a:gd name="T41" fmla="*/ 3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02" h="30">
                <a:moveTo>
                  <a:pt x="0" y="30"/>
                </a:moveTo>
                <a:lnTo>
                  <a:pt x="0" y="30"/>
                </a:lnTo>
                <a:lnTo>
                  <a:pt x="12" y="26"/>
                </a:lnTo>
                <a:lnTo>
                  <a:pt x="40" y="20"/>
                </a:lnTo>
                <a:lnTo>
                  <a:pt x="58" y="20"/>
                </a:lnTo>
                <a:lnTo>
                  <a:pt x="74" y="20"/>
                </a:lnTo>
                <a:lnTo>
                  <a:pt x="88" y="22"/>
                </a:lnTo>
                <a:lnTo>
                  <a:pt x="96" y="26"/>
                </a:lnTo>
                <a:lnTo>
                  <a:pt x="102" y="30"/>
                </a:lnTo>
                <a:lnTo>
                  <a:pt x="102" y="30"/>
                </a:lnTo>
                <a:lnTo>
                  <a:pt x="92" y="20"/>
                </a:lnTo>
                <a:lnTo>
                  <a:pt x="80" y="12"/>
                </a:lnTo>
                <a:lnTo>
                  <a:pt x="66" y="6"/>
                </a:lnTo>
                <a:lnTo>
                  <a:pt x="58" y="2"/>
                </a:lnTo>
                <a:lnTo>
                  <a:pt x="50" y="2"/>
                </a:lnTo>
                <a:lnTo>
                  <a:pt x="42" y="0"/>
                </a:lnTo>
                <a:lnTo>
                  <a:pt x="34" y="2"/>
                </a:lnTo>
                <a:lnTo>
                  <a:pt x="24" y="6"/>
                </a:lnTo>
                <a:lnTo>
                  <a:pt x="16" y="12"/>
                </a:lnTo>
                <a:lnTo>
                  <a:pt x="8" y="20"/>
                </a:lnTo>
                <a:lnTo>
                  <a:pt x="0" y="30"/>
                </a:lnTo>
                <a:close/>
              </a:path>
            </a:pathLst>
          </a:custGeom>
          <a:solidFill>
            <a:srgbClr val="755243"/>
          </a:solidFill>
          <a:ln>
            <a:noFill/>
          </a:ln>
        </p:spPr>
        <p:txBody>
          <a:bodyPr anchor="ctr"/>
          <a:lstStyle/>
          <a:p>
            <a:pPr algn="ctr"/>
            <a:endParaRPr sz="1350">
              <a:latin typeface="微软雅黑" panose="020B0503020204020204" pitchFamily="34" charset="-122"/>
              <a:ea typeface="微软雅黑" panose="020B0503020204020204" pitchFamily="34" charset="-122"/>
            </a:endParaRPr>
          </a:p>
        </p:txBody>
      </p:sp>
      <p:sp>
        <p:nvSpPr>
          <p:cNvPr id="58" name="任意多边形 57"/>
          <p:cNvSpPr/>
          <p:nvPr>
            <p:custDataLst>
              <p:tags r:id="rId32"/>
            </p:custDataLst>
          </p:nvPr>
        </p:nvSpPr>
        <p:spPr bwMode="auto">
          <a:xfrm>
            <a:off x="1542415" y="1427480"/>
            <a:ext cx="77470" cy="22860"/>
          </a:xfrm>
          <a:custGeom>
            <a:avLst/>
            <a:gdLst>
              <a:gd name="T0" fmla="*/ 0 w 102"/>
              <a:gd name="T1" fmla="*/ 30 h 30"/>
              <a:gd name="T2" fmla="*/ 0 w 102"/>
              <a:gd name="T3" fmla="*/ 30 h 30"/>
              <a:gd name="T4" fmla="*/ 12 w 102"/>
              <a:gd name="T5" fmla="*/ 26 h 30"/>
              <a:gd name="T6" fmla="*/ 40 w 102"/>
              <a:gd name="T7" fmla="*/ 20 h 30"/>
              <a:gd name="T8" fmla="*/ 58 w 102"/>
              <a:gd name="T9" fmla="*/ 20 h 30"/>
              <a:gd name="T10" fmla="*/ 74 w 102"/>
              <a:gd name="T11" fmla="*/ 20 h 30"/>
              <a:gd name="T12" fmla="*/ 88 w 102"/>
              <a:gd name="T13" fmla="*/ 22 h 30"/>
              <a:gd name="T14" fmla="*/ 96 w 102"/>
              <a:gd name="T15" fmla="*/ 26 h 30"/>
              <a:gd name="T16" fmla="*/ 102 w 102"/>
              <a:gd name="T17" fmla="*/ 30 h 30"/>
              <a:gd name="T18" fmla="*/ 102 w 102"/>
              <a:gd name="T19" fmla="*/ 30 h 30"/>
              <a:gd name="T20" fmla="*/ 92 w 102"/>
              <a:gd name="T21" fmla="*/ 20 h 30"/>
              <a:gd name="T22" fmla="*/ 80 w 102"/>
              <a:gd name="T23" fmla="*/ 12 h 30"/>
              <a:gd name="T24" fmla="*/ 66 w 102"/>
              <a:gd name="T25" fmla="*/ 6 h 30"/>
              <a:gd name="T26" fmla="*/ 58 w 102"/>
              <a:gd name="T27" fmla="*/ 2 h 30"/>
              <a:gd name="T28" fmla="*/ 50 w 102"/>
              <a:gd name="T29" fmla="*/ 2 h 30"/>
              <a:gd name="T30" fmla="*/ 42 w 102"/>
              <a:gd name="T31" fmla="*/ 0 h 30"/>
              <a:gd name="T32" fmla="*/ 34 w 102"/>
              <a:gd name="T33" fmla="*/ 2 h 30"/>
              <a:gd name="T34" fmla="*/ 24 w 102"/>
              <a:gd name="T35" fmla="*/ 6 h 30"/>
              <a:gd name="T36" fmla="*/ 16 w 102"/>
              <a:gd name="T37" fmla="*/ 12 h 30"/>
              <a:gd name="T38" fmla="*/ 8 w 102"/>
              <a:gd name="T39" fmla="*/ 20 h 30"/>
              <a:gd name="T40" fmla="*/ 0 w 102"/>
              <a:gd name="T41" fmla="*/ 3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02" h="30">
                <a:moveTo>
                  <a:pt x="0" y="30"/>
                </a:moveTo>
                <a:lnTo>
                  <a:pt x="0" y="30"/>
                </a:lnTo>
                <a:lnTo>
                  <a:pt x="12" y="26"/>
                </a:lnTo>
                <a:lnTo>
                  <a:pt x="40" y="20"/>
                </a:lnTo>
                <a:lnTo>
                  <a:pt x="58" y="20"/>
                </a:lnTo>
                <a:lnTo>
                  <a:pt x="74" y="20"/>
                </a:lnTo>
                <a:lnTo>
                  <a:pt x="88" y="22"/>
                </a:lnTo>
                <a:lnTo>
                  <a:pt x="96" y="26"/>
                </a:lnTo>
                <a:lnTo>
                  <a:pt x="102" y="30"/>
                </a:lnTo>
                <a:lnTo>
                  <a:pt x="102" y="30"/>
                </a:lnTo>
                <a:lnTo>
                  <a:pt x="92" y="20"/>
                </a:lnTo>
                <a:lnTo>
                  <a:pt x="80" y="12"/>
                </a:lnTo>
                <a:lnTo>
                  <a:pt x="66" y="6"/>
                </a:lnTo>
                <a:lnTo>
                  <a:pt x="58" y="2"/>
                </a:lnTo>
                <a:lnTo>
                  <a:pt x="50" y="2"/>
                </a:lnTo>
                <a:lnTo>
                  <a:pt x="42" y="0"/>
                </a:lnTo>
                <a:lnTo>
                  <a:pt x="34" y="2"/>
                </a:lnTo>
                <a:lnTo>
                  <a:pt x="24" y="6"/>
                </a:lnTo>
                <a:lnTo>
                  <a:pt x="16" y="12"/>
                </a:lnTo>
                <a:lnTo>
                  <a:pt x="8" y="20"/>
                </a:lnTo>
                <a:lnTo>
                  <a:pt x="0" y="3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nchor="ctr"/>
          <a:lstStyle/>
          <a:p>
            <a:pPr algn="ctr"/>
            <a:endParaRPr sz="1350">
              <a:latin typeface="微软雅黑" panose="020B0503020204020204" pitchFamily="34" charset="-122"/>
              <a:ea typeface="微软雅黑" panose="020B0503020204020204" pitchFamily="34" charset="-122"/>
            </a:endParaRPr>
          </a:p>
        </p:txBody>
      </p:sp>
      <p:sp>
        <p:nvSpPr>
          <p:cNvPr id="59" name="任意多边形 58"/>
          <p:cNvSpPr/>
          <p:nvPr>
            <p:custDataLst>
              <p:tags r:id="rId33"/>
            </p:custDataLst>
          </p:nvPr>
        </p:nvSpPr>
        <p:spPr bwMode="auto">
          <a:xfrm>
            <a:off x="1729740" y="4126230"/>
            <a:ext cx="311150" cy="176530"/>
          </a:xfrm>
          <a:custGeom>
            <a:avLst/>
            <a:gdLst>
              <a:gd name="T0" fmla="*/ 188 w 408"/>
              <a:gd name="T1" fmla="*/ 26 h 232"/>
              <a:gd name="T2" fmla="*/ 188 w 408"/>
              <a:gd name="T3" fmla="*/ 26 h 232"/>
              <a:gd name="T4" fmla="*/ 192 w 408"/>
              <a:gd name="T5" fmla="*/ 38 h 232"/>
              <a:gd name="T6" fmla="*/ 204 w 408"/>
              <a:gd name="T7" fmla="*/ 64 h 232"/>
              <a:gd name="T8" fmla="*/ 214 w 408"/>
              <a:gd name="T9" fmla="*/ 78 h 232"/>
              <a:gd name="T10" fmla="*/ 224 w 408"/>
              <a:gd name="T11" fmla="*/ 92 h 232"/>
              <a:gd name="T12" fmla="*/ 234 w 408"/>
              <a:gd name="T13" fmla="*/ 102 h 232"/>
              <a:gd name="T14" fmla="*/ 240 w 408"/>
              <a:gd name="T15" fmla="*/ 108 h 232"/>
              <a:gd name="T16" fmla="*/ 248 w 408"/>
              <a:gd name="T17" fmla="*/ 110 h 232"/>
              <a:gd name="T18" fmla="*/ 248 w 408"/>
              <a:gd name="T19" fmla="*/ 110 h 232"/>
              <a:gd name="T20" fmla="*/ 262 w 408"/>
              <a:gd name="T21" fmla="*/ 114 h 232"/>
              <a:gd name="T22" fmla="*/ 280 w 408"/>
              <a:gd name="T23" fmla="*/ 116 h 232"/>
              <a:gd name="T24" fmla="*/ 322 w 408"/>
              <a:gd name="T25" fmla="*/ 120 h 232"/>
              <a:gd name="T26" fmla="*/ 344 w 408"/>
              <a:gd name="T27" fmla="*/ 122 h 232"/>
              <a:gd name="T28" fmla="*/ 364 w 408"/>
              <a:gd name="T29" fmla="*/ 124 h 232"/>
              <a:gd name="T30" fmla="*/ 382 w 408"/>
              <a:gd name="T31" fmla="*/ 130 h 232"/>
              <a:gd name="T32" fmla="*/ 396 w 408"/>
              <a:gd name="T33" fmla="*/ 138 h 232"/>
              <a:gd name="T34" fmla="*/ 396 w 408"/>
              <a:gd name="T35" fmla="*/ 138 h 232"/>
              <a:gd name="T36" fmla="*/ 400 w 408"/>
              <a:gd name="T37" fmla="*/ 142 h 232"/>
              <a:gd name="T38" fmla="*/ 404 w 408"/>
              <a:gd name="T39" fmla="*/ 148 h 232"/>
              <a:gd name="T40" fmla="*/ 408 w 408"/>
              <a:gd name="T41" fmla="*/ 160 h 232"/>
              <a:gd name="T42" fmla="*/ 408 w 408"/>
              <a:gd name="T43" fmla="*/ 172 h 232"/>
              <a:gd name="T44" fmla="*/ 406 w 408"/>
              <a:gd name="T45" fmla="*/ 184 h 232"/>
              <a:gd name="T46" fmla="*/ 404 w 408"/>
              <a:gd name="T47" fmla="*/ 196 h 232"/>
              <a:gd name="T48" fmla="*/ 400 w 408"/>
              <a:gd name="T49" fmla="*/ 206 h 232"/>
              <a:gd name="T50" fmla="*/ 396 w 408"/>
              <a:gd name="T51" fmla="*/ 214 h 232"/>
              <a:gd name="T52" fmla="*/ 396 w 408"/>
              <a:gd name="T53" fmla="*/ 214 h 232"/>
              <a:gd name="T54" fmla="*/ 346 w 408"/>
              <a:gd name="T55" fmla="*/ 220 h 232"/>
              <a:gd name="T56" fmla="*/ 292 w 408"/>
              <a:gd name="T57" fmla="*/ 224 h 232"/>
              <a:gd name="T58" fmla="*/ 230 w 408"/>
              <a:gd name="T59" fmla="*/ 228 h 232"/>
              <a:gd name="T60" fmla="*/ 164 w 408"/>
              <a:gd name="T61" fmla="*/ 232 h 232"/>
              <a:gd name="T62" fmla="*/ 102 w 408"/>
              <a:gd name="T63" fmla="*/ 230 h 232"/>
              <a:gd name="T64" fmla="*/ 74 w 408"/>
              <a:gd name="T65" fmla="*/ 228 h 232"/>
              <a:gd name="T66" fmla="*/ 48 w 408"/>
              <a:gd name="T67" fmla="*/ 226 h 232"/>
              <a:gd name="T68" fmla="*/ 28 w 408"/>
              <a:gd name="T69" fmla="*/ 220 h 232"/>
              <a:gd name="T70" fmla="*/ 12 w 408"/>
              <a:gd name="T71" fmla="*/ 214 h 232"/>
              <a:gd name="T72" fmla="*/ 12 w 408"/>
              <a:gd name="T73" fmla="*/ 214 h 232"/>
              <a:gd name="T74" fmla="*/ 8 w 408"/>
              <a:gd name="T75" fmla="*/ 192 h 232"/>
              <a:gd name="T76" fmla="*/ 2 w 408"/>
              <a:gd name="T77" fmla="*/ 142 h 232"/>
              <a:gd name="T78" fmla="*/ 0 w 408"/>
              <a:gd name="T79" fmla="*/ 112 h 232"/>
              <a:gd name="T80" fmla="*/ 0 w 408"/>
              <a:gd name="T81" fmla="*/ 80 h 232"/>
              <a:gd name="T82" fmla="*/ 4 w 408"/>
              <a:gd name="T83" fmla="*/ 52 h 232"/>
              <a:gd name="T84" fmla="*/ 8 w 408"/>
              <a:gd name="T85" fmla="*/ 38 h 232"/>
              <a:gd name="T86" fmla="*/ 12 w 408"/>
              <a:gd name="T87" fmla="*/ 26 h 232"/>
              <a:gd name="T88" fmla="*/ 12 w 408"/>
              <a:gd name="T89" fmla="*/ 26 h 232"/>
              <a:gd name="T90" fmla="*/ 18 w 408"/>
              <a:gd name="T91" fmla="*/ 16 h 232"/>
              <a:gd name="T92" fmla="*/ 28 w 408"/>
              <a:gd name="T93" fmla="*/ 8 h 232"/>
              <a:gd name="T94" fmla="*/ 38 w 408"/>
              <a:gd name="T95" fmla="*/ 4 h 232"/>
              <a:gd name="T96" fmla="*/ 52 w 408"/>
              <a:gd name="T97" fmla="*/ 0 h 232"/>
              <a:gd name="T98" fmla="*/ 66 w 408"/>
              <a:gd name="T99" fmla="*/ 0 h 232"/>
              <a:gd name="T100" fmla="*/ 80 w 408"/>
              <a:gd name="T101" fmla="*/ 0 h 232"/>
              <a:gd name="T102" fmla="*/ 110 w 408"/>
              <a:gd name="T103" fmla="*/ 4 h 232"/>
              <a:gd name="T104" fmla="*/ 140 w 408"/>
              <a:gd name="T105" fmla="*/ 10 h 232"/>
              <a:gd name="T106" fmla="*/ 164 w 408"/>
              <a:gd name="T107" fmla="*/ 18 h 232"/>
              <a:gd name="T108" fmla="*/ 188 w 408"/>
              <a:gd name="T109" fmla="*/ 26 h 2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408" h="232">
                <a:moveTo>
                  <a:pt x="188" y="26"/>
                </a:moveTo>
                <a:lnTo>
                  <a:pt x="188" y="26"/>
                </a:lnTo>
                <a:lnTo>
                  <a:pt x="192" y="38"/>
                </a:lnTo>
                <a:lnTo>
                  <a:pt x="204" y="64"/>
                </a:lnTo>
                <a:lnTo>
                  <a:pt x="214" y="78"/>
                </a:lnTo>
                <a:lnTo>
                  <a:pt x="224" y="92"/>
                </a:lnTo>
                <a:lnTo>
                  <a:pt x="234" y="102"/>
                </a:lnTo>
                <a:lnTo>
                  <a:pt x="240" y="108"/>
                </a:lnTo>
                <a:lnTo>
                  <a:pt x="248" y="110"/>
                </a:lnTo>
                <a:lnTo>
                  <a:pt x="248" y="110"/>
                </a:lnTo>
                <a:lnTo>
                  <a:pt x="262" y="114"/>
                </a:lnTo>
                <a:lnTo>
                  <a:pt x="280" y="116"/>
                </a:lnTo>
                <a:lnTo>
                  <a:pt x="322" y="120"/>
                </a:lnTo>
                <a:lnTo>
                  <a:pt x="344" y="122"/>
                </a:lnTo>
                <a:lnTo>
                  <a:pt x="364" y="124"/>
                </a:lnTo>
                <a:lnTo>
                  <a:pt x="382" y="130"/>
                </a:lnTo>
                <a:lnTo>
                  <a:pt x="396" y="138"/>
                </a:lnTo>
                <a:lnTo>
                  <a:pt x="396" y="138"/>
                </a:lnTo>
                <a:lnTo>
                  <a:pt x="400" y="142"/>
                </a:lnTo>
                <a:lnTo>
                  <a:pt x="404" y="148"/>
                </a:lnTo>
                <a:lnTo>
                  <a:pt x="408" y="160"/>
                </a:lnTo>
                <a:lnTo>
                  <a:pt x="408" y="172"/>
                </a:lnTo>
                <a:lnTo>
                  <a:pt x="406" y="184"/>
                </a:lnTo>
                <a:lnTo>
                  <a:pt x="404" y="196"/>
                </a:lnTo>
                <a:lnTo>
                  <a:pt x="400" y="206"/>
                </a:lnTo>
                <a:lnTo>
                  <a:pt x="396" y="214"/>
                </a:lnTo>
                <a:lnTo>
                  <a:pt x="396" y="214"/>
                </a:lnTo>
                <a:lnTo>
                  <a:pt x="346" y="220"/>
                </a:lnTo>
                <a:lnTo>
                  <a:pt x="292" y="224"/>
                </a:lnTo>
                <a:lnTo>
                  <a:pt x="230" y="228"/>
                </a:lnTo>
                <a:lnTo>
                  <a:pt x="164" y="232"/>
                </a:lnTo>
                <a:lnTo>
                  <a:pt x="102" y="230"/>
                </a:lnTo>
                <a:lnTo>
                  <a:pt x="74" y="228"/>
                </a:lnTo>
                <a:lnTo>
                  <a:pt x="48" y="226"/>
                </a:lnTo>
                <a:lnTo>
                  <a:pt x="28" y="220"/>
                </a:lnTo>
                <a:lnTo>
                  <a:pt x="12" y="214"/>
                </a:lnTo>
                <a:lnTo>
                  <a:pt x="12" y="214"/>
                </a:lnTo>
                <a:lnTo>
                  <a:pt x="8" y="192"/>
                </a:lnTo>
                <a:lnTo>
                  <a:pt x="2" y="142"/>
                </a:lnTo>
                <a:lnTo>
                  <a:pt x="0" y="112"/>
                </a:lnTo>
                <a:lnTo>
                  <a:pt x="0" y="80"/>
                </a:lnTo>
                <a:lnTo>
                  <a:pt x="4" y="52"/>
                </a:lnTo>
                <a:lnTo>
                  <a:pt x="8" y="38"/>
                </a:lnTo>
                <a:lnTo>
                  <a:pt x="12" y="26"/>
                </a:lnTo>
                <a:lnTo>
                  <a:pt x="12" y="26"/>
                </a:lnTo>
                <a:lnTo>
                  <a:pt x="18" y="16"/>
                </a:lnTo>
                <a:lnTo>
                  <a:pt x="28" y="8"/>
                </a:lnTo>
                <a:lnTo>
                  <a:pt x="38" y="4"/>
                </a:lnTo>
                <a:lnTo>
                  <a:pt x="52" y="0"/>
                </a:lnTo>
                <a:lnTo>
                  <a:pt x="66" y="0"/>
                </a:lnTo>
                <a:lnTo>
                  <a:pt x="80" y="0"/>
                </a:lnTo>
                <a:lnTo>
                  <a:pt x="110" y="4"/>
                </a:lnTo>
                <a:lnTo>
                  <a:pt x="140" y="10"/>
                </a:lnTo>
                <a:lnTo>
                  <a:pt x="164" y="18"/>
                </a:lnTo>
                <a:lnTo>
                  <a:pt x="188" y="26"/>
                </a:lnTo>
                <a:close/>
              </a:path>
            </a:pathLst>
          </a:custGeom>
          <a:solidFill>
            <a:srgbClr val="291E1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350">
              <a:latin typeface="微软雅黑" panose="020B0503020204020204" pitchFamily="34" charset="-122"/>
              <a:ea typeface="微软雅黑" panose="020B0503020204020204" pitchFamily="34" charset="-122"/>
            </a:endParaRPr>
          </a:p>
        </p:txBody>
      </p:sp>
      <p:sp>
        <p:nvSpPr>
          <p:cNvPr id="60" name="任意多边形 59"/>
          <p:cNvSpPr/>
          <p:nvPr>
            <p:custDataLst>
              <p:tags r:id="rId34"/>
            </p:custDataLst>
          </p:nvPr>
        </p:nvSpPr>
        <p:spPr bwMode="auto">
          <a:xfrm>
            <a:off x="1729740" y="4126230"/>
            <a:ext cx="311150" cy="176530"/>
          </a:xfrm>
          <a:custGeom>
            <a:avLst/>
            <a:gdLst>
              <a:gd name="T0" fmla="*/ 188 w 408"/>
              <a:gd name="T1" fmla="*/ 26 h 232"/>
              <a:gd name="T2" fmla="*/ 188 w 408"/>
              <a:gd name="T3" fmla="*/ 26 h 232"/>
              <a:gd name="T4" fmla="*/ 192 w 408"/>
              <a:gd name="T5" fmla="*/ 38 h 232"/>
              <a:gd name="T6" fmla="*/ 204 w 408"/>
              <a:gd name="T7" fmla="*/ 64 h 232"/>
              <a:gd name="T8" fmla="*/ 214 w 408"/>
              <a:gd name="T9" fmla="*/ 78 h 232"/>
              <a:gd name="T10" fmla="*/ 224 w 408"/>
              <a:gd name="T11" fmla="*/ 92 h 232"/>
              <a:gd name="T12" fmla="*/ 234 w 408"/>
              <a:gd name="T13" fmla="*/ 102 h 232"/>
              <a:gd name="T14" fmla="*/ 240 w 408"/>
              <a:gd name="T15" fmla="*/ 108 h 232"/>
              <a:gd name="T16" fmla="*/ 248 w 408"/>
              <a:gd name="T17" fmla="*/ 110 h 232"/>
              <a:gd name="T18" fmla="*/ 248 w 408"/>
              <a:gd name="T19" fmla="*/ 110 h 232"/>
              <a:gd name="T20" fmla="*/ 262 w 408"/>
              <a:gd name="T21" fmla="*/ 114 h 232"/>
              <a:gd name="T22" fmla="*/ 280 w 408"/>
              <a:gd name="T23" fmla="*/ 116 h 232"/>
              <a:gd name="T24" fmla="*/ 322 w 408"/>
              <a:gd name="T25" fmla="*/ 120 h 232"/>
              <a:gd name="T26" fmla="*/ 344 w 408"/>
              <a:gd name="T27" fmla="*/ 122 h 232"/>
              <a:gd name="T28" fmla="*/ 364 w 408"/>
              <a:gd name="T29" fmla="*/ 124 h 232"/>
              <a:gd name="T30" fmla="*/ 382 w 408"/>
              <a:gd name="T31" fmla="*/ 130 h 232"/>
              <a:gd name="T32" fmla="*/ 396 w 408"/>
              <a:gd name="T33" fmla="*/ 138 h 232"/>
              <a:gd name="T34" fmla="*/ 396 w 408"/>
              <a:gd name="T35" fmla="*/ 138 h 232"/>
              <a:gd name="T36" fmla="*/ 400 w 408"/>
              <a:gd name="T37" fmla="*/ 142 h 232"/>
              <a:gd name="T38" fmla="*/ 404 w 408"/>
              <a:gd name="T39" fmla="*/ 148 h 232"/>
              <a:gd name="T40" fmla="*/ 408 w 408"/>
              <a:gd name="T41" fmla="*/ 160 h 232"/>
              <a:gd name="T42" fmla="*/ 408 w 408"/>
              <a:gd name="T43" fmla="*/ 172 h 232"/>
              <a:gd name="T44" fmla="*/ 406 w 408"/>
              <a:gd name="T45" fmla="*/ 184 h 232"/>
              <a:gd name="T46" fmla="*/ 404 w 408"/>
              <a:gd name="T47" fmla="*/ 196 h 232"/>
              <a:gd name="T48" fmla="*/ 400 w 408"/>
              <a:gd name="T49" fmla="*/ 206 h 232"/>
              <a:gd name="T50" fmla="*/ 396 w 408"/>
              <a:gd name="T51" fmla="*/ 214 h 232"/>
              <a:gd name="T52" fmla="*/ 396 w 408"/>
              <a:gd name="T53" fmla="*/ 214 h 232"/>
              <a:gd name="T54" fmla="*/ 346 w 408"/>
              <a:gd name="T55" fmla="*/ 220 h 232"/>
              <a:gd name="T56" fmla="*/ 292 w 408"/>
              <a:gd name="T57" fmla="*/ 224 h 232"/>
              <a:gd name="T58" fmla="*/ 230 w 408"/>
              <a:gd name="T59" fmla="*/ 228 h 232"/>
              <a:gd name="T60" fmla="*/ 164 w 408"/>
              <a:gd name="T61" fmla="*/ 232 h 232"/>
              <a:gd name="T62" fmla="*/ 102 w 408"/>
              <a:gd name="T63" fmla="*/ 230 h 232"/>
              <a:gd name="T64" fmla="*/ 74 w 408"/>
              <a:gd name="T65" fmla="*/ 228 h 232"/>
              <a:gd name="T66" fmla="*/ 48 w 408"/>
              <a:gd name="T67" fmla="*/ 226 h 232"/>
              <a:gd name="T68" fmla="*/ 28 w 408"/>
              <a:gd name="T69" fmla="*/ 220 h 232"/>
              <a:gd name="T70" fmla="*/ 12 w 408"/>
              <a:gd name="T71" fmla="*/ 214 h 232"/>
              <a:gd name="T72" fmla="*/ 12 w 408"/>
              <a:gd name="T73" fmla="*/ 214 h 232"/>
              <a:gd name="T74" fmla="*/ 8 w 408"/>
              <a:gd name="T75" fmla="*/ 192 h 232"/>
              <a:gd name="T76" fmla="*/ 2 w 408"/>
              <a:gd name="T77" fmla="*/ 142 h 232"/>
              <a:gd name="T78" fmla="*/ 0 w 408"/>
              <a:gd name="T79" fmla="*/ 112 h 232"/>
              <a:gd name="T80" fmla="*/ 0 w 408"/>
              <a:gd name="T81" fmla="*/ 80 h 232"/>
              <a:gd name="T82" fmla="*/ 4 w 408"/>
              <a:gd name="T83" fmla="*/ 52 h 232"/>
              <a:gd name="T84" fmla="*/ 8 w 408"/>
              <a:gd name="T85" fmla="*/ 38 h 232"/>
              <a:gd name="T86" fmla="*/ 12 w 408"/>
              <a:gd name="T87" fmla="*/ 26 h 232"/>
              <a:gd name="T88" fmla="*/ 12 w 408"/>
              <a:gd name="T89" fmla="*/ 26 h 232"/>
              <a:gd name="T90" fmla="*/ 18 w 408"/>
              <a:gd name="T91" fmla="*/ 16 h 232"/>
              <a:gd name="T92" fmla="*/ 28 w 408"/>
              <a:gd name="T93" fmla="*/ 8 h 232"/>
              <a:gd name="T94" fmla="*/ 38 w 408"/>
              <a:gd name="T95" fmla="*/ 4 h 232"/>
              <a:gd name="T96" fmla="*/ 52 w 408"/>
              <a:gd name="T97" fmla="*/ 0 h 232"/>
              <a:gd name="T98" fmla="*/ 66 w 408"/>
              <a:gd name="T99" fmla="*/ 0 h 232"/>
              <a:gd name="T100" fmla="*/ 80 w 408"/>
              <a:gd name="T101" fmla="*/ 0 h 232"/>
              <a:gd name="T102" fmla="*/ 110 w 408"/>
              <a:gd name="T103" fmla="*/ 4 h 232"/>
              <a:gd name="T104" fmla="*/ 140 w 408"/>
              <a:gd name="T105" fmla="*/ 10 h 232"/>
              <a:gd name="T106" fmla="*/ 164 w 408"/>
              <a:gd name="T107" fmla="*/ 18 h 232"/>
              <a:gd name="T108" fmla="*/ 188 w 408"/>
              <a:gd name="T109" fmla="*/ 26 h 2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408" h="232">
                <a:moveTo>
                  <a:pt x="188" y="26"/>
                </a:moveTo>
                <a:lnTo>
                  <a:pt x="188" y="26"/>
                </a:lnTo>
                <a:lnTo>
                  <a:pt x="192" y="38"/>
                </a:lnTo>
                <a:lnTo>
                  <a:pt x="204" y="64"/>
                </a:lnTo>
                <a:lnTo>
                  <a:pt x="214" y="78"/>
                </a:lnTo>
                <a:lnTo>
                  <a:pt x="224" y="92"/>
                </a:lnTo>
                <a:lnTo>
                  <a:pt x="234" y="102"/>
                </a:lnTo>
                <a:lnTo>
                  <a:pt x="240" y="108"/>
                </a:lnTo>
                <a:lnTo>
                  <a:pt x="248" y="110"/>
                </a:lnTo>
                <a:lnTo>
                  <a:pt x="248" y="110"/>
                </a:lnTo>
                <a:lnTo>
                  <a:pt x="262" y="114"/>
                </a:lnTo>
                <a:lnTo>
                  <a:pt x="280" y="116"/>
                </a:lnTo>
                <a:lnTo>
                  <a:pt x="322" y="120"/>
                </a:lnTo>
                <a:lnTo>
                  <a:pt x="344" y="122"/>
                </a:lnTo>
                <a:lnTo>
                  <a:pt x="364" y="124"/>
                </a:lnTo>
                <a:lnTo>
                  <a:pt x="382" y="130"/>
                </a:lnTo>
                <a:lnTo>
                  <a:pt x="396" y="138"/>
                </a:lnTo>
                <a:lnTo>
                  <a:pt x="396" y="138"/>
                </a:lnTo>
                <a:lnTo>
                  <a:pt x="400" y="142"/>
                </a:lnTo>
                <a:lnTo>
                  <a:pt x="404" y="148"/>
                </a:lnTo>
                <a:lnTo>
                  <a:pt x="408" y="160"/>
                </a:lnTo>
                <a:lnTo>
                  <a:pt x="408" y="172"/>
                </a:lnTo>
                <a:lnTo>
                  <a:pt x="406" y="184"/>
                </a:lnTo>
                <a:lnTo>
                  <a:pt x="404" y="196"/>
                </a:lnTo>
                <a:lnTo>
                  <a:pt x="400" y="206"/>
                </a:lnTo>
                <a:lnTo>
                  <a:pt x="396" y="214"/>
                </a:lnTo>
                <a:lnTo>
                  <a:pt x="396" y="214"/>
                </a:lnTo>
                <a:lnTo>
                  <a:pt x="346" y="220"/>
                </a:lnTo>
                <a:lnTo>
                  <a:pt x="292" y="224"/>
                </a:lnTo>
                <a:lnTo>
                  <a:pt x="230" y="228"/>
                </a:lnTo>
                <a:lnTo>
                  <a:pt x="164" y="232"/>
                </a:lnTo>
                <a:lnTo>
                  <a:pt x="102" y="230"/>
                </a:lnTo>
                <a:lnTo>
                  <a:pt x="74" y="228"/>
                </a:lnTo>
                <a:lnTo>
                  <a:pt x="48" y="226"/>
                </a:lnTo>
                <a:lnTo>
                  <a:pt x="28" y="220"/>
                </a:lnTo>
                <a:lnTo>
                  <a:pt x="12" y="214"/>
                </a:lnTo>
                <a:lnTo>
                  <a:pt x="12" y="214"/>
                </a:lnTo>
                <a:lnTo>
                  <a:pt x="8" y="192"/>
                </a:lnTo>
                <a:lnTo>
                  <a:pt x="2" y="142"/>
                </a:lnTo>
                <a:lnTo>
                  <a:pt x="0" y="112"/>
                </a:lnTo>
                <a:lnTo>
                  <a:pt x="0" y="80"/>
                </a:lnTo>
                <a:lnTo>
                  <a:pt x="4" y="52"/>
                </a:lnTo>
                <a:lnTo>
                  <a:pt x="8" y="38"/>
                </a:lnTo>
                <a:lnTo>
                  <a:pt x="12" y="26"/>
                </a:lnTo>
                <a:lnTo>
                  <a:pt x="12" y="26"/>
                </a:lnTo>
                <a:lnTo>
                  <a:pt x="18" y="16"/>
                </a:lnTo>
                <a:lnTo>
                  <a:pt x="28" y="8"/>
                </a:lnTo>
                <a:lnTo>
                  <a:pt x="38" y="4"/>
                </a:lnTo>
                <a:lnTo>
                  <a:pt x="52" y="0"/>
                </a:lnTo>
                <a:lnTo>
                  <a:pt x="66" y="0"/>
                </a:lnTo>
                <a:lnTo>
                  <a:pt x="80" y="0"/>
                </a:lnTo>
                <a:lnTo>
                  <a:pt x="110" y="4"/>
                </a:lnTo>
                <a:lnTo>
                  <a:pt x="140" y="10"/>
                </a:lnTo>
                <a:lnTo>
                  <a:pt x="164" y="18"/>
                </a:lnTo>
                <a:lnTo>
                  <a:pt x="188" y="26"/>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nchor="ctr"/>
          <a:lstStyle/>
          <a:p>
            <a:pPr algn="ctr"/>
            <a:endParaRPr sz="1350">
              <a:latin typeface="微软雅黑" panose="020B0503020204020204" pitchFamily="34" charset="-122"/>
              <a:ea typeface="微软雅黑" panose="020B0503020204020204" pitchFamily="34" charset="-122"/>
            </a:endParaRPr>
          </a:p>
        </p:txBody>
      </p:sp>
      <p:sp>
        <p:nvSpPr>
          <p:cNvPr id="61" name="任意多边形 60"/>
          <p:cNvSpPr/>
          <p:nvPr>
            <p:custDataLst>
              <p:tags r:id="rId35"/>
            </p:custDataLst>
          </p:nvPr>
        </p:nvSpPr>
        <p:spPr bwMode="auto">
          <a:xfrm>
            <a:off x="1568450" y="4145915"/>
            <a:ext cx="311150" cy="186055"/>
          </a:xfrm>
          <a:custGeom>
            <a:avLst/>
            <a:gdLst>
              <a:gd name="T0" fmla="*/ 224 w 408"/>
              <a:gd name="T1" fmla="*/ 20 h 244"/>
              <a:gd name="T2" fmla="*/ 224 w 408"/>
              <a:gd name="T3" fmla="*/ 20 h 244"/>
              <a:gd name="T4" fmla="*/ 226 w 408"/>
              <a:gd name="T5" fmla="*/ 32 h 244"/>
              <a:gd name="T6" fmla="*/ 228 w 408"/>
              <a:gd name="T7" fmla="*/ 46 h 244"/>
              <a:gd name="T8" fmla="*/ 232 w 408"/>
              <a:gd name="T9" fmla="*/ 60 h 244"/>
              <a:gd name="T10" fmla="*/ 240 w 408"/>
              <a:gd name="T11" fmla="*/ 76 h 244"/>
              <a:gd name="T12" fmla="*/ 250 w 408"/>
              <a:gd name="T13" fmla="*/ 92 h 244"/>
              <a:gd name="T14" fmla="*/ 258 w 408"/>
              <a:gd name="T15" fmla="*/ 100 h 244"/>
              <a:gd name="T16" fmla="*/ 266 w 408"/>
              <a:gd name="T17" fmla="*/ 106 h 244"/>
              <a:gd name="T18" fmla="*/ 274 w 408"/>
              <a:gd name="T19" fmla="*/ 112 h 244"/>
              <a:gd name="T20" fmla="*/ 284 w 408"/>
              <a:gd name="T21" fmla="*/ 118 h 244"/>
              <a:gd name="T22" fmla="*/ 284 w 408"/>
              <a:gd name="T23" fmla="*/ 118 h 244"/>
              <a:gd name="T24" fmla="*/ 314 w 408"/>
              <a:gd name="T25" fmla="*/ 128 h 244"/>
              <a:gd name="T26" fmla="*/ 346 w 408"/>
              <a:gd name="T27" fmla="*/ 138 h 244"/>
              <a:gd name="T28" fmla="*/ 378 w 408"/>
              <a:gd name="T29" fmla="*/ 148 h 244"/>
              <a:gd name="T30" fmla="*/ 390 w 408"/>
              <a:gd name="T31" fmla="*/ 154 h 244"/>
              <a:gd name="T32" fmla="*/ 400 w 408"/>
              <a:gd name="T33" fmla="*/ 162 h 244"/>
              <a:gd name="T34" fmla="*/ 400 w 408"/>
              <a:gd name="T35" fmla="*/ 162 h 244"/>
              <a:gd name="T36" fmla="*/ 406 w 408"/>
              <a:gd name="T37" fmla="*/ 166 h 244"/>
              <a:gd name="T38" fmla="*/ 408 w 408"/>
              <a:gd name="T39" fmla="*/ 172 h 244"/>
              <a:gd name="T40" fmla="*/ 408 w 408"/>
              <a:gd name="T41" fmla="*/ 178 h 244"/>
              <a:gd name="T42" fmla="*/ 408 w 408"/>
              <a:gd name="T43" fmla="*/ 184 h 244"/>
              <a:gd name="T44" fmla="*/ 404 w 408"/>
              <a:gd name="T45" fmla="*/ 200 h 244"/>
              <a:gd name="T46" fmla="*/ 400 w 408"/>
              <a:gd name="T47" fmla="*/ 218 h 244"/>
              <a:gd name="T48" fmla="*/ 400 w 408"/>
              <a:gd name="T49" fmla="*/ 218 h 244"/>
              <a:gd name="T50" fmla="*/ 400 w 408"/>
              <a:gd name="T51" fmla="*/ 222 h 244"/>
              <a:gd name="T52" fmla="*/ 396 w 408"/>
              <a:gd name="T53" fmla="*/ 228 h 244"/>
              <a:gd name="T54" fmla="*/ 392 w 408"/>
              <a:gd name="T55" fmla="*/ 232 h 244"/>
              <a:gd name="T56" fmla="*/ 386 w 408"/>
              <a:gd name="T57" fmla="*/ 236 h 244"/>
              <a:gd name="T58" fmla="*/ 368 w 408"/>
              <a:gd name="T59" fmla="*/ 240 h 244"/>
              <a:gd name="T60" fmla="*/ 346 w 408"/>
              <a:gd name="T61" fmla="*/ 244 h 244"/>
              <a:gd name="T62" fmla="*/ 320 w 408"/>
              <a:gd name="T63" fmla="*/ 244 h 244"/>
              <a:gd name="T64" fmla="*/ 292 w 408"/>
              <a:gd name="T65" fmla="*/ 244 h 244"/>
              <a:gd name="T66" fmla="*/ 260 w 408"/>
              <a:gd name="T67" fmla="*/ 242 h 244"/>
              <a:gd name="T68" fmla="*/ 226 w 408"/>
              <a:gd name="T69" fmla="*/ 238 h 244"/>
              <a:gd name="T70" fmla="*/ 158 w 408"/>
              <a:gd name="T71" fmla="*/ 226 h 244"/>
              <a:gd name="T72" fmla="*/ 94 w 408"/>
              <a:gd name="T73" fmla="*/ 214 h 244"/>
              <a:gd name="T74" fmla="*/ 38 w 408"/>
              <a:gd name="T75" fmla="*/ 200 h 244"/>
              <a:gd name="T76" fmla="*/ 0 w 408"/>
              <a:gd name="T77" fmla="*/ 188 h 244"/>
              <a:gd name="T78" fmla="*/ 0 w 408"/>
              <a:gd name="T79" fmla="*/ 188 h 244"/>
              <a:gd name="T80" fmla="*/ 2 w 408"/>
              <a:gd name="T81" fmla="*/ 122 h 244"/>
              <a:gd name="T82" fmla="*/ 8 w 408"/>
              <a:gd name="T83" fmla="*/ 66 h 244"/>
              <a:gd name="T84" fmla="*/ 12 w 408"/>
              <a:gd name="T85" fmla="*/ 40 h 244"/>
              <a:gd name="T86" fmla="*/ 18 w 408"/>
              <a:gd name="T87" fmla="*/ 20 h 244"/>
              <a:gd name="T88" fmla="*/ 18 w 408"/>
              <a:gd name="T89" fmla="*/ 20 h 244"/>
              <a:gd name="T90" fmla="*/ 22 w 408"/>
              <a:gd name="T91" fmla="*/ 12 h 244"/>
              <a:gd name="T92" fmla="*/ 30 w 408"/>
              <a:gd name="T93" fmla="*/ 8 h 244"/>
              <a:gd name="T94" fmla="*/ 42 w 408"/>
              <a:gd name="T95" fmla="*/ 4 h 244"/>
              <a:gd name="T96" fmla="*/ 56 w 408"/>
              <a:gd name="T97" fmla="*/ 0 h 244"/>
              <a:gd name="T98" fmla="*/ 72 w 408"/>
              <a:gd name="T99" fmla="*/ 0 h 244"/>
              <a:gd name="T100" fmla="*/ 90 w 408"/>
              <a:gd name="T101" fmla="*/ 0 h 244"/>
              <a:gd name="T102" fmla="*/ 126 w 408"/>
              <a:gd name="T103" fmla="*/ 4 h 244"/>
              <a:gd name="T104" fmla="*/ 162 w 408"/>
              <a:gd name="T105" fmla="*/ 8 h 244"/>
              <a:gd name="T106" fmla="*/ 194 w 408"/>
              <a:gd name="T107" fmla="*/ 14 h 244"/>
              <a:gd name="T108" fmla="*/ 224 w 408"/>
              <a:gd name="T109" fmla="*/ 2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408" h="244">
                <a:moveTo>
                  <a:pt x="224" y="20"/>
                </a:moveTo>
                <a:lnTo>
                  <a:pt x="224" y="20"/>
                </a:lnTo>
                <a:lnTo>
                  <a:pt x="226" y="32"/>
                </a:lnTo>
                <a:lnTo>
                  <a:pt x="228" y="46"/>
                </a:lnTo>
                <a:lnTo>
                  <a:pt x="232" y="60"/>
                </a:lnTo>
                <a:lnTo>
                  <a:pt x="240" y="76"/>
                </a:lnTo>
                <a:lnTo>
                  <a:pt x="250" y="92"/>
                </a:lnTo>
                <a:lnTo>
                  <a:pt x="258" y="100"/>
                </a:lnTo>
                <a:lnTo>
                  <a:pt x="266" y="106"/>
                </a:lnTo>
                <a:lnTo>
                  <a:pt x="274" y="112"/>
                </a:lnTo>
                <a:lnTo>
                  <a:pt x="284" y="118"/>
                </a:lnTo>
                <a:lnTo>
                  <a:pt x="284" y="118"/>
                </a:lnTo>
                <a:lnTo>
                  <a:pt x="314" y="128"/>
                </a:lnTo>
                <a:lnTo>
                  <a:pt x="346" y="138"/>
                </a:lnTo>
                <a:lnTo>
                  <a:pt x="378" y="148"/>
                </a:lnTo>
                <a:lnTo>
                  <a:pt x="390" y="154"/>
                </a:lnTo>
                <a:lnTo>
                  <a:pt x="400" y="162"/>
                </a:lnTo>
                <a:lnTo>
                  <a:pt x="400" y="162"/>
                </a:lnTo>
                <a:lnTo>
                  <a:pt x="406" y="166"/>
                </a:lnTo>
                <a:lnTo>
                  <a:pt x="408" y="172"/>
                </a:lnTo>
                <a:lnTo>
                  <a:pt x="408" y="178"/>
                </a:lnTo>
                <a:lnTo>
                  <a:pt x="408" y="184"/>
                </a:lnTo>
                <a:lnTo>
                  <a:pt x="404" y="200"/>
                </a:lnTo>
                <a:lnTo>
                  <a:pt x="400" y="218"/>
                </a:lnTo>
                <a:lnTo>
                  <a:pt x="400" y="218"/>
                </a:lnTo>
                <a:lnTo>
                  <a:pt x="400" y="222"/>
                </a:lnTo>
                <a:lnTo>
                  <a:pt x="396" y="228"/>
                </a:lnTo>
                <a:lnTo>
                  <a:pt x="392" y="232"/>
                </a:lnTo>
                <a:lnTo>
                  <a:pt x="386" y="236"/>
                </a:lnTo>
                <a:lnTo>
                  <a:pt x="368" y="240"/>
                </a:lnTo>
                <a:lnTo>
                  <a:pt x="346" y="244"/>
                </a:lnTo>
                <a:lnTo>
                  <a:pt x="320" y="244"/>
                </a:lnTo>
                <a:lnTo>
                  <a:pt x="292" y="244"/>
                </a:lnTo>
                <a:lnTo>
                  <a:pt x="260" y="242"/>
                </a:lnTo>
                <a:lnTo>
                  <a:pt x="226" y="238"/>
                </a:lnTo>
                <a:lnTo>
                  <a:pt x="158" y="226"/>
                </a:lnTo>
                <a:lnTo>
                  <a:pt x="94" y="214"/>
                </a:lnTo>
                <a:lnTo>
                  <a:pt x="38" y="200"/>
                </a:lnTo>
                <a:lnTo>
                  <a:pt x="0" y="188"/>
                </a:lnTo>
                <a:lnTo>
                  <a:pt x="0" y="188"/>
                </a:lnTo>
                <a:lnTo>
                  <a:pt x="2" y="122"/>
                </a:lnTo>
                <a:lnTo>
                  <a:pt x="8" y="66"/>
                </a:lnTo>
                <a:lnTo>
                  <a:pt x="12" y="40"/>
                </a:lnTo>
                <a:lnTo>
                  <a:pt x="18" y="20"/>
                </a:lnTo>
                <a:lnTo>
                  <a:pt x="18" y="20"/>
                </a:lnTo>
                <a:lnTo>
                  <a:pt x="22" y="12"/>
                </a:lnTo>
                <a:lnTo>
                  <a:pt x="30" y="8"/>
                </a:lnTo>
                <a:lnTo>
                  <a:pt x="42" y="4"/>
                </a:lnTo>
                <a:lnTo>
                  <a:pt x="56" y="0"/>
                </a:lnTo>
                <a:lnTo>
                  <a:pt x="72" y="0"/>
                </a:lnTo>
                <a:lnTo>
                  <a:pt x="90" y="0"/>
                </a:lnTo>
                <a:lnTo>
                  <a:pt x="126" y="4"/>
                </a:lnTo>
                <a:lnTo>
                  <a:pt x="162" y="8"/>
                </a:lnTo>
                <a:lnTo>
                  <a:pt x="194" y="14"/>
                </a:lnTo>
                <a:lnTo>
                  <a:pt x="224" y="20"/>
                </a:lnTo>
                <a:close/>
              </a:path>
            </a:pathLst>
          </a:custGeom>
          <a:solidFill>
            <a:srgbClr val="382C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350">
              <a:latin typeface="微软雅黑" panose="020B0503020204020204" pitchFamily="34" charset="-122"/>
              <a:ea typeface="微软雅黑" panose="020B0503020204020204" pitchFamily="34" charset="-122"/>
            </a:endParaRPr>
          </a:p>
        </p:txBody>
      </p:sp>
      <p:sp>
        <p:nvSpPr>
          <p:cNvPr id="62" name="任意多边形 61"/>
          <p:cNvSpPr/>
          <p:nvPr>
            <p:custDataLst>
              <p:tags r:id="rId36"/>
            </p:custDataLst>
          </p:nvPr>
        </p:nvSpPr>
        <p:spPr bwMode="auto">
          <a:xfrm>
            <a:off x="1568450" y="4145915"/>
            <a:ext cx="311150" cy="186055"/>
          </a:xfrm>
          <a:custGeom>
            <a:avLst/>
            <a:gdLst>
              <a:gd name="T0" fmla="*/ 224 w 408"/>
              <a:gd name="T1" fmla="*/ 20 h 244"/>
              <a:gd name="T2" fmla="*/ 224 w 408"/>
              <a:gd name="T3" fmla="*/ 20 h 244"/>
              <a:gd name="T4" fmla="*/ 226 w 408"/>
              <a:gd name="T5" fmla="*/ 32 h 244"/>
              <a:gd name="T6" fmla="*/ 228 w 408"/>
              <a:gd name="T7" fmla="*/ 46 h 244"/>
              <a:gd name="T8" fmla="*/ 232 w 408"/>
              <a:gd name="T9" fmla="*/ 60 h 244"/>
              <a:gd name="T10" fmla="*/ 240 w 408"/>
              <a:gd name="T11" fmla="*/ 76 h 244"/>
              <a:gd name="T12" fmla="*/ 250 w 408"/>
              <a:gd name="T13" fmla="*/ 92 h 244"/>
              <a:gd name="T14" fmla="*/ 258 w 408"/>
              <a:gd name="T15" fmla="*/ 100 h 244"/>
              <a:gd name="T16" fmla="*/ 266 w 408"/>
              <a:gd name="T17" fmla="*/ 106 h 244"/>
              <a:gd name="T18" fmla="*/ 274 w 408"/>
              <a:gd name="T19" fmla="*/ 112 h 244"/>
              <a:gd name="T20" fmla="*/ 284 w 408"/>
              <a:gd name="T21" fmla="*/ 118 h 244"/>
              <a:gd name="T22" fmla="*/ 284 w 408"/>
              <a:gd name="T23" fmla="*/ 118 h 244"/>
              <a:gd name="T24" fmla="*/ 314 w 408"/>
              <a:gd name="T25" fmla="*/ 128 h 244"/>
              <a:gd name="T26" fmla="*/ 346 w 408"/>
              <a:gd name="T27" fmla="*/ 138 h 244"/>
              <a:gd name="T28" fmla="*/ 378 w 408"/>
              <a:gd name="T29" fmla="*/ 148 h 244"/>
              <a:gd name="T30" fmla="*/ 390 w 408"/>
              <a:gd name="T31" fmla="*/ 154 h 244"/>
              <a:gd name="T32" fmla="*/ 400 w 408"/>
              <a:gd name="T33" fmla="*/ 162 h 244"/>
              <a:gd name="T34" fmla="*/ 400 w 408"/>
              <a:gd name="T35" fmla="*/ 162 h 244"/>
              <a:gd name="T36" fmla="*/ 406 w 408"/>
              <a:gd name="T37" fmla="*/ 166 h 244"/>
              <a:gd name="T38" fmla="*/ 408 w 408"/>
              <a:gd name="T39" fmla="*/ 172 h 244"/>
              <a:gd name="T40" fmla="*/ 408 w 408"/>
              <a:gd name="T41" fmla="*/ 178 h 244"/>
              <a:gd name="T42" fmla="*/ 408 w 408"/>
              <a:gd name="T43" fmla="*/ 184 h 244"/>
              <a:gd name="T44" fmla="*/ 404 w 408"/>
              <a:gd name="T45" fmla="*/ 200 h 244"/>
              <a:gd name="T46" fmla="*/ 400 w 408"/>
              <a:gd name="T47" fmla="*/ 218 h 244"/>
              <a:gd name="T48" fmla="*/ 400 w 408"/>
              <a:gd name="T49" fmla="*/ 218 h 244"/>
              <a:gd name="T50" fmla="*/ 400 w 408"/>
              <a:gd name="T51" fmla="*/ 222 h 244"/>
              <a:gd name="T52" fmla="*/ 396 w 408"/>
              <a:gd name="T53" fmla="*/ 228 h 244"/>
              <a:gd name="T54" fmla="*/ 392 w 408"/>
              <a:gd name="T55" fmla="*/ 232 h 244"/>
              <a:gd name="T56" fmla="*/ 386 w 408"/>
              <a:gd name="T57" fmla="*/ 236 h 244"/>
              <a:gd name="T58" fmla="*/ 368 w 408"/>
              <a:gd name="T59" fmla="*/ 240 h 244"/>
              <a:gd name="T60" fmla="*/ 346 w 408"/>
              <a:gd name="T61" fmla="*/ 244 h 244"/>
              <a:gd name="T62" fmla="*/ 320 w 408"/>
              <a:gd name="T63" fmla="*/ 244 h 244"/>
              <a:gd name="T64" fmla="*/ 292 w 408"/>
              <a:gd name="T65" fmla="*/ 244 h 244"/>
              <a:gd name="T66" fmla="*/ 260 w 408"/>
              <a:gd name="T67" fmla="*/ 242 h 244"/>
              <a:gd name="T68" fmla="*/ 226 w 408"/>
              <a:gd name="T69" fmla="*/ 238 h 244"/>
              <a:gd name="T70" fmla="*/ 158 w 408"/>
              <a:gd name="T71" fmla="*/ 226 h 244"/>
              <a:gd name="T72" fmla="*/ 94 w 408"/>
              <a:gd name="T73" fmla="*/ 214 h 244"/>
              <a:gd name="T74" fmla="*/ 38 w 408"/>
              <a:gd name="T75" fmla="*/ 200 h 244"/>
              <a:gd name="T76" fmla="*/ 0 w 408"/>
              <a:gd name="T77" fmla="*/ 188 h 244"/>
              <a:gd name="T78" fmla="*/ 0 w 408"/>
              <a:gd name="T79" fmla="*/ 188 h 244"/>
              <a:gd name="T80" fmla="*/ 2 w 408"/>
              <a:gd name="T81" fmla="*/ 122 h 244"/>
              <a:gd name="T82" fmla="*/ 8 w 408"/>
              <a:gd name="T83" fmla="*/ 66 h 244"/>
              <a:gd name="T84" fmla="*/ 12 w 408"/>
              <a:gd name="T85" fmla="*/ 40 h 244"/>
              <a:gd name="T86" fmla="*/ 18 w 408"/>
              <a:gd name="T87" fmla="*/ 20 h 244"/>
              <a:gd name="T88" fmla="*/ 18 w 408"/>
              <a:gd name="T89" fmla="*/ 20 h 244"/>
              <a:gd name="T90" fmla="*/ 22 w 408"/>
              <a:gd name="T91" fmla="*/ 12 h 244"/>
              <a:gd name="T92" fmla="*/ 30 w 408"/>
              <a:gd name="T93" fmla="*/ 8 h 244"/>
              <a:gd name="T94" fmla="*/ 42 w 408"/>
              <a:gd name="T95" fmla="*/ 4 h 244"/>
              <a:gd name="T96" fmla="*/ 56 w 408"/>
              <a:gd name="T97" fmla="*/ 0 h 244"/>
              <a:gd name="T98" fmla="*/ 72 w 408"/>
              <a:gd name="T99" fmla="*/ 0 h 244"/>
              <a:gd name="T100" fmla="*/ 90 w 408"/>
              <a:gd name="T101" fmla="*/ 0 h 244"/>
              <a:gd name="T102" fmla="*/ 126 w 408"/>
              <a:gd name="T103" fmla="*/ 4 h 244"/>
              <a:gd name="T104" fmla="*/ 162 w 408"/>
              <a:gd name="T105" fmla="*/ 8 h 244"/>
              <a:gd name="T106" fmla="*/ 194 w 408"/>
              <a:gd name="T107" fmla="*/ 14 h 244"/>
              <a:gd name="T108" fmla="*/ 224 w 408"/>
              <a:gd name="T109" fmla="*/ 2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408" h="244">
                <a:moveTo>
                  <a:pt x="224" y="20"/>
                </a:moveTo>
                <a:lnTo>
                  <a:pt x="224" y="20"/>
                </a:lnTo>
                <a:lnTo>
                  <a:pt x="226" y="32"/>
                </a:lnTo>
                <a:lnTo>
                  <a:pt x="228" y="46"/>
                </a:lnTo>
                <a:lnTo>
                  <a:pt x="232" y="60"/>
                </a:lnTo>
                <a:lnTo>
                  <a:pt x="240" y="76"/>
                </a:lnTo>
                <a:lnTo>
                  <a:pt x="250" y="92"/>
                </a:lnTo>
                <a:lnTo>
                  <a:pt x="258" y="100"/>
                </a:lnTo>
                <a:lnTo>
                  <a:pt x="266" y="106"/>
                </a:lnTo>
                <a:lnTo>
                  <a:pt x="274" y="112"/>
                </a:lnTo>
                <a:lnTo>
                  <a:pt x="284" y="118"/>
                </a:lnTo>
                <a:lnTo>
                  <a:pt x="284" y="118"/>
                </a:lnTo>
                <a:lnTo>
                  <a:pt x="314" y="128"/>
                </a:lnTo>
                <a:lnTo>
                  <a:pt x="346" y="138"/>
                </a:lnTo>
                <a:lnTo>
                  <a:pt x="378" y="148"/>
                </a:lnTo>
                <a:lnTo>
                  <a:pt x="390" y="154"/>
                </a:lnTo>
                <a:lnTo>
                  <a:pt x="400" y="162"/>
                </a:lnTo>
                <a:lnTo>
                  <a:pt x="400" y="162"/>
                </a:lnTo>
                <a:lnTo>
                  <a:pt x="406" y="166"/>
                </a:lnTo>
                <a:lnTo>
                  <a:pt x="408" y="172"/>
                </a:lnTo>
                <a:lnTo>
                  <a:pt x="408" y="178"/>
                </a:lnTo>
                <a:lnTo>
                  <a:pt x="408" y="184"/>
                </a:lnTo>
                <a:lnTo>
                  <a:pt x="404" y="200"/>
                </a:lnTo>
                <a:lnTo>
                  <a:pt x="400" y="218"/>
                </a:lnTo>
                <a:lnTo>
                  <a:pt x="400" y="218"/>
                </a:lnTo>
                <a:lnTo>
                  <a:pt x="400" y="222"/>
                </a:lnTo>
                <a:lnTo>
                  <a:pt x="396" y="228"/>
                </a:lnTo>
                <a:lnTo>
                  <a:pt x="392" y="232"/>
                </a:lnTo>
                <a:lnTo>
                  <a:pt x="386" y="236"/>
                </a:lnTo>
                <a:lnTo>
                  <a:pt x="368" y="240"/>
                </a:lnTo>
                <a:lnTo>
                  <a:pt x="346" y="244"/>
                </a:lnTo>
                <a:lnTo>
                  <a:pt x="320" y="244"/>
                </a:lnTo>
                <a:lnTo>
                  <a:pt x="292" y="244"/>
                </a:lnTo>
                <a:lnTo>
                  <a:pt x="260" y="242"/>
                </a:lnTo>
                <a:lnTo>
                  <a:pt x="226" y="238"/>
                </a:lnTo>
                <a:lnTo>
                  <a:pt x="158" y="226"/>
                </a:lnTo>
                <a:lnTo>
                  <a:pt x="94" y="214"/>
                </a:lnTo>
                <a:lnTo>
                  <a:pt x="38" y="200"/>
                </a:lnTo>
                <a:lnTo>
                  <a:pt x="0" y="188"/>
                </a:lnTo>
                <a:lnTo>
                  <a:pt x="0" y="188"/>
                </a:lnTo>
                <a:lnTo>
                  <a:pt x="2" y="122"/>
                </a:lnTo>
                <a:lnTo>
                  <a:pt x="8" y="66"/>
                </a:lnTo>
                <a:lnTo>
                  <a:pt x="12" y="40"/>
                </a:lnTo>
                <a:lnTo>
                  <a:pt x="18" y="20"/>
                </a:lnTo>
                <a:lnTo>
                  <a:pt x="18" y="20"/>
                </a:lnTo>
                <a:lnTo>
                  <a:pt x="22" y="12"/>
                </a:lnTo>
                <a:lnTo>
                  <a:pt x="30" y="8"/>
                </a:lnTo>
                <a:lnTo>
                  <a:pt x="42" y="4"/>
                </a:lnTo>
                <a:lnTo>
                  <a:pt x="56" y="0"/>
                </a:lnTo>
                <a:lnTo>
                  <a:pt x="72" y="0"/>
                </a:lnTo>
                <a:lnTo>
                  <a:pt x="90" y="0"/>
                </a:lnTo>
                <a:lnTo>
                  <a:pt x="126" y="4"/>
                </a:lnTo>
                <a:lnTo>
                  <a:pt x="162" y="8"/>
                </a:lnTo>
                <a:lnTo>
                  <a:pt x="194" y="14"/>
                </a:lnTo>
                <a:lnTo>
                  <a:pt x="224" y="2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nchor="ctr"/>
          <a:lstStyle/>
          <a:p>
            <a:pPr algn="ctr"/>
            <a:endParaRPr sz="1350">
              <a:latin typeface="微软雅黑" panose="020B0503020204020204" pitchFamily="34" charset="-122"/>
              <a:ea typeface="微软雅黑" panose="020B0503020204020204" pitchFamily="34" charset="-122"/>
            </a:endParaRPr>
          </a:p>
        </p:txBody>
      </p:sp>
      <p:sp>
        <p:nvSpPr>
          <p:cNvPr id="63" name="任意多边形 62"/>
          <p:cNvSpPr/>
          <p:nvPr>
            <p:custDataLst>
              <p:tags r:id="rId37"/>
            </p:custDataLst>
          </p:nvPr>
        </p:nvSpPr>
        <p:spPr bwMode="auto">
          <a:xfrm>
            <a:off x="1521460" y="2870835"/>
            <a:ext cx="441960" cy="1313815"/>
          </a:xfrm>
          <a:custGeom>
            <a:avLst/>
            <a:gdLst>
              <a:gd name="T0" fmla="*/ 0 w 580"/>
              <a:gd name="T1" fmla="*/ 98 h 1724"/>
              <a:gd name="T2" fmla="*/ 0 w 580"/>
              <a:gd name="T3" fmla="*/ 98 h 1724"/>
              <a:gd name="T4" fmla="*/ 6 w 580"/>
              <a:gd name="T5" fmla="*/ 142 h 1724"/>
              <a:gd name="T6" fmla="*/ 22 w 580"/>
              <a:gd name="T7" fmla="*/ 258 h 1724"/>
              <a:gd name="T8" fmla="*/ 40 w 580"/>
              <a:gd name="T9" fmla="*/ 436 h 1724"/>
              <a:gd name="T10" fmla="*/ 50 w 580"/>
              <a:gd name="T11" fmla="*/ 544 h 1724"/>
              <a:gd name="T12" fmla="*/ 60 w 580"/>
              <a:gd name="T13" fmla="*/ 660 h 1724"/>
              <a:gd name="T14" fmla="*/ 70 w 580"/>
              <a:gd name="T15" fmla="*/ 784 h 1724"/>
              <a:gd name="T16" fmla="*/ 78 w 580"/>
              <a:gd name="T17" fmla="*/ 914 h 1724"/>
              <a:gd name="T18" fmla="*/ 84 w 580"/>
              <a:gd name="T19" fmla="*/ 1048 h 1724"/>
              <a:gd name="T20" fmla="*/ 88 w 580"/>
              <a:gd name="T21" fmla="*/ 1182 h 1724"/>
              <a:gd name="T22" fmla="*/ 90 w 580"/>
              <a:gd name="T23" fmla="*/ 1318 h 1724"/>
              <a:gd name="T24" fmla="*/ 86 w 580"/>
              <a:gd name="T25" fmla="*/ 1452 h 1724"/>
              <a:gd name="T26" fmla="*/ 80 w 580"/>
              <a:gd name="T27" fmla="*/ 1582 h 1724"/>
              <a:gd name="T28" fmla="*/ 76 w 580"/>
              <a:gd name="T29" fmla="*/ 1644 h 1724"/>
              <a:gd name="T30" fmla="*/ 70 w 580"/>
              <a:gd name="T31" fmla="*/ 1706 h 1724"/>
              <a:gd name="T32" fmla="*/ 70 w 580"/>
              <a:gd name="T33" fmla="*/ 1706 h 1724"/>
              <a:gd name="T34" fmla="*/ 94 w 580"/>
              <a:gd name="T35" fmla="*/ 1712 h 1724"/>
              <a:gd name="T36" fmla="*/ 120 w 580"/>
              <a:gd name="T37" fmla="*/ 1716 h 1724"/>
              <a:gd name="T38" fmla="*/ 154 w 580"/>
              <a:gd name="T39" fmla="*/ 1720 h 1724"/>
              <a:gd name="T40" fmla="*/ 194 w 580"/>
              <a:gd name="T41" fmla="*/ 1724 h 1724"/>
              <a:gd name="T42" fmla="*/ 236 w 580"/>
              <a:gd name="T43" fmla="*/ 1722 h 1724"/>
              <a:gd name="T44" fmla="*/ 258 w 580"/>
              <a:gd name="T45" fmla="*/ 1720 h 1724"/>
              <a:gd name="T46" fmla="*/ 280 w 580"/>
              <a:gd name="T47" fmla="*/ 1718 h 1724"/>
              <a:gd name="T48" fmla="*/ 302 w 580"/>
              <a:gd name="T49" fmla="*/ 1712 h 1724"/>
              <a:gd name="T50" fmla="*/ 324 w 580"/>
              <a:gd name="T51" fmla="*/ 1706 h 1724"/>
              <a:gd name="T52" fmla="*/ 324 w 580"/>
              <a:gd name="T53" fmla="*/ 1706 h 1724"/>
              <a:gd name="T54" fmla="*/ 386 w 580"/>
              <a:gd name="T55" fmla="*/ 1020 h 1724"/>
              <a:gd name="T56" fmla="*/ 430 w 580"/>
              <a:gd name="T57" fmla="*/ 522 h 1724"/>
              <a:gd name="T58" fmla="*/ 444 w 580"/>
              <a:gd name="T59" fmla="*/ 342 h 1724"/>
              <a:gd name="T60" fmla="*/ 448 w 580"/>
              <a:gd name="T61" fmla="*/ 280 h 1724"/>
              <a:gd name="T62" fmla="*/ 448 w 580"/>
              <a:gd name="T63" fmla="*/ 244 h 1724"/>
              <a:gd name="T64" fmla="*/ 448 w 580"/>
              <a:gd name="T65" fmla="*/ 244 h 1724"/>
              <a:gd name="T66" fmla="*/ 450 w 580"/>
              <a:gd name="T67" fmla="*/ 222 h 1724"/>
              <a:gd name="T68" fmla="*/ 454 w 580"/>
              <a:gd name="T69" fmla="*/ 198 h 1724"/>
              <a:gd name="T70" fmla="*/ 460 w 580"/>
              <a:gd name="T71" fmla="*/ 176 h 1724"/>
              <a:gd name="T72" fmla="*/ 470 w 580"/>
              <a:gd name="T73" fmla="*/ 156 h 1724"/>
              <a:gd name="T74" fmla="*/ 480 w 580"/>
              <a:gd name="T75" fmla="*/ 134 h 1724"/>
              <a:gd name="T76" fmla="*/ 490 w 580"/>
              <a:gd name="T77" fmla="*/ 114 h 1724"/>
              <a:gd name="T78" fmla="*/ 514 w 580"/>
              <a:gd name="T79" fmla="*/ 78 h 1724"/>
              <a:gd name="T80" fmla="*/ 538 w 580"/>
              <a:gd name="T81" fmla="*/ 48 h 1724"/>
              <a:gd name="T82" fmla="*/ 558 w 580"/>
              <a:gd name="T83" fmla="*/ 24 h 1724"/>
              <a:gd name="T84" fmla="*/ 580 w 580"/>
              <a:gd name="T85" fmla="*/ 4 h 1724"/>
              <a:gd name="T86" fmla="*/ 580 w 580"/>
              <a:gd name="T87" fmla="*/ 4 h 1724"/>
              <a:gd name="T88" fmla="*/ 496 w 580"/>
              <a:gd name="T89" fmla="*/ 0 h 1724"/>
              <a:gd name="T90" fmla="*/ 412 w 580"/>
              <a:gd name="T91" fmla="*/ 0 h 1724"/>
              <a:gd name="T92" fmla="*/ 362 w 580"/>
              <a:gd name="T93" fmla="*/ 2 h 1724"/>
              <a:gd name="T94" fmla="*/ 312 w 580"/>
              <a:gd name="T95" fmla="*/ 4 h 1724"/>
              <a:gd name="T96" fmla="*/ 260 w 580"/>
              <a:gd name="T97" fmla="*/ 8 h 1724"/>
              <a:gd name="T98" fmla="*/ 210 w 580"/>
              <a:gd name="T99" fmla="*/ 14 h 1724"/>
              <a:gd name="T100" fmla="*/ 160 w 580"/>
              <a:gd name="T101" fmla="*/ 22 h 1724"/>
              <a:gd name="T102" fmla="*/ 116 w 580"/>
              <a:gd name="T103" fmla="*/ 30 h 1724"/>
              <a:gd name="T104" fmla="*/ 76 w 580"/>
              <a:gd name="T105" fmla="*/ 44 h 1724"/>
              <a:gd name="T106" fmla="*/ 58 w 580"/>
              <a:gd name="T107" fmla="*/ 50 h 1724"/>
              <a:gd name="T108" fmla="*/ 42 w 580"/>
              <a:gd name="T109" fmla="*/ 58 h 1724"/>
              <a:gd name="T110" fmla="*/ 28 w 580"/>
              <a:gd name="T111" fmla="*/ 68 h 1724"/>
              <a:gd name="T112" fmla="*/ 16 w 580"/>
              <a:gd name="T113" fmla="*/ 76 h 1724"/>
              <a:gd name="T114" fmla="*/ 8 w 580"/>
              <a:gd name="T115" fmla="*/ 88 h 1724"/>
              <a:gd name="T116" fmla="*/ 0 w 580"/>
              <a:gd name="T117" fmla="*/ 98 h 17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580" h="1724">
                <a:moveTo>
                  <a:pt x="0" y="98"/>
                </a:moveTo>
                <a:lnTo>
                  <a:pt x="0" y="98"/>
                </a:lnTo>
                <a:lnTo>
                  <a:pt x="6" y="142"/>
                </a:lnTo>
                <a:lnTo>
                  <a:pt x="22" y="258"/>
                </a:lnTo>
                <a:lnTo>
                  <a:pt x="40" y="436"/>
                </a:lnTo>
                <a:lnTo>
                  <a:pt x="50" y="544"/>
                </a:lnTo>
                <a:lnTo>
                  <a:pt x="60" y="660"/>
                </a:lnTo>
                <a:lnTo>
                  <a:pt x="70" y="784"/>
                </a:lnTo>
                <a:lnTo>
                  <a:pt x="78" y="914"/>
                </a:lnTo>
                <a:lnTo>
                  <a:pt x="84" y="1048"/>
                </a:lnTo>
                <a:lnTo>
                  <a:pt x="88" y="1182"/>
                </a:lnTo>
                <a:lnTo>
                  <a:pt x="90" y="1318"/>
                </a:lnTo>
                <a:lnTo>
                  <a:pt x="86" y="1452"/>
                </a:lnTo>
                <a:lnTo>
                  <a:pt x="80" y="1582"/>
                </a:lnTo>
                <a:lnTo>
                  <a:pt x="76" y="1644"/>
                </a:lnTo>
                <a:lnTo>
                  <a:pt x="70" y="1706"/>
                </a:lnTo>
                <a:lnTo>
                  <a:pt x="70" y="1706"/>
                </a:lnTo>
                <a:lnTo>
                  <a:pt x="94" y="1712"/>
                </a:lnTo>
                <a:lnTo>
                  <a:pt x="120" y="1716"/>
                </a:lnTo>
                <a:lnTo>
                  <a:pt x="154" y="1720"/>
                </a:lnTo>
                <a:lnTo>
                  <a:pt x="194" y="1724"/>
                </a:lnTo>
                <a:lnTo>
                  <a:pt x="236" y="1722"/>
                </a:lnTo>
                <a:lnTo>
                  <a:pt x="258" y="1720"/>
                </a:lnTo>
                <a:lnTo>
                  <a:pt x="280" y="1718"/>
                </a:lnTo>
                <a:lnTo>
                  <a:pt x="302" y="1712"/>
                </a:lnTo>
                <a:lnTo>
                  <a:pt x="324" y="1706"/>
                </a:lnTo>
                <a:lnTo>
                  <a:pt x="324" y="1706"/>
                </a:lnTo>
                <a:lnTo>
                  <a:pt x="386" y="1020"/>
                </a:lnTo>
                <a:lnTo>
                  <a:pt x="430" y="522"/>
                </a:lnTo>
                <a:lnTo>
                  <a:pt x="444" y="342"/>
                </a:lnTo>
                <a:lnTo>
                  <a:pt x="448" y="280"/>
                </a:lnTo>
                <a:lnTo>
                  <a:pt x="448" y="244"/>
                </a:lnTo>
                <a:lnTo>
                  <a:pt x="448" y="244"/>
                </a:lnTo>
                <a:lnTo>
                  <a:pt x="450" y="222"/>
                </a:lnTo>
                <a:lnTo>
                  <a:pt x="454" y="198"/>
                </a:lnTo>
                <a:lnTo>
                  <a:pt x="460" y="176"/>
                </a:lnTo>
                <a:lnTo>
                  <a:pt x="470" y="156"/>
                </a:lnTo>
                <a:lnTo>
                  <a:pt x="480" y="134"/>
                </a:lnTo>
                <a:lnTo>
                  <a:pt x="490" y="114"/>
                </a:lnTo>
                <a:lnTo>
                  <a:pt x="514" y="78"/>
                </a:lnTo>
                <a:lnTo>
                  <a:pt x="538" y="48"/>
                </a:lnTo>
                <a:lnTo>
                  <a:pt x="558" y="24"/>
                </a:lnTo>
                <a:lnTo>
                  <a:pt x="580" y="4"/>
                </a:lnTo>
                <a:lnTo>
                  <a:pt x="580" y="4"/>
                </a:lnTo>
                <a:lnTo>
                  <a:pt x="496" y="0"/>
                </a:lnTo>
                <a:lnTo>
                  <a:pt x="412" y="0"/>
                </a:lnTo>
                <a:lnTo>
                  <a:pt x="362" y="2"/>
                </a:lnTo>
                <a:lnTo>
                  <a:pt x="312" y="4"/>
                </a:lnTo>
                <a:lnTo>
                  <a:pt x="260" y="8"/>
                </a:lnTo>
                <a:lnTo>
                  <a:pt x="210" y="14"/>
                </a:lnTo>
                <a:lnTo>
                  <a:pt x="160" y="22"/>
                </a:lnTo>
                <a:lnTo>
                  <a:pt x="116" y="30"/>
                </a:lnTo>
                <a:lnTo>
                  <a:pt x="76" y="44"/>
                </a:lnTo>
                <a:lnTo>
                  <a:pt x="58" y="50"/>
                </a:lnTo>
                <a:lnTo>
                  <a:pt x="42" y="58"/>
                </a:lnTo>
                <a:lnTo>
                  <a:pt x="28" y="68"/>
                </a:lnTo>
                <a:lnTo>
                  <a:pt x="16" y="76"/>
                </a:lnTo>
                <a:lnTo>
                  <a:pt x="8" y="88"/>
                </a:lnTo>
                <a:lnTo>
                  <a:pt x="0" y="98"/>
                </a:lnTo>
                <a:close/>
              </a:path>
            </a:pathLst>
          </a:custGeom>
          <a:solidFill>
            <a:srgbClr val="474C4D"/>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350">
              <a:latin typeface="微软雅黑" panose="020B0503020204020204" pitchFamily="34" charset="-122"/>
              <a:ea typeface="微软雅黑" panose="020B0503020204020204" pitchFamily="34" charset="-122"/>
            </a:endParaRPr>
          </a:p>
        </p:txBody>
      </p:sp>
      <p:sp>
        <p:nvSpPr>
          <p:cNvPr id="64" name="任意多边形 63"/>
          <p:cNvSpPr/>
          <p:nvPr>
            <p:custDataLst>
              <p:tags r:id="rId38"/>
            </p:custDataLst>
          </p:nvPr>
        </p:nvSpPr>
        <p:spPr bwMode="auto">
          <a:xfrm>
            <a:off x="1521460" y="2870835"/>
            <a:ext cx="441960" cy="1313815"/>
          </a:xfrm>
          <a:custGeom>
            <a:avLst/>
            <a:gdLst>
              <a:gd name="T0" fmla="*/ 0 w 580"/>
              <a:gd name="T1" fmla="*/ 98 h 1724"/>
              <a:gd name="T2" fmla="*/ 0 w 580"/>
              <a:gd name="T3" fmla="*/ 98 h 1724"/>
              <a:gd name="T4" fmla="*/ 6 w 580"/>
              <a:gd name="T5" fmla="*/ 142 h 1724"/>
              <a:gd name="T6" fmla="*/ 22 w 580"/>
              <a:gd name="T7" fmla="*/ 258 h 1724"/>
              <a:gd name="T8" fmla="*/ 40 w 580"/>
              <a:gd name="T9" fmla="*/ 436 h 1724"/>
              <a:gd name="T10" fmla="*/ 50 w 580"/>
              <a:gd name="T11" fmla="*/ 544 h 1724"/>
              <a:gd name="T12" fmla="*/ 60 w 580"/>
              <a:gd name="T13" fmla="*/ 660 h 1724"/>
              <a:gd name="T14" fmla="*/ 70 w 580"/>
              <a:gd name="T15" fmla="*/ 784 h 1724"/>
              <a:gd name="T16" fmla="*/ 78 w 580"/>
              <a:gd name="T17" fmla="*/ 914 h 1724"/>
              <a:gd name="T18" fmla="*/ 84 w 580"/>
              <a:gd name="T19" fmla="*/ 1048 h 1724"/>
              <a:gd name="T20" fmla="*/ 88 w 580"/>
              <a:gd name="T21" fmla="*/ 1182 h 1724"/>
              <a:gd name="T22" fmla="*/ 90 w 580"/>
              <a:gd name="T23" fmla="*/ 1318 h 1724"/>
              <a:gd name="T24" fmla="*/ 86 w 580"/>
              <a:gd name="T25" fmla="*/ 1452 h 1724"/>
              <a:gd name="T26" fmla="*/ 80 w 580"/>
              <a:gd name="T27" fmla="*/ 1582 h 1724"/>
              <a:gd name="T28" fmla="*/ 76 w 580"/>
              <a:gd name="T29" fmla="*/ 1644 h 1724"/>
              <a:gd name="T30" fmla="*/ 70 w 580"/>
              <a:gd name="T31" fmla="*/ 1706 h 1724"/>
              <a:gd name="T32" fmla="*/ 70 w 580"/>
              <a:gd name="T33" fmla="*/ 1706 h 1724"/>
              <a:gd name="T34" fmla="*/ 94 w 580"/>
              <a:gd name="T35" fmla="*/ 1712 h 1724"/>
              <a:gd name="T36" fmla="*/ 120 w 580"/>
              <a:gd name="T37" fmla="*/ 1716 h 1724"/>
              <a:gd name="T38" fmla="*/ 154 w 580"/>
              <a:gd name="T39" fmla="*/ 1720 h 1724"/>
              <a:gd name="T40" fmla="*/ 194 w 580"/>
              <a:gd name="T41" fmla="*/ 1724 h 1724"/>
              <a:gd name="T42" fmla="*/ 236 w 580"/>
              <a:gd name="T43" fmla="*/ 1722 h 1724"/>
              <a:gd name="T44" fmla="*/ 258 w 580"/>
              <a:gd name="T45" fmla="*/ 1720 h 1724"/>
              <a:gd name="T46" fmla="*/ 280 w 580"/>
              <a:gd name="T47" fmla="*/ 1718 h 1724"/>
              <a:gd name="T48" fmla="*/ 302 w 580"/>
              <a:gd name="T49" fmla="*/ 1712 h 1724"/>
              <a:gd name="T50" fmla="*/ 324 w 580"/>
              <a:gd name="T51" fmla="*/ 1706 h 1724"/>
              <a:gd name="T52" fmla="*/ 324 w 580"/>
              <a:gd name="T53" fmla="*/ 1706 h 1724"/>
              <a:gd name="T54" fmla="*/ 386 w 580"/>
              <a:gd name="T55" fmla="*/ 1020 h 1724"/>
              <a:gd name="T56" fmla="*/ 430 w 580"/>
              <a:gd name="T57" fmla="*/ 522 h 1724"/>
              <a:gd name="T58" fmla="*/ 444 w 580"/>
              <a:gd name="T59" fmla="*/ 342 h 1724"/>
              <a:gd name="T60" fmla="*/ 448 w 580"/>
              <a:gd name="T61" fmla="*/ 280 h 1724"/>
              <a:gd name="T62" fmla="*/ 448 w 580"/>
              <a:gd name="T63" fmla="*/ 244 h 1724"/>
              <a:gd name="T64" fmla="*/ 448 w 580"/>
              <a:gd name="T65" fmla="*/ 244 h 1724"/>
              <a:gd name="T66" fmla="*/ 450 w 580"/>
              <a:gd name="T67" fmla="*/ 222 h 1724"/>
              <a:gd name="T68" fmla="*/ 454 w 580"/>
              <a:gd name="T69" fmla="*/ 198 h 1724"/>
              <a:gd name="T70" fmla="*/ 460 w 580"/>
              <a:gd name="T71" fmla="*/ 176 h 1724"/>
              <a:gd name="T72" fmla="*/ 470 w 580"/>
              <a:gd name="T73" fmla="*/ 156 h 1724"/>
              <a:gd name="T74" fmla="*/ 480 w 580"/>
              <a:gd name="T75" fmla="*/ 134 h 1724"/>
              <a:gd name="T76" fmla="*/ 490 w 580"/>
              <a:gd name="T77" fmla="*/ 114 h 1724"/>
              <a:gd name="T78" fmla="*/ 514 w 580"/>
              <a:gd name="T79" fmla="*/ 78 h 1724"/>
              <a:gd name="T80" fmla="*/ 538 w 580"/>
              <a:gd name="T81" fmla="*/ 48 h 1724"/>
              <a:gd name="T82" fmla="*/ 558 w 580"/>
              <a:gd name="T83" fmla="*/ 24 h 1724"/>
              <a:gd name="T84" fmla="*/ 580 w 580"/>
              <a:gd name="T85" fmla="*/ 4 h 1724"/>
              <a:gd name="T86" fmla="*/ 580 w 580"/>
              <a:gd name="T87" fmla="*/ 4 h 1724"/>
              <a:gd name="T88" fmla="*/ 496 w 580"/>
              <a:gd name="T89" fmla="*/ 0 h 1724"/>
              <a:gd name="T90" fmla="*/ 412 w 580"/>
              <a:gd name="T91" fmla="*/ 0 h 1724"/>
              <a:gd name="T92" fmla="*/ 362 w 580"/>
              <a:gd name="T93" fmla="*/ 2 h 1724"/>
              <a:gd name="T94" fmla="*/ 312 w 580"/>
              <a:gd name="T95" fmla="*/ 4 h 1724"/>
              <a:gd name="T96" fmla="*/ 260 w 580"/>
              <a:gd name="T97" fmla="*/ 8 h 1724"/>
              <a:gd name="T98" fmla="*/ 210 w 580"/>
              <a:gd name="T99" fmla="*/ 14 h 1724"/>
              <a:gd name="T100" fmla="*/ 160 w 580"/>
              <a:gd name="T101" fmla="*/ 22 h 1724"/>
              <a:gd name="T102" fmla="*/ 116 w 580"/>
              <a:gd name="T103" fmla="*/ 30 h 1724"/>
              <a:gd name="T104" fmla="*/ 76 w 580"/>
              <a:gd name="T105" fmla="*/ 44 h 1724"/>
              <a:gd name="T106" fmla="*/ 58 w 580"/>
              <a:gd name="T107" fmla="*/ 50 h 1724"/>
              <a:gd name="T108" fmla="*/ 42 w 580"/>
              <a:gd name="T109" fmla="*/ 58 h 1724"/>
              <a:gd name="T110" fmla="*/ 28 w 580"/>
              <a:gd name="T111" fmla="*/ 68 h 1724"/>
              <a:gd name="T112" fmla="*/ 16 w 580"/>
              <a:gd name="T113" fmla="*/ 76 h 1724"/>
              <a:gd name="T114" fmla="*/ 8 w 580"/>
              <a:gd name="T115" fmla="*/ 88 h 1724"/>
              <a:gd name="T116" fmla="*/ 0 w 580"/>
              <a:gd name="T117" fmla="*/ 98 h 17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580" h="1724">
                <a:moveTo>
                  <a:pt x="0" y="98"/>
                </a:moveTo>
                <a:lnTo>
                  <a:pt x="0" y="98"/>
                </a:lnTo>
                <a:lnTo>
                  <a:pt x="6" y="142"/>
                </a:lnTo>
                <a:lnTo>
                  <a:pt x="22" y="258"/>
                </a:lnTo>
                <a:lnTo>
                  <a:pt x="40" y="436"/>
                </a:lnTo>
                <a:lnTo>
                  <a:pt x="50" y="544"/>
                </a:lnTo>
                <a:lnTo>
                  <a:pt x="60" y="660"/>
                </a:lnTo>
                <a:lnTo>
                  <a:pt x="70" y="784"/>
                </a:lnTo>
                <a:lnTo>
                  <a:pt x="78" y="914"/>
                </a:lnTo>
                <a:lnTo>
                  <a:pt x="84" y="1048"/>
                </a:lnTo>
                <a:lnTo>
                  <a:pt x="88" y="1182"/>
                </a:lnTo>
                <a:lnTo>
                  <a:pt x="90" y="1318"/>
                </a:lnTo>
                <a:lnTo>
                  <a:pt x="86" y="1452"/>
                </a:lnTo>
                <a:lnTo>
                  <a:pt x="80" y="1582"/>
                </a:lnTo>
                <a:lnTo>
                  <a:pt x="76" y="1644"/>
                </a:lnTo>
                <a:lnTo>
                  <a:pt x="70" y="1706"/>
                </a:lnTo>
                <a:lnTo>
                  <a:pt x="70" y="1706"/>
                </a:lnTo>
                <a:lnTo>
                  <a:pt x="94" y="1712"/>
                </a:lnTo>
                <a:lnTo>
                  <a:pt x="120" y="1716"/>
                </a:lnTo>
                <a:lnTo>
                  <a:pt x="154" y="1720"/>
                </a:lnTo>
                <a:lnTo>
                  <a:pt x="194" y="1724"/>
                </a:lnTo>
                <a:lnTo>
                  <a:pt x="236" y="1722"/>
                </a:lnTo>
                <a:lnTo>
                  <a:pt x="258" y="1720"/>
                </a:lnTo>
                <a:lnTo>
                  <a:pt x="280" y="1718"/>
                </a:lnTo>
                <a:lnTo>
                  <a:pt x="302" y="1712"/>
                </a:lnTo>
                <a:lnTo>
                  <a:pt x="324" y="1706"/>
                </a:lnTo>
                <a:lnTo>
                  <a:pt x="324" y="1706"/>
                </a:lnTo>
                <a:lnTo>
                  <a:pt x="386" y="1020"/>
                </a:lnTo>
                <a:lnTo>
                  <a:pt x="430" y="522"/>
                </a:lnTo>
                <a:lnTo>
                  <a:pt x="444" y="342"/>
                </a:lnTo>
                <a:lnTo>
                  <a:pt x="448" y="280"/>
                </a:lnTo>
                <a:lnTo>
                  <a:pt x="448" y="244"/>
                </a:lnTo>
                <a:lnTo>
                  <a:pt x="448" y="244"/>
                </a:lnTo>
                <a:lnTo>
                  <a:pt x="450" y="222"/>
                </a:lnTo>
                <a:lnTo>
                  <a:pt x="454" y="198"/>
                </a:lnTo>
                <a:lnTo>
                  <a:pt x="460" y="176"/>
                </a:lnTo>
                <a:lnTo>
                  <a:pt x="470" y="156"/>
                </a:lnTo>
                <a:lnTo>
                  <a:pt x="480" y="134"/>
                </a:lnTo>
                <a:lnTo>
                  <a:pt x="490" y="114"/>
                </a:lnTo>
                <a:lnTo>
                  <a:pt x="514" y="78"/>
                </a:lnTo>
                <a:lnTo>
                  <a:pt x="538" y="48"/>
                </a:lnTo>
                <a:lnTo>
                  <a:pt x="558" y="24"/>
                </a:lnTo>
                <a:lnTo>
                  <a:pt x="580" y="4"/>
                </a:lnTo>
                <a:lnTo>
                  <a:pt x="580" y="4"/>
                </a:lnTo>
                <a:lnTo>
                  <a:pt x="496" y="0"/>
                </a:lnTo>
                <a:lnTo>
                  <a:pt x="412" y="0"/>
                </a:lnTo>
                <a:lnTo>
                  <a:pt x="362" y="2"/>
                </a:lnTo>
                <a:lnTo>
                  <a:pt x="312" y="4"/>
                </a:lnTo>
                <a:lnTo>
                  <a:pt x="260" y="8"/>
                </a:lnTo>
                <a:lnTo>
                  <a:pt x="210" y="14"/>
                </a:lnTo>
                <a:lnTo>
                  <a:pt x="160" y="22"/>
                </a:lnTo>
                <a:lnTo>
                  <a:pt x="116" y="30"/>
                </a:lnTo>
                <a:lnTo>
                  <a:pt x="76" y="44"/>
                </a:lnTo>
                <a:lnTo>
                  <a:pt x="58" y="50"/>
                </a:lnTo>
                <a:lnTo>
                  <a:pt x="42" y="58"/>
                </a:lnTo>
                <a:lnTo>
                  <a:pt x="28" y="68"/>
                </a:lnTo>
                <a:lnTo>
                  <a:pt x="16" y="76"/>
                </a:lnTo>
                <a:lnTo>
                  <a:pt x="8" y="88"/>
                </a:lnTo>
                <a:lnTo>
                  <a:pt x="0" y="98"/>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nchor="ctr"/>
          <a:lstStyle/>
          <a:p>
            <a:pPr algn="ctr"/>
            <a:endParaRPr sz="1350">
              <a:latin typeface="微软雅黑" panose="020B0503020204020204" pitchFamily="34" charset="-122"/>
              <a:ea typeface="微软雅黑" panose="020B0503020204020204" pitchFamily="34" charset="-122"/>
            </a:endParaRPr>
          </a:p>
        </p:txBody>
      </p:sp>
      <p:sp>
        <p:nvSpPr>
          <p:cNvPr id="65" name="任意多边形 64"/>
          <p:cNvSpPr/>
          <p:nvPr>
            <p:custDataLst>
              <p:tags r:id="rId39"/>
            </p:custDataLst>
          </p:nvPr>
        </p:nvSpPr>
        <p:spPr bwMode="auto">
          <a:xfrm>
            <a:off x="1729740" y="2855595"/>
            <a:ext cx="265430" cy="1311910"/>
          </a:xfrm>
          <a:custGeom>
            <a:avLst/>
            <a:gdLst>
              <a:gd name="T0" fmla="*/ 346 w 348"/>
              <a:gd name="T1" fmla="*/ 24 h 1722"/>
              <a:gd name="T2" fmla="*/ 346 w 348"/>
              <a:gd name="T3" fmla="*/ 24 h 1722"/>
              <a:gd name="T4" fmla="*/ 346 w 348"/>
              <a:gd name="T5" fmla="*/ 64 h 1722"/>
              <a:gd name="T6" fmla="*/ 348 w 348"/>
              <a:gd name="T7" fmla="*/ 178 h 1722"/>
              <a:gd name="T8" fmla="*/ 348 w 348"/>
              <a:gd name="T9" fmla="*/ 354 h 1722"/>
              <a:gd name="T10" fmla="*/ 344 w 348"/>
              <a:gd name="T11" fmla="*/ 460 h 1722"/>
              <a:gd name="T12" fmla="*/ 340 w 348"/>
              <a:gd name="T13" fmla="*/ 578 h 1722"/>
              <a:gd name="T14" fmla="*/ 334 w 348"/>
              <a:gd name="T15" fmla="*/ 704 h 1722"/>
              <a:gd name="T16" fmla="*/ 326 w 348"/>
              <a:gd name="T17" fmla="*/ 838 h 1722"/>
              <a:gd name="T18" fmla="*/ 314 w 348"/>
              <a:gd name="T19" fmla="*/ 978 h 1722"/>
              <a:gd name="T20" fmla="*/ 298 w 348"/>
              <a:gd name="T21" fmla="*/ 1124 h 1722"/>
              <a:gd name="T22" fmla="*/ 280 w 348"/>
              <a:gd name="T23" fmla="*/ 1270 h 1722"/>
              <a:gd name="T24" fmla="*/ 256 w 348"/>
              <a:gd name="T25" fmla="*/ 1420 h 1722"/>
              <a:gd name="T26" fmla="*/ 244 w 348"/>
              <a:gd name="T27" fmla="*/ 1494 h 1722"/>
              <a:gd name="T28" fmla="*/ 228 w 348"/>
              <a:gd name="T29" fmla="*/ 1568 h 1722"/>
              <a:gd name="T30" fmla="*/ 214 w 348"/>
              <a:gd name="T31" fmla="*/ 1642 h 1722"/>
              <a:gd name="T32" fmla="*/ 196 w 348"/>
              <a:gd name="T33" fmla="*/ 1714 h 1722"/>
              <a:gd name="T34" fmla="*/ 196 w 348"/>
              <a:gd name="T35" fmla="*/ 1714 h 1722"/>
              <a:gd name="T36" fmla="*/ 178 w 348"/>
              <a:gd name="T37" fmla="*/ 1718 h 1722"/>
              <a:gd name="T38" fmla="*/ 158 w 348"/>
              <a:gd name="T39" fmla="*/ 1722 h 1722"/>
              <a:gd name="T40" fmla="*/ 132 w 348"/>
              <a:gd name="T41" fmla="*/ 1722 h 1722"/>
              <a:gd name="T42" fmla="*/ 100 w 348"/>
              <a:gd name="T43" fmla="*/ 1722 h 1722"/>
              <a:gd name="T44" fmla="*/ 68 w 348"/>
              <a:gd name="T45" fmla="*/ 1718 h 1722"/>
              <a:gd name="T46" fmla="*/ 50 w 348"/>
              <a:gd name="T47" fmla="*/ 1714 h 1722"/>
              <a:gd name="T48" fmla="*/ 34 w 348"/>
              <a:gd name="T49" fmla="*/ 1710 h 1722"/>
              <a:gd name="T50" fmla="*/ 16 w 348"/>
              <a:gd name="T51" fmla="*/ 1702 h 1722"/>
              <a:gd name="T52" fmla="*/ 0 w 348"/>
              <a:gd name="T53" fmla="*/ 1694 h 1722"/>
              <a:gd name="T54" fmla="*/ 0 w 348"/>
              <a:gd name="T55" fmla="*/ 1694 h 1722"/>
              <a:gd name="T56" fmla="*/ 20 w 348"/>
              <a:gd name="T57" fmla="*/ 1246 h 1722"/>
              <a:gd name="T58" fmla="*/ 34 w 348"/>
              <a:gd name="T59" fmla="*/ 906 h 1722"/>
              <a:gd name="T60" fmla="*/ 38 w 348"/>
              <a:gd name="T61" fmla="*/ 770 h 1722"/>
              <a:gd name="T62" fmla="*/ 40 w 348"/>
              <a:gd name="T63" fmla="*/ 680 h 1722"/>
              <a:gd name="T64" fmla="*/ 40 w 348"/>
              <a:gd name="T65" fmla="*/ 680 h 1722"/>
              <a:gd name="T66" fmla="*/ 42 w 348"/>
              <a:gd name="T67" fmla="*/ 608 h 1722"/>
              <a:gd name="T68" fmla="*/ 48 w 348"/>
              <a:gd name="T69" fmla="*/ 520 h 1722"/>
              <a:gd name="T70" fmla="*/ 56 w 348"/>
              <a:gd name="T71" fmla="*/ 422 h 1722"/>
              <a:gd name="T72" fmla="*/ 66 w 348"/>
              <a:gd name="T73" fmla="*/ 322 h 1722"/>
              <a:gd name="T74" fmla="*/ 78 w 348"/>
              <a:gd name="T75" fmla="*/ 230 h 1722"/>
              <a:gd name="T76" fmla="*/ 88 w 348"/>
              <a:gd name="T77" fmla="*/ 148 h 1722"/>
              <a:gd name="T78" fmla="*/ 98 w 348"/>
              <a:gd name="T79" fmla="*/ 90 h 1722"/>
              <a:gd name="T80" fmla="*/ 104 w 348"/>
              <a:gd name="T81" fmla="*/ 58 h 1722"/>
              <a:gd name="T82" fmla="*/ 104 w 348"/>
              <a:gd name="T83" fmla="*/ 58 h 1722"/>
              <a:gd name="T84" fmla="*/ 108 w 348"/>
              <a:gd name="T85" fmla="*/ 52 h 1722"/>
              <a:gd name="T86" fmla="*/ 116 w 348"/>
              <a:gd name="T87" fmla="*/ 44 h 1722"/>
              <a:gd name="T88" fmla="*/ 124 w 348"/>
              <a:gd name="T89" fmla="*/ 36 h 1722"/>
              <a:gd name="T90" fmla="*/ 136 w 348"/>
              <a:gd name="T91" fmla="*/ 30 h 1722"/>
              <a:gd name="T92" fmla="*/ 164 w 348"/>
              <a:gd name="T93" fmla="*/ 16 h 1722"/>
              <a:gd name="T94" fmla="*/ 180 w 348"/>
              <a:gd name="T95" fmla="*/ 10 h 1722"/>
              <a:gd name="T96" fmla="*/ 196 w 348"/>
              <a:gd name="T97" fmla="*/ 6 h 1722"/>
              <a:gd name="T98" fmla="*/ 214 w 348"/>
              <a:gd name="T99" fmla="*/ 2 h 1722"/>
              <a:gd name="T100" fmla="*/ 234 w 348"/>
              <a:gd name="T101" fmla="*/ 0 h 1722"/>
              <a:gd name="T102" fmla="*/ 252 w 348"/>
              <a:gd name="T103" fmla="*/ 0 h 1722"/>
              <a:gd name="T104" fmla="*/ 272 w 348"/>
              <a:gd name="T105" fmla="*/ 0 h 1722"/>
              <a:gd name="T106" fmla="*/ 290 w 348"/>
              <a:gd name="T107" fmla="*/ 2 h 1722"/>
              <a:gd name="T108" fmla="*/ 310 w 348"/>
              <a:gd name="T109" fmla="*/ 8 h 1722"/>
              <a:gd name="T110" fmla="*/ 328 w 348"/>
              <a:gd name="T111" fmla="*/ 14 h 1722"/>
              <a:gd name="T112" fmla="*/ 346 w 348"/>
              <a:gd name="T113" fmla="*/ 24 h 17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348" h="1722">
                <a:moveTo>
                  <a:pt x="346" y="24"/>
                </a:moveTo>
                <a:lnTo>
                  <a:pt x="346" y="24"/>
                </a:lnTo>
                <a:lnTo>
                  <a:pt x="346" y="64"/>
                </a:lnTo>
                <a:lnTo>
                  <a:pt x="348" y="178"/>
                </a:lnTo>
                <a:lnTo>
                  <a:pt x="348" y="354"/>
                </a:lnTo>
                <a:lnTo>
                  <a:pt x="344" y="460"/>
                </a:lnTo>
                <a:lnTo>
                  <a:pt x="340" y="578"/>
                </a:lnTo>
                <a:lnTo>
                  <a:pt x="334" y="704"/>
                </a:lnTo>
                <a:lnTo>
                  <a:pt x="326" y="838"/>
                </a:lnTo>
                <a:lnTo>
                  <a:pt x="314" y="978"/>
                </a:lnTo>
                <a:lnTo>
                  <a:pt x="298" y="1124"/>
                </a:lnTo>
                <a:lnTo>
                  <a:pt x="280" y="1270"/>
                </a:lnTo>
                <a:lnTo>
                  <a:pt x="256" y="1420"/>
                </a:lnTo>
                <a:lnTo>
                  <a:pt x="244" y="1494"/>
                </a:lnTo>
                <a:lnTo>
                  <a:pt x="228" y="1568"/>
                </a:lnTo>
                <a:lnTo>
                  <a:pt x="214" y="1642"/>
                </a:lnTo>
                <a:lnTo>
                  <a:pt x="196" y="1714"/>
                </a:lnTo>
                <a:lnTo>
                  <a:pt x="196" y="1714"/>
                </a:lnTo>
                <a:lnTo>
                  <a:pt x="178" y="1718"/>
                </a:lnTo>
                <a:lnTo>
                  <a:pt x="158" y="1722"/>
                </a:lnTo>
                <a:lnTo>
                  <a:pt x="132" y="1722"/>
                </a:lnTo>
                <a:lnTo>
                  <a:pt x="100" y="1722"/>
                </a:lnTo>
                <a:lnTo>
                  <a:pt x="68" y="1718"/>
                </a:lnTo>
                <a:lnTo>
                  <a:pt x="50" y="1714"/>
                </a:lnTo>
                <a:lnTo>
                  <a:pt x="34" y="1710"/>
                </a:lnTo>
                <a:lnTo>
                  <a:pt x="16" y="1702"/>
                </a:lnTo>
                <a:lnTo>
                  <a:pt x="0" y="1694"/>
                </a:lnTo>
                <a:lnTo>
                  <a:pt x="0" y="1694"/>
                </a:lnTo>
                <a:lnTo>
                  <a:pt x="20" y="1246"/>
                </a:lnTo>
                <a:lnTo>
                  <a:pt x="34" y="906"/>
                </a:lnTo>
                <a:lnTo>
                  <a:pt x="38" y="770"/>
                </a:lnTo>
                <a:lnTo>
                  <a:pt x="40" y="680"/>
                </a:lnTo>
                <a:lnTo>
                  <a:pt x="40" y="680"/>
                </a:lnTo>
                <a:lnTo>
                  <a:pt x="42" y="608"/>
                </a:lnTo>
                <a:lnTo>
                  <a:pt x="48" y="520"/>
                </a:lnTo>
                <a:lnTo>
                  <a:pt x="56" y="422"/>
                </a:lnTo>
                <a:lnTo>
                  <a:pt x="66" y="322"/>
                </a:lnTo>
                <a:lnTo>
                  <a:pt x="78" y="230"/>
                </a:lnTo>
                <a:lnTo>
                  <a:pt x="88" y="148"/>
                </a:lnTo>
                <a:lnTo>
                  <a:pt x="98" y="90"/>
                </a:lnTo>
                <a:lnTo>
                  <a:pt x="104" y="58"/>
                </a:lnTo>
                <a:lnTo>
                  <a:pt x="104" y="58"/>
                </a:lnTo>
                <a:lnTo>
                  <a:pt x="108" y="52"/>
                </a:lnTo>
                <a:lnTo>
                  <a:pt x="116" y="44"/>
                </a:lnTo>
                <a:lnTo>
                  <a:pt x="124" y="36"/>
                </a:lnTo>
                <a:lnTo>
                  <a:pt x="136" y="30"/>
                </a:lnTo>
                <a:lnTo>
                  <a:pt x="164" y="16"/>
                </a:lnTo>
                <a:lnTo>
                  <a:pt x="180" y="10"/>
                </a:lnTo>
                <a:lnTo>
                  <a:pt x="196" y="6"/>
                </a:lnTo>
                <a:lnTo>
                  <a:pt x="214" y="2"/>
                </a:lnTo>
                <a:lnTo>
                  <a:pt x="234" y="0"/>
                </a:lnTo>
                <a:lnTo>
                  <a:pt x="252" y="0"/>
                </a:lnTo>
                <a:lnTo>
                  <a:pt x="272" y="0"/>
                </a:lnTo>
                <a:lnTo>
                  <a:pt x="290" y="2"/>
                </a:lnTo>
                <a:lnTo>
                  <a:pt x="310" y="8"/>
                </a:lnTo>
                <a:lnTo>
                  <a:pt x="328" y="14"/>
                </a:lnTo>
                <a:lnTo>
                  <a:pt x="346" y="24"/>
                </a:lnTo>
                <a:close/>
              </a:path>
            </a:pathLst>
          </a:custGeom>
          <a:solidFill>
            <a:srgbClr val="474C4D"/>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350">
              <a:latin typeface="微软雅黑" panose="020B0503020204020204" pitchFamily="34" charset="-122"/>
              <a:ea typeface="微软雅黑" panose="020B0503020204020204" pitchFamily="34" charset="-122"/>
            </a:endParaRPr>
          </a:p>
        </p:txBody>
      </p:sp>
      <p:sp>
        <p:nvSpPr>
          <p:cNvPr id="66" name="任意多边形 65"/>
          <p:cNvSpPr/>
          <p:nvPr>
            <p:custDataLst>
              <p:tags r:id="rId40"/>
            </p:custDataLst>
          </p:nvPr>
        </p:nvSpPr>
        <p:spPr bwMode="auto">
          <a:xfrm>
            <a:off x="1729740" y="2855595"/>
            <a:ext cx="265430" cy="1311910"/>
          </a:xfrm>
          <a:custGeom>
            <a:avLst/>
            <a:gdLst>
              <a:gd name="T0" fmla="*/ 346 w 348"/>
              <a:gd name="T1" fmla="*/ 24 h 1722"/>
              <a:gd name="T2" fmla="*/ 346 w 348"/>
              <a:gd name="T3" fmla="*/ 24 h 1722"/>
              <a:gd name="T4" fmla="*/ 346 w 348"/>
              <a:gd name="T5" fmla="*/ 64 h 1722"/>
              <a:gd name="T6" fmla="*/ 348 w 348"/>
              <a:gd name="T7" fmla="*/ 178 h 1722"/>
              <a:gd name="T8" fmla="*/ 348 w 348"/>
              <a:gd name="T9" fmla="*/ 354 h 1722"/>
              <a:gd name="T10" fmla="*/ 344 w 348"/>
              <a:gd name="T11" fmla="*/ 460 h 1722"/>
              <a:gd name="T12" fmla="*/ 340 w 348"/>
              <a:gd name="T13" fmla="*/ 578 h 1722"/>
              <a:gd name="T14" fmla="*/ 334 w 348"/>
              <a:gd name="T15" fmla="*/ 704 h 1722"/>
              <a:gd name="T16" fmla="*/ 326 w 348"/>
              <a:gd name="T17" fmla="*/ 838 h 1722"/>
              <a:gd name="T18" fmla="*/ 314 w 348"/>
              <a:gd name="T19" fmla="*/ 978 h 1722"/>
              <a:gd name="T20" fmla="*/ 298 w 348"/>
              <a:gd name="T21" fmla="*/ 1124 h 1722"/>
              <a:gd name="T22" fmla="*/ 280 w 348"/>
              <a:gd name="T23" fmla="*/ 1270 h 1722"/>
              <a:gd name="T24" fmla="*/ 256 w 348"/>
              <a:gd name="T25" fmla="*/ 1420 h 1722"/>
              <a:gd name="T26" fmla="*/ 244 w 348"/>
              <a:gd name="T27" fmla="*/ 1494 h 1722"/>
              <a:gd name="T28" fmla="*/ 228 w 348"/>
              <a:gd name="T29" fmla="*/ 1568 h 1722"/>
              <a:gd name="T30" fmla="*/ 214 w 348"/>
              <a:gd name="T31" fmla="*/ 1642 h 1722"/>
              <a:gd name="T32" fmla="*/ 196 w 348"/>
              <a:gd name="T33" fmla="*/ 1714 h 1722"/>
              <a:gd name="T34" fmla="*/ 196 w 348"/>
              <a:gd name="T35" fmla="*/ 1714 h 1722"/>
              <a:gd name="T36" fmla="*/ 178 w 348"/>
              <a:gd name="T37" fmla="*/ 1718 h 1722"/>
              <a:gd name="T38" fmla="*/ 158 w 348"/>
              <a:gd name="T39" fmla="*/ 1722 h 1722"/>
              <a:gd name="T40" fmla="*/ 132 w 348"/>
              <a:gd name="T41" fmla="*/ 1722 h 1722"/>
              <a:gd name="T42" fmla="*/ 100 w 348"/>
              <a:gd name="T43" fmla="*/ 1722 h 1722"/>
              <a:gd name="T44" fmla="*/ 68 w 348"/>
              <a:gd name="T45" fmla="*/ 1718 h 1722"/>
              <a:gd name="T46" fmla="*/ 50 w 348"/>
              <a:gd name="T47" fmla="*/ 1714 h 1722"/>
              <a:gd name="T48" fmla="*/ 34 w 348"/>
              <a:gd name="T49" fmla="*/ 1710 h 1722"/>
              <a:gd name="T50" fmla="*/ 16 w 348"/>
              <a:gd name="T51" fmla="*/ 1702 h 1722"/>
              <a:gd name="T52" fmla="*/ 0 w 348"/>
              <a:gd name="T53" fmla="*/ 1694 h 1722"/>
              <a:gd name="T54" fmla="*/ 0 w 348"/>
              <a:gd name="T55" fmla="*/ 1694 h 1722"/>
              <a:gd name="T56" fmla="*/ 20 w 348"/>
              <a:gd name="T57" fmla="*/ 1246 h 1722"/>
              <a:gd name="T58" fmla="*/ 34 w 348"/>
              <a:gd name="T59" fmla="*/ 906 h 1722"/>
              <a:gd name="T60" fmla="*/ 38 w 348"/>
              <a:gd name="T61" fmla="*/ 770 h 1722"/>
              <a:gd name="T62" fmla="*/ 40 w 348"/>
              <a:gd name="T63" fmla="*/ 680 h 1722"/>
              <a:gd name="T64" fmla="*/ 40 w 348"/>
              <a:gd name="T65" fmla="*/ 680 h 1722"/>
              <a:gd name="T66" fmla="*/ 42 w 348"/>
              <a:gd name="T67" fmla="*/ 608 h 1722"/>
              <a:gd name="T68" fmla="*/ 48 w 348"/>
              <a:gd name="T69" fmla="*/ 520 h 1722"/>
              <a:gd name="T70" fmla="*/ 56 w 348"/>
              <a:gd name="T71" fmla="*/ 422 h 1722"/>
              <a:gd name="T72" fmla="*/ 66 w 348"/>
              <a:gd name="T73" fmla="*/ 322 h 1722"/>
              <a:gd name="T74" fmla="*/ 78 w 348"/>
              <a:gd name="T75" fmla="*/ 230 h 1722"/>
              <a:gd name="T76" fmla="*/ 88 w 348"/>
              <a:gd name="T77" fmla="*/ 148 h 1722"/>
              <a:gd name="T78" fmla="*/ 98 w 348"/>
              <a:gd name="T79" fmla="*/ 90 h 1722"/>
              <a:gd name="T80" fmla="*/ 104 w 348"/>
              <a:gd name="T81" fmla="*/ 58 h 1722"/>
              <a:gd name="T82" fmla="*/ 104 w 348"/>
              <a:gd name="T83" fmla="*/ 58 h 1722"/>
              <a:gd name="T84" fmla="*/ 108 w 348"/>
              <a:gd name="T85" fmla="*/ 52 h 1722"/>
              <a:gd name="T86" fmla="*/ 116 w 348"/>
              <a:gd name="T87" fmla="*/ 44 h 1722"/>
              <a:gd name="T88" fmla="*/ 124 w 348"/>
              <a:gd name="T89" fmla="*/ 36 h 1722"/>
              <a:gd name="T90" fmla="*/ 136 w 348"/>
              <a:gd name="T91" fmla="*/ 30 h 1722"/>
              <a:gd name="T92" fmla="*/ 164 w 348"/>
              <a:gd name="T93" fmla="*/ 16 h 1722"/>
              <a:gd name="T94" fmla="*/ 180 w 348"/>
              <a:gd name="T95" fmla="*/ 10 h 1722"/>
              <a:gd name="T96" fmla="*/ 196 w 348"/>
              <a:gd name="T97" fmla="*/ 6 h 1722"/>
              <a:gd name="T98" fmla="*/ 214 w 348"/>
              <a:gd name="T99" fmla="*/ 2 h 1722"/>
              <a:gd name="T100" fmla="*/ 234 w 348"/>
              <a:gd name="T101" fmla="*/ 0 h 1722"/>
              <a:gd name="T102" fmla="*/ 252 w 348"/>
              <a:gd name="T103" fmla="*/ 0 h 1722"/>
              <a:gd name="T104" fmla="*/ 272 w 348"/>
              <a:gd name="T105" fmla="*/ 0 h 1722"/>
              <a:gd name="T106" fmla="*/ 290 w 348"/>
              <a:gd name="T107" fmla="*/ 2 h 1722"/>
              <a:gd name="T108" fmla="*/ 310 w 348"/>
              <a:gd name="T109" fmla="*/ 8 h 1722"/>
              <a:gd name="T110" fmla="*/ 328 w 348"/>
              <a:gd name="T111" fmla="*/ 14 h 1722"/>
              <a:gd name="T112" fmla="*/ 346 w 348"/>
              <a:gd name="T113" fmla="*/ 24 h 17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348" h="1722">
                <a:moveTo>
                  <a:pt x="346" y="24"/>
                </a:moveTo>
                <a:lnTo>
                  <a:pt x="346" y="24"/>
                </a:lnTo>
                <a:lnTo>
                  <a:pt x="346" y="64"/>
                </a:lnTo>
                <a:lnTo>
                  <a:pt x="348" y="178"/>
                </a:lnTo>
                <a:lnTo>
                  <a:pt x="348" y="354"/>
                </a:lnTo>
                <a:lnTo>
                  <a:pt x="344" y="460"/>
                </a:lnTo>
                <a:lnTo>
                  <a:pt x="340" y="578"/>
                </a:lnTo>
                <a:lnTo>
                  <a:pt x="334" y="704"/>
                </a:lnTo>
                <a:lnTo>
                  <a:pt x="326" y="838"/>
                </a:lnTo>
                <a:lnTo>
                  <a:pt x="314" y="978"/>
                </a:lnTo>
                <a:lnTo>
                  <a:pt x="298" y="1124"/>
                </a:lnTo>
                <a:lnTo>
                  <a:pt x="280" y="1270"/>
                </a:lnTo>
                <a:lnTo>
                  <a:pt x="256" y="1420"/>
                </a:lnTo>
                <a:lnTo>
                  <a:pt x="244" y="1494"/>
                </a:lnTo>
                <a:lnTo>
                  <a:pt x="228" y="1568"/>
                </a:lnTo>
                <a:lnTo>
                  <a:pt x="214" y="1642"/>
                </a:lnTo>
                <a:lnTo>
                  <a:pt x="196" y="1714"/>
                </a:lnTo>
                <a:lnTo>
                  <a:pt x="196" y="1714"/>
                </a:lnTo>
                <a:lnTo>
                  <a:pt x="178" y="1718"/>
                </a:lnTo>
                <a:lnTo>
                  <a:pt x="158" y="1722"/>
                </a:lnTo>
                <a:lnTo>
                  <a:pt x="132" y="1722"/>
                </a:lnTo>
                <a:lnTo>
                  <a:pt x="100" y="1722"/>
                </a:lnTo>
                <a:lnTo>
                  <a:pt x="68" y="1718"/>
                </a:lnTo>
                <a:lnTo>
                  <a:pt x="50" y="1714"/>
                </a:lnTo>
                <a:lnTo>
                  <a:pt x="34" y="1710"/>
                </a:lnTo>
                <a:lnTo>
                  <a:pt x="16" y="1702"/>
                </a:lnTo>
                <a:lnTo>
                  <a:pt x="0" y="1694"/>
                </a:lnTo>
                <a:lnTo>
                  <a:pt x="0" y="1694"/>
                </a:lnTo>
                <a:lnTo>
                  <a:pt x="20" y="1246"/>
                </a:lnTo>
                <a:lnTo>
                  <a:pt x="34" y="906"/>
                </a:lnTo>
                <a:lnTo>
                  <a:pt x="38" y="770"/>
                </a:lnTo>
                <a:lnTo>
                  <a:pt x="40" y="680"/>
                </a:lnTo>
                <a:lnTo>
                  <a:pt x="40" y="680"/>
                </a:lnTo>
                <a:lnTo>
                  <a:pt x="42" y="608"/>
                </a:lnTo>
                <a:lnTo>
                  <a:pt x="48" y="520"/>
                </a:lnTo>
                <a:lnTo>
                  <a:pt x="56" y="422"/>
                </a:lnTo>
                <a:lnTo>
                  <a:pt x="66" y="322"/>
                </a:lnTo>
                <a:lnTo>
                  <a:pt x="78" y="230"/>
                </a:lnTo>
                <a:lnTo>
                  <a:pt x="88" y="148"/>
                </a:lnTo>
                <a:lnTo>
                  <a:pt x="98" y="90"/>
                </a:lnTo>
                <a:lnTo>
                  <a:pt x="104" y="58"/>
                </a:lnTo>
                <a:lnTo>
                  <a:pt x="104" y="58"/>
                </a:lnTo>
                <a:lnTo>
                  <a:pt x="108" y="52"/>
                </a:lnTo>
                <a:lnTo>
                  <a:pt x="116" y="44"/>
                </a:lnTo>
                <a:lnTo>
                  <a:pt x="124" y="36"/>
                </a:lnTo>
                <a:lnTo>
                  <a:pt x="136" y="30"/>
                </a:lnTo>
                <a:lnTo>
                  <a:pt x="164" y="16"/>
                </a:lnTo>
                <a:lnTo>
                  <a:pt x="180" y="10"/>
                </a:lnTo>
                <a:lnTo>
                  <a:pt x="196" y="6"/>
                </a:lnTo>
                <a:lnTo>
                  <a:pt x="214" y="2"/>
                </a:lnTo>
                <a:lnTo>
                  <a:pt x="234" y="0"/>
                </a:lnTo>
                <a:lnTo>
                  <a:pt x="252" y="0"/>
                </a:lnTo>
                <a:lnTo>
                  <a:pt x="272" y="0"/>
                </a:lnTo>
                <a:lnTo>
                  <a:pt x="290" y="2"/>
                </a:lnTo>
                <a:lnTo>
                  <a:pt x="310" y="8"/>
                </a:lnTo>
                <a:lnTo>
                  <a:pt x="328" y="14"/>
                </a:lnTo>
                <a:lnTo>
                  <a:pt x="346" y="24"/>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nchor="ctr"/>
          <a:lstStyle/>
          <a:p>
            <a:pPr algn="ctr"/>
            <a:endParaRPr sz="1350">
              <a:latin typeface="微软雅黑" panose="020B0503020204020204" pitchFamily="34" charset="-122"/>
              <a:ea typeface="微软雅黑" panose="020B0503020204020204" pitchFamily="34" charset="-122"/>
            </a:endParaRPr>
          </a:p>
        </p:txBody>
      </p:sp>
      <p:sp>
        <p:nvSpPr>
          <p:cNvPr id="67" name="任意多边形 66"/>
          <p:cNvSpPr/>
          <p:nvPr>
            <p:custDataLst>
              <p:tags r:id="rId41"/>
            </p:custDataLst>
          </p:nvPr>
        </p:nvSpPr>
        <p:spPr bwMode="auto">
          <a:xfrm>
            <a:off x="1788160" y="2954655"/>
            <a:ext cx="107950" cy="1089660"/>
          </a:xfrm>
          <a:custGeom>
            <a:avLst/>
            <a:gdLst>
              <a:gd name="T0" fmla="*/ 142 w 142"/>
              <a:gd name="T1" fmla="*/ 0 h 1430"/>
              <a:gd name="T2" fmla="*/ 142 w 142"/>
              <a:gd name="T3" fmla="*/ 0 h 1430"/>
              <a:gd name="T4" fmla="*/ 136 w 142"/>
              <a:gd name="T5" fmla="*/ 12 h 1430"/>
              <a:gd name="T6" fmla="*/ 128 w 142"/>
              <a:gd name="T7" fmla="*/ 26 h 1430"/>
              <a:gd name="T8" fmla="*/ 120 w 142"/>
              <a:gd name="T9" fmla="*/ 48 h 1430"/>
              <a:gd name="T10" fmla="*/ 112 w 142"/>
              <a:gd name="T11" fmla="*/ 74 h 1430"/>
              <a:gd name="T12" fmla="*/ 104 w 142"/>
              <a:gd name="T13" fmla="*/ 108 h 1430"/>
              <a:gd name="T14" fmla="*/ 98 w 142"/>
              <a:gd name="T15" fmla="*/ 150 h 1430"/>
              <a:gd name="T16" fmla="*/ 94 w 142"/>
              <a:gd name="T17" fmla="*/ 198 h 1430"/>
              <a:gd name="T18" fmla="*/ 94 w 142"/>
              <a:gd name="T19" fmla="*/ 198 h 1430"/>
              <a:gd name="T20" fmla="*/ 80 w 142"/>
              <a:gd name="T21" fmla="*/ 420 h 1430"/>
              <a:gd name="T22" fmla="*/ 56 w 142"/>
              <a:gd name="T23" fmla="*/ 786 h 1430"/>
              <a:gd name="T24" fmla="*/ 42 w 142"/>
              <a:gd name="T25" fmla="*/ 982 h 1430"/>
              <a:gd name="T26" fmla="*/ 28 w 142"/>
              <a:gd name="T27" fmla="*/ 1166 h 1430"/>
              <a:gd name="T28" fmla="*/ 14 w 142"/>
              <a:gd name="T29" fmla="*/ 1322 h 1430"/>
              <a:gd name="T30" fmla="*/ 6 w 142"/>
              <a:gd name="T31" fmla="*/ 1382 h 1430"/>
              <a:gd name="T32" fmla="*/ 0 w 142"/>
              <a:gd name="T33" fmla="*/ 1430 h 1430"/>
              <a:gd name="T34" fmla="*/ 0 w 142"/>
              <a:gd name="T35" fmla="*/ 1430 h 1430"/>
              <a:gd name="T36" fmla="*/ 38 w 142"/>
              <a:gd name="T37" fmla="*/ 858 h 1430"/>
              <a:gd name="T38" fmla="*/ 62 w 142"/>
              <a:gd name="T39" fmla="*/ 442 h 1430"/>
              <a:gd name="T40" fmla="*/ 70 w 142"/>
              <a:gd name="T41" fmla="*/ 290 h 1430"/>
              <a:gd name="T42" fmla="*/ 72 w 142"/>
              <a:gd name="T43" fmla="*/ 238 h 1430"/>
              <a:gd name="T44" fmla="*/ 72 w 142"/>
              <a:gd name="T45" fmla="*/ 206 h 1430"/>
              <a:gd name="T46" fmla="*/ 72 w 142"/>
              <a:gd name="T47" fmla="*/ 206 h 1430"/>
              <a:gd name="T48" fmla="*/ 72 w 142"/>
              <a:gd name="T49" fmla="*/ 188 h 1430"/>
              <a:gd name="T50" fmla="*/ 72 w 142"/>
              <a:gd name="T51" fmla="*/ 168 h 1430"/>
              <a:gd name="T52" fmla="*/ 78 w 142"/>
              <a:gd name="T53" fmla="*/ 134 h 1430"/>
              <a:gd name="T54" fmla="*/ 88 w 142"/>
              <a:gd name="T55" fmla="*/ 102 h 1430"/>
              <a:gd name="T56" fmla="*/ 100 w 142"/>
              <a:gd name="T57" fmla="*/ 74 h 1430"/>
              <a:gd name="T58" fmla="*/ 112 w 142"/>
              <a:gd name="T59" fmla="*/ 50 h 1430"/>
              <a:gd name="T60" fmla="*/ 124 w 142"/>
              <a:gd name="T61" fmla="*/ 28 h 1430"/>
              <a:gd name="T62" fmla="*/ 142 w 142"/>
              <a:gd name="T63" fmla="*/ 0 h 14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42" h="1430">
                <a:moveTo>
                  <a:pt x="142" y="0"/>
                </a:moveTo>
                <a:lnTo>
                  <a:pt x="142" y="0"/>
                </a:lnTo>
                <a:lnTo>
                  <a:pt x="136" y="12"/>
                </a:lnTo>
                <a:lnTo>
                  <a:pt x="128" y="26"/>
                </a:lnTo>
                <a:lnTo>
                  <a:pt x="120" y="48"/>
                </a:lnTo>
                <a:lnTo>
                  <a:pt x="112" y="74"/>
                </a:lnTo>
                <a:lnTo>
                  <a:pt x="104" y="108"/>
                </a:lnTo>
                <a:lnTo>
                  <a:pt x="98" y="150"/>
                </a:lnTo>
                <a:lnTo>
                  <a:pt x="94" y="198"/>
                </a:lnTo>
                <a:lnTo>
                  <a:pt x="94" y="198"/>
                </a:lnTo>
                <a:lnTo>
                  <a:pt x="80" y="420"/>
                </a:lnTo>
                <a:lnTo>
                  <a:pt x="56" y="786"/>
                </a:lnTo>
                <a:lnTo>
                  <a:pt x="42" y="982"/>
                </a:lnTo>
                <a:lnTo>
                  <a:pt x="28" y="1166"/>
                </a:lnTo>
                <a:lnTo>
                  <a:pt x="14" y="1322"/>
                </a:lnTo>
                <a:lnTo>
                  <a:pt x="6" y="1382"/>
                </a:lnTo>
                <a:lnTo>
                  <a:pt x="0" y="1430"/>
                </a:lnTo>
                <a:lnTo>
                  <a:pt x="0" y="1430"/>
                </a:lnTo>
                <a:lnTo>
                  <a:pt x="38" y="858"/>
                </a:lnTo>
                <a:lnTo>
                  <a:pt x="62" y="442"/>
                </a:lnTo>
                <a:lnTo>
                  <a:pt x="70" y="290"/>
                </a:lnTo>
                <a:lnTo>
                  <a:pt x="72" y="238"/>
                </a:lnTo>
                <a:lnTo>
                  <a:pt x="72" y="206"/>
                </a:lnTo>
                <a:lnTo>
                  <a:pt x="72" y="206"/>
                </a:lnTo>
                <a:lnTo>
                  <a:pt x="72" y="188"/>
                </a:lnTo>
                <a:lnTo>
                  <a:pt x="72" y="168"/>
                </a:lnTo>
                <a:lnTo>
                  <a:pt x="78" y="134"/>
                </a:lnTo>
                <a:lnTo>
                  <a:pt x="88" y="102"/>
                </a:lnTo>
                <a:lnTo>
                  <a:pt x="100" y="74"/>
                </a:lnTo>
                <a:lnTo>
                  <a:pt x="112" y="50"/>
                </a:lnTo>
                <a:lnTo>
                  <a:pt x="124" y="28"/>
                </a:lnTo>
                <a:lnTo>
                  <a:pt x="142" y="0"/>
                </a:lnTo>
                <a:close/>
              </a:path>
            </a:pathLst>
          </a:custGeom>
          <a:solidFill>
            <a:srgbClr val="24272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350">
              <a:latin typeface="微软雅黑" panose="020B0503020204020204" pitchFamily="34" charset="-122"/>
              <a:ea typeface="微软雅黑" panose="020B0503020204020204" pitchFamily="34" charset="-122"/>
            </a:endParaRPr>
          </a:p>
        </p:txBody>
      </p:sp>
      <p:sp>
        <p:nvSpPr>
          <p:cNvPr id="68" name="任意多边形 67"/>
          <p:cNvSpPr/>
          <p:nvPr>
            <p:custDataLst>
              <p:tags r:id="rId42"/>
            </p:custDataLst>
          </p:nvPr>
        </p:nvSpPr>
        <p:spPr bwMode="auto">
          <a:xfrm>
            <a:off x="1788160" y="2954655"/>
            <a:ext cx="107950" cy="1089660"/>
          </a:xfrm>
          <a:custGeom>
            <a:avLst/>
            <a:gdLst>
              <a:gd name="T0" fmla="*/ 142 w 142"/>
              <a:gd name="T1" fmla="*/ 0 h 1430"/>
              <a:gd name="T2" fmla="*/ 142 w 142"/>
              <a:gd name="T3" fmla="*/ 0 h 1430"/>
              <a:gd name="T4" fmla="*/ 136 w 142"/>
              <a:gd name="T5" fmla="*/ 12 h 1430"/>
              <a:gd name="T6" fmla="*/ 128 w 142"/>
              <a:gd name="T7" fmla="*/ 26 h 1430"/>
              <a:gd name="T8" fmla="*/ 120 w 142"/>
              <a:gd name="T9" fmla="*/ 48 h 1430"/>
              <a:gd name="T10" fmla="*/ 112 w 142"/>
              <a:gd name="T11" fmla="*/ 74 h 1430"/>
              <a:gd name="T12" fmla="*/ 104 w 142"/>
              <a:gd name="T13" fmla="*/ 108 h 1430"/>
              <a:gd name="T14" fmla="*/ 98 w 142"/>
              <a:gd name="T15" fmla="*/ 150 h 1430"/>
              <a:gd name="T16" fmla="*/ 94 w 142"/>
              <a:gd name="T17" fmla="*/ 198 h 1430"/>
              <a:gd name="T18" fmla="*/ 94 w 142"/>
              <a:gd name="T19" fmla="*/ 198 h 1430"/>
              <a:gd name="T20" fmla="*/ 80 w 142"/>
              <a:gd name="T21" fmla="*/ 420 h 1430"/>
              <a:gd name="T22" fmla="*/ 56 w 142"/>
              <a:gd name="T23" fmla="*/ 786 h 1430"/>
              <a:gd name="T24" fmla="*/ 42 w 142"/>
              <a:gd name="T25" fmla="*/ 982 h 1430"/>
              <a:gd name="T26" fmla="*/ 28 w 142"/>
              <a:gd name="T27" fmla="*/ 1166 h 1430"/>
              <a:gd name="T28" fmla="*/ 14 w 142"/>
              <a:gd name="T29" fmla="*/ 1322 h 1430"/>
              <a:gd name="T30" fmla="*/ 6 w 142"/>
              <a:gd name="T31" fmla="*/ 1382 h 1430"/>
              <a:gd name="T32" fmla="*/ 0 w 142"/>
              <a:gd name="T33" fmla="*/ 1430 h 1430"/>
              <a:gd name="T34" fmla="*/ 0 w 142"/>
              <a:gd name="T35" fmla="*/ 1430 h 1430"/>
              <a:gd name="T36" fmla="*/ 38 w 142"/>
              <a:gd name="T37" fmla="*/ 858 h 1430"/>
              <a:gd name="T38" fmla="*/ 62 w 142"/>
              <a:gd name="T39" fmla="*/ 442 h 1430"/>
              <a:gd name="T40" fmla="*/ 70 w 142"/>
              <a:gd name="T41" fmla="*/ 290 h 1430"/>
              <a:gd name="T42" fmla="*/ 72 w 142"/>
              <a:gd name="T43" fmla="*/ 238 h 1430"/>
              <a:gd name="T44" fmla="*/ 72 w 142"/>
              <a:gd name="T45" fmla="*/ 206 h 1430"/>
              <a:gd name="T46" fmla="*/ 72 w 142"/>
              <a:gd name="T47" fmla="*/ 206 h 1430"/>
              <a:gd name="T48" fmla="*/ 72 w 142"/>
              <a:gd name="T49" fmla="*/ 188 h 1430"/>
              <a:gd name="T50" fmla="*/ 72 w 142"/>
              <a:gd name="T51" fmla="*/ 168 h 1430"/>
              <a:gd name="T52" fmla="*/ 78 w 142"/>
              <a:gd name="T53" fmla="*/ 134 h 1430"/>
              <a:gd name="T54" fmla="*/ 88 w 142"/>
              <a:gd name="T55" fmla="*/ 102 h 1430"/>
              <a:gd name="T56" fmla="*/ 100 w 142"/>
              <a:gd name="T57" fmla="*/ 74 h 1430"/>
              <a:gd name="T58" fmla="*/ 112 w 142"/>
              <a:gd name="T59" fmla="*/ 50 h 1430"/>
              <a:gd name="T60" fmla="*/ 124 w 142"/>
              <a:gd name="T61" fmla="*/ 28 h 1430"/>
              <a:gd name="T62" fmla="*/ 142 w 142"/>
              <a:gd name="T63" fmla="*/ 0 h 14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42" h="1430">
                <a:moveTo>
                  <a:pt x="142" y="0"/>
                </a:moveTo>
                <a:lnTo>
                  <a:pt x="142" y="0"/>
                </a:lnTo>
                <a:lnTo>
                  <a:pt x="136" y="12"/>
                </a:lnTo>
                <a:lnTo>
                  <a:pt x="128" y="26"/>
                </a:lnTo>
                <a:lnTo>
                  <a:pt x="120" y="48"/>
                </a:lnTo>
                <a:lnTo>
                  <a:pt x="112" y="74"/>
                </a:lnTo>
                <a:lnTo>
                  <a:pt x="104" y="108"/>
                </a:lnTo>
                <a:lnTo>
                  <a:pt x="98" y="150"/>
                </a:lnTo>
                <a:lnTo>
                  <a:pt x="94" y="198"/>
                </a:lnTo>
                <a:lnTo>
                  <a:pt x="94" y="198"/>
                </a:lnTo>
                <a:lnTo>
                  <a:pt x="80" y="420"/>
                </a:lnTo>
                <a:lnTo>
                  <a:pt x="56" y="786"/>
                </a:lnTo>
                <a:lnTo>
                  <a:pt x="42" y="982"/>
                </a:lnTo>
                <a:lnTo>
                  <a:pt x="28" y="1166"/>
                </a:lnTo>
                <a:lnTo>
                  <a:pt x="14" y="1322"/>
                </a:lnTo>
                <a:lnTo>
                  <a:pt x="6" y="1382"/>
                </a:lnTo>
                <a:lnTo>
                  <a:pt x="0" y="1430"/>
                </a:lnTo>
                <a:lnTo>
                  <a:pt x="0" y="1430"/>
                </a:lnTo>
                <a:lnTo>
                  <a:pt x="38" y="858"/>
                </a:lnTo>
                <a:lnTo>
                  <a:pt x="62" y="442"/>
                </a:lnTo>
                <a:lnTo>
                  <a:pt x="70" y="290"/>
                </a:lnTo>
                <a:lnTo>
                  <a:pt x="72" y="238"/>
                </a:lnTo>
                <a:lnTo>
                  <a:pt x="72" y="206"/>
                </a:lnTo>
                <a:lnTo>
                  <a:pt x="72" y="206"/>
                </a:lnTo>
                <a:lnTo>
                  <a:pt x="72" y="188"/>
                </a:lnTo>
                <a:lnTo>
                  <a:pt x="72" y="168"/>
                </a:lnTo>
                <a:lnTo>
                  <a:pt x="78" y="134"/>
                </a:lnTo>
                <a:lnTo>
                  <a:pt x="88" y="102"/>
                </a:lnTo>
                <a:lnTo>
                  <a:pt x="100" y="74"/>
                </a:lnTo>
                <a:lnTo>
                  <a:pt x="112" y="50"/>
                </a:lnTo>
                <a:lnTo>
                  <a:pt x="124" y="28"/>
                </a:lnTo>
                <a:lnTo>
                  <a:pt x="142"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nchor="ctr"/>
          <a:lstStyle/>
          <a:p>
            <a:pPr algn="ctr"/>
            <a:endParaRPr sz="1350">
              <a:latin typeface="微软雅黑" panose="020B0503020204020204" pitchFamily="34" charset="-122"/>
              <a:ea typeface="微软雅黑" panose="020B0503020204020204" pitchFamily="34" charset="-122"/>
            </a:endParaRPr>
          </a:p>
        </p:txBody>
      </p:sp>
      <p:sp>
        <p:nvSpPr>
          <p:cNvPr id="69" name="任意多边形 68"/>
          <p:cNvSpPr/>
          <p:nvPr>
            <p:custDataLst>
              <p:tags r:id="rId43"/>
            </p:custDataLst>
          </p:nvPr>
        </p:nvSpPr>
        <p:spPr bwMode="auto">
          <a:xfrm>
            <a:off x="1201420" y="2044700"/>
            <a:ext cx="850265" cy="966470"/>
          </a:xfrm>
          <a:custGeom>
            <a:avLst/>
            <a:gdLst>
              <a:gd name="T0" fmla="*/ 224 w 1116"/>
              <a:gd name="T1" fmla="*/ 22 h 1268"/>
              <a:gd name="T2" fmla="*/ 224 w 1116"/>
              <a:gd name="T3" fmla="*/ 22 h 1268"/>
              <a:gd name="T4" fmla="*/ 130 w 1116"/>
              <a:gd name="T5" fmla="*/ 42 h 1268"/>
              <a:gd name="T6" fmla="*/ 58 w 1116"/>
              <a:gd name="T7" fmla="*/ 58 h 1268"/>
              <a:gd name="T8" fmla="*/ 8 w 1116"/>
              <a:gd name="T9" fmla="*/ 70 h 1268"/>
              <a:gd name="T10" fmla="*/ 8 w 1116"/>
              <a:gd name="T11" fmla="*/ 70 h 1268"/>
              <a:gd name="T12" fmla="*/ 2 w 1116"/>
              <a:gd name="T13" fmla="*/ 74 h 1268"/>
              <a:gd name="T14" fmla="*/ 0 w 1116"/>
              <a:gd name="T15" fmla="*/ 82 h 1268"/>
              <a:gd name="T16" fmla="*/ 0 w 1116"/>
              <a:gd name="T17" fmla="*/ 90 h 1268"/>
              <a:gd name="T18" fmla="*/ 4 w 1116"/>
              <a:gd name="T19" fmla="*/ 102 h 1268"/>
              <a:gd name="T20" fmla="*/ 18 w 1116"/>
              <a:gd name="T21" fmla="*/ 132 h 1268"/>
              <a:gd name="T22" fmla="*/ 38 w 1116"/>
              <a:gd name="T23" fmla="*/ 170 h 1268"/>
              <a:gd name="T24" fmla="*/ 90 w 1116"/>
              <a:gd name="T25" fmla="*/ 260 h 1268"/>
              <a:gd name="T26" fmla="*/ 116 w 1116"/>
              <a:gd name="T27" fmla="*/ 308 h 1268"/>
              <a:gd name="T28" fmla="*/ 140 w 1116"/>
              <a:gd name="T29" fmla="*/ 356 h 1268"/>
              <a:gd name="T30" fmla="*/ 140 w 1116"/>
              <a:gd name="T31" fmla="*/ 356 h 1268"/>
              <a:gd name="T32" fmla="*/ 150 w 1116"/>
              <a:gd name="T33" fmla="*/ 386 h 1268"/>
              <a:gd name="T34" fmla="*/ 164 w 1116"/>
              <a:gd name="T35" fmla="*/ 424 h 1268"/>
              <a:gd name="T36" fmla="*/ 196 w 1116"/>
              <a:gd name="T37" fmla="*/ 526 h 1268"/>
              <a:gd name="T38" fmla="*/ 234 w 1116"/>
              <a:gd name="T39" fmla="*/ 650 h 1268"/>
              <a:gd name="T40" fmla="*/ 270 w 1116"/>
              <a:gd name="T41" fmla="*/ 788 h 1268"/>
              <a:gd name="T42" fmla="*/ 306 w 1116"/>
              <a:gd name="T43" fmla="*/ 928 h 1268"/>
              <a:gd name="T44" fmla="*/ 336 w 1116"/>
              <a:gd name="T45" fmla="*/ 1062 h 1268"/>
              <a:gd name="T46" fmla="*/ 360 w 1116"/>
              <a:gd name="T47" fmla="*/ 1178 h 1268"/>
              <a:gd name="T48" fmla="*/ 368 w 1116"/>
              <a:gd name="T49" fmla="*/ 1228 h 1268"/>
              <a:gd name="T50" fmla="*/ 372 w 1116"/>
              <a:gd name="T51" fmla="*/ 1268 h 1268"/>
              <a:gd name="T52" fmla="*/ 372 w 1116"/>
              <a:gd name="T53" fmla="*/ 1268 h 1268"/>
              <a:gd name="T54" fmla="*/ 442 w 1116"/>
              <a:gd name="T55" fmla="*/ 1252 h 1268"/>
              <a:gd name="T56" fmla="*/ 602 w 1116"/>
              <a:gd name="T57" fmla="*/ 1212 h 1268"/>
              <a:gd name="T58" fmla="*/ 690 w 1116"/>
              <a:gd name="T59" fmla="*/ 1192 h 1268"/>
              <a:gd name="T60" fmla="*/ 774 w 1116"/>
              <a:gd name="T61" fmla="*/ 1174 h 1268"/>
              <a:gd name="T62" fmla="*/ 842 w 1116"/>
              <a:gd name="T63" fmla="*/ 1162 h 1268"/>
              <a:gd name="T64" fmla="*/ 868 w 1116"/>
              <a:gd name="T65" fmla="*/ 1158 h 1268"/>
              <a:gd name="T66" fmla="*/ 886 w 1116"/>
              <a:gd name="T67" fmla="*/ 1156 h 1268"/>
              <a:gd name="T68" fmla="*/ 886 w 1116"/>
              <a:gd name="T69" fmla="*/ 1078 h 1268"/>
              <a:gd name="T70" fmla="*/ 886 w 1116"/>
              <a:gd name="T71" fmla="*/ 1078 h 1268"/>
              <a:gd name="T72" fmla="*/ 900 w 1116"/>
              <a:gd name="T73" fmla="*/ 1100 h 1268"/>
              <a:gd name="T74" fmla="*/ 910 w 1116"/>
              <a:gd name="T75" fmla="*/ 1122 h 1268"/>
              <a:gd name="T76" fmla="*/ 920 w 1116"/>
              <a:gd name="T77" fmla="*/ 1146 h 1268"/>
              <a:gd name="T78" fmla="*/ 920 w 1116"/>
              <a:gd name="T79" fmla="*/ 1146 h 1268"/>
              <a:gd name="T80" fmla="*/ 1000 w 1116"/>
              <a:gd name="T81" fmla="*/ 1144 h 1268"/>
              <a:gd name="T82" fmla="*/ 1066 w 1116"/>
              <a:gd name="T83" fmla="*/ 1144 h 1268"/>
              <a:gd name="T84" fmla="*/ 1116 w 1116"/>
              <a:gd name="T85" fmla="*/ 1146 h 1268"/>
              <a:gd name="T86" fmla="*/ 1116 w 1116"/>
              <a:gd name="T87" fmla="*/ 1146 h 1268"/>
              <a:gd name="T88" fmla="*/ 1054 w 1116"/>
              <a:gd name="T89" fmla="*/ 998 h 1268"/>
              <a:gd name="T90" fmla="*/ 988 w 1116"/>
              <a:gd name="T91" fmla="*/ 844 h 1268"/>
              <a:gd name="T92" fmla="*/ 906 w 1116"/>
              <a:gd name="T93" fmla="*/ 660 h 1268"/>
              <a:gd name="T94" fmla="*/ 820 w 1116"/>
              <a:gd name="T95" fmla="*/ 464 h 1268"/>
              <a:gd name="T96" fmla="*/ 732 w 1116"/>
              <a:gd name="T97" fmla="*/ 276 h 1268"/>
              <a:gd name="T98" fmla="*/ 692 w 1116"/>
              <a:gd name="T99" fmla="*/ 192 h 1268"/>
              <a:gd name="T100" fmla="*/ 654 w 1116"/>
              <a:gd name="T101" fmla="*/ 116 h 1268"/>
              <a:gd name="T102" fmla="*/ 620 w 1116"/>
              <a:gd name="T103" fmla="*/ 50 h 1268"/>
              <a:gd name="T104" fmla="*/ 590 w 1116"/>
              <a:gd name="T105" fmla="*/ 0 h 1268"/>
              <a:gd name="T106" fmla="*/ 590 w 1116"/>
              <a:gd name="T107" fmla="*/ 0 h 1268"/>
              <a:gd name="T108" fmla="*/ 546 w 1116"/>
              <a:gd name="T109" fmla="*/ 0 h 1268"/>
              <a:gd name="T110" fmla="*/ 442 w 1116"/>
              <a:gd name="T111" fmla="*/ 2 h 1268"/>
              <a:gd name="T112" fmla="*/ 380 w 1116"/>
              <a:gd name="T113" fmla="*/ 6 h 1268"/>
              <a:gd name="T114" fmla="*/ 320 w 1116"/>
              <a:gd name="T115" fmla="*/ 10 h 1268"/>
              <a:gd name="T116" fmla="*/ 266 w 1116"/>
              <a:gd name="T117" fmla="*/ 14 h 1268"/>
              <a:gd name="T118" fmla="*/ 224 w 1116"/>
              <a:gd name="T119" fmla="*/ 22 h 12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116" h="1268">
                <a:moveTo>
                  <a:pt x="224" y="22"/>
                </a:moveTo>
                <a:lnTo>
                  <a:pt x="224" y="22"/>
                </a:lnTo>
                <a:lnTo>
                  <a:pt x="130" y="42"/>
                </a:lnTo>
                <a:lnTo>
                  <a:pt x="58" y="58"/>
                </a:lnTo>
                <a:lnTo>
                  <a:pt x="8" y="70"/>
                </a:lnTo>
                <a:lnTo>
                  <a:pt x="8" y="70"/>
                </a:lnTo>
                <a:lnTo>
                  <a:pt x="2" y="74"/>
                </a:lnTo>
                <a:lnTo>
                  <a:pt x="0" y="82"/>
                </a:lnTo>
                <a:lnTo>
                  <a:pt x="0" y="90"/>
                </a:lnTo>
                <a:lnTo>
                  <a:pt x="4" y="102"/>
                </a:lnTo>
                <a:lnTo>
                  <a:pt x="18" y="132"/>
                </a:lnTo>
                <a:lnTo>
                  <a:pt x="38" y="170"/>
                </a:lnTo>
                <a:lnTo>
                  <a:pt x="90" y="260"/>
                </a:lnTo>
                <a:lnTo>
                  <a:pt x="116" y="308"/>
                </a:lnTo>
                <a:lnTo>
                  <a:pt x="140" y="356"/>
                </a:lnTo>
                <a:lnTo>
                  <a:pt x="140" y="356"/>
                </a:lnTo>
                <a:lnTo>
                  <a:pt x="150" y="386"/>
                </a:lnTo>
                <a:lnTo>
                  <a:pt x="164" y="424"/>
                </a:lnTo>
                <a:lnTo>
                  <a:pt x="196" y="526"/>
                </a:lnTo>
                <a:lnTo>
                  <a:pt x="234" y="650"/>
                </a:lnTo>
                <a:lnTo>
                  <a:pt x="270" y="788"/>
                </a:lnTo>
                <a:lnTo>
                  <a:pt x="306" y="928"/>
                </a:lnTo>
                <a:lnTo>
                  <a:pt x="336" y="1062"/>
                </a:lnTo>
                <a:lnTo>
                  <a:pt x="360" y="1178"/>
                </a:lnTo>
                <a:lnTo>
                  <a:pt x="368" y="1228"/>
                </a:lnTo>
                <a:lnTo>
                  <a:pt x="372" y="1268"/>
                </a:lnTo>
                <a:lnTo>
                  <a:pt x="372" y="1268"/>
                </a:lnTo>
                <a:lnTo>
                  <a:pt x="442" y="1252"/>
                </a:lnTo>
                <a:lnTo>
                  <a:pt x="602" y="1212"/>
                </a:lnTo>
                <a:lnTo>
                  <a:pt x="690" y="1192"/>
                </a:lnTo>
                <a:lnTo>
                  <a:pt x="774" y="1174"/>
                </a:lnTo>
                <a:lnTo>
                  <a:pt x="842" y="1162"/>
                </a:lnTo>
                <a:lnTo>
                  <a:pt x="868" y="1158"/>
                </a:lnTo>
                <a:lnTo>
                  <a:pt x="886" y="1156"/>
                </a:lnTo>
                <a:lnTo>
                  <a:pt x="886" y="1078"/>
                </a:lnTo>
                <a:lnTo>
                  <a:pt x="886" y="1078"/>
                </a:lnTo>
                <a:lnTo>
                  <a:pt x="900" y="1100"/>
                </a:lnTo>
                <a:lnTo>
                  <a:pt x="910" y="1122"/>
                </a:lnTo>
                <a:lnTo>
                  <a:pt x="920" y="1146"/>
                </a:lnTo>
                <a:lnTo>
                  <a:pt x="920" y="1146"/>
                </a:lnTo>
                <a:lnTo>
                  <a:pt x="1000" y="1144"/>
                </a:lnTo>
                <a:lnTo>
                  <a:pt x="1066" y="1144"/>
                </a:lnTo>
                <a:lnTo>
                  <a:pt x="1116" y="1146"/>
                </a:lnTo>
                <a:lnTo>
                  <a:pt x="1116" y="1146"/>
                </a:lnTo>
                <a:lnTo>
                  <a:pt x="1054" y="998"/>
                </a:lnTo>
                <a:lnTo>
                  <a:pt x="988" y="844"/>
                </a:lnTo>
                <a:lnTo>
                  <a:pt x="906" y="660"/>
                </a:lnTo>
                <a:lnTo>
                  <a:pt x="820" y="464"/>
                </a:lnTo>
                <a:lnTo>
                  <a:pt x="732" y="276"/>
                </a:lnTo>
                <a:lnTo>
                  <a:pt x="692" y="192"/>
                </a:lnTo>
                <a:lnTo>
                  <a:pt x="654" y="116"/>
                </a:lnTo>
                <a:lnTo>
                  <a:pt x="620" y="50"/>
                </a:lnTo>
                <a:lnTo>
                  <a:pt x="590" y="0"/>
                </a:lnTo>
                <a:lnTo>
                  <a:pt x="590" y="0"/>
                </a:lnTo>
                <a:lnTo>
                  <a:pt x="546" y="0"/>
                </a:lnTo>
                <a:lnTo>
                  <a:pt x="442" y="2"/>
                </a:lnTo>
                <a:lnTo>
                  <a:pt x="380" y="6"/>
                </a:lnTo>
                <a:lnTo>
                  <a:pt x="320" y="10"/>
                </a:lnTo>
                <a:lnTo>
                  <a:pt x="266" y="14"/>
                </a:lnTo>
                <a:lnTo>
                  <a:pt x="224" y="22"/>
                </a:lnTo>
                <a:close/>
              </a:path>
            </a:pathLst>
          </a:custGeom>
          <a:solidFill>
            <a:srgbClr val="474C4D"/>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350">
              <a:latin typeface="微软雅黑" panose="020B0503020204020204" pitchFamily="34" charset="-122"/>
              <a:ea typeface="微软雅黑" panose="020B0503020204020204" pitchFamily="34" charset="-122"/>
            </a:endParaRPr>
          </a:p>
        </p:txBody>
      </p:sp>
      <p:sp>
        <p:nvSpPr>
          <p:cNvPr id="70" name="任意多边形 69"/>
          <p:cNvSpPr/>
          <p:nvPr>
            <p:custDataLst>
              <p:tags r:id="rId44"/>
            </p:custDataLst>
          </p:nvPr>
        </p:nvSpPr>
        <p:spPr bwMode="auto">
          <a:xfrm>
            <a:off x="1201420" y="2044700"/>
            <a:ext cx="850265" cy="966470"/>
          </a:xfrm>
          <a:custGeom>
            <a:avLst/>
            <a:gdLst>
              <a:gd name="T0" fmla="*/ 224 w 1116"/>
              <a:gd name="T1" fmla="*/ 22 h 1268"/>
              <a:gd name="T2" fmla="*/ 224 w 1116"/>
              <a:gd name="T3" fmla="*/ 22 h 1268"/>
              <a:gd name="T4" fmla="*/ 130 w 1116"/>
              <a:gd name="T5" fmla="*/ 42 h 1268"/>
              <a:gd name="T6" fmla="*/ 58 w 1116"/>
              <a:gd name="T7" fmla="*/ 58 h 1268"/>
              <a:gd name="T8" fmla="*/ 8 w 1116"/>
              <a:gd name="T9" fmla="*/ 70 h 1268"/>
              <a:gd name="T10" fmla="*/ 8 w 1116"/>
              <a:gd name="T11" fmla="*/ 70 h 1268"/>
              <a:gd name="T12" fmla="*/ 2 w 1116"/>
              <a:gd name="T13" fmla="*/ 74 h 1268"/>
              <a:gd name="T14" fmla="*/ 0 w 1116"/>
              <a:gd name="T15" fmla="*/ 82 h 1268"/>
              <a:gd name="T16" fmla="*/ 0 w 1116"/>
              <a:gd name="T17" fmla="*/ 90 h 1268"/>
              <a:gd name="T18" fmla="*/ 4 w 1116"/>
              <a:gd name="T19" fmla="*/ 102 h 1268"/>
              <a:gd name="T20" fmla="*/ 18 w 1116"/>
              <a:gd name="T21" fmla="*/ 132 h 1268"/>
              <a:gd name="T22" fmla="*/ 38 w 1116"/>
              <a:gd name="T23" fmla="*/ 170 h 1268"/>
              <a:gd name="T24" fmla="*/ 90 w 1116"/>
              <a:gd name="T25" fmla="*/ 260 h 1268"/>
              <a:gd name="T26" fmla="*/ 116 w 1116"/>
              <a:gd name="T27" fmla="*/ 308 h 1268"/>
              <a:gd name="T28" fmla="*/ 140 w 1116"/>
              <a:gd name="T29" fmla="*/ 356 h 1268"/>
              <a:gd name="T30" fmla="*/ 140 w 1116"/>
              <a:gd name="T31" fmla="*/ 356 h 1268"/>
              <a:gd name="T32" fmla="*/ 150 w 1116"/>
              <a:gd name="T33" fmla="*/ 386 h 1268"/>
              <a:gd name="T34" fmla="*/ 164 w 1116"/>
              <a:gd name="T35" fmla="*/ 424 h 1268"/>
              <a:gd name="T36" fmla="*/ 196 w 1116"/>
              <a:gd name="T37" fmla="*/ 526 h 1268"/>
              <a:gd name="T38" fmla="*/ 234 w 1116"/>
              <a:gd name="T39" fmla="*/ 650 h 1268"/>
              <a:gd name="T40" fmla="*/ 270 w 1116"/>
              <a:gd name="T41" fmla="*/ 788 h 1268"/>
              <a:gd name="T42" fmla="*/ 306 w 1116"/>
              <a:gd name="T43" fmla="*/ 928 h 1268"/>
              <a:gd name="T44" fmla="*/ 336 w 1116"/>
              <a:gd name="T45" fmla="*/ 1062 h 1268"/>
              <a:gd name="T46" fmla="*/ 360 w 1116"/>
              <a:gd name="T47" fmla="*/ 1178 h 1268"/>
              <a:gd name="T48" fmla="*/ 368 w 1116"/>
              <a:gd name="T49" fmla="*/ 1228 h 1268"/>
              <a:gd name="T50" fmla="*/ 372 w 1116"/>
              <a:gd name="T51" fmla="*/ 1268 h 1268"/>
              <a:gd name="T52" fmla="*/ 372 w 1116"/>
              <a:gd name="T53" fmla="*/ 1268 h 1268"/>
              <a:gd name="T54" fmla="*/ 442 w 1116"/>
              <a:gd name="T55" fmla="*/ 1252 h 1268"/>
              <a:gd name="T56" fmla="*/ 602 w 1116"/>
              <a:gd name="T57" fmla="*/ 1212 h 1268"/>
              <a:gd name="T58" fmla="*/ 690 w 1116"/>
              <a:gd name="T59" fmla="*/ 1192 h 1268"/>
              <a:gd name="T60" fmla="*/ 774 w 1116"/>
              <a:gd name="T61" fmla="*/ 1174 h 1268"/>
              <a:gd name="T62" fmla="*/ 842 w 1116"/>
              <a:gd name="T63" fmla="*/ 1162 h 1268"/>
              <a:gd name="T64" fmla="*/ 868 w 1116"/>
              <a:gd name="T65" fmla="*/ 1158 h 1268"/>
              <a:gd name="T66" fmla="*/ 886 w 1116"/>
              <a:gd name="T67" fmla="*/ 1156 h 1268"/>
              <a:gd name="T68" fmla="*/ 886 w 1116"/>
              <a:gd name="T69" fmla="*/ 1078 h 1268"/>
              <a:gd name="T70" fmla="*/ 886 w 1116"/>
              <a:gd name="T71" fmla="*/ 1078 h 1268"/>
              <a:gd name="T72" fmla="*/ 900 w 1116"/>
              <a:gd name="T73" fmla="*/ 1100 h 1268"/>
              <a:gd name="T74" fmla="*/ 910 w 1116"/>
              <a:gd name="T75" fmla="*/ 1122 h 1268"/>
              <a:gd name="T76" fmla="*/ 920 w 1116"/>
              <a:gd name="T77" fmla="*/ 1146 h 1268"/>
              <a:gd name="T78" fmla="*/ 920 w 1116"/>
              <a:gd name="T79" fmla="*/ 1146 h 1268"/>
              <a:gd name="T80" fmla="*/ 1000 w 1116"/>
              <a:gd name="T81" fmla="*/ 1144 h 1268"/>
              <a:gd name="T82" fmla="*/ 1066 w 1116"/>
              <a:gd name="T83" fmla="*/ 1144 h 1268"/>
              <a:gd name="T84" fmla="*/ 1116 w 1116"/>
              <a:gd name="T85" fmla="*/ 1146 h 1268"/>
              <a:gd name="T86" fmla="*/ 1116 w 1116"/>
              <a:gd name="T87" fmla="*/ 1146 h 1268"/>
              <a:gd name="T88" fmla="*/ 1054 w 1116"/>
              <a:gd name="T89" fmla="*/ 998 h 1268"/>
              <a:gd name="T90" fmla="*/ 988 w 1116"/>
              <a:gd name="T91" fmla="*/ 844 h 1268"/>
              <a:gd name="T92" fmla="*/ 906 w 1116"/>
              <a:gd name="T93" fmla="*/ 660 h 1268"/>
              <a:gd name="T94" fmla="*/ 820 w 1116"/>
              <a:gd name="T95" fmla="*/ 464 h 1268"/>
              <a:gd name="T96" fmla="*/ 732 w 1116"/>
              <a:gd name="T97" fmla="*/ 276 h 1268"/>
              <a:gd name="T98" fmla="*/ 692 w 1116"/>
              <a:gd name="T99" fmla="*/ 192 h 1268"/>
              <a:gd name="T100" fmla="*/ 654 w 1116"/>
              <a:gd name="T101" fmla="*/ 116 h 1268"/>
              <a:gd name="T102" fmla="*/ 620 w 1116"/>
              <a:gd name="T103" fmla="*/ 50 h 1268"/>
              <a:gd name="T104" fmla="*/ 590 w 1116"/>
              <a:gd name="T105" fmla="*/ 0 h 1268"/>
              <a:gd name="T106" fmla="*/ 590 w 1116"/>
              <a:gd name="T107" fmla="*/ 0 h 1268"/>
              <a:gd name="T108" fmla="*/ 546 w 1116"/>
              <a:gd name="T109" fmla="*/ 0 h 1268"/>
              <a:gd name="T110" fmla="*/ 442 w 1116"/>
              <a:gd name="T111" fmla="*/ 2 h 1268"/>
              <a:gd name="T112" fmla="*/ 380 w 1116"/>
              <a:gd name="T113" fmla="*/ 6 h 1268"/>
              <a:gd name="T114" fmla="*/ 320 w 1116"/>
              <a:gd name="T115" fmla="*/ 10 h 1268"/>
              <a:gd name="T116" fmla="*/ 266 w 1116"/>
              <a:gd name="T117" fmla="*/ 14 h 1268"/>
              <a:gd name="T118" fmla="*/ 224 w 1116"/>
              <a:gd name="T119" fmla="*/ 22 h 12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116" h="1268">
                <a:moveTo>
                  <a:pt x="224" y="22"/>
                </a:moveTo>
                <a:lnTo>
                  <a:pt x="224" y="22"/>
                </a:lnTo>
                <a:lnTo>
                  <a:pt x="130" y="42"/>
                </a:lnTo>
                <a:lnTo>
                  <a:pt x="58" y="58"/>
                </a:lnTo>
                <a:lnTo>
                  <a:pt x="8" y="70"/>
                </a:lnTo>
                <a:lnTo>
                  <a:pt x="8" y="70"/>
                </a:lnTo>
                <a:lnTo>
                  <a:pt x="2" y="74"/>
                </a:lnTo>
                <a:lnTo>
                  <a:pt x="0" y="82"/>
                </a:lnTo>
                <a:lnTo>
                  <a:pt x="0" y="90"/>
                </a:lnTo>
                <a:lnTo>
                  <a:pt x="4" y="102"/>
                </a:lnTo>
                <a:lnTo>
                  <a:pt x="18" y="132"/>
                </a:lnTo>
                <a:lnTo>
                  <a:pt x="38" y="170"/>
                </a:lnTo>
                <a:lnTo>
                  <a:pt x="90" y="260"/>
                </a:lnTo>
                <a:lnTo>
                  <a:pt x="116" y="308"/>
                </a:lnTo>
                <a:lnTo>
                  <a:pt x="140" y="356"/>
                </a:lnTo>
                <a:lnTo>
                  <a:pt x="140" y="356"/>
                </a:lnTo>
                <a:lnTo>
                  <a:pt x="150" y="386"/>
                </a:lnTo>
                <a:lnTo>
                  <a:pt x="164" y="424"/>
                </a:lnTo>
                <a:lnTo>
                  <a:pt x="196" y="526"/>
                </a:lnTo>
                <a:lnTo>
                  <a:pt x="234" y="650"/>
                </a:lnTo>
                <a:lnTo>
                  <a:pt x="270" y="788"/>
                </a:lnTo>
                <a:lnTo>
                  <a:pt x="306" y="928"/>
                </a:lnTo>
                <a:lnTo>
                  <a:pt x="336" y="1062"/>
                </a:lnTo>
                <a:lnTo>
                  <a:pt x="360" y="1178"/>
                </a:lnTo>
                <a:lnTo>
                  <a:pt x="368" y="1228"/>
                </a:lnTo>
                <a:lnTo>
                  <a:pt x="372" y="1268"/>
                </a:lnTo>
                <a:lnTo>
                  <a:pt x="372" y="1268"/>
                </a:lnTo>
                <a:lnTo>
                  <a:pt x="442" y="1252"/>
                </a:lnTo>
                <a:lnTo>
                  <a:pt x="602" y="1212"/>
                </a:lnTo>
                <a:lnTo>
                  <a:pt x="690" y="1192"/>
                </a:lnTo>
                <a:lnTo>
                  <a:pt x="774" y="1174"/>
                </a:lnTo>
                <a:lnTo>
                  <a:pt x="842" y="1162"/>
                </a:lnTo>
                <a:lnTo>
                  <a:pt x="868" y="1158"/>
                </a:lnTo>
                <a:lnTo>
                  <a:pt x="886" y="1156"/>
                </a:lnTo>
                <a:lnTo>
                  <a:pt x="886" y="1078"/>
                </a:lnTo>
                <a:lnTo>
                  <a:pt x="886" y="1078"/>
                </a:lnTo>
                <a:lnTo>
                  <a:pt x="900" y="1100"/>
                </a:lnTo>
                <a:lnTo>
                  <a:pt x="910" y="1122"/>
                </a:lnTo>
                <a:lnTo>
                  <a:pt x="920" y="1146"/>
                </a:lnTo>
                <a:lnTo>
                  <a:pt x="920" y="1146"/>
                </a:lnTo>
                <a:lnTo>
                  <a:pt x="1000" y="1144"/>
                </a:lnTo>
                <a:lnTo>
                  <a:pt x="1066" y="1144"/>
                </a:lnTo>
                <a:lnTo>
                  <a:pt x="1116" y="1146"/>
                </a:lnTo>
                <a:lnTo>
                  <a:pt x="1116" y="1146"/>
                </a:lnTo>
                <a:lnTo>
                  <a:pt x="1054" y="998"/>
                </a:lnTo>
                <a:lnTo>
                  <a:pt x="988" y="844"/>
                </a:lnTo>
                <a:lnTo>
                  <a:pt x="906" y="660"/>
                </a:lnTo>
                <a:lnTo>
                  <a:pt x="820" y="464"/>
                </a:lnTo>
                <a:lnTo>
                  <a:pt x="732" y="276"/>
                </a:lnTo>
                <a:lnTo>
                  <a:pt x="692" y="192"/>
                </a:lnTo>
                <a:lnTo>
                  <a:pt x="654" y="116"/>
                </a:lnTo>
                <a:lnTo>
                  <a:pt x="620" y="50"/>
                </a:lnTo>
                <a:lnTo>
                  <a:pt x="590" y="0"/>
                </a:lnTo>
                <a:lnTo>
                  <a:pt x="590" y="0"/>
                </a:lnTo>
                <a:lnTo>
                  <a:pt x="546" y="0"/>
                </a:lnTo>
                <a:lnTo>
                  <a:pt x="442" y="2"/>
                </a:lnTo>
                <a:lnTo>
                  <a:pt x="380" y="6"/>
                </a:lnTo>
                <a:lnTo>
                  <a:pt x="320" y="10"/>
                </a:lnTo>
                <a:lnTo>
                  <a:pt x="266" y="14"/>
                </a:lnTo>
                <a:lnTo>
                  <a:pt x="224" y="22"/>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nchor="ctr"/>
          <a:lstStyle/>
          <a:p>
            <a:pPr algn="ctr"/>
            <a:endParaRPr sz="1350">
              <a:latin typeface="微软雅黑" panose="020B0503020204020204" pitchFamily="34" charset="-122"/>
              <a:ea typeface="微软雅黑" panose="020B0503020204020204" pitchFamily="34" charset="-122"/>
            </a:endParaRPr>
          </a:p>
        </p:txBody>
      </p:sp>
      <p:sp>
        <p:nvSpPr>
          <p:cNvPr id="71" name="任意多边形 70"/>
          <p:cNvSpPr/>
          <p:nvPr>
            <p:custDataLst>
              <p:tags r:id="rId45"/>
            </p:custDataLst>
          </p:nvPr>
        </p:nvSpPr>
        <p:spPr bwMode="auto">
          <a:xfrm>
            <a:off x="1412875" y="1930400"/>
            <a:ext cx="144780" cy="217805"/>
          </a:xfrm>
          <a:custGeom>
            <a:avLst/>
            <a:gdLst>
              <a:gd name="T0" fmla="*/ 98 w 190"/>
              <a:gd name="T1" fmla="*/ 26 h 286"/>
              <a:gd name="T2" fmla="*/ 98 w 190"/>
              <a:gd name="T3" fmla="*/ 26 h 286"/>
              <a:gd name="T4" fmla="*/ 134 w 190"/>
              <a:gd name="T5" fmla="*/ 90 h 286"/>
              <a:gd name="T6" fmla="*/ 164 w 190"/>
              <a:gd name="T7" fmla="*/ 138 h 286"/>
              <a:gd name="T8" fmla="*/ 176 w 190"/>
              <a:gd name="T9" fmla="*/ 156 h 286"/>
              <a:gd name="T10" fmla="*/ 188 w 190"/>
              <a:gd name="T11" fmla="*/ 168 h 286"/>
              <a:gd name="T12" fmla="*/ 188 w 190"/>
              <a:gd name="T13" fmla="*/ 168 h 286"/>
              <a:gd name="T14" fmla="*/ 190 w 190"/>
              <a:gd name="T15" fmla="*/ 210 h 286"/>
              <a:gd name="T16" fmla="*/ 188 w 190"/>
              <a:gd name="T17" fmla="*/ 240 h 286"/>
              <a:gd name="T18" fmla="*/ 182 w 190"/>
              <a:gd name="T19" fmla="*/ 262 h 286"/>
              <a:gd name="T20" fmla="*/ 180 w 190"/>
              <a:gd name="T21" fmla="*/ 270 h 286"/>
              <a:gd name="T22" fmla="*/ 174 w 190"/>
              <a:gd name="T23" fmla="*/ 276 h 286"/>
              <a:gd name="T24" fmla="*/ 170 w 190"/>
              <a:gd name="T25" fmla="*/ 282 h 286"/>
              <a:gd name="T26" fmla="*/ 166 w 190"/>
              <a:gd name="T27" fmla="*/ 284 h 286"/>
              <a:gd name="T28" fmla="*/ 160 w 190"/>
              <a:gd name="T29" fmla="*/ 286 h 286"/>
              <a:gd name="T30" fmla="*/ 154 w 190"/>
              <a:gd name="T31" fmla="*/ 286 h 286"/>
              <a:gd name="T32" fmla="*/ 140 w 190"/>
              <a:gd name="T33" fmla="*/ 282 h 286"/>
              <a:gd name="T34" fmla="*/ 128 w 190"/>
              <a:gd name="T35" fmla="*/ 276 h 286"/>
              <a:gd name="T36" fmla="*/ 114 w 190"/>
              <a:gd name="T37" fmla="*/ 266 h 286"/>
              <a:gd name="T38" fmla="*/ 100 w 190"/>
              <a:gd name="T39" fmla="*/ 254 h 286"/>
              <a:gd name="T40" fmla="*/ 76 w 190"/>
              <a:gd name="T41" fmla="*/ 228 h 286"/>
              <a:gd name="T42" fmla="*/ 60 w 190"/>
              <a:gd name="T43" fmla="*/ 208 h 286"/>
              <a:gd name="T44" fmla="*/ 52 w 190"/>
              <a:gd name="T45" fmla="*/ 198 h 286"/>
              <a:gd name="T46" fmla="*/ 52 w 190"/>
              <a:gd name="T47" fmla="*/ 198 h 286"/>
              <a:gd name="T48" fmla="*/ 30 w 190"/>
              <a:gd name="T49" fmla="*/ 134 h 286"/>
              <a:gd name="T50" fmla="*/ 12 w 190"/>
              <a:gd name="T51" fmla="*/ 76 h 286"/>
              <a:gd name="T52" fmla="*/ 0 w 190"/>
              <a:gd name="T53" fmla="*/ 26 h 286"/>
              <a:gd name="T54" fmla="*/ 0 w 190"/>
              <a:gd name="T55" fmla="*/ 26 h 286"/>
              <a:gd name="T56" fmla="*/ 0 w 190"/>
              <a:gd name="T57" fmla="*/ 16 h 286"/>
              <a:gd name="T58" fmla="*/ 0 w 190"/>
              <a:gd name="T59" fmla="*/ 10 h 286"/>
              <a:gd name="T60" fmla="*/ 4 w 190"/>
              <a:gd name="T61" fmla="*/ 4 h 286"/>
              <a:gd name="T62" fmla="*/ 10 w 190"/>
              <a:gd name="T63" fmla="*/ 2 h 286"/>
              <a:gd name="T64" fmla="*/ 18 w 190"/>
              <a:gd name="T65" fmla="*/ 0 h 286"/>
              <a:gd name="T66" fmla="*/ 26 w 190"/>
              <a:gd name="T67" fmla="*/ 0 h 286"/>
              <a:gd name="T68" fmla="*/ 44 w 190"/>
              <a:gd name="T69" fmla="*/ 4 h 286"/>
              <a:gd name="T70" fmla="*/ 64 w 190"/>
              <a:gd name="T71" fmla="*/ 10 h 286"/>
              <a:gd name="T72" fmla="*/ 80 w 190"/>
              <a:gd name="T73" fmla="*/ 18 h 286"/>
              <a:gd name="T74" fmla="*/ 98 w 190"/>
              <a:gd name="T75" fmla="*/ 26 h 2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90" h="286">
                <a:moveTo>
                  <a:pt x="98" y="26"/>
                </a:moveTo>
                <a:lnTo>
                  <a:pt x="98" y="26"/>
                </a:lnTo>
                <a:lnTo>
                  <a:pt x="134" y="90"/>
                </a:lnTo>
                <a:lnTo>
                  <a:pt x="164" y="138"/>
                </a:lnTo>
                <a:lnTo>
                  <a:pt x="176" y="156"/>
                </a:lnTo>
                <a:lnTo>
                  <a:pt x="188" y="168"/>
                </a:lnTo>
                <a:lnTo>
                  <a:pt x="188" y="168"/>
                </a:lnTo>
                <a:lnTo>
                  <a:pt x="190" y="210"/>
                </a:lnTo>
                <a:lnTo>
                  <a:pt x="188" y="240"/>
                </a:lnTo>
                <a:lnTo>
                  <a:pt x="182" y="262"/>
                </a:lnTo>
                <a:lnTo>
                  <a:pt x="180" y="270"/>
                </a:lnTo>
                <a:lnTo>
                  <a:pt x="174" y="276"/>
                </a:lnTo>
                <a:lnTo>
                  <a:pt x="170" y="282"/>
                </a:lnTo>
                <a:lnTo>
                  <a:pt x="166" y="284"/>
                </a:lnTo>
                <a:lnTo>
                  <a:pt x="160" y="286"/>
                </a:lnTo>
                <a:lnTo>
                  <a:pt x="154" y="286"/>
                </a:lnTo>
                <a:lnTo>
                  <a:pt x="140" y="282"/>
                </a:lnTo>
                <a:lnTo>
                  <a:pt x="128" y="276"/>
                </a:lnTo>
                <a:lnTo>
                  <a:pt x="114" y="266"/>
                </a:lnTo>
                <a:lnTo>
                  <a:pt x="100" y="254"/>
                </a:lnTo>
                <a:lnTo>
                  <a:pt x="76" y="228"/>
                </a:lnTo>
                <a:lnTo>
                  <a:pt x="60" y="208"/>
                </a:lnTo>
                <a:lnTo>
                  <a:pt x="52" y="198"/>
                </a:lnTo>
                <a:lnTo>
                  <a:pt x="52" y="198"/>
                </a:lnTo>
                <a:lnTo>
                  <a:pt x="30" y="134"/>
                </a:lnTo>
                <a:lnTo>
                  <a:pt x="12" y="76"/>
                </a:lnTo>
                <a:lnTo>
                  <a:pt x="0" y="26"/>
                </a:lnTo>
                <a:lnTo>
                  <a:pt x="0" y="26"/>
                </a:lnTo>
                <a:lnTo>
                  <a:pt x="0" y="16"/>
                </a:lnTo>
                <a:lnTo>
                  <a:pt x="0" y="10"/>
                </a:lnTo>
                <a:lnTo>
                  <a:pt x="4" y="4"/>
                </a:lnTo>
                <a:lnTo>
                  <a:pt x="10" y="2"/>
                </a:lnTo>
                <a:lnTo>
                  <a:pt x="18" y="0"/>
                </a:lnTo>
                <a:lnTo>
                  <a:pt x="26" y="0"/>
                </a:lnTo>
                <a:lnTo>
                  <a:pt x="44" y="4"/>
                </a:lnTo>
                <a:lnTo>
                  <a:pt x="64" y="10"/>
                </a:lnTo>
                <a:lnTo>
                  <a:pt x="80" y="18"/>
                </a:lnTo>
                <a:lnTo>
                  <a:pt x="98" y="26"/>
                </a:lnTo>
                <a:close/>
              </a:path>
            </a:pathLst>
          </a:custGeom>
          <a:solidFill>
            <a:srgbClr val="FEDCB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350">
              <a:latin typeface="微软雅黑" panose="020B0503020204020204" pitchFamily="34" charset="-122"/>
              <a:ea typeface="微软雅黑" panose="020B0503020204020204" pitchFamily="34" charset="-122"/>
            </a:endParaRPr>
          </a:p>
        </p:txBody>
      </p:sp>
      <p:sp>
        <p:nvSpPr>
          <p:cNvPr id="72" name="任意多边形 71"/>
          <p:cNvSpPr/>
          <p:nvPr>
            <p:custDataLst>
              <p:tags r:id="rId46"/>
            </p:custDataLst>
          </p:nvPr>
        </p:nvSpPr>
        <p:spPr bwMode="auto">
          <a:xfrm>
            <a:off x="1412875" y="1930400"/>
            <a:ext cx="144780" cy="217805"/>
          </a:xfrm>
          <a:custGeom>
            <a:avLst/>
            <a:gdLst>
              <a:gd name="T0" fmla="*/ 98 w 190"/>
              <a:gd name="T1" fmla="*/ 26 h 286"/>
              <a:gd name="T2" fmla="*/ 98 w 190"/>
              <a:gd name="T3" fmla="*/ 26 h 286"/>
              <a:gd name="T4" fmla="*/ 134 w 190"/>
              <a:gd name="T5" fmla="*/ 90 h 286"/>
              <a:gd name="T6" fmla="*/ 164 w 190"/>
              <a:gd name="T7" fmla="*/ 138 h 286"/>
              <a:gd name="T8" fmla="*/ 176 w 190"/>
              <a:gd name="T9" fmla="*/ 156 h 286"/>
              <a:gd name="T10" fmla="*/ 188 w 190"/>
              <a:gd name="T11" fmla="*/ 168 h 286"/>
              <a:gd name="T12" fmla="*/ 188 w 190"/>
              <a:gd name="T13" fmla="*/ 168 h 286"/>
              <a:gd name="T14" fmla="*/ 190 w 190"/>
              <a:gd name="T15" fmla="*/ 210 h 286"/>
              <a:gd name="T16" fmla="*/ 188 w 190"/>
              <a:gd name="T17" fmla="*/ 240 h 286"/>
              <a:gd name="T18" fmla="*/ 182 w 190"/>
              <a:gd name="T19" fmla="*/ 262 h 286"/>
              <a:gd name="T20" fmla="*/ 180 w 190"/>
              <a:gd name="T21" fmla="*/ 270 h 286"/>
              <a:gd name="T22" fmla="*/ 174 w 190"/>
              <a:gd name="T23" fmla="*/ 276 h 286"/>
              <a:gd name="T24" fmla="*/ 170 w 190"/>
              <a:gd name="T25" fmla="*/ 282 h 286"/>
              <a:gd name="T26" fmla="*/ 166 w 190"/>
              <a:gd name="T27" fmla="*/ 284 h 286"/>
              <a:gd name="T28" fmla="*/ 160 w 190"/>
              <a:gd name="T29" fmla="*/ 286 h 286"/>
              <a:gd name="T30" fmla="*/ 154 w 190"/>
              <a:gd name="T31" fmla="*/ 286 h 286"/>
              <a:gd name="T32" fmla="*/ 140 w 190"/>
              <a:gd name="T33" fmla="*/ 282 h 286"/>
              <a:gd name="T34" fmla="*/ 128 w 190"/>
              <a:gd name="T35" fmla="*/ 276 h 286"/>
              <a:gd name="T36" fmla="*/ 114 w 190"/>
              <a:gd name="T37" fmla="*/ 266 h 286"/>
              <a:gd name="T38" fmla="*/ 100 w 190"/>
              <a:gd name="T39" fmla="*/ 254 h 286"/>
              <a:gd name="T40" fmla="*/ 76 w 190"/>
              <a:gd name="T41" fmla="*/ 228 h 286"/>
              <a:gd name="T42" fmla="*/ 60 w 190"/>
              <a:gd name="T43" fmla="*/ 208 h 286"/>
              <a:gd name="T44" fmla="*/ 52 w 190"/>
              <a:gd name="T45" fmla="*/ 198 h 286"/>
              <a:gd name="T46" fmla="*/ 52 w 190"/>
              <a:gd name="T47" fmla="*/ 198 h 286"/>
              <a:gd name="T48" fmla="*/ 30 w 190"/>
              <a:gd name="T49" fmla="*/ 134 h 286"/>
              <a:gd name="T50" fmla="*/ 12 w 190"/>
              <a:gd name="T51" fmla="*/ 76 h 286"/>
              <a:gd name="T52" fmla="*/ 0 w 190"/>
              <a:gd name="T53" fmla="*/ 26 h 286"/>
              <a:gd name="T54" fmla="*/ 0 w 190"/>
              <a:gd name="T55" fmla="*/ 26 h 286"/>
              <a:gd name="T56" fmla="*/ 0 w 190"/>
              <a:gd name="T57" fmla="*/ 16 h 286"/>
              <a:gd name="T58" fmla="*/ 0 w 190"/>
              <a:gd name="T59" fmla="*/ 10 h 286"/>
              <a:gd name="T60" fmla="*/ 4 w 190"/>
              <a:gd name="T61" fmla="*/ 4 h 286"/>
              <a:gd name="T62" fmla="*/ 10 w 190"/>
              <a:gd name="T63" fmla="*/ 2 h 286"/>
              <a:gd name="T64" fmla="*/ 18 w 190"/>
              <a:gd name="T65" fmla="*/ 0 h 286"/>
              <a:gd name="T66" fmla="*/ 26 w 190"/>
              <a:gd name="T67" fmla="*/ 0 h 286"/>
              <a:gd name="T68" fmla="*/ 44 w 190"/>
              <a:gd name="T69" fmla="*/ 4 h 286"/>
              <a:gd name="T70" fmla="*/ 64 w 190"/>
              <a:gd name="T71" fmla="*/ 10 h 286"/>
              <a:gd name="T72" fmla="*/ 80 w 190"/>
              <a:gd name="T73" fmla="*/ 18 h 286"/>
              <a:gd name="T74" fmla="*/ 98 w 190"/>
              <a:gd name="T75" fmla="*/ 26 h 2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90" h="286">
                <a:moveTo>
                  <a:pt x="98" y="26"/>
                </a:moveTo>
                <a:lnTo>
                  <a:pt x="98" y="26"/>
                </a:lnTo>
                <a:lnTo>
                  <a:pt x="134" y="90"/>
                </a:lnTo>
                <a:lnTo>
                  <a:pt x="164" y="138"/>
                </a:lnTo>
                <a:lnTo>
                  <a:pt x="176" y="156"/>
                </a:lnTo>
                <a:lnTo>
                  <a:pt x="188" y="168"/>
                </a:lnTo>
                <a:lnTo>
                  <a:pt x="188" y="168"/>
                </a:lnTo>
                <a:lnTo>
                  <a:pt x="190" y="210"/>
                </a:lnTo>
                <a:lnTo>
                  <a:pt x="188" y="240"/>
                </a:lnTo>
                <a:lnTo>
                  <a:pt x="182" y="262"/>
                </a:lnTo>
                <a:lnTo>
                  <a:pt x="180" y="270"/>
                </a:lnTo>
                <a:lnTo>
                  <a:pt x="174" y="276"/>
                </a:lnTo>
                <a:lnTo>
                  <a:pt x="170" y="282"/>
                </a:lnTo>
                <a:lnTo>
                  <a:pt x="166" y="284"/>
                </a:lnTo>
                <a:lnTo>
                  <a:pt x="160" y="286"/>
                </a:lnTo>
                <a:lnTo>
                  <a:pt x="154" y="286"/>
                </a:lnTo>
                <a:lnTo>
                  <a:pt x="140" y="282"/>
                </a:lnTo>
                <a:lnTo>
                  <a:pt x="128" y="276"/>
                </a:lnTo>
                <a:lnTo>
                  <a:pt x="114" y="266"/>
                </a:lnTo>
                <a:lnTo>
                  <a:pt x="100" y="254"/>
                </a:lnTo>
                <a:lnTo>
                  <a:pt x="76" y="228"/>
                </a:lnTo>
                <a:lnTo>
                  <a:pt x="60" y="208"/>
                </a:lnTo>
                <a:lnTo>
                  <a:pt x="52" y="198"/>
                </a:lnTo>
                <a:lnTo>
                  <a:pt x="52" y="198"/>
                </a:lnTo>
                <a:lnTo>
                  <a:pt x="30" y="134"/>
                </a:lnTo>
                <a:lnTo>
                  <a:pt x="12" y="76"/>
                </a:lnTo>
                <a:lnTo>
                  <a:pt x="0" y="26"/>
                </a:lnTo>
                <a:lnTo>
                  <a:pt x="0" y="26"/>
                </a:lnTo>
                <a:lnTo>
                  <a:pt x="0" y="16"/>
                </a:lnTo>
                <a:lnTo>
                  <a:pt x="0" y="10"/>
                </a:lnTo>
                <a:lnTo>
                  <a:pt x="4" y="4"/>
                </a:lnTo>
                <a:lnTo>
                  <a:pt x="10" y="2"/>
                </a:lnTo>
                <a:lnTo>
                  <a:pt x="18" y="0"/>
                </a:lnTo>
                <a:lnTo>
                  <a:pt x="26" y="0"/>
                </a:lnTo>
                <a:lnTo>
                  <a:pt x="44" y="4"/>
                </a:lnTo>
                <a:lnTo>
                  <a:pt x="64" y="10"/>
                </a:lnTo>
                <a:lnTo>
                  <a:pt x="80" y="18"/>
                </a:lnTo>
                <a:lnTo>
                  <a:pt x="98" y="26"/>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nchor="ctr"/>
          <a:lstStyle/>
          <a:p>
            <a:pPr algn="ctr"/>
            <a:endParaRPr sz="1350">
              <a:latin typeface="微软雅黑" panose="020B0503020204020204" pitchFamily="34" charset="-122"/>
              <a:ea typeface="微软雅黑" panose="020B0503020204020204" pitchFamily="34" charset="-122"/>
            </a:endParaRPr>
          </a:p>
        </p:txBody>
      </p:sp>
      <p:sp>
        <p:nvSpPr>
          <p:cNvPr id="73" name="任意多边形 72"/>
          <p:cNvSpPr/>
          <p:nvPr>
            <p:custDataLst>
              <p:tags r:id="rId47"/>
            </p:custDataLst>
          </p:nvPr>
        </p:nvSpPr>
        <p:spPr bwMode="auto">
          <a:xfrm>
            <a:off x="1371600" y="2044700"/>
            <a:ext cx="350520" cy="437515"/>
          </a:xfrm>
          <a:custGeom>
            <a:avLst/>
            <a:gdLst>
              <a:gd name="T0" fmla="*/ 148 w 460"/>
              <a:gd name="T1" fmla="*/ 0 h 574"/>
              <a:gd name="T2" fmla="*/ 224 w 460"/>
              <a:gd name="T3" fmla="*/ 124 h 574"/>
              <a:gd name="T4" fmla="*/ 192 w 460"/>
              <a:gd name="T5" fmla="*/ 0 h 574"/>
              <a:gd name="T6" fmla="*/ 288 w 460"/>
              <a:gd name="T7" fmla="*/ 0 h 574"/>
              <a:gd name="T8" fmla="*/ 288 w 460"/>
              <a:gd name="T9" fmla="*/ 0 h 574"/>
              <a:gd name="T10" fmla="*/ 312 w 460"/>
              <a:gd name="T11" fmla="*/ 64 h 574"/>
              <a:gd name="T12" fmla="*/ 338 w 460"/>
              <a:gd name="T13" fmla="*/ 134 h 574"/>
              <a:gd name="T14" fmla="*/ 366 w 460"/>
              <a:gd name="T15" fmla="*/ 220 h 574"/>
              <a:gd name="T16" fmla="*/ 398 w 460"/>
              <a:gd name="T17" fmla="*/ 314 h 574"/>
              <a:gd name="T18" fmla="*/ 426 w 460"/>
              <a:gd name="T19" fmla="*/ 408 h 574"/>
              <a:gd name="T20" fmla="*/ 436 w 460"/>
              <a:gd name="T21" fmla="*/ 454 h 574"/>
              <a:gd name="T22" fmla="*/ 446 w 460"/>
              <a:gd name="T23" fmla="*/ 498 h 574"/>
              <a:gd name="T24" fmla="*/ 454 w 460"/>
              <a:gd name="T25" fmla="*/ 538 h 574"/>
              <a:gd name="T26" fmla="*/ 460 w 460"/>
              <a:gd name="T27" fmla="*/ 574 h 574"/>
              <a:gd name="T28" fmla="*/ 460 w 460"/>
              <a:gd name="T29" fmla="*/ 574 h 574"/>
              <a:gd name="T30" fmla="*/ 400 w 460"/>
              <a:gd name="T31" fmla="*/ 506 h 574"/>
              <a:gd name="T32" fmla="*/ 264 w 460"/>
              <a:gd name="T33" fmla="*/ 350 h 574"/>
              <a:gd name="T34" fmla="*/ 186 w 460"/>
              <a:gd name="T35" fmla="*/ 264 h 574"/>
              <a:gd name="T36" fmla="*/ 110 w 460"/>
              <a:gd name="T37" fmla="*/ 182 h 574"/>
              <a:gd name="T38" fmla="*/ 46 w 460"/>
              <a:gd name="T39" fmla="*/ 116 h 574"/>
              <a:gd name="T40" fmla="*/ 20 w 460"/>
              <a:gd name="T41" fmla="*/ 92 h 574"/>
              <a:gd name="T42" fmla="*/ 0 w 460"/>
              <a:gd name="T43" fmla="*/ 76 h 574"/>
              <a:gd name="T44" fmla="*/ 148 w 460"/>
              <a:gd name="T45" fmla="*/ 0 h 5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460" h="574">
                <a:moveTo>
                  <a:pt x="148" y="0"/>
                </a:moveTo>
                <a:lnTo>
                  <a:pt x="224" y="124"/>
                </a:lnTo>
                <a:lnTo>
                  <a:pt x="192" y="0"/>
                </a:lnTo>
                <a:lnTo>
                  <a:pt x="288" y="0"/>
                </a:lnTo>
                <a:lnTo>
                  <a:pt x="288" y="0"/>
                </a:lnTo>
                <a:lnTo>
                  <a:pt x="312" y="64"/>
                </a:lnTo>
                <a:lnTo>
                  <a:pt x="338" y="134"/>
                </a:lnTo>
                <a:lnTo>
                  <a:pt x="366" y="220"/>
                </a:lnTo>
                <a:lnTo>
                  <a:pt x="398" y="314"/>
                </a:lnTo>
                <a:lnTo>
                  <a:pt x="426" y="408"/>
                </a:lnTo>
                <a:lnTo>
                  <a:pt x="436" y="454"/>
                </a:lnTo>
                <a:lnTo>
                  <a:pt x="446" y="498"/>
                </a:lnTo>
                <a:lnTo>
                  <a:pt x="454" y="538"/>
                </a:lnTo>
                <a:lnTo>
                  <a:pt x="460" y="574"/>
                </a:lnTo>
                <a:lnTo>
                  <a:pt x="460" y="574"/>
                </a:lnTo>
                <a:lnTo>
                  <a:pt x="400" y="506"/>
                </a:lnTo>
                <a:lnTo>
                  <a:pt x="264" y="350"/>
                </a:lnTo>
                <a:lnTo>
                  <a:pt x="186" y="264"/>
                </a:lnTo>
                <a:lnTo>
                  <a:pt x="110" y="182"/>
                </a:lnTo>
                <a:lnTo>
                  <a:pt x="46" y="116"/>
                </a:lnTo>
                <a:lnTo>
                  <a:pt x="20" y="92"/>
                </a:lnTo>
                <a:lnTo>
                  <a:pt x="0" y="76"/>
                </a:lnTo>
                <a:lnTo>
                  <a:pt x="148" y="0"/>
                </a:lnTo>
                <a:close/>
              </a:path>
            </a:pathLst>
          </a:custGeom>
          <a:solidFill>
            <a:srgbClr val="E5E5E5"/>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350">
              <a:latin typeface="微软雅黑" panose="020B0503020204020204" pitchFamily="34" charset="-122"/>
              <a:ea typeface="微软雅黑" panose="020B0503020204020204" pitchFamily="34" charset="-122"/>
            </a:endParaRPr>
          </a:p>
        </p:txBody>
      </p:sp>
      <p:sp>
        <p:nvSpPr>
          <p:cNvPr id="74" name="任意多边形 73"/>
          <p:cNvSpPr/>
          <p:nvPr>
            <p:custDataLst>
              <p:tags r:id="rId48"/>
            </p:custDataLst>
          </p:nvPr>
        </p:nvSpPr>
        <p:spPr bwMode="auto">
          <a:xfrm>
            <a:off x="1359535" y="2024380"/>
            <a:ext cx="125095" cy="114300"/>
          </a:xfrm>
          <a:custGeom>
            <a:avLst/>
            <a:gdLst>
              <a:gd name="T0" fmla="*/ 0 w 164"/>
              <a:gd name="T1" fmla="*/ 0 h 150"/>
              <a:gd name="T2" fmla="*/ 164 w 164"/>
              <a:gd name="T3" fmla="*/ 26 h 150"/>
              <a:gd name="T4" fmla="*/ 164 w 164"/>
              <a:gd name="T5" fmla="*/ 150 h 150"/>
              <a:gd name="T6" fmla="*/ 164 w 164"/>
              <a:gd name="T7" fmla="*/ 150 h 150"/>
              <a:gd name="T8" fmla="*/ 84 w 164"/>
              <a:gd name="T9" fmla="*/ 126 h 150"/>
              <a:gd name="T10" fmla="*/ 28 w 164"/>
              <a:gd name="T11" fmla="*/ 106 h 150"/>
              <a:gd name="T12" fmla="*/ 8 w 164"/>
              <a:gd name="T13" fmla="*/ 98 h 150"/>
              <a:gd name="T14" fmla="*/ 0 w 164"/>
              <a:gd name="T15" fmla="*/ 94 h 150"/>
              <a:gd name="T16" fmla="*/ 0 w 164"/>
              <a:gd name="T17" fmla="*/ 0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64" h="150">
                <a:moveTo>
                  <a:pt x="0" y="0"/>
                </a:moveTo>
                <a:lnTo>
                  <a:pt x="164" y="26"/>
                </a:lnTo>
                <a:lnTo>
                  <a:pt x="164" y="150"/>
                </a:lnTo>
                <a:lnTo>
                  <a:pt x="164" y="150"/>
                </a:lnTo>
                <a:lnTo>
                  <a:pt x="84" y="126"/>
                </a:lnTo>
                <a:lnTo>
                  <a:pt x="28" y="106"/>
                </a:lnTo>
                <a:lnTo>
                  <a:pt x="8" y="98"/>
                </a:lnTo>
                <a:lnTo>
                  <a:pt x="0" y="94"/>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350">
              <a:latin typeface="微软雅黑" panose="020B0503020204020204" pitchFamily="34" charset="-122"/>
              <a:ea typeface="微软雅黑" panose="020B0503020204020204" pitchFamily="34" charset="-122"/>
            </a:endParaRPr>
          </a:p>
        </p:txBody>
      </p:sp>
      <p:sp>
        <p:nvSpPr>
          <p:cNvPr id="75" name="任意多边形 74"/>
          <p:cNvSpPr/>
          <p:nvPr>
            <p:custDataLst>
              <p:tags r:id="rId49"/>
            </p:custDataLst>
          </p:nvPr>
        </p:nvSpPr>
        <p:spPr bwMode="auto">
          <a:xfrm>
            <a:off x="1504315" y="2125345"/>
            <a:ext cx="100330" cy="69850"/>
          </a:xfrm>
          <a:custGeom>
            <a:avLst/>
            <a:gdLst>
              <a:gd name="T0" fmla="*/ 0 w 132"/>
              <a:gd name="T1" fmla="*/ 36 h 92"/>
              <a:gd name="T2" fmla="*/ 0 w 132"/>
              <a:gd name="T3" fmla="*/ 36 h 92"/>
              <a:gd name="T4" fmla="*/ 10 w 132"/>
              <a:gd name="T5" fmla="*/ 30 h 92"/>
              <a:gd name="T6" fmla="*/ 36 w 132"/>
              <a:gd name="T7" fmla="*/ 16 h 92"/>
              <a:gd name="T8" fmla="*/ 52 w 132"/>
              <a:gd name="T9" fmla="*/ 8 h 92"/>
              <a:gd name="T10" fmla="*/ 70 w 132"/>
              <a:gd name="T11" fmla="*/ 4 h 92"/>
              <a:gd name="T12" fmla="*/ 90 w 132"/>
              <a:gd name="T13" fmla="*/ 0 h 92"/>
              <a:gd name="T14" fmla="*/ 108 w 132"/>
              <a:gd name="T15" fmla="*/ 2 h 92"/>
              <a:gd name="T16" fmla="*/ 132 w 132"/>
              <a:gd name="T17" fmla="*/ 66 h 92"/>
              <a:gd name="T18" fmla="*/ 78 w 132"/>
              <a:gd name="T19" fmla="*/ 92 h 92"/>
              <a:gd name="T20" fmla="*/ 0 w 132"/>
              <a:gd name="T21" fmla="*/ 36 h 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32" h="92">
                <a:moveTo>
                  <a:pt x="0" y="36"/>
                </a:moveTo>
                <a:lnTo>
                  <a:pt x="0" y="36"/>
                </a:lnTo>
                <a:lnTo>
                  <a:pt x="10" y="30"/>
                </a:lnTo>
                <a:lnTo>
                  <a:pt x="36" y="16"/>
                </a:lnTo>
                <a:lnTo>
                  <a:pt x="52" y="8"/>
                </a:lnTo>
                <a:lnTo>
                  <a:pt x="70" y="4"/>
                </a:lnTo>
                <a:lnTo>
                  <a:pt x="90" y="0"/>
                </a:lnTo>
                <a:lnTo>
                  <a:pt x="108" y="2"/>
                </a:lnTo>
                <a:lnTo>
                  <a:pt x="132" y="66"/>
                </a:lnTo>
                <a:lnTo>
                  <a:pt x="78" y="92"/>
                </a:lnTo>
                <a:lnTo>
                  <a:pt x="0" y="36"/>
                </a:lnTo>
                <a:close/>
              </a:path>
            </a:pathLst>
          </a:custGeom>
          <a:solidFill>
            <a:srgbClr val="161616"/>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350">
              <a:latin typeface="微软雅黑" panose="020B0503020204020204" pitchFamily="34" charset="-122"/>
              <a:ea typeface="微软雅黑" panose="020B0503020204020204" pitchFamily="34" charset="-122"/>
            </a:endParaRPr>
          </a:p>
        </p:txBody>
      </p:sp>
      <p:sp>
        <p:nvSpPr>
          <p:cNvPr id="76" name="任意多边形 75"/>
          <p:cNvSpPr/>
          <p:nvPr>
            <p:custDataLst>
              <p:tags r:id="rId50"/>
            </p:custDataLst>
          </p:nvPr>
        </p:nvSpPr>
        <p:spPr bwMode="auto">
          <a:xfrm>
            <a:off x="1564005" y="2175510"/>
            <a:ext cx="172085" cy="323215"/>
          </a:xfrm>
          <a:custGeom>
            <a:avLst/>
            <a:gdLst>
              <a:gd name="T0" fmla="*/ 22 w 226"/>
              <a:gd name="T1" fmla="*/ 190 h 424"/>
              <a:gd name="T2" fmla="*/ 0 w 226"/>
              <a:gd name="T3" fmla="*/ 26 h 424"/>
              <a:gd name="T4" fmla="*/ 54 w 226"/>
              <a:gd name="T5" fmla="*/ 0 h 424"/>
              <a:gd name="T6" fmla="*/ 54 w 226"/>
              <a:gd name="T7" fmla="*/ 0 h 424"/>
              <a:gd name="T8" fmla="*/ 110 w 226"/>
              <a:gd name="T9" fmla="*/ 92 h 424"/>
              <a:gd name="T10" fmla="*/ 156 w 226"/>
              <a:gd name="T11" fmla="*/ 166 h 424"/>
              <a:gd name="T12" fmla="*/ 188 w 226"/>
              <a:gd name="T13" fmla="*/ 218 h 424"/>
              <a:gd name="T14" fmla="*/ 226 w 226"/>
              <a:gd name="T15" fmla="*/ 424 h 424"/>
              <a:gd name="T16" fmla="*/ 22 w 226"/>
              <a:gd name="T17" fmla="*/ 190 h 4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26" h="424">
                <a:moveTo>
                  <a:pt x="22" y="190"/>
                </a:moveTo>
                <a:lnTo>
                  <a:pt x="0" y="26"/>
                </a:lnTo>
                <a:lnTo>
                  <a:pt x="54" y="0"/>
                </a:lnTo>
                <a:lnTo>
                  <a:pt x="54" y="0"/>
                </a:lnTo>
                <a:lnTo>
                  <a:pt x="110" y="92"/>
                </a:lnTo>
                <a:lnTo>
                  <a:pt x="156" y="166"/>
                </a:lnTo>
                <a:lnTo>
                  <a:pt x="188" y="218"/>
                </a:lnTo>
                <a:lnTo>
                  <a:pt x="226" y="424"/>
                </a:lnTo>
                <a:lnTo>
                  <a:pt x="22" y="190"/>
                </a:lnTo>
                <a:close/>
              </a:path>
            </a:pathLst>
          </a:custGeom>
          <a:solidFill>
            <a:srgbClr val="161616"/>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350">
              <a:latin typeface="微软雅黑" panose="020B0503020204020204" pitchFamily="34" charset="-122"/>
              <a:ea typeface="微软雅黑" panose="020B0503020204020204" pitchFamily="34" charset="-122"/>
            </a:endParaRPr>
          </a:p>
        </p:txBody>
      </p:sp>
      <p:sp>
        <p:nvSpPr>
          <p:cNvPr id="77" name="任意多边形 76"/>
          <p:cNvSpPr/>
          <p:nvPr>
            <p:custDataLst>
              <p:tags r:id="rId51"/>
            </p:custDataLst>
          </p:nvPr>
        </p:nvSpPr>
        <p:spPr bwMode="auto">
          <a:xfrm>
            <a:off x="1308100" y="2044700"/>
            <a:ext cx="427990" cy="454025"/>
          </a:xfrm>
          <a:custGeom>
            <a:avLst/>
            <a:gdLst>
              <a:gd name="T0" fmla="*/ 68 w 562"/>
              <a:gd name="T1" fmla="*/ 0 h 596"/>
              <a:gd name="T2" fmla="*/ 68 w 562"/>
              <a:gd name="T3" fmla="*/ 0 h 596"/>
              <a:gd name="T4" fmla="*/ 42 w 562"/>
              <a:gd name="T5" fmla="*/ 70 h 596"/>
              <a:gd name="T6" fmla="*/ 20 w 562"/>
              <a:gd name="T7" fmla="*/ 134 h 596"/>
              <a:gd name="T8" fmla="*/ 0 w 562"/>
              <a:gd name="T9" fmla="*/ 198 h 596"/>
              <a:gd name="T10" fmla="*/ 0 w 562"/>
              <a:gd name="T11" fmla="*/ 198 h 596"/>
              <a:gd name="T12" fmla="*/ 16 w 562"/>
              <a:gd name="T13" fmla="*/ 204 h 596"/>
              <a:gd name="T14" fmla="*/ 60 w 562"/>
              <a:gd name="T15" fmla="*/ 216 h 596"/>
              <a:gd name="T16" fmla="*/ 90 w 562"/>
              <a:gd name="T17" fmla="*/ 224 h 596"/>
              <a:gd name="T18" fmla="*/ 126 w 562"/>
              <a:gd name="T19" fmla="*/ 232 h 596"/>
              <a:gd name="T20" fmla="*/ 164 w 562"/>
              <a:gd name="T21" fmla="*/ 238 h 596"/>
              <a:gd name="T22" fmla="*/ 204 w 562"/>
              <a:gd name="T23" fmla="*/ 244 h 596"/>
              <a:gd name="T24" fmla="*/ 204 w 562"/>
              <a:gd name="T25" fmla="*/ 244 h 596"/>
              <a:gd name="T26" fmla="*/ 184 w 562"/>
              <a:gd name="T27" fmla="*/ 338 h 596"/>
              <a:gd name="T28" fmla="*/ 170 w 562"/>
              <a:gd name="T29" fmla="*/ 406 h 596"/>
              <a:gd name="T30" fmla="*/ 168 w 562"/>
              <a:gd name="T31" fmla="*/ 430 h 596"/>
              <a:gd name="T32" fmla="*/ 168 w 562"/>
              <a:gd name="T33" fmla="*/ 442 h 596"/>
              <a:gd name="T34" fmla="*/ 168 w 562"/>
              <a:gd name="T35" fmla="*/ 442 h 596"/>
              <a:gd name="T36" fmla="*/ 212 w 562"/>
              <a:gd name="T37" fmla="*/ 458 h 596"/>
              <a:gd name="T38" fmla="*/ 320 w 562"/>
              <a:gd name="T39" fmla="*/ 494 h 596"/>
              <a:gd name="T40" fmla="*/ 384 w 562"/>
              <a:gd name="T41" fmla="*/ 518 h 596"/>
              <a:gd name="T42" fmla="*/ 450 w 562"/>
              <a:gd name="T43" fmla="*/ 544 h 596"/>
              <a:gd name="T44" fmla="*/ 510 w 562"/>
              <a:gd name="T45" fmla="*/ 570 h 596"/>
              <a:gd name="T46" fmla="*/ 562 w 562"/>
              <a:gd name="T47" fmla="*/ 596 h 596"/>
              <a:gd name="T48" fmla="*/ 562 w 562"/>
              <a:gd name="T49" fmla="*/ 596 h 596"/>
              <a:gd name="T50" fmla="*/ 464 w 562"/>
              <a:gd name="T51" fmla="*/ 486 h 596"/>
              <a:gd name="T52" fmla="*/ 322 w 562"/>
              <a:gd name="T53" fmla="*/ 326 h 596"/>
              <a:gd name="T54" fmla="*/ 180 w 562"/>
              <a:gd name="T55" fmla="*/ 172 h 596"/>
              <a:gd name="T56" fmla="*/ 124 w 562"/>
              <a:gd name="T57" fmla="*/ 112 h 596"/>
              <a:gd name="T58" fmla="*/ 84 w 562"/>
              <a:gd name="T59" fmla="*/ 70 h 596"/>
              <a:gd name="T60" fmla="*/ 68 w 562"/>
              <a:gd name="T61" fmla="*/ 0 h 5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562" h="596">
                <a:moveTo>
                  <a:pt x="68" y="0"/>
                </a:moveTo>
                <a:lnTo>
                  <a:pt x="68" y="0"/>
                </a:lnTo>
                <a:lnTo>
                  <a:pt x="42" y="70"/>
                </a:lnTo>
                <a:lnTo>
                  <a:pt x="20" y="134"/>
                </a:lnTo>
                <a:lnTo>
                  <a:pt x="0" y="198"/>
                </a:lnTo>
                <a:lnTo>
                  <a:pt x="0" y="198"/>
                </a:lnTo>
                <a:lnTo>
                  <a:pt x="16" y="204"/>
                </a:lnTo>
                <a:lnTo>
                  <a:pt x="60" y="216"/>
                </a:lnTo>
                <a:lnTo>
                  <a:pt x="90" y="224"/>
                </a:lnTo>
                <a:lnTo>
                  <a:pt x="126" y="232"/>
                </a:lnTo>
                <a:lnTo>
                  <a:pt x="164" y="238"/>
                </a:lnTo>
                <a:lnTo>
                  <a:pt x="204" y="244"/>
                </a:lnTo>
                <a:lnTo>
                  <a:pt x="204" y="244"/>
                </a:lnTo>
                <a:lnTo>
                  <a:pt x="184" y="338"/>
                </a:lnTo>
                <a:lnTo>
                  <a:pt x="170" y="406"/>
                </a:lnTo>
                <a:lnTo>
                  <a:pt x="168" y="430"/>
                </a:lnTo>
                <a:lnTo>
                  <a:pt x="168" y="442"/>
                </a:lnTo>
                <a:lnTo>
                  <a:pt x="168" y="442"/>
                </a:lnTo>
                <a:lnTo>
                  <a:pt x="212" y="458"/>
                </a:lnTo>
                <a:lnTo>
                  <a:pt x="320" y="494"/>
                </a:lnTo>
                <a:lnTo>
                  <a:pt x="384" y="518"/>
                </a:lnTo>
                <a:lnTo>
                  <a:pt x="450" y="544"/>
                </a:lnTo>
                <a:lnTo>
                  <a:pt x="510" y="570"/>
                </a:lnTo>
                <a:lnTo>
                  <a:pt x="562" y="596"/>
                </a:lnTo>
                <a:lnTo>
                  <a:pt x="562" y="596"/>
                </a:lnTo>
                <a:lnTo>
                  <a:pt x="464" y="486"/>
                </a:lnTo>
                <a:lnTo>
                  <a:pt x="322" y="326"/>
                </a:lnTo>
                <a:lnTo>
                  <a:pt x="180" y="172"/>
                </a:lnTo>
                <a:lnTo>
                  <a:pt x="124" y="112"/>
                </a:lnTo>
                <a:lnTo>
                  <a:pt x="84" y="70"/>
                </a:lnTo>
                <a:lnTo>
                  <a:pt x="68" y="0"/>
                </a:lnTo>
                <a:close/>
              </a:path>
            </a:pathLst>
          </a:custGeom>
          <a:solidFill>
            <a:srgbClr val="676C6B"/>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350">
              <a:latin typeface="微软雅黑" panose="020B0503020204020204" pitchFamily="34" charset="-122"/>
              <a:ea typeface="微软雅黑" panose="020B0503020204020204" pitchFamily="34" charset="-122"/>
            </a:endParaRPr>
          </a:p>
        </p:txBody>
      </p:sp>
      <p:sp>
        <p:nvSpPr>
          <p:cNvPr id="78" name="任意多边形 77"/>
          <p:cNvSpPr/>
          <p:nvPr>
            <p:custDataLst>
              <p:tags r:id="rId52"/>
            </p:custDataLst>
          </p:nvPr>
        </p:nvSpPr>
        <p:spPr bwMode="auto">
          <a:xfrm>
            <a:off x="1580515" y="2019935"/>
            <a:ext cx="198120" cy="478790"/>
          </a:xfrm>
          <a:custGeom>
            <a:avLst/>
            <a:gdLst>
              <a:gd name="T0" fmla="*/ 0 w 260"/>
              <a:gd name="T1" fmla="*/ 0 h 628"/>
              <a:gd name="T2" fmla="*/ 0 w 260"/>
              <a:gd name="T3" fmla="*/ 0 h 628"/>
              <a:gd name="T4" fmla="*/ 14 w 260"/>
              <a:gd name="T5" fmla="*/ 12 h 628"/>
              <a:gd name="T6" fmla="*/ 48 w 260"/>
              <a:gd name="T7" fmla="*/ 40 h 628"/>
              <a:gd name="T8" fmla="*/ 70 w 260"/>
              <a:gd name="T9" fmla="*/ 58 h 628"/>
              <a:gd name="T10" fmla="*/ 94 w 260"/>
              <a:gd name="T11" fmla="*/ 76 h 628"/>
              <a:gd name="T12" fmla="*/ 120 w 260"/>
              <a:gd name="T13" fmla="*/ 92 h 628"/>
              <a:gd name="T14" fmla="*/ 146 w 260"/>
              <a:gd name="T15" fmla="*/ 106 h 628"/>
              <a:gd name="T16" fmla="*/ 146 w 260"/>
              <a:gd name="T17" fmla="*/ 106 h 628"/>
              <a:gd name="T18" fmla="*/ 136 w 260"/>
              <a:gd name="T19" fmla="*/ 142 h 628"/>
              <a:gd name="T20" fmla="*/ 124 w 260"/>
              <a:gd name="T21" fmla="*/ 174 h 628"/>
              <a:gd name="T22" fmla="*/ 118 w 260"/>
              <a:gd name="T23" fmla="*/ 190 h 628"/>
              <a:gd name="T24" fmla="*/ 110 w 260"/>
              <a:gd name="T25" fmla="*/ 204 h 628"/>
              <a:gd name="T26" fmla="*/ 110 w 260"/>
              <a:gd name="T27" fmla="*/ 204 h 628"/>
              <a:gd name="T28" fmla="*/ 168 w 260"/>
              <a:gd name="T29" fmla="*/ 246 h 628"/>
              <a:gd name="T30" fmla="*/ 218 w 260"/>
              <a:gd name="T31" fmla="*/ 282 h 628"/>
              <a:gd name="T32" fmla="*/ 242 w 260"/>
              <a:gd name="T33" fmla="*/ 302 h 628"/>
              <a:gd name="T34" fmla="*/ 260 w 260"/>
              <a:gd name="T35" fmla="*/ 318 h 628"/>
              <a:gd name="T36" fmla="*/ 260 w 260"/>
              <a:gd name="T37" fmla="*/ 318 h 628"/>
              <a:gd name="T38" fmla="*/ 252 w 260"/>
              <a:gd name="T39" fmla="*/ 346 h 628"/>
              <a:gd name="T40" fmla="*/ 242 w 260"/>
              <a:gd name="T41" fmla="*/ 378 h 628"/>
              <a:gd name="T42" fmla="*/ 232 w 260"/>
              <a:gd name="T43" fmla="*/ 418 h 628"/>
              <a:gd name="T44" fmla="*/ 222 w 260"/>
              <a:gd name="T45" fmla="*/ 464 h 628"/>
              <a:gd name="T46" fmla="*/ 214 w 260"/>
              <a:gd name="T47" fmla="*/ 516 h 628"/>
              <a:gd name="T48" fmla="*/ 206 w 260"/>
              <a:gd name="T49" fmla="*/ 572 h 628"/>
              <a:gd name="T50" fmla="*/ 204 w 260"/>
              <a:gd name="T51" fmla="*/ 600 h 628"/>
              <a:gd name="T52" fmla="*/ 204 w 260"/>
              <a:gd name="T53" fmla="*/ 628 h 628"/>
              <a:gd name="T54" fmla="*/ 204 w 260"/>
              <a:gd name="T55" fmla="*/ 628 h 628"/>
              <a:gd name="T56" fmla="*/ 178 w 260"/>
              <a:gd name="T57" fmla="*/ 538 h 628"/>
              <a:gd name="T58" fmla="*/ 118 w 260"/>
              <a:gd name="T59" fmla="*/ 336 h 628"/>
              <a:gd name="T60" fmla="*/ 82 w 260"/>
              <a:gd name="T61" fmla="*/ 224 h 628"/>
              <a:gd name="T62" fmla="*/ 50 w 260"/>
              <a:gd name="T63" fmla="*/ 124 h 628"/>
              <a:gd name="T64" fmla="*/ 20 w 260"/>
              <a:gd name="T65" fmla="*/ 44 h 628"/>
              <a:gd name="T66" fmla="*/ 10 w 260"/>
              <a:gd name="T67" fmla="*/ 16 h 628"/>
              <a:gd name="T68" fmla="*/ 0 w 260"/>
              <a:gd name="T69" fmla="*/ 0 h 6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60" h="628">
                <a:moveTo>
                  <a:pt x="0" y="0"/>
                </a:moveTo>
                <a:lnTo>
                  <a:pt x="0" y="0"/>
                </a:lnTo>
                <a:lnTo>
                  <a:pt x="14" y="12"/>
                </a:lnTo>
                <a:lnTo>
                  <a:pt x="48" y="40"/>
                </a:lnTo>
                <a:lnTo>
                  <a:pt x="70" y="58"/>
                </a:lnTo>
                <a:lnTo>
                  <a:pt x="94" y="76"/>
                </a:lnTo>
                <a:lnTo>
                  <a:pt x="120" y="92"/>
                </a:lnTo>
                <a:lnTo>
                  <a:pt x="146" y="106"/>
                </a:lnTo>
                <a:lnTo>
                  <a:pt x="146" y="106"/>
                </a:lnTo>
                <a:lnTo>
                  <a:pt x="136" y="142"/>
                </a:lnTo>
                <a:lnTo>
                  <a:pt x="124" y="174"/>
                </a:lnTo>
                <a:lnTo>
                  <a:pt x="118" y="190"/>
                </a:lnTo>
                <a:lnTo>
                  <a:pt x="110" y="204"/>
                </a:lnTo>
                <a:lnTo>
                  <a:pt x="110" y="204"/>
                </a:lnTo>
                <a:lnTo>
                  <a:pt x="168" y="246"/>
                </a:lnTo>
                <a:lnTo>
                  <a:pt x="218" y="282"/>
                </a:lnTo>
                <a:lnTo>
                  <a:pt x="242" y="302"/>
                </a:lnTo>
                <a:lnTo>
                  <a:pt x="260" y="318"/>
                </a:lnTo>
                <a:lnTo>
                  <a:pt x="260" y="318"/>
                </a:lnTo>
                <a:lnTo>
                  <a:pt x="252" y="346"/>
                </a:lnTo>
                <a:lnTo>
                  <a:pt x="242" y="378"/>
                </a:lnTo>
                <a:lnTo>
                  <a:pt x="232" y="418"/>
                </a:lnTo>
                <a:lnTo>
                  <a:pt x="222" y="464"/>
                </a:lnTo>
                <a:lnTo>
                  <a:pt x="214" y="516"/>
                </a:lnTo>
                <a:lnTo>
                  <a:pt x="206" y="572"/>
                </a:lnTo>
                <a:lnTo>
                  <a:pt x="204" y="600"/>
                </a:lnTo>
                <a:lnTo>
                  <a:pt x="204" y="628"/>
                </a:lnTo>
                <a:lnTo>
                  <a:pt x="204" y="628"/>
                </a:lnTo>
                <a:lnTo>
                  <a:pt x="178" y="538"/>
                </a:lnTo>
                <a:lnTo>
                  <a:pt x="118" y="336"/>
                </a:lnTo>
                <a:lnTo>
                  <a:pt x="82" y="224"/>
                </a:lnTo>
                <a:lnTo>
                  <a:pt x="50" y="124"/>
                </a:lnTo>
                <a:lnTo>
                  <a:pt x="20" y="44"/>
                </a:lnTo>
                <a:lnTo>
                  <a:pt x="10" y="16"/>
                </a:lnTo>
                <a:lnTo>
                  <a:pt x="0" y="0"/>
                </a:lnTo>
                <a:close/>
              </a:path>
            </a:pathLst>
          </a:custGeom>
          <a:solidFill>
            <a:srgbClr val="676C6B"/>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350">
              <a:latin typeface="微软雅黑" panose="020B0503020204020204" pitchFamily="34" charset="-122"/>
              <a:ea typeface="微软雅黑" panose="020B0503020204020204" pitchFamily="34" charset="-122"/>
            </a:endParaRPr>
          </a:p>
        </p:txBody>
      </p:sp>
      <p:sp>
        <p:nvSpPr>
          <p:cNvPr id="79" name="任意多边形 78"/>
          <p:cNvSpPr/>
          <p:nvPr>
            <p:custDataLst>
              <p:tags r:id="rId53"/>
            </p:custDataLst>
          </p:nvPr>
        </p:nvSpPr>
        <p:spPr bwMode="auto">
          <a:xfrm>
            <a:off x="1580515" y="2019935"/>
            <a:ext cx="198120" cy="478790"/>
          </a:xfrm>
          <a:custGeom>
            <a:avLst/>
            <a:gdLst>
              <a:gd name="T0" fmla="*/ 0 w 260"/>
              <a:gd name="T1" fmla="*/ 0 h 628"/>
              <a:gd name="T2" fmla="*/ 0 w 260"/>
              <a:gd name="T3" fmla="*/ 0 h 628"/>
              <a:gd name="T4" fmla="*/ 14 w 260"/>
              <a:gd name="T5" fmla="*/ 12 h 628"/>
              <a:gd name="T6" fmla="*/ 48 w 260"/>
              <a:gd name="T7" fmla="*/ 40 h 628"/>
              <a:gd name="T8" fmla="*/ 70 w 260"/>
              <a:gd name="T9" fmla="*/ 58 h 628"/>
              <a:gd name="T10" fmla="*/ 94 w 260"/>
              <a:gd name="T11" fmla="*/ 76 h 628"/>
              <a:gd name="T12" fmla="*/ 120 w 260"/>
              <a:gd name="T13" fmla="*/ 92 h 628"/>
              <a:gd name="T14" fmla="*/ 146 w 260"/>
              <a:gd name="T15" fmla="*/ 106 h 628"/>
              <a:gd name="T16" fmla="*/ 146 w 260"/>
              <a:gd name="T17" fmla="*/ 106 h 628"/>
              <a:gd name="T18" fmla="*/ 136 w 260"/>
              <a:gd name="T19" fmla="*/ 142 h 628"/>
              <a:gd name="T20" fmla="*/ 124 w 260"/>
              <a:gd name="T21" fmla="*/ 174 h 628"/>
              <a:gd name="T22" fmla="*/ 118 w 260"/>
              <a:gd name="T23" fmla="*/ 190 h 628"/>
              <a:gd name="T24" fmla="*/ 110 w 260"/>
              <a:gd name="T25" fmla="*/ 204 h 628"/>
              <a:gd name="T26" fmla="*/ 110 w 260"/>
              <a:gd name="T27" fmla="*/ 204 h 628"/>
              <a:gd name="T28" fmla="*/ 168 w 260"/>
              <a:gd name="T29" fmla="*/ 246 h 628"/>
              <a:gd name="T30" fmla="*/ 218 w 260"/>
              <a:gd name="T31" fmla="*/ 282 h 628"/>
              <a:gd name="T32" fmla="*/ 242 w 260"/>
              <a:gd name="T33" fmla="*/ 302 h 628"/>
              <a:gd name="T34" fmla="*/ 260 w 260"/>
              <a:gd name="T35" fmla="*/ 318 h 628"/>
              <a:gd name="T36" fmla="*/ 260 w 260"/>
              <a:gd name="T37" fmla="*/ 318 h 628"/>
              <a:gd name="T38" fmla="*/ 252 w 260"/>
              <a:gd name="T39" fmla="*/ 346 h 628"/>
              <a:gd name="T40" fmla="*/ 242 w 260"/>
              <a:gd name="T41" fmla="*/ 378 h 628"/>
              <a:gd name="T42" fmla="*/ 232 w 260"/>
              <a:gd name="T43" fmla="*/ 418 h 628"/>
              <a:gd name="T44" fmla="*/ 222 w 260"/>
              <a:gd name="T45" fmla="*/ 464 h 628"/>
              <a:gd name="T46" fmla="*/ 214 w 260"/>
              <a:gd name="T47" fmla="*/ 516 h 628"/>
              <a:gd name="T48" fmla="*/ 206 w 260"/>
              <a:gd name="T49" fmla="*/ 572 h 628"/>
              <a:gd name="T50" fmla="*/ 204 w 260"/>
              <a:gd name="T51" fmla="*/ 600 h 628"/>
              <a:gd name="T52" fmla="*/ 204 w 260"/>
              <a:gd name="T53" fmla="*/ 628 h 628"/>
              <a:gd name="T54" fmla="*/ 204 w 260"/>
              <a:gd name="T55" fmla="*/ 628 h 628"/>
              <a:gd name="T56" fmla="*/ 178 w 260"/>
              <a:gd name="T57" fmla="*/ 538 h 628"/>
              <a:gd name="T58" fmla="*/ 118 w 260"/>
              <a:gd name="T59" fmla="*/ 336 h 628"/>
              <a:gd name="T60" fmla="*/ 82 w 260"/>
              <a:gd name="T61" fmla="*/ 224 h 628"/>
              <a:gd name="T62" fmla="*/ 50 w 260"/>
              <a:gd name="T63" fmla="*/ 124 h 628"/>
              <a:gd name="T64" fmla="*/ 20 w 260"/>
              <a:gd name="T65" fmla="*/ 44 h 628"/>
              <a:gd name="T66" fmla="*/ 10 w 260"/>
              <a:gd name="T67" fmla="*/ 16 h 628"/>
              <a:gd name="T68" fmla="*/ 0 w 260"/>
              <a:gd name="T69" fmla="*/ 0 h 6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60" h="628">
                <a:moveTo>
                  <a:pt x="0" y="0"/>
                </a:moveTo>
                <a:lnTo>
                  <a:pt x="0" y="0"/>
                </a:lnTo>
                <a:lnTo>
                  <a:pt x="14" y="12"/>
                </a:lnTo>
                <a:lnTo>
                  <a:pt x="48" y="40"/>
                </a:lnTo>
                <a:lnTo>
                  <a:pt x="70" y="58"/>
                </a:lnTo>
                <a:lnTo>
                  <a:pt x="94" y="76"/>
                </a:lnTo>
                <a:lnTo>
                  <a:pt x="120" y="92"/>
                </a:lnTo>
                <a:lnTo>
                  <a:pt x="146" y="106"/>
                </a:lnTo>
                <a:lnTo>
                  <a:pt x="146" y="106"/>
                </a:lnTo>
                <a:lnTo>
                  <a:pt x="136" y="142"/>
                </a:lnTo>
                <a:lnTo>
                  <a:pt x="124" y="174"/>
                </a:lnTo>
                <a:lnTo>
                  <a:pt x="118" y="190"/>
                </a:lnTo>
                <a:lnTo>
                  <a:pt x="110" y="204"/>
                </a:lnTo>
                <a:lnTo>
                  <a:pt x="110" y="204"/>
                </a:lnTo>
                <a:lnTo>
                  <a:pt x="168" y="246"/>
                </a:lnTo>
                <a:lnTo>
                  <a:pt x="218" y="282"/>
                </a:lnTo>
                <a:lnTo>
                  <a:pt x="242" y="302"/>
                </a:lnTo>
                <a:lnTo>
                  <a:pt x="260" y="318"/>
                </a:lnTo>
                <a:lnTo>
                  <a:pt x="260" y="318"/>
                </a:lnTo>
                <a:lnTo>
                  <a:pt x="252" y="346"/>
                </a:lnTo>
                <a:lnTo>
                  <a:pt x="242" y="378"/>
                </a:lnTo>
                <a:lnTo>
                  <a:pt x="232" y="418"/>
                </a:lnTo>
                <a:lnTo>
                  <a:pt x="222" y="464"/>
                </a:lnTo>
                <a:lnTo>
                  <a:pt x="214" y="516"/>
                </a:lnTo>
                <a:lnTo>
                  <a:pt x="206" y="572"/>
                </a:lnTo>
                <a:lnTo>
                  <a:pt x="204" y="600"/>
                </a:lnTo>
                <a:lnTo>
                  <a:pt x="204" y="628"/>
                </a:lnTo>
                <a:lnTo>
                  <a:pt x="204" y="628"/>
                </a:lnTo>
                <a:lnTo>
                  <a:pt x="178" y="538"/>
                </a:lnTo>
                <a:lnTo>
                  <a:pt x="118" y="336"/>
                </a:lnTo>
                <a:lnTo>
                  <a:pt x="82" y="224"/>
                </a:lnTo>
                <a:lnTo>
                  <a:pt x="50" y="124"/>
                </a:lnTo>
                <a:lnTo>
                  <a:pt x="20" y="44"/>
                </a:lnTo>
                <a:lnTo>
                  <a:pt x="10" y="16"/>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nchor="ctr"/>
          <a:lstStyle/>
          <a:p>
            <a:pPr algn="ctr"/>
            <a:endParaRPr sz="1350">
              <a:latin typeface="微软雅黑" panose="020B0503020204020204" pitchFamily="34" charset="-122"/>
              <a:ea typeface="微软雅黑" panose="020B0503020204020204" pitchFamily="34" charset="-122"/>
            </a:endParaRPr>
          </a:p>
        </p:txBody>
      </p:sp>
      <p:sp>
        <p:nvSpPr>
          <p:cNvPr id="80" name="任意多边形 79"/>
          <p:cNvSpPr/>
          <p:nvPr>
            <p:custDataLst>
              <p:tags r:id="rId54"/>
            </p:custDataLst>
          </p:nvPr>
        </p:nvSpPr>
        <p:spPr bwMode="auto">
          <a:xfrm>
            <a:off x="1742440" y="2517140"/>
            <a:ext cx="130810" cy="326390"/>
          </a:xfrm>
          <a:custGeom>
            <a:avLst/>
            <a:gdLst>
              <a:gd name="T0" fmla="*/ 0 w 172"/>
              <a:gd name="T1" fmla="*/ 0 h 428"/>
              <a:gd name="T2" fmla="*/ 0 w 172"/>
              <a:gd name="T3" fmla="*/ 0 h 428"/>
              <a:gd name="T4" fmla="*/ 24 w 172"/>
              <a:gd name="T5" fmla="*/ 50 h 428"/>
              <a:gd name="T6" fmla="*/ 78 w 172"/>
              <a:gd name="T7" fmla="*/ 168 h 428"/>
              <a:gd name="T8" fmla="*/ 108 w 172"/>
              <a:gd name="T9" fmla="*/ 240 h 428"/>
              <a:gd name="T10" fmla="*/ 136 w 172"/>
              <a:gd name="T11" fmla="*/ 310 h 428"/>
              <a:gd name="T12" fmla="*/ 158 w 172"/>
              <a:gd name="T13" fmla="*/ 374 h 428"/>
              <a:gd name="T14" fmla="*/ 166 w 172"/>
              <a:gd name="T15" fmla="*/ 402 h 428"/>
              <a:gd name="T16" fmla="*/ 172 w 172"/>
              <a:gd name="T17" fmla="*/ 428 h 428"/>
              <a:gd name="T18" fmla="*/ 172 w 172"/>
              <a:gd name="T19" fmla="*/ 428 h 428"/>
              <a:gd name="T20" fmla="*/ 94 w 172"/>
              <a:gd name="T21" fmla="*/ 240 h 428"/>
              <a:gd name="T22" fmla="*/ 34 w 172"/>
              <a:gd name="T23" fmla="*/ 96 h 428"/>
              <a:gd name="T24" fmla="*/ 12 w 172"/>
              <a:gd name="T25" fmla="*/ 38 h 428"/>
              <a:gd name="T26" fmla="*/ 0 w 172"/>
              <a:gd name="T27" fmla="*/ 0 h 4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72" h="428">
                <a:moveTo>
                  <a:pt x="0" y="0"/>
                </a:moveTo>
                <a:lnTo>
                  <a:pt x="0" y="0"/>
                </a:lnTo>
                <a:lnTo>
                  <a:pt x="24" y="50"/>
                </a:lnTo>
                <a:lnTo>
                  <a:pt x="78" y="168"/>
                </a:lnTo>
                <a:lnTo>
                  <a:pt x="108" y="240"/>
                </a:lnTo>
                <a:lnTo>
                  <a:pt x="136" y="310"/>
                </a:lnTo>
                <a:lnTo>
                  <a:pt x="158" y="374"/>
                </a:lnTo>
                <a:lnTo>
                  <a:pt x="166" y="402"/>
                </a:lnTo>
                <a:lnTo>
                  <a:pt x="172" y="428"/>
                </a:lnTo>
                <a:lnTo>
                  <a:pt x="172" y="428"/>
                </a:lnTo>
                <a:lnTo>
                  <a:pt x="94" y="240"/>
                </a:lnTo>
                <a:lnTo>
                  <a:pt x="34" y="96"/>
                </a:lnTo>
                <a:lnTo>
                  <a:pt x="12" y="38"/>
                </a:lnTo>
                <a:lnTo>
                  <a:pt x="0" y="0"/>
                </a:lnTo>
                <a:close/>
              </a:path>
            </a:pathLst>
          </a:custGeom>
          <a:solidFill>
            <a:srgbClr val="24272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350">
              <a:latin typeface="微软雅黑" panose="020B0503020204020204" pitchFamily="34" charset="-122"/>
              <a:ea typeface="微软雅黑" panose="020B0503020204020204" pitchFamily="34" charset="-122"/>
            </a:endParaRPr>
          </a:p>
        </p:txBody>
      </p:sp>
      <p:sp>
        <p:nvSpPr>
          <p:cNvPr id="81" name="任意多边形 80"/>
          <p:cNvSpPr/>
          <p:nvPr>
            <p:custDataLst>
              <p:tags r:id="rId55"/>
            </p:custDataLst>
          </p:nvPr>
        </p:nvSpPr>
        <p:spPr bwMode="auto">
          <a:xfrm>
            <a:off x="1742440" y="2517140"/>
            <a:ext cx="130810" cy="326390"/>
          </a:xfrm>
          <a:custGeom>
            <a:avLst/>
            <a:gdLst>
              <a:gd name="T0" fmla="*/ 0 w 172"/>
              <a:gd name="T1" fmla="*/ 0 h 428"/>
              <a:gd name="T2" fmla="*/ 0 w 172"/>
              <a:gd name="T3" fmla="*/ 0 h 428"/>
              <a:gd name="T4" fmla="*/ 24 w 172"/>
              <a:gd name="T5" fmla="*/ 50 h 428"/>
              <a:gd name="T6" fmla="*/ 78 w 172"/>
              <a:gd name="T7" fmla="*/ 168 h 428"/>
              <a:gd name="T8" fmla="*/ 108 w 172"/>
              <a:gd name="T9" fmla="*/ 240 h 428"/>
              <a:gd name="T10" fmla="*/ 136 w 172"/>
              <a:gd name="T11" fmla="*/ 310 h 428"/>
              <a:gd name="T12" fmla="*/ 158 w 172"/>
              <a:gd name="T13" fmla="*/ 374 h 428"/>
              <a:gd name="T14" fmla="*/ 166 w 172"/>
              <a:gd name="T15" fmla="*/ 402 h 428"/>
              <a:gd name="T16" fmla="*/ 172 w 172"/>
              <a:gd name="T17" fmla="*/ 428 h 428"/>
              <a:gd name="T18" fmla="*/ 172 w 172"/>
              <a:gd name="T19" fmla="*/ 428 h 428"/>
              <a:gd name="T20" fmla="*/ 94 w 172"/>
              <a:gd name="T21" fmla="*/ 240 h 428"/>
              <a:gd name="T22" fmla="*/ 34 w 172"/>
              <a:gd name="T23" fmla="*/ 96 h 428"/>
              <a:gd name="T24" fmla="*/ 12 w 172"/>
              <a:gd name="T25" fmla="*/ 38 h 428"/>
              <a:gd name="T26" fmla="*/ 0 w 172"/>
              <a:gd name="T27" fmla="*/ 0 h 4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72" h="428">
                <a:moveTo>
                  <a:pt x="0" y="0"/>
                </a:moveTo>
                <a:lnTo>
                  <a:pt x="0" y="0"/>
                </a:lnTo>
                <a:lnTo>
                  <a:pt x="24" y="50"/>
                </a:lnTo>
                <a:lnTo>
                  <a:pt x="78" y="168"/>
                </a:lnTo>
                <a:lnTo>
                  <a:pt x="108" y="240"/>
                </a:lnTo>
                <a:lnTo>
                  <a:pt x="136" y="310"/>
                </a:lnTo>
                <a:lnTo>
                  <a:pt x="158" y="374"/>
                </a:lnTo>
                <a:lnTo>
                  <a:pt x="166" y="402"/>
                </a:lnTo>
                <a:lnTo>
                  <a:pt x="172" y="428"/>
                </a:lnTo>
                <a:lnTo>
                  <a:pt x="172" y="428"/>
                </a:lnTo>
                <a:lnTo>
                  <a:pt x="94" y="240"/>
                </a:lnTo>
                <a:lnTo>
                  <a:pt x="34" y="96"/>
                </a:lnTo>
                <a:lnTo>
                  <a:pt x="12" y="38"/>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nchor="ctr"/>
          <a:lstStyle/>
          <a:p>
            <a:pPr algn="ctr"/>
            <a:endParaRPr sz="1350">
              <a:latin typeface="微软雅黑" panose="020B0503020204020204" pitchFamily="34" charset="-122"/>
              <a:ea typeface="微软雅黑" panose="020B0503020204020204" pitchFamily="34" charset="-122"/>
            </a:endParaRPr>
          </a:p>
        </p:txBody>
      </p:sp>
      <p:sp>
        <p:nvSpPr>
          <p:cNvPr id="82" name="任意多边形 81"/>
          <p:cNvSpPr/>
          <p:nvPr>
            <p:custDataLst>
              <p:tags r:id="rId56"/>
            </p:custDataLst>
          </p:nvPr>
        </p:nvSpPr>
        <p:spPr bwMode="auto">
          <a:xfrm>
            <a:off x="1767840" y="2750185"/>
            <a:ext cx="39370" cy="44450"/>
          </a:xfrm>
          <a:custGeom>
            <a:avLst/>
            <a:gdLst>
              <a:gd name="T0" fmla="*/ 50 w 52"/>
              <a:gd name="T1" fmla="*/ 18 h 58"/>
              <a:gd name="T2" fmla="*/ 50 w 52"/>
              <a:gd name="T3" fmla="*/ 18 h 58"/>
              <a:gd name="T4" fmla="*/ 52 w 52"/>
              <a:gd name="T5" fmla="*/ 30 h 58"/>
              <a:gd name="T6" fmla="*/ 52 w 52"/>
              <a:gd name="T7" fmla="*/ 40 h 58"/>
              <a:gd name="T8" fmla="*/ 46 w 52"/>
              <a:gd name="T9" fmla="*/ 50 h 58"/>
              <a:gd name="T10" fmla="*/ 38 w 52"/>
              <a:gd name="T11" fmla="*/ 56 h 58"/>
              <a:gd name="T12" fmla="*/ 38 w 52"/>
              <a:gd name="T13" fmla="*/ 56 h 58"/>
              <a:gd name="T14" fmla="*/ 26 w 52"/>
              <a:gd name="T15" fmla="*/ 58 h 58"/>
              <a:gd name="T16" fmla="*/ 16 w 52"/>
              <a:gd name="T17" fmla="*/ 54 h 58"/>
              <a:gd name="T18" fmla="*/ 8 w 52"/>
              <a:gd name="T19" fmla="*/ 48 h 58"/>
              <a:gd name="T20" fmla="*/ 2 w 52"/>
              <a:gd name="T21" fmla="*/ 38 h 58"/>
              <a:gd name="T22" fmla="*/ 2 w 52"/>
              <a:gd name="T23" fmla="*/ 38 h 58"/>
              <a:gd name="T24" fmla="*/ 0 w 52"/>
              <a:gd name="T25" fmla="*/ 26 h 58"/>
              <a:gd name="T26" fmla="*/ 0 w 52"/>
              <a:gd name="T27" fmla="*/ 16 h 58"/>
              <a:gd name="T28" fmla="*/ 6 w 52"/>
              <a:gd name="T29" fmla="*/ 6 h 58"/>
              <a:gd name="T30" fmla="*/ 14 w 52"/>
              <a:gd name="T31" fmla="*/ 0 h 58"/>
              <a:gd name="T32" fmla="*/ 14 w 52"/>
              <a:gd name="T33" fmla="*/ 0 h 58"/>
              <a:gd name="T34" fmla="*/ 26 w 52"/>
              <a:gd name="T35" fmla="*/ 0 h 58"/>
              <a:gd name="T36" fmla="*/ 36 w 52"/>
              <a:gd name="T37" fmla="*/ 2 h 58"/>
              <a:gd name="T38" fmla="*/ 44 w 52"/>
              <a:gd name="T39" fmla="*/ 8 h 58"/>
              <a:gd name="T40" fmla="*/ 50 w 52"/>
              <a:gd name="T41" fmla="*/ 18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2" h="58">
                <a:moveTo>
                  <a:pt x="50" y="18"/>
                </a:moveTo>
                <a:lnTo>
                  <a:pt x="50" y="18"/>
                </a:lnTo>
                <a:lnTo>
                  <a:pt x="52" y="30"/>
                </a:lnTo>
                <a:lnTo>
                  <a:pt x="52" y="40"/>
                </a:lnTo>
                <a:lnTo>
                  <a:pt x="46" y="50"/>
                </a:lnTo>
                <a:lnTo>
                  <a:pt x="38" y="56"/>
                </a:lnTo>
                <a:lnTo>
                  <a:pt x="38" y="56"/>
                </a:lnTo>
                <a:lnTo>
                  <a:pt x="26" y="58"/>
                </a:lnTo>
                <a:lnTo>
                  <a:pt x="16" y="54"/>
                </a:lnTo>
                <a:lnTo>
                  <a:pt x="8" y="48"/>
                </a:lnTo>
                <a:lnTo>
                  <a:pt x="2" y="38"/>
                </a:lnTo>
                <a:lnTo>
                  <a:pt x="2" y="38"/>
                </a:lnTo>
                <a:lnTo>
                  <a:pt x="0" y="26"/>
                </a:lnTo>
                <a:lnTo>
                  <a:pt x="0" y="16"/>
                </a:lnTo>
                <a:lnTo>
                  <a:pt x="6" y="6"/>
                </a:lnTo>
                <a:lnTo>
                  <a:pt x="14" y="0"/>
                </a:lnTo>
                <a:lnTo>
                  <a:pt x="14" y="0"/>
                </a:lnTo>
                <a:lnTo>
                  <a:pt x="26" y="0"/>
                </a:lnTo>
                <a:lnTo>
                  <a:pt x="36" y="2"/>
                </a:lnTo>
                <a:lnTo>
                  <a:pt x="44" y="8"/>
                </a:lnTo>
                <a:lnTo>
                  <a:pt x="50" y="18"/>
                </a:lnTo>
                <a:close/>
              </a:path>
            </a:pathLst>
          </a:custGeom>
          <a:solidFill>
            <a:srgbClr val="24272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350">
              <a:latin typeface="微软雅黑" panose="020B0503020204020204" pitchFamily="34" charset="-122"/>
              <a:ea typeface="微软雅黑" panose="020B0503020204020204" pitchFamily="34" charset="-122"/>
            </a:endParaRPr>
          </a:p>
        </p:txBody>
      </p:sp>
      <p:sp>
        <p:nvSpPr>
          <p:cNvPr id="83" name="任意多边形 82"/>
          <p:cNvSpPr/>
          <p:nvPr>
            <p:custDataLst>
              <p:tags r:id="rId57"/>
            </p:custDataLst>
          </p:nvPr>
        </p:nvSpPr>
        <p:spPr bwMode="auto">
          <a:xfrm>
            <a:off x="1767840" y="2750185"/>
            <a:ext cx="39370" cy="44450"/>
          </a:xfrm>
          <a:custGeom>
            <a:avLst/>
            <a:gdLst>
              <a:gd name="T0" fmla="*/ 50 w 52"/>
              <a:gd name="T1" fmla="*/ 18 h 58"/>
              <a:gd name="T2" fmla="*/ 50 w 52"/>
              <a:gd name="T3" fmla="*/ 18 h 58"/>
              <a:gd name="T4" fmla="*/ 52 w 52"/>
              <a:gd name="T5" fmla="*/ 30 h 58"/>
              <a:gd name="T6" fmla="*/ 52 w 52"/>
              <a:gd name="T7" fmla="*/ 40 h 58"/>
              <a:gd name="T8" fmla="*/ 46 w 52"/>
              <a:gd name="T9" fmla="*/ 50 h 58"/>
              <a:gd name="T10" fmla="*/ 38 w 52"/>
              <a:gd name="T11" fmla="*/ 56 h 58"/>
              <a:gd name="T12" fmla="*/ 38 w 52"/>
              <a:gd name="T13" fmla="*/ 56 h 58"/>
              <a:gd name="T14" fmla="*/ 26 w 52"/>
              <a:gd name="T15" fmla="*/ 58 h 58"/>
              <a:gd name="T16" fmla="*/ 16 w 52"/>
              <a:gd name="T17" fmla="*/ 54 h 58"/>
              <a:gd name="T18" fmla="*/ 8 w 52"/>
              <a:gd name="T19" fmla="*/ 48 h 58"/>
              <a:gd name="T20" fmla="*/ 2 w 52"/>
              <a:gd name="T21" fmla="*/ 38 h 58"/>
              <a:gd name="T22" fmla="*/ 2 w 52"/>
              <a:gd name="T23" fmla="*/ 38 h 58"/>
              <a:gd name="T24" fmla="*/ 0 w 52"/>
              <a:gd name="T25" fmla="*/ 26 h 58"/>
              <a:gd name="T26" fmla="*/ 0 w 52"/>
              <a:gd name="T27" fmla="*/ 16 h 58"/>
              <a:gd name="T28" fmla="*/ 6 w 52"/>
              <a:gd name="T29" fmla="*/ 6 h 58"/>
              <a:gd name="T30" fmla="*/ 14 w 52"/>
              <a:gd name="T31" fmla="*/ 0 h 58"/>
              <a:gd name="T32" fmla="*/ 14 w 52"/>
              <a:gd name="T33" fmla="*/ 0 h 58"/>
              <a:gd name="T34" fmla="*/ 26 w 52"/>
              <a:gd name="T35" fmla="*/ 0 h 58"/>
              <a:gd name="T36" fmla="*/ 36 w 52"/>
              <a:gd name="T37" fmla="*/ 2 h 58"/>
              <a:gd name="T38" fmla="*/ 44 w 52"/>
              <a:gd name="T39" fmla="*/ 8 h 58"/>
              <a:gd name="T40" fmla="*/ 50 w 52"/>
              <a:gd name="T41" fmla="*/ 18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2" h="58">
                <a:moveTo>
                  <a:pt x="50" y="18"/>
                </a:moveTo>
                <a:lnTo>
                  <a:pt x="50" y="18"/>
                </a:lnTo>
                <a:lnTo>
                  <a:pt x="52" y="30"/>
                </a:lnTo>
                <a:lnTo>
                  <a:pt x="52" y="40"/>
                </a:lnTo>
                <a:lnTo>
                  <a:pt x="46" y="50"/>
                </a:lnTo>
                <a:lnTo>
                  <a:pt x="38" y="56"/>
                </a:lnTo>
                <a:lnTo>
                  <a:pt x="38" y="56"/>
                </a:lnTo>
                <a:lnTo>
                  <a:pt x="26" y="58"/>
                </a:lnTo>
                <a:lnTo>
                  <a:pt x="16" y="54"/>
                </a:lnTo>
                <a:lnTo>
                  <a:pt x="8" y="48"/>
                </a:lnTo>
                <a:lnTo>
                  <a:pt x="2" y="38"/>
                </a:lnTo>
                <a:lnTo>
                  <a:pt x="2" y="38"/>
                </a:lnTo>
                <a:lnTo>
                  <a:pt x="0" y="26"/>
                </a:lnTo>
                <a:lnTo>
                  <a:pt x="0" y="16"/>
                </a:lnTo>
                <a:lnTo>
                  <a:pt x="6" y="6"/>
                </a:lnTo>
                <a:lnTo>
                  <a:pt x="14" y="0"/>
                </a:lnTo>
                <a:lnTo>
                  <a:pt x="14" y="0"/>
                </a:lnTo>
                <a:lnTo>
                  <a:pt x="26" y="0"/>
                </a:lnTo>
                <a:lnTo>
                  <a:pt x="36" y="2"/>
                </a:lnTo>
                <a:lnTo>
                  <a:pt x="44" y="8"/>
                </a:lnTo>
                <a:lnTo>
                  <a:pt x="50" y="18"/>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nchor="ctr"/>
          <a:lstStyle/>
          <a:p>
            <a:pPr algn="ctr"/>
            <a:endParaRPr sz="1350">
              <a:latin typeface="微软雅黑" panose="020B0503020204020204" pitchFamily="34" charset="-122"/>
              <a:ea typeface="微软雅黑" panose="020B0503020204020204" pitchFamily="34" charset="-122"/>
            </a:endParaRPr>
          </a:p>
        </p:txBody>
      </p:sp>
      <p:sp>
        <p:nvSpPr>
          <p:cNvPr id="84" name="任意多边形 83"/>
          <p:cNvSpPr/>
          <p:nvPr>
            <p:custDataLst>
              <p:tags r:id="rId58"/>
            </p:custDataLst>
          </p:nvPr>
        </p:nvSpPr>
        <p:spPr bwMode="auto">
          <a:xfrm>
            <a:off x="1716405" y="2594610"/>
            <a:ext cx="41275" cy="44450"/>
          </a:xfrm>
          <a:custGeom>
            <a:avLst/>
            <a:gdLst>
              <a:gd name="T0" fmla="*/ 50 w 54"/>
              <a:gd name="T1" fmla="*/ 18 h 58"/>
              <a:gd name="T2" fmla="*/ 50 w 54"/>
              <a:gd name="T3" fmla="*/ 18 h 58"/>
              <a:gd name="T4" fmla="*/ 54 w 54"/>
              <a:gd name="T5" fmla="*/ 30 h 58"/>
              <a:gd name="T6" fmla="*/ 52 w 54"/>
              <a:gd name="T7" fmla="*/ 40 h 58"/>
              <a:gd name="T8" fmla="*/ 46 w 54"/>
              <a:gd name="T9" fmla="*/ 50 h 58"/>
              <a:gd name="T10" fmla="*/ 38 w 54"/>
              <a:gd name="T11" fmla="*/ 56 h 58"/>
              <a:gd name="T12" fmla="*/ 38 w 54"/>
              <a:gd name="T13" fmla="*/ 56 h 58"/>
              <a:gd name="T14" fmla="*/ 28 w 54"/>
              <a:gd name="T15" fmla="*/ 58 h 58"/>
              <a:gd name="T16" fmla="*/ 18 w 54"/>
              <a:gd name="T17" fmla="*/ 56 h 58"/>
              <a:gd name="T18" fmla="*/ 8 w 54"/>
              <a:gd name="T19" fmla="*/ 48 h 58"/>
              <a:gd name="T20" fmla="*/ 2 w 54"/>
              <a:gd name="T21" fmla="*/ 38 h 58"/>
              <a:gd name="T22" fmla="*/ 2 w 54"/>
              <a:gd name="T23" fmla="*/ 38 h 58"/>
              <a:gd name="T24" fmla="*/ 0 w 54"/>
              <a:gd name="T25" fmla="*/ 28 h 58"/>
              <a:gd name="T26" fmla="*/ 2 w 54"/>
              <a:gd name="T27" fmla="*/ 16 h 58"/>
              <a:gd name="T28" fmla="*/ 6 w 54"/>
              <a:gd name="T29" fmla="*/ 8 h 58"/>
              <a:gd name="T30" fmla="*/ 10 w 54"/>
              <a:gd name="T31" fmla="*/ 4 h 58"/>
              <a:gd name="T32" fmla="*/ 16 w 54"/>
              <a:gd name="T33" fmla="*/ 2 h 58"/>
              <a:gd name="T34" fmla="*/ 16 w 54"/>
              <a:gd name="T35" fmla="*/ 2 h 58"/>
              <a:gd name="T36" fmla="*/ 26 w 54"/>
              <a:gd name="T37" fmla="*/ 0 h 58"/>
              <a:gd name="T38" fmla="*/ 36 w 54"/>
              <a:gd name="T39" fmla="*/ 2 h 58"/>
              <a:gd name="T40" fmla="*/ 44 w 54"/>
              <a:gd name="T41" fmla="*/ 8 h 58"/>
              <a:gd name="T42" fmla="*/ 50 w 54"/>
              <a:gd name="T43" fmla="*/ 18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54" h="58">
                <a:moveTo>
                  <a:pt x="50" y="18"/>
                </a:moveTo>
                <a:lnTo>
                  <a:pt x="50" y="18"/>
                </a:lnTo>
                <a:lnTo>
                  <a:pt x="54" y="30"/>
                </a:lnTo>
                <a:lnTo>
                  <a:pt x="52" y="40"/>
                </a:lnTo>
                <a:lnTo>
                  <a:pt x="46" y="50"/>
                </a:lnTo>
                <a:lnTo>
                  <a:pt x="38" y="56"/>
                </a:lnTo>
                <a:lnTo>
                  <a:pt x="38" y="56"/>
                </a:lnTo>
                <a:lnTo>
                  <a:pt x="28" y="58"/>
                </a:lnTo>
                <a:lnTo>
                  <a:pt x="18" y="56"/>
                </a:lnTo>
                <a:lnTo>
                  <a:pt x="8" y="48"/>
                </a:lnTo>
                <a:lnTo>
                  <a:pt x="2" y="38"/>
                </a:lnTo>
                <a:lnTo>
                  <a:pt x="2" y="38"/>
                </a:lnTo>
                <a:lnTo>
                  <a:pt x="0" y="28"/>
                </a:lnTo>
                <a:lnTo>
                  <a:pt x="2" y="16"/>
                </a:lnTo>
                <a:lnTo>
                  <a:pt x="6" y="8"/>
                </a:lnTo>
                <a:lnTo>
                  <a:pt x="10" y="4"/>
                </a:lnTo>
                <a:lnTo>
                  <a:pt x="16" y="2"/>
                </a:lnTo>
                <a:lnTo>
                  <a:pt x="16" y="2"/>
                </a:lnTo>
                <a:lnTo>
                  <a:pt x="26" y="0"/>
                </a:lnTo>
                <a:lnTo>
                  <a:pt x="36" y="2"/>
                </a:lnTo>
                <a:lnTo>
                  <a:pt x="44" y="8"/>
                </a:lnTo>
                <a:lnTo>
                  <a:pt x="50" y="18"/>
                </a:lnTo>
                <a:close/>
              </a:path>
            </a:pathLst>
          </a:custGeom>
          <a:solidFill>
            <a:srgbClr val="24272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350">
              <a:latin typeface="微软雅黑" panose="020B0503020204020204" pitchFamily="34" charset="-122"/>
              <a:ea typeface="微软雅黑" panose="020B0503020204020204" pitchFamily="34" charset="-122"/>
            </a:endParaRPr>
          </a:p>
        </p:txBody>
      </p:sp>
      <p:sp>
        <p:nvSpPr>
          <p:cNvPr id="85" name="任意多边形 84"/>
          <p:cNvSpPr/>
          <p:nvPr>
            <p:custDataLst>
              <p:tags r:id="rId59"/>
            </p:custDataLst>
          </p:nvPr>
        </p:nvSpPr>
        <p:spPr bwMode="auto">
          <a:xfrm>
            <a:off x="1716405" y="2594610"/>
            <a:ext cx="41275" cy="44450"/>
          </a:xfrm>
          <a:custGeom>
            <a:avLst/>
            <a:gdLst>
              <a:gd name="T0" fmla="*/ 50 w 54"/>
              <a:gd name="T1" fmla="*/ 18 h 58"/>
              <a:gd name="T2" fmla="*/ 50 w 54"/>
              <a:gd name="T3" fmla="*/ 18 h 58"/>
              <a:gd name="T4" fmla="*/ 54 w 54"/>
              <a:gd name="T5" fmla="*/ 30 h 58"/>
              <a:gd name="T6" fmla="*/ 52 w 54"/>
              <a:gd name="T7" fmla="*/ 40 h 58"/>
              <a:gd name="T8" fmla="*/ 46 w 54"/>
              <a:gd name="T9" fmla="*/ 50 h 58"/>
              <a:gd name="T10" fmla="*/ 38 w 54"/>
              <a:gd name="T11" fmla="*/ 56 h 58"/>
              <a:gd name="T12" fmla="*/ 38 w 54"/>
              <a:gd name="T13" fmla="*/ 56 h 58"/>
              <a:gd name="T14" fmla="*/ 28 w 54"/>
              <a:gd name="T15" fmla="*/ 58 h 58"/>
              <a:gd name="T16" fmla="*/ 18 w 54"/>
              <a:gd name="T17" fmla="*/ 56 h 58"/>
              <a:gd name="T18" fmla="*/ 8 w 54"/>
              <a:gd name="T19" fmla="*/ 48 h 58"/>
              <a:gd name="T20" fmla="*/ 2 w 54"/>
              <a:gd name="T21" fmla="*/ 38 h 58"/>
              <a:gd name="T22" fmla="*/ 2 w 54"/>
              <a:gd name="T23" fmla="*/ 38 h 58"/>
              <a:gd name="T24" fmla="*/ 0 w 54"/>
              <a:gd name="T25" fmla="*/ 28 h 58"/>
              <a:gd name="T26" fmla="*/ 2 w 54"/>
              <a:gd name="T27" fmla="*/ 16 h 58"/>
              <a:gd name="T28" fmla="*/ 6 w 54"/>
              <a:gd name="T29" fmla="*/ 8 h 58"/>
              <a:gd name="T30" fmla="*/ 10 w 54"/>
              <a:gd name="T31" fmla="*/ 4 h 58"/>
              <a:gd name="T32" fmla="*/ 16 w 54"/>
              <a:gd name="T33" fmla="*/ 2 h 58"/>
              <a:gd name="T34" fmla="*/ 16 w 54"/>
              <a:gd name="T35" fmla="*/ 2 h 58"/>
              <a:gd name="T36" fmla="*/ 26 w 54"/>
              <a:gd name="T37" fmla="*/ 0 h 58"/>
              <a:gd name="T38" fmla="*/ 36 w 54"/>
              <a:gd name="T39" fmla="*/ 2 h 58"/>
              <a:gd name="T40" fmla="*/ 44 w 54"/>
              <a:gd name="T41" fmla="*/ 8 h 58"/>
              <a:gd name="T42" fmla="*/ 50 w 54"/>
              <a:gd name="T43" fmla="*/ 18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54" h="58">
                <a:moveTo>
                  <a:pt x="50" y="18"/>
                </a:moveTo>
                <a:lnTo>
                  <a:pt x="50" y="18"/>
                </a:lnTo>
                <a:lnTo>
                  <a:pt x="54" y="30"/>
                </a:lnTo>
                <a:lnTo>
                  <a:pt x="52" y="40"/>
                </a:lnTo>
                <a:lnTo>
                  <a:pt x="46" y="50"/>
                </a:lnTo>
                <a:lnTo>
                  <a:pt x="38" y="56"/>
                </a:lnTo>
                <a:lnTo>
                  <a:pt x="38" y="56"/>
                </a:lnTo>
                <a:lnTo>
                  <a:pt x="28" y="58"/>
                </a:lnTo>
                <a:lnTo>
                  <a:pt x="18" y="56"/>
                </a:lnTo>
                <a:lnTo>
                  <a:pt x="8" y="48"/>
                </a:lnTo>
                <a:lnTo>
                  <a:pt x="2" y="38"/>
                </a:lnTo>
                <a:lnTo>
                  <a:pt x="2" y="38"/>
                </a:lnTo>
                <a:lnTo>
                  <a:pt x="0" y="28"/>
                </a:lnTo>
                <a:lnTo>
                  <a:pt x="2" y="16"/>
                </a:lnTo>
                <a:lnTo>
                  <a:pt x="6" y="8"/>
                </a:lnTo>
                <a:lnTo>
                  <a:pt x="10" y="4"/>
                </a:lnTo>
                <a:lnTo>
                  <a:pt x="16" y="2"/>
                </a:lnTo>
                <a:lnTo>
                  <a:pt x="16" y="2"/>
                </a:lnTo>
                <a:lnTo>
                  <a:pt x="26" y="0"/>
                </a:lnTo>
                <a:lnTo>
                  <a:pt x="36" y="2"/>
                </a:lnTo>
                <a:lnTo>
                  <a:pt x="44" y="8"/>
                </a:lnTo>
                <a:lnTo>
                  <a:pt x="50" y="18"/>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nchor="ctr"/>
          <a:lstStyle/>
          <a:p>
            <a:pPr algn="ctr"/>
            <a:endParaRPr sz="1350">
              <a:latin typeface="微软雅黑" panose="020B0503020204020204" pitchFamily="34" charset="-122"/>
              <a:ea typeface="微软雅黑" panose="020B0503020204020204" pitchFamily="34" charset="-122"/>
            </a:endParaRPr>
          </a:p>
        </p:txBody>
      </p:sp>
      <p:sp>
        <p:nvSpPr>
          <p:cNvPr id="86" name="任意多边形 85"/>
          <p:cNvSpPr/>
          <p:nvPr>
            <p:custDataLst>
              <p:tags r:id="rId60"/>
            </p:custDataLst>
          </p:nvPr>
        </p:nvSpPr>
        <p:spPr bwMode="auto">
          <a:xfrm>
            <a:off x="1518285" y="1997075"/>
            <a:ext cx="74930" cy="118745"/>
          </a:xfrm>
          <a:custGeom>
            <a:avLst/>
            <a:gdLst>
              <a:gd name="T0" fmla="*/ 0 w 98"/>
              <a:gd name="T1" fmla="*/ 62 h 156"/>
              <a:gd name="T2" fmla="*/ 90 w 98"/>
              <a:gd name="T3" fmla="*/ 156 h 156"/>
              <a:gd name="T4" fmla="*/ 90 w 98"/>
              <a:gd name="T5" fmla="*/ 156 h 156"/>
              <a:gd name="T6" fmla="*/ 96 w 98"/>
              <a:gd name="T7" fmla="*/ 106 h 156"/>
              <a:gd name="T8" fmla="*/ 98 w 98"/>
              <a:gd name="T9" fmla="*/ 66 h 156"/>
              <a:gd name="T10" fmla="*/ 98 w 98"/>
              <a:gd name="T11" fmla="*/ 48 h 156"/>
              <a:gd name="T12" fmla="*/ 96 w 98"/>
              <a:gd name="T13" fmla="*/ 36 h 156"/>
              <a:gd name="T14" fmla="*/ 50 w 98"/>
              <a:gd name="T15" fmla="*/ 0 h 156"/>
              <a:gd name="T16" fmla="*/ 0 w 98"/>
              <a:gd name="T17" fmla="*/ 62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8" h="156">
                <a:moveTo>
                  <a:pt x="0" y="62"/>
                </a:moveTo>
                <a:lnTo>
                  <a:pt x="90" y="156"/>
                </a:lnTo>
                <a:lnTo>
                  <a:pt x="90" y="156"/>
                </a:lnTo>
                <a:lnTo>
                  <a:pt x="96" y="106"/>
                </a:lnTo>
                <a:lnTo>
                  <a:pt x="98" y="66"/>
                </a:lnTo>
                <a:lnTo>
                  <a:pt x="98" y="48"/>
                </a:lnTo>
                <a:lnTo>
                  <a:pt x="96" y="36"/>
                </a:lnTo>
                <a:lnTo>
                  <a:pt x="50" y="0"/>
                </a:lnTo>
                <a:lnTo>
                  <a:pt x="0" y="62"/>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350">
              <a:latin typeface="微软雅黑" panose="020B0503020204020204" pitchFamily="34" charset="-122"/>
              <a:ea typeface="微软雅黑" panose="020B0503020204020204" pitchFamily="34" charset="-122"/>
            </a:endParaRPr>
          </a:p>
        </p:txBody>
      </p:sp>
      <p:sp>
        <p:nvSpPr>
          <p:cNvPr id="87" name="任意多边形 86"/>
          <p:cNvSpPr/>
          <p:nvPr>
            <p:custDataLst>
              <p:tags r:id="rId61"/>
            </p:custDataLst>
          </p:nvPr>
        </p:nvSpPr>
        <p:spPr bwMode="auto">
          <a:xfrm>
            <a:off x="1580515" y="2855595"/>
            <a:ext cx="458470" cy="132715"/>
          </a:xfrm>
          <a:custGeom>
            <a:avLst/>
            <a:gdLst>
              <a:gd name="T0" fmla="*/ 0 w 602"/>
              <a:gd name="T1" fmla="*/ 174 h 174"/>
              <a:gd name="T2" fmla="*/ 0 w 602"/>
              <a:gd name="T3" fmla="*/ 174 h 174"/>
              <a:gd name="T4" fmla="*/ 30 w 602"/>
              <a:gd name="T5" fmla="*/ 164 h 174"/>
              <a:gd name="T6" fmla="*/ 110 w 602"/>
              <a:gd name="T7" fmla="*/ 142 h 174"/>
              <a:gd name="T8" fmla="*/ 166 w 602"/>
              <a:gd name="T9" fmla="*/ 128 h 174"/>
              <a:gd name="T10" fmla="*/ 230 w 602"/>
              <a:gd name="T11" fmla="*/ 112 h 174"/>
              <a:gd name="T12" fmla="*/ 300 w 602"/>
              <a:gd name="T13" fmla="*/ 98 h 174"/>
              <a:gd name="T14" fmla="*/ 376 w 602"/>
              <a:gd name="T15" fmla="*/ 86 h 174"/>
              <a:gd name="T16" fmla="*/ 388 w 602"/>
              <a:gd name="T17" fmla="*/ 0 h 174"/>
              <a:gd name="T18" fmla="*/ 388 w 602"/>
              <a:gd name="T19" fmla="*/ 0 h 174"/>
              <a:gd name="T20" fmla="*/ 422 w 602"/>
              <a:gd name="T21" fmla="*/ 82 h 174"/>
              <a:gd name="T22" fmla="*/ 422 w 602"/>
              <a:gd name="T23" fmla="*/ 82 h 174"/>
              <a:gd name="T24" fmla="*/ 498 w 602"/>
              <a:gd name="T25" fmla="*/ 78 h 174"/>
              <a:gd name="T26" fmla="*/ 558 w 602"/>
              <a:gd name="T27" fmla="*/ 78 h 174"/>
              <a:gd name="T28" fmla="*/ 602 w 602"/>
              <a:gd name="T29" fmla="*/ 80 h 174"/>
              <a:gd name="T30" fmla="*/ 602 w 602"/>
              <a:gd name="T31" fmla="*/ 80 h 174"/>
              <a:gd name="T32" fmla="*/ 516 w 602"/>
              <a:gd name="T33" fmla="*/ 88 h 174"/>
              <a:gd name="T34" fmla="*/ 452 w 602"/>
              <a:gd name="T35" fmla="*/ 94 h 174"/>
              <a:gd name="T36" fmla="*/ 414 w 602"/>
              <a:gd name="T37" fmla="*/ 98 h 174"/>
              <a:gd name="T38" fmla="*/ 400 w 602"/>
              <a:gd name="T39" fmla="*/ 64 h 174"/>
              <a:gd name="T40" fmla="*/ 400 w 602"/>
              <a:gd name="T41" fmla="*/ 64 h 174"/>
              <a:gd name="T42" fmla="*/ 394 w 602"/>
              <a:gd name="T43" fmla="*/ 104 h 174"/>
              <a:gd name="T44" fmla="*/ 394 w 602"/>
              <a:gd name="T45" fmla="*/ 104 h 174"/>
              <a:gd name="T46" fmla="*/ 380 w 602"/>
              <a:gd name="T47" fmla="*/ 106 h 174"/>
              <a:gd name="T48" fmla="*/ 342 w 602"/>
              <a:gd name="T49" fmla="*/ 112 h 174"/>
              <a:gd name="T50" fmla="*/ 228 w 602"/>
              <a:gd name="T51" fmla="*/ 126 h 174"/>
              <a:gd name="T52" fmla="*/ 162 w 602"/>
              <a:gd name="T53" fmla="*/ 136 h 174"/>
              <a:gd name="T54" fmla="*/ 98 w 602"/>
              <a:gd name="T55" fmla="*/ 146 h 174"/>
              <a:gd name="T56" fmla="*/ 42 w 602"/>
              <a:gd name="T57" fmla="*/ 160 h 174"/>
              <a:gd name="T58" fmla="*/ 20 w 602"/>
              <a:gd name="T59" fmla="*/ 166 h 174"/>
              <a:gd name="T60" fmla="*/ 0 w 602"/>
              <a:gd name="T61" fmla="*/ 174 h 1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602" h="174">
                <a:moveTo>
                  <a:pt x="0" y="174"/>
                </a:moveTo>
                <a:lnTo>
                  <a:pt x="0" y="174"/>
                </a:lnTo>
                <a:lnTo>
                  <a:pt x="30" y="164"/>
                </a:lnTo>
                <a:lnTo>
                  <a:pt x="110" y="142"/>
                </a:lnTo>
                <a:lnTo>
                  <a:pt x="166" y="128"/>
                </a:lnTo>
                <a:lnTo>
                  <a:pt x="230" y="112"/>
                </a:lnTo>
                <a:lnTo>
                  <a:pt x="300" y="98"/>
                </a:lnTo>
                <a:lnTo>
                  <a:pt x="376" y="86"/>
                </a:lnTo>
                <a:lnTo>
                  <a:pt x="388" y="0"/>
                </a:lnTo>
                <a:lnTo>
                  <a:pt x="388" y="0"/>
                </a:lnTo>
                <a:lnTo>
                  <a:pt x="422" y="82"/>
                </a:lnTo>
                <a:lnTo>
                  <a:pt x="422" y="82"/>
                </a:lnTo>
                <a:lnTo>
                  <a:pt x="498" y="78"/>
                </a:lnTo>
                <a:lnTo>
                  <a:pt x="558" y="78"/>
                </a:lnTo>
                <a:lnTo>
                  <a:pt x="602" y="80"/>
                </a:lnTo>
                <a:lnTo>
                  <a:pt x="602" y="80"/>
                </a:lnTo>
                <a:lnTo>
                  <a:pt x="516" y="88"/>
                </a:lnTo>
                <a:lnTo>
                  <a:pt x="452" y="94"/>
                </a:lnTo>
                <a:lnTo>
                  <a:pt x="414" y="98"/>
                </a:lnTo>
                <a:lnTo>
                  <a:pt x="400" y="64"/>
                </a:lnTo>
                <a:lnTo>
                  <a:pt x="400" y="64"/>
                </a:lnTo>
                <a:lnTo>
                  <a:pt x="394" y="104"/>
                </a:lnTo>
                <a:lnTo>
                  <a:pt x="394" y="104"/>
                </a:lnTo>
                <a:lnTo>
                  <a:pt x="380" y="106"/>
                </a:lnTo>
                <a:lnTo>
                  <a:pt x="342" y="112"/>
                </a:lnTo>
                <a:lnTo>
                  <a:pt x="228" y="126"/>
                </a:lnTo>
                <a:lnTo>
                  <a:pt x="162" y="136"/>
                </a:lnTo>
                <a:lnTo>
                  <a:pt x="98" y="146"/>
                </a:lnTo>
                <a:lnTo>
                  <a:pt x="42" y="160"/>
                </a:lnTo>
                <a:lnTo>
                  <a:pt x="20" y="166"/>
                </a:lnTo>
                <a:lnTo>
                  <a:pt x="0" y="174"/>
                </a:lnTo>
                <a:close/>
              </a:path>
            </a:pathLst>
          </a:custGeom>
          <a:solidFill>
            <a:srgbClr val="24272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350">
              <a:latin typeface="微软雅黑" panose="020B0503020204020204" pitchFamily="34" charset="-122"/>
              <a:ea typeface="微软雅黑" panose="020B0503020204020204" pitchFamily="34" charset="-122"/>
            </a:endParaRPr>
          </a:p>
        </p:txBody>
      </p:sp>
      <p:sp>
        <p:nvSpPr>
          <p:cNvPr id="88" name="任意多边形 87"/>
          <p:cNvSpPr/>
          <p:nvPr>
            <p:custDataLst>
              <p:tags r:id="rId62"/>
            </p:custDataLst>
          </p:nvPr>
        </p:nvSpPr>
        <p:spPr bwMode="auto">
          <a:xfrm>
            <a:off x="1580515" y="2855595"/>
            <a:ext cx="458470" cy="132715"/>
          </a:xfrm>
          <a:custGeom>
            <a:avLst/>
            <a:gdLst>
              <a:gd name="T0" fmla="*/ 0 w 602"/>
              <a:gd name="T1" fmla="*/ 174 h 174"/>
              <a:gd name="T2" fmla="*/ 0 w 602"/>
              <a:gd name="T3" fmla="*/ 174 h 174"/>
              <a:gd name="T4" fmla="*/ 30 w 602"/>
              <a:gd name="T5" fmla="*/ 164 h 174"/>
              <a:gd name="T6" fmla="*/ 110 w 602"/>
              <a:gd name="T7" fmla="*/ 142 h 174"/>
              <a:gd name="T8" fmla="*/ 166 w 602"/>
              <a:gd name="T9" fmla="*/ 128 h 174"/>
              <a:gd name="T10" fmla="*/ 230 w 602"/>
              <a:gd name="T11" fmla="*/ 112 h 174"/>
              <a:gd name="T12" fmla="*/ 300 w 602"/>
              <a:gd name="T13" fmla="*/ 98 h 174"/>
              <a:gd name="T14" fmla="*/ 376 w 602"/>
              <a:gd name="T15" fmla="*/ 86 h 174"/>
              <a:gd name="T16" fmla="*/ 388 w 602"/>
              <a:gd name="T17" fmla="*/ 0 h 174"/>
              <a:gd name="T18" fmla="*/ 388 w 602"/>
              <a:gd name="T19" fmla="*/ 0 h 174"/>
              <a:gd name="T20" fmla="*/ 422 w 602"/>
              <a:gd name="T21" fmla="*/ 82 h 174"/>
              <a:gd name="T22" fmla="*/ 422 w 602"/>
              <a:gd name="T23" fmla="*/ 82 h 174"/>
              <a:gd name="T24" fmla="*/ 498 w 602"/>
              <a:gd name="T25" fmla="*/ 78 h 174"/>
              <a:gd name="T26" fmla="*/ 558 w 602"/>
              <a:gd name="T27" fmla="*/ 78 h 174"/>
              <a:gd name="T28" fmla="*/ 602 w 602"/>
              <a:gd name="T29" fmla="*/ 80 h 174"/>
              <a:gd name="T30" fmla="*/ 602 w 602"/>
              <a:gd name="T31" fmla="*/ 80 h 174"/>
              <a:gd name="T32" fmla="*/ 516 w 602"/>
              <a:gd name="T33" fmla="*/ 88 h 174"/>
              <a:gd name="T34" fmla="*/ 452 w 602"/>
              <a:gd name="T35" fmla="*/ 94 h 174"/>
              <a:gd name="T36" fmla="*/ 414 w 602"/>
              <a:gd name="T37" fmla="*/ 98 h 174"/>
              <a:gd name="T38" fmla="*/ 400 w 602"/>
              <a:gd name="T39" fmla="*/ 64 h 174"/>
              <a:gd name="T40" fmla="*/ 400 w 602"/>
              <a:gd name="T41" fmla="*/ 64 h 174"/>
              <a:gd name="T42" fmla="*/ 394 w 602"/>
              <a:gd name="T43" fmla="*/ 104 h 174"/>
              <a:gd name="T44" fmla="*/ 394 w 602"/>
              <a:gd name="T45" fmla="*/ 104 h 174"/>
              <a:gd name="T46" fmla="*/ 380 w 602"/>
              <a:gd name="T47" fmla="*/ 106 h 174"/>
              <a:gd name="T48" fmla="*/ 342 w 602"/>
              <a:gd name="T49" fmla="*/ 112 h 174"/>
              <a:gd name="T50" fmla="*/ 228 w 602"/>
              <a:gd name="T51" fmla="*/ 126 h 174"/>
              <a:gd name="T52" fmla="*/ 162 w 602"/>
              <a:gd name="T53" fmla="*/ 136 h 174"/>
              <a:gd name="T54" fmla="*/ 98 w 602"/>
              <a:gd name="T55" fmla="*/ 146 h 174"/>
              <a:gd name="T56" fmla="*/ 42 w 602"/>
              <a:gd name="T57" fmla="*/ 160 h 174"/>
              <a:gd name="T58" fmla="*/ 20 w 602"/>
              <a:gd name="T59" fmla="*/ 166 h 174"/>
              <a:gd name="T60" fmla="*/ 0 w 602"/>
              <a:gd name="T61" fmla="*/ 174 h 1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602" h="174">
                <a:moveTo>
                  <a:pt x="0" y="174"/>
                </a:moveTo>
                <a:lnTo>
                  <a:pt x="0" y="174"/>
                </a:lnTo>
                <a:lnTo>
                  <a:pt x="30" y="164"/>
                </a:lnTo>
                <a:lnTo>
                  <a:pt x="110" y="142"/>
                </a:lnTo>
                <a:lnTo>
                  <a:pt x="166" y="128"/>
                </a:lnTo>
                <a:lnTo>
                  <a:pt x="230" y="112"/>
                </a:lnTo>
                <a:lnTo>
                  <a:pt x="300" y="98"/>
                </a:lnTo>
                <a:lnTo>
                  <a:pt x="376" y="86"/>
                </a:lnTo>
                <a:lnTo>
                  <a:pt x="388" y="0"/>
                </a:lnTo>
                <a:lnTo>
                  <a:pt x="388" y="0"/>
                </a:lnTo>
                <a:lnTo>
                  <a:pt x="422" y="82"/>
                </a:lnTo>
                <a:lnTo>
                  <a:pt x="422" y="82"/>
                </a:lnTo>
                <a:lnTo>
                  <a:pt x="498" y="78"/>
                </a:lnTo>
                <a:lnTo>
                  <a:pt x="558" y="78"/>
                </a:lnTo>
                <a:lnTo>
                  <a:pt x="602" y="80"/>
                </a:lnTo>
                <a:lnTo>
                  <a:pt x="602" y="80"/>
                </a:lnTo>
                <a:lnTo>
                  <a:pt x="516" y="88"/>
                </a:lnTo>
                <a:lnTo>
                  <a:pt x="452" y="94"/>
                </a:lnTo>
                <a:lnTo>
                  <a:pt x="414" y="98"/>
                </a:lnTo>
                <a:lnTo>
                  <a:pt x="400" y="64"/>
                </a:lnTo>
                <a:lnTo>
                  <a:pt x="400" y="64"/>
                </a:lnTo>
                <a:lnTo>
                  <a:pt x="394" y="104"/>
                </a:lnTo>
                <a:lnTo>
                  <a:pt x="394" y="104"/>
                </a:lnTo>
                <a:lnTo>
                  <a:pt x="380" y="106"/>
                </a:lnTo>
                <a:lnTo>
                  <a:pt x="342" y="112"/>
                </a:lnTo>
                <a:lnTo>
                  <a:pt x="228" y="126"/>
                </a:lnTo>
                <a:lnTo>
                  <a:pt x="162" y="136"/>
                </a:lnTo>
                <a:lnTo>
                  <a:pt x="98" y="146"/>
                </a:lnTo>
                <a:lnTo>
                  <a:pt x="42" y="160"/>
                </a:lnTo>
                <a:lnTo>
                  <a:pt x="20" y="166"/>
                </a:lnTo>
                <a:lnTo>
                  <a:pt x="0" y="174"/>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nchor="ctr"/>
          <a:lstStyle/>
          <a:p>
            <a:pPr algn="ctr"/>
            <a:endParaRPr sz="1350">
              <a:latin typeface="微软雅黑" panose="020B0503020204020204" pitchFamily="34" charset="-122"/>
              <a:ea typeface="微软雅黑" panose="020B0503020204020204" pitchFamily="34" charset="-122"/>
            </a:endParaRPr>
          </a:p>
        </p:txBody>
      </p:sp>
      <p:sp>
        <p:nvSpPr>
          <p:cNvPr id="89" name="任意多边形 88"/>
          <p:cNvSpPr/>
          <p:nvPr>
            <p:custDataLst>
              <p:tags r:id="rId63"/>
            </p:custDataLst>
          </p:nvPr>
        </p:nvSpPr>
        <p:spPr bwMode="auto">
          <a:xfrm>
            <a:off x="895985" y="2094865"/>
            <a:ext cx="463550" cy="716280"/>
          </a:xfrm>
          <a:custGeom>
            <a:avLst/>
            <a:gdLst>
              <a:gd name="T0" fmla="*/ 408 w 608"/>
              <a:gd name="T1" fmla="*/ 4 h 940"/>
              <a:gd name="T2" fmla="*/ 290 w 608"/>
              <a:gd name="T3" fmla="*/ 160 h 940"/>
              <a:gd name="T4" fmla="*/ 186 w 608"/>
              <a:gd name="T5" fmla="*/ 314 h 940"/>
              <a:gd name="T6" fmla="*/ 116 w 608"/>
              <a:gd name="T7" fmla="*/ 426 h 940"/>
              <a:gd name="T8" fmla="*/ 58 w 608"/>
              <a:gd name="T9" fmla="*/ 538 h 940"/>
              <a:gd name="T10" fmla="*/ 16 w 608"/>
              <a:gd name="T11" fmla="*/ 638 h 940"/>
              <a:gd name="T12" fmla="*/ 6 w 608"/>
              <a:gd name="T13" fmla="*/ 682 h 940"/>
              <a:gd name="T14" fmla="*/ 0 w 608"/>
              <a:gd name="T15" fmla="*/ 722 h 940"/>
              <a:gd name="T16" fmla="*/ 0 w 608"/>
              <a:gd name="T17" fmla="*/ 776 h 940"/>
              <a:gd name="T18" fmla="*/ 6 w 608"/>
              <a:gd name="T19" fmla="*/ 810 h 940"/>
              <a:gd name="T20" fmla="*/ 18 w 608"/>
              <a:gd name="T21" fmla="*/ 840 h 940"/>
              <a:gd name="T22" fmla="*/ 32 w 608"/>
              <a:gd name="T23" fmla="*/ 866 h 940"/>
              <a:gd name="T24" fmla="*/ 54 w 608"/>
              <a:gd name="T25" fmla="*/ 888 h 940"/>
              <a:gd name="T26" fmla="*/ 80 w 608"/>
              <a:gd name="T27" fmla="*/ 908 h 940"/>
              <a:gd name="T28" fmla="*/ 112 w 608"/>
              <a:gd name="T29" fmla="*/ 922 h 940"/>
              <a:gd name="T30" fmla="*/ 148 w 608"/>
              <a:gd name="T31" fmla="*/ 932 h 940"/>
              <a:gd name="T32" fmla="*/ 192 w 608"/>
              <a:gd name="T33" fmla="*/ 938 h 940"/>
              <a:gd name="T34" fmla="*/ 242 w 608"/>
              <a:gd name="T35" fmla="*/ 940 h 940"/>
              <a:gd name="T36" fmla="*/ 328 w 608"/>
              <a:gd name="T37" fmla="*/ 932 h 940"/>
              <a:gd name="T38" fmla="*/ 466 w 608"/>
              <a:gd name="T39" fmla="*/ 904 h 940"/>
              <a:gd name="T40" fmla="*/ 544 w 608"/>
              <a:gd name="T41" fmla="*/ 882 h 940"/>
              <a:gd name="T42" fmla="*/ 578 w 608"/>
              <a:gd name="T43" fmla="*/ 832 h 940"/>
              <a:gd name="T44" fmla="*/ 600 w 608"/>
              <a:gd name="T45" fmla="*/ 786 h 940"/>
              <a:gd name="T46" fmla="*/ 608 w 608"/>
              <a:gd name="T47" fmla="*/ 752 h 940"/>
              <a:gd name="T48" fmla="*/ 606 w 608"/>
              <a:gd name="T49" fmla="*/ 720 h 940"/>
              <a:gd name="T50" fmla="*/ 592 w 608"/>
              <a:gd name="T51" fmla="*/ 692 h 940"/>
              <a:gd name="T52" fmla="*/ 578 w 608"/>
              <a:gd name="T53" fmla="*/ 682 h 940"/>
              <a:gd name="T54" fmla="*/ 528 w 608"/>
              <a:gd name="T55" fmla="*/ 708 h 940"/>
              <a:gd name="T56" fmla="*/ 448 w 608"/>
              <a:gd name="T57" fmla="*/ 746 h 940"/>
              <a:gd name="T58" fmla="*/ 384 w 608"/>
              <a:gd name="T59" fmla="*/ 766 h 940"/>
              <a:gd name="T60" fmla="*/ 318 w 608"/>
              <a:gd name="T61" fmla="*/ 780 h 940"/>
              <a:gd name="T62" fmla="*/ 274 w 608"/>
              <a:gd name="T63" fmla="*/ 780 h 940"/>
              <a:gd name="T64" fmla="*/ 248 w 608"/>
              <a:gd name="T65" fmla="*/ 772 h 940"/>
              <a:gd name="T66" fmla="*/ 224 w 608"/>
              <a:gd name="T67" fmla="*/ 760 h 940"/>
              <a:gd name="T68" fmla="*/ 204 w 608"/>
              <a:gd name="T69" fmla="*/ 742 h 940"/>
              <a:gd name="T70" fmla="*/ 198 w 608"/>
              <a:gd name="T71" fmla="*/ 730 h 940"/>
              <a:gd name="T72" fmla="*/ 186 w 608"/>
              <a:gd name="T73" fmla="*/ 704 h 940"/>
              <a:gd name="T74" fmla="*/ 182 w 608"/>
              <a:gd name="T75" fmla="*/ 678 h 940"/>
              <a:gd name="T76" fmla="*/ 184 w 608"/>
              <a:gd name="T77" fmla="*/ 648 h 940"/>
              <a:gd name="T78" fmla="*/ 200 w 608"/>
              <a:gd name="T79" fmla="*/ 588 h 940"/>
              <a:gd name="T80" fmla="*/ 236 w 608"/>
              <a:gd name="T81" fmla="*/ 522 h 940"/>
              <a:gd name="T82" fmla="*/ 282 w 608"/>
              <a:gd name="T83" fmla="*/ 452 h 940"/>
              <a:gd name="T84" fmla="*/ 366 w 608"/>
              <a:gd name="T85" fmla="*/ 338 h 940"/>
              <a:gd name="T86" fmla="*/ 452 w 608"/>
              <a:gd name="T87" fmla="*/ 218 h 940"/>
              <a:gd name="T88" fmla="*/ 480 w 608"/>
              <a:gd name="T89" fmla="*/ 178 h 940"/>
              <a:gd name="T90" fmla="*/ 490 w 608"/>
              <a:gd name="T91" fmla="*/ 146 h 940"/>
              <a:gd name="T92" fmla="*/ 500 w 608"/>
              <a:gd name="T93" fmla="*/ 96 h 940"/>
              <a:gd name="T94" fmla="*/ 500 w 608"/>
              <a:gd name="T95" fmla="*/ 60 h 940"/>
              <a:gd name="T96" fmla="*/ 490 w 608"/>
              <a:gd name="T97" fmla="*/ 30 h 940"/>
              <a:gd name="T98" fmla="*/ 476 w 608"/>
              <a:gd name="T99" fmla="*/ 12 h 940"/>
              <a:gd name="T100" fmla="*/ 462 w 608"/>
              <a:gd name="T101" fmla="*/ 4 h 940"/>
              <a:gd name="T102" fmla="*/ 444 w 608"/>
              <a:gd name="T103" fmla="*/ 0 h 940"/>
              <a:gd name="T104" fmla="*/ 408 w 608"/>
              <a:gd name="T105" fmla="*/ 4 h 9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608" h="940">
                <a:moveTo>
                  <a:pt x="408" y="4"/>
                </a:moveTo>
                <a:lnTo>
                  <a:pt x="408" y="4"/>
                </a:lnTo>
                <a:lnTo>
                  <a:pt x="350" y="80"/>
                </a:lnTo>
                <a:lnTo>
                  <a:pt x="290" y="160"/>
                </a:lnTo>
                <a:lnTo>
                  <a:pt x="222" y="260"/>
                </a:lnTo>
                <a:lnTo>
                  <a:pt x="186" y="314"/>
                </a:lnTo>
                <a:lnTo>
                  <a:pt x="150" y="370"/>
                </a:lnTo>
                <a:lnTo>
                  <a:pt x="116" y="426"/>
                </a:lnTo>
                <a:lnTo>
                  <a:pt x="84" y="482"/>
                </a:lnTo>
                <a:lnTo>
                  <a:pt x="58" y="538"/>
                </a:lnTo>
                <a:lnTo>
                  <a:pt x="34" y="590"/>
                </a:lnTo>
                <a:lnTo>
                  <a:pt x="16" y="638"/>
                </a:lnTo>
                <a:lnTo>
                  <a:pt x="10" y="660"/>
                </a:lnTo>
                <a:lnTo>
                  <a:pt x="6" y="682"/>
                </a:lnTo>
                <a:lnTo>
                  <a:pt x="6" y="682"/>
                </a:lnTo>
                <a:lnTo>
                  <a:pt x="0" y="722"/>
                </a:lnTo>
                <a:lnTo>
                  <a:pt x="0" y="758"/>
                </a:lnTo>
                <a:lnTo>
                  <a:pt x="0" y="776"/>
                </a:lnTo>
                <a:lnTo>
                  <a:pt x="2" y="794"/>
                </a:lnTo>
                <a:lnTo>
                  <a:pt x="6" y="810"/>
                </a:lnTo>
                <a:lnTo>
                  <a:pt x="12" y="824"/>
                </a:lnTo>
                <a:lnTo>
                  <a:pt x="18" y="840"/>
                </a:lnTo>
                <a:lnTo>
                  <a:pt x="24" y="852"/>
                </a:lnTo>
                <a:lnTo>
                  <a:pt x="32" y="866"/>
                </a:lnTo>
                <a:lnTo>
                  <a:pt x="42" y="878"/>
                </a:lnTo>
                <a:lnTo>
                  <a:pt x="54" y="888"/>
                </a:lnTo>
                <a:lnTo>
                  <a:pt x="66" y="898"/>
                </a:lnTo>
                <a:lnTo>
                  <a:pt x="80" y="908"/>
                </a:lnTo>
                <a:lnTo>
                  <a:pt x="94" y="916"/>
                </a:lnTo>
                <a:lnTo>
                  <a:pt x="112" y="922"/>
                </a:lnTo>
                <a:lnTo>
                  <a:pt x="130" y="928"/>
                </a:lnTo>
                <a:lnTo>
                  <a:pt x="148" y="932"/>
                </a:lnTo>
                <a:lnTo>
                  <a:pt x="170" y="936"/>
                </a:lnTo>
                <a:lnTo>
                  <a:pt x="192" y="938"/>
                </a:lnTo>
                <a:lnTo>
                  <a:pt x="216" y="940"/>
                </a:lnTo>
                <a:lnTo>
                  <a:pt x="242" y="940"/>
                </a:lnTo>
                <a:lnTo>
                  <a:pt x="268" y="938"/>
                </a:lnTo>
                <a:lnTo>
                  <a:pt x="328" y="932"/>
                </a:lnTo>
                <a:lnTo>
                  <a:pt x="392" y="920"/>
                </a:lnTo>
                <a:lnTo>
                  <a:pt x="466" y="904"/>
                </a:lnTo>
                <a:lnTo>
                  <a:pt x="544" y="882"/>
                </a:lnTo>
                <a:lnTo>
                  <a:pt x="544" y="882"/>
                </a:lnTo>
                <a:lnTo>
                  <a:pt x="562" y="858"/>
                </a:lnTo>
                <a:lnTo>
                  <a:pt x="578" y="832"/>
                </a:lnTo>
                <a:lnTo>
                  <a:pt x="594" y="802"/>
                </a:lnTo>
                <a:lnTo>
                  <a:pt x="600" y="786"/>
                </a:lnTo>
                <a:lnTo>
                  <a:pt x="604" y="768"/>
                </a:lnTo>
                <a:lnTo>
                  <a:pt x="608" y="752"/>
                </a:lnTo>
                <a:lnTo>
                  <a:pt x="608" y="736"/>
                </a:lnTo>
                <a:lnTo>
                  <a:pt x="606" y="720"/>
                </a:lnTo>
                <a:lnTo>
                  <a:pt x="600" y="706"/>
                </a:lnTo>
                <a:lnTo>
                  <a:pt x="592" y="692"/>
                </a:lnTo>
                <a:lnTo>
                  <a:pt x="578" y="682"/>
                </a:lnTo>
                <a:lnTo>
                  <a:pt x="578" y="682"/>
                </a:lnTo>
                <a:lnTo>
                  <a:pt x="564" y="688"/>
                </a:lnTo>
                <a:lnTo>
                  <a:pt x="528" y="708"/>
                </a:lnTo>
                <a:lnTo>
                  <a:pt x="478" y="732"/>
                </a:lnTo>
                <a:lnTo>
                  <a:pt x="448" y="746"/>
                </a:lnTo>
                <a:lnTo>
                  <a:pt x="416" y="756"/>
                </a:lnTo>
                <a:lnTo>
                  <a:pt x="384" y="766"/>
                </a:lnTo>
                <a:lnTo>
                  <a:pt x="350" y="774"/>
                </a:lnTo>
                <a:lnTo>
                  <a:pt x="318" y="780"/>
                </a:lnTo>
                <a:lnTo>
                  <a:pt x="288" y="780"/>
                </a:lnTo>
                <a:lnTo>
                  <a:pt x="274" y="780"/>
                </a:lnTo>
                <a:lnTo>
                  <a:pt x="260" y="776"/>
                </a:lnTo>
                <a:lnTo>
                  <a:pt x="248" y="772"/>
                </a:lnTo>
                <a:lnTo>
                  <a:pt x="236" y="768"/>
                </a:lnTo>
                <a:lnTo>
                  <a:pt x="224" y="760"/>
                </a:lnTo>
                <a:lnTo>
                  <a:pt x="214" y="752"/>
                </a:lnTo>
                <a:lnTo>
                  <a:pt x="204" y="742"/>
                </a:lnTo>
                <a:lnTo>
                  <a:pt x="198" y="730"/>
                </a:lnTo>
                <a:lnTo>
                  <a:pt x="198" y="730"/>
                </a:lnTo>
                <a:lnTo>
                  <a:pt x="190" y="718"/>
                </a:lnTo>
                <a:lnTo>
                  <a:pt x="186" y="704"/>
                </a:lnTo>
                <a:lnTo>
                  <a:pt x="184" y="692"/>
                </a:lnTo>
                <a:lnTo>
                  <a:pt x="182" y="678"/>
                </a:lnTo>
                <a:lnTo>
                  <a:pt x="182" y="664"/>
                </a:lnTo>
                <a:lnTo>
                  <a:pt x="184" y="648"/>
                </a:lnTo>
                <a:lnTo>
                  <a:pt x="190" y="618"/>
                </a:lnTo>
                <a:lnTo>
                  <a:pt x="200" y="588"/>
                </a:lnTo>
                <a:lnTo>
                  <a:pt x="216" y="556"/>
                </a:lnTo>
                <a:lnTo>
                  <a:pt x="236" y="522"/>
                </a:lnTo>
                <a:lnTo>
                  <a:pt x="258" y="486"/>
                </a:lnTo>
                <a:lnTo>
                  <a:pt x="282" y="452"/>
                </a:lnTo>
                <a:lnTo>
                  <a:pt x="308" y="414"/>
                </a:lnTo>
                <a:lnTo>
                  <a:pt x="366" y="338"/>
                </a:lnTo>
                <a:lnTo>
                  <a:pt x="424" y="260"/>
                </a:lnTo>
                <a:lnTo>
                  <a:pt x="452" y="218"/>
                </a:lnTo>
                <a:lnTo>
                  <a:pt x="480" y="178"/>
                </a:lnTo>
                <a:lnTo>
                  <a:pt x="480" y="178"/>
                </a:lnTo>
                <a:lnTo>
                  <a:pt x="484" y="168"/>
                </a:lnTo>
                <a:lnTo>
                  <a:pt x="490" y="146"/>
                </a:lnTo>
                <a:lnTo>
                  <a:pt x="498" y="114"/>
                </a:lnTo>
                <a:lnTo>
                  <a:pt x="500" y="96"/>
                </a:lnTo>
                <a:lnTo>
                  <a:pt x="500" y="78"/>
                </a:lnTo>
                <a:lnTo>
                  <a:pt x="500" y="60"/>
                </a:lnTo>
                <a:lnTo>
                  <a:pt x="496" y="44"/>
                </a:lnTo>
                <a:lnTo>
                  <a:pt x="490" y="30"/>
                </a:lnTo>
                <a:lnTo>
                  <a:pt x="482" y="18"/>
                </a:lnTo>
                <a:lnTo>
                  <a:pt x="476" y="12"/>
                </a:lnTo>
                <a:lnTo>
                  <a:pt x="470" y="8"/>
                </a:lnTo>
                <a:lnTo>
                  <a:pt x="462" y="4"/>
                </a:lnTo>
                <a:lnTo>
                  <a:pt x="454" y="2"/>
                </a:lnTo>
                <a:lnTo>
                  <a:pt x="444" y="0"/>
                </a:lnTo>
                <a:lnTo>
                  <a:pt x="434" y="0"/>
                </a:lnTo>
                <a:lnTo>
                  <a:pt x="408" y="4"/>
                </a:lnTo>
                <a:close/>
              </a:path>
            </a:pathLst>
          </a:custGeom>
          <a:solidFill>
            <a:srgbClr val="474C4D"/>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350">
              <a:latin typeface="微软雅黑" panose="020B0503020204020204" pitchFamily="34" charset="-122"/>
              <a:ea typeface="微软雅黑" panose="020B0503020204020204" pitchFamily="34" charset="-122"/>
            </a:endParaRPr>
          </a:p>
        </p:txBody>
      </p:sp>
      <p:sp>
        <p:nvSpPr>
          <p:cNvPr id="90" name="任意多边形 89"/>
          <p:cNvSpPr/>
          <p:nvPr>
            <p:custDataLst>
              <p:tags r:id="rId64"/>
            </p:custDataLst>
          </p:nvPr>
        </p:nvSpPr>
        <p:spPr bwMode="auto">
          <a:xfrm>
            <a:off x="895985" y="2094865"/>
            <a:ext cx="463550" cy="716280"/>
          </a:xfrm>
          <a:custGeom>
            <a:avLst/>
            <a:gdLst>
              <a:gd name="T0" fmla="*/ 408 w 608"/>
              <a:gd name="T1" fmla="*/ 4 h 940"/>
              <a:gd name="T2" fmla="*/ 290 w 608"/>
              <a:gd name="T3" fmla="*/ 160 h 940"/>
              <a:gd name="T4" fmla="*/ 186 w 608"/>
              <a:gd name="T5" fmla="*/ 314 h 940"/>
              <a:gd name="T6" fmla="*/ 116 w 608"/>
              <a:gd name="T7" fmla="*/ 426 h 940"/>
              <a:gd name="T8" fmla="*/ 58 w 608"/>
              <a:gd name="T9" fmla="*/ 538 h 940"/>
              <a:gd name="T10" fmla="*/ 16 w 608"/>
              <a:gd name="T11" fmla="*/ 638 h 940"/>
              <a:gd name="T12" fmla="*/ 6 w 608"/>
              <a:gd name="T13" fmla="*/ 682 h 940"/>
              <a:gd name="T14" fmla="*/ 0 w 608"/>
              <a:gd name="T15" fmla="*/ 722 h 940"/>
              <a:gd name="T16" fmla="*/ 0 w 608"/>
              <a:gd name="T17" fmla="*/ 776 h 940"/>
              <a:gd name="T18" fmla="*/ 6 w 608"/>
              <a:gd name="T19" fmla="*/ 810 h 940"/>
              <a:gd name="T20" fmla="*/ 18 w 608"/>
              <a:gd name="T21" fmla="*/ 840 h 940"/>
              <a:gd name="T22" fmla="*/ 32 w 608"/>
              <a:gd name="T23" fmla="*/ 866 h 940"/>
              <a:gd name="T24" fmla="*/ 54 w 608"/>
              <a:gd name="T25" fmla="*/ 888 h 940"/>
              <a:gd name="T26" fmla="*/ 80 w 608"/>
              <a:gd name="T27" fmla="*/ 908 h 940"/>
              <a:gd name="T28" fmla="*/ 112 w 608"/>
              <a:gd name="T29" fmla="*/ 922 h 940"/>
              <a:gd name="T30" fmla="*/ 148 w 608"/>
              <a:gd name="T31" fmla="*/ 932 h 940"/>
              <a:gd name="T32" fmla="*/ 192 w 608"/>
              <a:gd name="T33" fmla="*/ 938 h 940"/>
              <a:gd name="T34" fmla="*/ 242 w 608"/>
              <a:gd name="T35" fmla="*/ 940 h 940"/>
              <a:gd name="T36" fmla="*/ 328 w 608"/>
              <a:gd name="T37" fmla="*/ 932 h 940"/>
              <a:gd name="T38" fmla="*/ 466 w 608"/>
              <a:gd name="T39" fmla="*/ 904 h 940"/>
              <a:gd name="T40" fmla="*/ 544 w 608"/>
              <a:gd name="T41" fmla="*/ 882 h 940"/>
              <a:gd name="T42" fmla="*/ 578 w 608"/>
              <a:gd name="T43" fmla="*/ 832 h 940"/>
              <a:gd name="T44" fmla="*/ 600 w 608"/>
              <a:gd name="T45" fmla="*/ 786 h 940"/>
              <a:gd name="T46" fmla="*/ 608 w 608"/>
              <a:gd name="T47" fmla="*/ 752 h 940"/>
              <a:gd name="T48" fmla="*/ 606 w 608"/>
              <a:gd name="T49" fmla="*/ 720 h 940"/>
              <a:gd name="T50" fmla="*/ 592 w 608"/>
              <a:gd name="T51" fmla="*/ 692 h 940"/>
              <a:gd name="T52" fmla="*/ 578 w 608"/>
              <a:gd name="T53" fmla="*/ 682 h 940"/>
              <a:gd name="T54" fmla="*/ 528 w 608"/>
              <a:gd name="T55" fmla="*/ 708 h 940"/>
              <a:gd name="T56" fmla="*/ 448 w 608"/>
              <a:gd name="T57" fmla="*/ 746 h 940"/>
              <a:gd name="T58" fmla="*/ 384 w 608"/>
              <a:gd name="T59" fmla="*/ 766 h 940"/>
              <a:gd name="T60" fmla="*/ 318 w 608"/>
              <a:gd name="T61" fmla="*/ 780 h 940"/>
              <a:gd name="T62" fmla="*/ 274 w 608"/>
              <a:gd name="T63" fmla="*/ 780 h 940"/>
              <a:gd name="T64" fmla="*/ 248 w 608"/>
              <a:gd name="T65" fmla="*/ 772 h 940"/>
              <a:gd name="T66" fmla="*/ 224 w 608"/>
              <a:gd name="T67" fmla="*/ 760 h 940"/>
              <a:gd name="T68" fmla="*/ 204 w 608"/>
              <a:gd name="T69" fmla="*/ 742 h 940"/>
              <a:gd name="T70" fmla="*/ 198 w 608"/>
              <a:gd name="T71" fmla="*/ 730 h 940"/>
              <a:gd name="T72" fmla="*/ 186 w 608"/>
              <a:gd name="T73" fmla="*/ 704 h 940"/>
              <a:gd name="T74" fmla="*/ 182 w 608"/>
              <a:gd name="T75" fmla="*/ 678 h 940"/>
              <a:gd name="T76" fmla="*/ 184 w 608"/>
              <a:gd name="T77" fmla="*/ 648 h 940"/>
              <a:gd name="T78" fmla="*/ 200 w 608"/>
              <a:gd name="T79" fmla="*/ 588 h 940"/>
              <a:gd name="T80" fmla="*/ 236 w 608"/>
              <a:gd name="T81" fmla="*/ 522 h 940"/>
              <a:gd name="T82" fmla="*/ 282 w 608"/>
              <a:gd name="T83" fmla="*/ 452 h 940"/>
              <a:gd name="T84" fmla="*/ 366 w 608"/>
              <a:gd name="T85" fmla="*/ 338 h 940"/>
              <a:gd name="T86" fmla="*/ 452 w 608"/>
              <a:gd name="T87" fmla="*/ 218 h 940"/>
              <a:gd name="T88" fmla="*/ 480 w 608"/>
              <a:gd name="T89" fmla="*/ 178 h 940"/>
              <a:gd name="T90" fmla="*/ 490 w 608"/>
              <a:gd name="T91" fmla="*/ 146 h 940"/>
              <a:gd name="T92" fmla="*/ 500 w 608"/>
              <a:gd name="T93" fmla="*/ 96 h 940"/>
              <a:gd name="T94" fmla="*/ 500 w 608"/>
              <a:gd name="T95" fmla="*/ 60 h 940"/>
              <a:gd name="T96" fmla="*/ 490 w 608"/>
              <a:gd name="T97" fmla="*/ 30 h 940"/>
              <a:gd name="T98" fmla="*/ 476 w 608"/>
              <a:gd name="T99" fmla="*/ 12 h 940"/>
              <a:gd name="T100" fmla="*/ 462 w 608"/>
              <a:gd name="T101" fmla="*/ 4 h 940"/>
              <a:gd name="T102" fmla="*/ 444 w 608"/>
              <a:gd name="T103" fmla="*/ 0 h 940"/>
              <a:gd name="T104" fmla="*/ 408 w 608"/>
              <a:gd name="T105" fmla="*/ 4 h 9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608" h="940">
                <a:moveTo>
                  <a:pt x="408" y="4"/>
                </a:moveTo>
                <a:lnTo>
                  <a:pt x="408" y="4"/>
                </a:lnTo>
                <a:lnTo>
                  <a:pt x="350" y="80"/>
                </a:lnTo>
                <a:lnTo>
                  <a:pt x="290" y="160"/>
                </a:lnTo>
                <a:lnTo>
                  <a:pt x="222" y="260"/>
                </a:lnTo>
                <a:lnTo>
                  <a:pt x="186" y="314"/>
                </a:lnTo>
                <a:lnTo>
                  <a:pt x="150" y="370"/>
                </a:lnTo>
                <a:lnTo>
                  <a:pt x="116" y="426"/>
                </a:lnTo>
                <a:lnTo>
                  <a:pt x="84" y="482"/>
                </a:lnTo>
                <a:lnTo>
                  <a:pt x="58" y="538"/>
                </a:lnTo>
                <a:lnTo>
                  <a:pt x="34" y="590"/>
                </a:lnTo>
                <a:lnTo>
                  <a:pt x="16" y="638"/>
                </a:lnTo>
                <a:lnTo>
                  <a:pt x="10" y="660"/>
                </a:lnTo>
                <a:lnTo>
                  <a:pt x="6" y="682"/>
                </a:lnTo>
                <a:lnTo>
                  <a:pt x="6" y="682"/>
                </a:lnTo>
                <a:lnTo>
                  <a:pt x="0" y="722"/>
                </a:lnTo>
                <a:lnTo>
                  <a:pt x="0" y="758"/>
                </a:lnTo>
                <a:lnTo>
                  <a:pt x="0" y="776"/>
                </a:lnTo>
                <a:lnTo>
                  <a:pt x="2" y="794"/>
                </a:lnTo>
                <a:lnTo>
                  <a:pt x="6" y="810"/>
                </a:lnTo>
                <a:lnTo>
                  <a:pt x="12" y="824"/>
                </a:lnTo>
                <a:lnTo>
                  <a:pt x="18" y="840"/>
                </a:lnTo>
                <a:lnTo>
                  <a:pt x="24" y="852"/>
                </a:lnTo>
                <a:lnTo>
                  <a:pt x="32" y="866"/>
                </a:lnTo>
                <a:lnTo>
                  <a:pt x="42" y="878"/>
                </a:lnTo>
                <a:lnTo>
                  <a:pt x="54" y="888"/>
                </a:lnTo>
                <a:lnTo>
                  <a:pt x="66" y="898"/>
                </a:lnTo>
                <a:lnTo>
                  <a:pt x="80" y="908"/>
                </a:lnTo>
                <a:lnTo>
                  <a:pt x="94" y="916"/>
                </a:lnTo>
                <a:lnTo>
                  <a:pt x="112" y="922"/>
                </a:lnTo>
                <a:lnTo>
                  <a:pt x="130" y="928"/>
                </a:lnTo>
                <a:lnTo>
                  <a:pt x="148" y="932"/>
                </a:lnTo>
                <a:lnTo>
                  <a:pt x="170" y="936"/>
                </a:lnTo>
                <a:lnTo>
                  <a:pt x="192" y="938"/>
                </a:lnTo>
                <a:lnTo>
                  <a:pt x="216" y="940"/>
                </a:lnTo>
                <a:lnTo>
                  <a:pt x="242" y="940"/>
                </a:lnTo>
                <a:lnTo>
                  <a:pt x="268" y="938"/>
                </a:lnTo>
                <a:lnTo>
                  <a:pt x="328" y="932"/>
                </a:lnTo>
                <a:lnTo>
                  <a:pt x="392" y="920"/>
                </a:lnTo>
                <a:lnTo>
                  <a:pt x="466" y="904"/>
                </a:lnTo>
                <a:lnTo>
                  <a:pt x="544" y="882"/>
                </a:lnTo>
                <a:lnTo>
                  <a:pt x="544" y="882"/>
                </a:lnTo>
                <a:lnTo>
                  <a:pt x="562" y="858"/>
                </a:lnTo>
                <a:lnTo>
                  <a:pt x="578" y="832"/>
                </a:lnTo>
                <a:lnTo>
                  <a:pt x="594" y="802"/>
                </a:lnTo>
                <a:lnTo>
                  <a:pt x="600" y="786"/>
                </a:lnTo>
                <a:lnTo>
                  <a:pt x="604" y="768"/>
                </a:lnTo>
                <a:lnTo>
                  <a:pt x="608" y="752"/>
                </a:lnTo>
                <a:lnTo>
                  <a:pt x="608" y="736"/>
                </a:lnTo>
                <a:lnTo>
                  <a:pt x="606" y="720"/>
                </a:lnTo>
                <a:lnTo>
                  <a:pt x="600" y="706"/>
                </a:lnTo>
                <a:lnTo>
                  <a:pt x="592" y="692"/>
                </a:lnTo>
                <a:lnTo>
                  <a:pt x="578" y="682"/>
                </a:lnTo>
                <a:lnTo>
                  <a:pt x="578" y="682"/>
                </a:lnTo>
                <a:lnTo>
                  <a:pt x="564" y="688"/>
                </a:lnTo>
                <a:lnTo>
                  <a:pt x="528" y="708"/>
                </a:lnTo>
                <a:lnTo>
                  <a:pt x="478" y="732"/>
                </a:lnTo>
                <a:lnTo>
                  <a:pt x="448" y="746"/>
                </a:lnTo>
                <a:lnTo>
                  <a:pt x="416" y="756"/>
                </a:lnTo>
                <a:lnTo>
                  <a:pt x="384" y="766"/>
                </a:lnTo>
                <a:lnTo>
                  <a:pt x="350" y="774"/>
                </a:lnTo>
                <a:lnTo>
                  <a:pt x="318" y="780"/>
                </a:lnTo>
                <a:lnTo>
                  <a:pt x="288" y="780"/>
                </a:lnTo>
                <a:lnTo>
                  <a:pt x="274" y="780"/>
                </a:lnTo>
                <a:lnTo>
                  <a:pt x="260" y="776"/>
                </a:lnTo>
                <a:lnTo>
                  <a:pt x="248" y="772"/>
                </a:lnTo>
                <a:lnTo>
                  <a:pt x="236" y="768"/>
                </a:lnTo>
                <a:lnTo>
                  <a:pt x="224" y="760"/>
                </a:lnTo>
                <a:lnTo>
                  <a:pt x="214" y="752"/>
                </a:lnTo>
                <a:lnTo>
                  <a:pt x="204" y="742"/>
                </a:lnTo>
                <a:lnTo>
                  <a:pt x="198" y="730"/>
                </a:lnTo>
                <a:lnTo>
                  <a:pt x="198" y="730"/>
                </a:lnTo>
                <a:lnTo>
                  <a:pt x="190" y="718"/>
                </a:lnTo>
                <a:lnTo>
                  <a:pt x="186" y="704"/>
                </a:lnTo>
                <a:lnTo>
                  <a:pt x="184" y="692"/>
                </a:lnTo>
                <a:lnTo>
                  <a:pt x="182" y="678"/>
                </a:lnTo>
                <a:lnTo>
                  <a:pt x="182" y="664"/>
                </a:lnTo>
                <a:lnTo>
                  <a:pt x="184" y="648"/>
                </a:lnTo>
                <a:lnTo>
                  <a:pt x="190" y="618"/>
                </a:lnTo>
                <a:lnTo>
                  <a:pt x="200" y="588"/>
                </a:lnTo>
                <a:lnTo>
                  <a:pt x="216" y="556"/>
                </a:lnTo>
                <a:lnTo>
                  <a:pt x="236" y="522"/>
                </a:lnTo>
                <a:lnTo>
                  <a:pt x="258" y="486"/>
                </a:lnTo>
                <a:lnTo>
                  <a:pt x="282" y="452"/>
                </a:lnTo>
                <a:lnTo>
                  <a:pt x="308" y="414"/>
                </a:lnTo>
                <a:lnTo>
                  <a:pt x="366" y="338"/>
                </a:lnTo>
                <a:lnTo>
                  <a:pt x="424" y="260"/>
                </a:lnTo>
                <a:lnTo>
                  <a:pt x="452" y="218"/>
                </a:lnTo>
                <a:lnTo>
                  <a:pt x="480" y="178"/>
                </a:lnTo>
                <a:lnTo>
                  <a:pt x="480" y="178"/>
                </a:lnTo>
                <a:lnTo>
                  <a:pt x="484" y="168"/>
                </a:lnTo>
                <a:lnTo>
                  <a:pt x="490" y="146"/>
                </a:lnTo>
                <a:lnTo>
                  <a:pt x="498" y="114"/>
                </a:lnTo>
                <a:lnTo>
                  <a:pt x="500" y="96"/>
                </a:lnTo>
                <a:lnTo>
                  <a:pt x="500" y="78"/>
                </a:lnTo>
                <a:lnTo>
                  <a:pt x="500" y="60"/>
                </a:lnTo>
                <a:lnTo>
                  <a:pt x="496" y="44"/>
                </a:lnTo>
                <a:lnTo>
                  <a:pt x="490" y="30"/>
                </a:lnTo>
                <a:lnTo>
                  <a:pt x="482" y="18"/>
                </a:lnTo>
                <a:lnTo>
                  <a:pt x="476" y="12"/>
                </a:lnTo>
                <a:lnTo>
                  <a:pt x="470" y="8"/>
                </a:lnTo>
                <a:lnTo>
                  <a:pt x="462" y="4"/>
                </a:lnTo>
                <a:lnTo>
                  <a:pt x="454" y="2"/>
                </a:lnTo>
                <a:lnTo>
                  <a:pt x="444" y="0"/>
                </a:lnTo>
                <a:lnTo>
                  <a:pt x="434" y="0"/>
                </a:lnTo>
                <a:lnTo>
                  <a:pt x="408" y="4"/>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nchor="ctr"/>
          <a:lstStyle/>
          <a:p>
            <a:pPr algn="ctr"/>
            <a:endParaRPr sz="1350">
              <a:latin typeface="微软雅黑" panose="020B0503020204020204" pitchFamily="34" charset="-122"/>
              <a:ea typeface="微软雅黑" panose="020B0503020204020204" pitchFamily="34" charset="-122"/>
            </a:endParaRPr>
          </a:p>
        </p:txBody>
      </p:sp>
      <p:sp>
        <p:nvSpPr>
          <p:cNvPr id="91" name="任意多边形 90"/>
          <p:cNvSpPr/>
          <p:nvPr>
            <p:custDataLst>
              <p:tags r:id="rId65"/>
            </p:custDataLst>
          </p:nvPr>
        </p:nvSpPr>
        <p:spPr bwMode="auto">
          <a:xfrm>
            <a:off x="1191895" y="2474595"/>
            <a:ext cx="359410" cy="283210"/>
          </a:xfrm>
          <a:custGeom>
            <a:avLst/>
            <a:gdLst>
              <a:gd name="T0" fmla="*/ 232 w 472"/>
              <a:gd name="T1" fmla="*/ 364 h 372"/>
              <a:gd name="T2" fmla="*/ 162 w 472"/>
              <a:gd name="T3" fmla="*/ 372 h 372"/>
              <a:gd name="T4" fmla="*/ 122 w 472"/>
              <a:gd name="T5" fmla="*/ 360 h 372"/>
              <a:gd name="T6" fmla="*/ 82 w 472"/>
              <a:gd name="T7" fmla="*/ 334 h 372"/>
              <a:gd name="T8" fmla="*/ 56 w 472"/>
              <a:gd name="T9" fmla="*/ 306 h 372"/>
              <a:gd name="T10" fmla="*/ 24 w 472"/>
              <a:gd name="T11" fmla="*/ 256 h 372"/>
              <a:gd name="T12" fmla="*/ 4 w 472"/>
              <a:gd name="T13" fmla="*/ 202 h 372"/>
              <a:gd name="T14" fmla="*/ 0 w 472"/>
              <a:gd name="T15" fmla="*/ 152 h 372"/>
              <a:gd name="T16" fmla="*/ 6 w 472"/>
              <a:gd name="T17" fmla="*/ 110 h 372"/>
              <a:gd name="T18" fmla="*/ 26 w 472"/>
              <a:gd name="T19" fmla="*/ 80 h 372"/>
              <a:gd name="T20" fmla="*/ 48 w 472"/>
              <a:gd name="T21" fmla="*/ 70 h 372"/>
              <a:gd name="T22" fmla="*/ 70 w 472"/>
              <a:gd name="T23" fmla="*/ 80 h 372"/>
              <a:gd name="T24" fmla="*/ 78 w 472"/>
              <a:gd name="T25" fmla="*/ 122 h 372"/>
              <a:gd name="T26" fmla="*/ 82 w 472"/>
              <a:gd name="T27" fmla="*/ 160 h 372"/>
              <a:gd name="T28" fmla="*/ 98 w 472"/>
              <a:gd name="T29" fmla="*/ 192 h 372"/>
              <a:gd name="T30" fmla="*/ 114 w 472"/>
              <a:gd name="T31" fmla="*/ 200 h 372"/>
              <a:gd name="T32" fmla="*/ 108 w 472"/>
              <a:gd name="T33" fmla="*/ 156 h 372"/>
              <a:gd name="T34" fmla="*/ 110 w 472"/>
              <a:gd name="T35" fmla="*/ 72 h 372"/>
              <a:gd name="T36" fmla="*/ 122 w 472"/>
              <a:gd name="T37" fmla="*/ 34 h 372"/>
              <a:gd name="T38" fmla="*/ 136 w 472"/>
              <a:gd name="T39" fmla="*/ 16 h 372"/>
              <a:gd name="T40" fmla="*/ 158 w 472"/>
              <a:gd name="T41" fmla="*/ 4 h 372"/>
              <a:gd name="T42" fmla="*/ 194 w 472"/>
              <a:gd name="T43" fmla="*/ 8 h 372"/>
              <a:gd name="T44" fmla="*/ 202 w 472"/>
              <a:gd name="T45" fmla="*/ 22 h 372"/>
              <a:gd name="T46" fmla="*/ 198 w 472"/>
              <a:gd name="T47" fmla="*/ 42 h 372"/>
              <a:gd name="T48" fmla="*/ 194 w 472"/>
              <a:gd name="T49" fmla="*/ 58 h 372"/>
              <a:gd name="T50" fmla="*/ 196 w 472"/>
              <a:gd name="T51" fmla="*/ 122 h 372"/>
              <a:gd name="T52" fmla="*/ 210 w 472"/>
              <a:gd name="T53" fmla="*/ 188 h 372"/>
              <a:gd name="T54" fmla="*/ 218 w 472"/>
              <a:gd name="T55" fmla="*/ 126 h 372"/>
              <a:gd name="T56" fmla="*/ 238 w 472"/>
              <a:gd name="T57" fmla="*/ 70 h 372"/>
              <a:gd name="T58" fmla="*/ 260 w 472"/>
              <a:gd name="T59" fmla="*/ 50 h 372"/>
              <a:gd name="T60" fmla="*/ 286 w 472"/>
              <a:gd name="T61" fmla="*/ 46 h 372"/>
              <a:gd name="T62" fmla="*/ 306 w 472"/>
              <a:gd name="T63" fmla="*/ 62 h 372"/>
              <a:gd name="T64" fmla="*/ 312 w 472"/>
              <a:gd name="T65" fmla="*/ 86 h 372"/>
              <a:gd name="T66" fmla="*/ 306 w 472"/>
              <a:gd name="T67" fmla="*/ 100 h 372"/>
              <a:gd name="T68" fmla="*/ 290 w 472"/>
              <a:gd name="T69" fmla="*/ 144 h 372"/>
              <a:gd name="T70" fmla="*/ 282 w 472"/>
              <a:gd name="T71" fmla="*/ 188 h 372"/>
              <a:gd name="T72" fmla="*/ 290 w 472"/>
              <a:gd name="T73" fmla="*/ 234 h 372"/>
              <a:gd name="T74" fmla="*/ 310 w 472"/>
              <a:gd name="T75" fmla="*/ 246 h 372"/>
              <a:gd name="T76" fmla="*/ 328 w 472"/>
              <a:gd name="T77" fmla="*/ 240 h 372"/>
              <a:gd name="T78" fmla="*/ 346 w 472"/>
              <a:gd name="T79" fmla="*/ 228 h 372"/>
              <a:gd name="T80" fmla="*/ 396 w 472"/>
              <a:gd name="T81" fmla="*/ 206 h 372"/>
              <a:gd name="T82" fmla="*/ 434 w 472"/>
              <a:gd name="T83" fmla="*/ 202 h 372"/>
              <a:gd name="T84" fmla="*/ 448 w 472"/>
              <a:gd name="T85" fmla="*/ 210 h 372"/>
              <a:gd name="T86" fmla="*/ 464 w 472"/>
              <a:gd name="T87" fmla="*/ 238 h 372"/>
              <a:gd name="T88" fmla="*/ 472 w 472"/>
              <a:gd name="T89" fmla="*/ 260 h 372"/>
              <a:gd name="T90" fmla="*/ 358 w 472"/>
              <a:gd name="T91" fmla="*/ 314 h 372"/>
              <a:gd name="T92" fmla="*/ 252 w 472"/>
              <a:gd name="T93" fmla="*/ 358 h 3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472" h="372">
                <a:moveTo>
                  <a:pt x="252" y="358"/>
                </a:moveTo>
                <a:lnTo>
                  <a:pt x="252" y="358"/>
                </a:lnTo>
                <a:lnTo>
                  <a:pt x="232" y="364"/>
                </a:lnTo>
                <a:lnTo>
                  <a:pt x="210" y="370"/>
                </a:lnTo>
                <a:lnTo>
                  <a:pt x="186" y="372"/>
                </a:lnTo>
                <a:lnTo>
                  <a:pt x="162" y="372"/>
                </a:lnTo>
                <a:lnTo>
                  <a:pt x="148" y="370"/>
                </a:lnTo>
                <a:lnTo>
                  <a:pt x="136" y="366"/>
                </a:lnTo>
                <a:lnTo>
                  <a:pt x="122" y="360"/>
                </a:lnTo>
                <a:lnTo>
                  <a:pt x="110" y="354"/>
                </a:lnTo>
                <a:lnTo>
                  <a:pt x="96" y="346"/>
                </a:lnTo>
                <a:lnTo>
                  <a:pt x="82" y="334"/>
                </a:lnTo>
                <a:lnTo>
                  <a:pt x="70" y="322"/>
                </a:lnTo>
                <a:lnTo>
                  <a:pt x="56" y="306"/>
                </a:lnTo>
                <a:lnTo>
                  <a:pt x="56" y="306"/>
                </a:lnTo>
                <a:lnTo>
                  <a:pt x="44" y="290"/>
                </a:lnTo>
                <a:lnTo>
                  <a:pt x="32" y="272"/>
                </a:lnTo>
                <a:lnTo>
                  <a:pt x="24" y="256"/>
                </a:lnTo>
                <a:lnTo>
                  <a:pt x="16" y="238"/>
                </a:lnTo>
                <a:lnTo>
                  <a:pt x="10" y="220"/>
                </a:lnTo>
                <a:lnTo>
                  <a:pt x="4" y="202"/>
                </a:lnTo>
                <a:lnTo>
                  <a:pt x="2" y="184"/>
                </a:lnTo>
                <a:lnTo>
                  <a:pt x="0" y="168"/>
                </a:lnTo>
                <a:lnTo>
                  <a:pt x="0" y="152"/>
                </a:lnTo>
                <a:lnTo>
                  <a:pt x="0" y="136"/>
                </a:lnTo>
                <a:lnTo>
                  <a:pt x="2" y="122"/>
                </a:lnTo>
                <a:lnTo>
                  <a:pt x="6" y="110"/>
                </a:lnTo>
                <a:lnTo>
                  <a:pt x="12" y="98"/>
                </a:lnTo>
                <a:lnTo>
                  <a:pt x="18" y="88"/>
                </a:lnTo>
                <a:lnTo>
                  <a:pt x="26" y="80"/>
                </a:lnTo>
                <a:lnTo>
                  <a:pt x="36" y="74"/>
                </a:lnTo>
                <a:lnTo>
                  <a:pt x="36" y="74"/>
                </a:lnTo>
                <a:lnTo>
                  <a:pt x="48" y="70"/>
                </a:lnTo>
                <a:lnTo>
                  <a:pt x="56" y="68"/>
                </a:lnTo>
                <a:lnTo>
                  <a:pt x="64" y="72"/>
                </a:lnTo>
                <a:lnTo>
                  <a:pt x="70" y="80"/>
                </a:lnTo>
                <a:lnTo>
                  <a:pt x="74" y="90"/>
                </a:lnTo>
                <a:lnTo>
                  <a:pt x="78" y="104"/>
                </a:lnTo>
                <a:lnTo>
                  <a:pt x="78" y="122"/>
                </a:lnTo>
                <a:lnTo>
                  <a:pt x="80" y="142"/>
                </a:lnTo>
                <a:lnTo>
                  <a:pt x="80" y="142"/>
                </a:lnTo>
                <a:lnTo>
                  <a:pt x="82" y="160"/>
                </a:lnTo>
                <a:lnTo>
                  <a:pt x="86" y="174"/>
                </a:lnTo>
                <a:lnTo>
                  <a:pt x="92" y="186"/>
                </a:lnTo>
                <a:lnTo>
                  <a:pt x="98" y="192"/>
                </a:lnTo>
                <a:lnTo>
                  <a:pt x="104" y="196"/>
                </a:lnTo>
                <a:lnTo>
                  <a:pt x="110" y="198"/>
                </a:lnTo>
                <a:lnTo>
                  <a:pt x="114" y="200"/>
                </a:lnTo>
                <a:lnTo>
                  <a:pt x="114" y="200"/>
                </a:lnTo>
                <a:lnTo>
                  <a:pt x="112" y="180"/>
                </a:lnTo>
                <a:lnTo>
                  <a:pt x="108" y="156"/>
                </a:lnTo>
                <a:lnTo>
                  <a:pt x="108" y="130"/>
                </a:lnTo>
                <a:lnTo>
                  <a:pt x="108" y="100"/>
                </a:lnTo>
                <a:lnTo>
                  <a:pt x="110" y="72"/>
                </a:lnTo>
                <a:lnTo>
                  <a:pt x="114" y="58"/>
                </a:lnTo>
                <a:lnTo>
                  <a:pt x="118" y="46"/>
                </a:lnTo>
                <a:lnTo>
                  <a:pt x="122" y="34"/>
                </a:lnTo>
                <a:lnTo>
                  <a:pt x="130" y="24"/>
                </a:lnTo>
                <a:lnTo>
                  <a:pt x="130" y="24"/>
                </a:lnTo>
                <a:lnTo>
                  <a:pt x="136" y="16"/>
                </a:lnTo>
                <a:lnTo>
                  <a:pt x="144" y="10"/>
                </a:lnTo>
                <a:lnTo>
                  <a:pt x="150" y="6"/>
                </a:lnTo>
                <a:lnTo>
                  <a:pt x="158" y="4"/>
                </a:lnTo>
                <a:lnTo>
                  <a:pt x="172" y="0"/>
                </a:lnTo>
                <a:lnTo>
                  <a:pt x="184" y="2"/>
                </a:lnTo>
                <a:lnTo>
                  <a:pt x="194" y="8"/>
                </a:lnTo>
                <a:lnTo>
                  <a:pt x="198" y="12"/>
                </a:lnTo>
                <a:lnTo>
                  <a:pt x="200" y="16"/>
                </a:lnTo>
                <a:lnTo>
                  <a:pt x="202" y="22"/>
                </a:lnTo>
                <a:lnTo>
                  <a:pt x="202" y="28"/>
                </a:lnTo>
                <a:lnTo>
                  <a:pt x="202" y="34"/>
                </a:lnTo>
                <a:lnTo>
                  <a:pt x="198" y="42"/>
                </a:lnTo>
                <a:lnTo>
                  <a:pt x="198" y="42"/>
                </a:lnTo>
                <a:lnTo>
                  <a:pt x="196" y="48"/>
                </a:lnTo>
                <a:lnTo>
                  <a:pt x="194" y="58"/>
                </a:lnTo>
                <a:lnTo>
                  <a:pt x="192" y="78"/>
                </a:lnTo>
                <a:lnTo>
                  <a:pt x="192" y="98"/>
                </a:lnTo>
                <a:lnTo>
                  <a:pt x="196" y="122"/>
                </a:lnTo>
                <a:lnTo>
                  <a:pt x="202" y="162"/>
                </a:lnTo>
                <a:lnTo>
                  <a:pt x="210" y="188"/>
                </a:lnTo>
                <a:lnTo>
                  <a:pt x="210" y="188"/>
                </a:lnTo>
                <a:lnTo>
                  <a:pt x="212" y="170"/>
                </a:lnTo>
                <a:lnTo>
                  <a:pt x="214" y="150"/>
                </a:lnTo>
                <a:lnTo>
                  <a:pt x="218" y="126"/>
                </a:lnTo>
                <a:lnTo>
                  <a:pt x="224" y="102"/>
                </a:lnTo>
                <a:lnTo>
                  <a:pt x="232" y="80"/>
                </a:lnTo>
                <a:lnTo>
                  <a:pt x="238" y="70"/>
                </a:lnTo>
                <a:lnTo>
                  <a:pt x="244" y="62"/>
                </a:lnTo>
                <a:lnTo>
                  <a:pt x="252" y="54"/>
                </a:lnTo>
                <a:lnTo>
                  <a:pt x="260" y="50"/>
                </a:lnTo>
                <a:lnTo>
                  <a:pt x="260" y="50"/>
                </a:lnTo>
                <a:lnTo>
                  <a:pt x="274" y="46"/>
                </a:lnTo>
                <a:lnTo>
                  <a:pt x="286" y="46"/>
                </a:lnTo>
                <a:lnTo>
                  <a:pt x="294" y="50"/>
                </a:lnTo>
                <a:lnTo>
                  <a:pt x="302" y="54"/>
                </a:lnTo>
                <a:lnTo>
                  <a:pt x="306" y="62"/>
                </a:lnTo>
                <a:lnTo>
                  <a:pt x="310" y="68"/>
                </a:lnTo>
                <a:lnTo>
                  <a:pt x="312" y="78"/>
                </a:lnTo>
                <a:lnTo>
                  <a:pt x="312" y="86"/>
                </a:lnTo>
                <a:lnTo>
                  <a:pt x="312" y="86"/>
                </a:lnTo>
                <a:lnTo>
                  <a:pt x="310" y="92"/>
                </a:lnTo>
                <a:lnTo>
                  <a:pt x="306" y="100"/>
                </a:lnTo>
                <a:lnTo>
                  <a:pt x="298" y="118"/>
                </a:lnTo>
                <a:lnTo>
                  <a:pt x="294" y="130"/>
                </a:lnTo>
                <a:lnTo>
                  <a:pt x="290" y="144"/>
                </a:lnTo>
                <a:lnTo>
                  <a:pt x="286" y="164"/>
                </a:lnTo>
                <a:lnTo>
                  <a:pt x="282" y="188"/>
                </a:lnTo>
                <a:lnTo>
                  <a:pt x="282" y="188"/>
                </a:lnTo>
                <a:lnTo>
                  <a:pt x="282" y="212"/>
                </a:lnTo>
                <a:lnTo>
                  <a:pt x="286" y="228"/>
                </a:lnTo>
                <a:lnTo>
                  <a:pt x="290" y="234"/>
                </a:lnTo>
                <a:lnTo>
                  <a:pt x="292" y="240"/>
                </a:lnTo>
                <a:lnTo>
                  <a:pt x="300" y="244"/>
                </a:lnTo>
                <a:lnTo>
                  <a:pt x="310" y="246"/>
                </a:lnTo>
                <a:lnTo>
                  <a:pt x="318" y="246"/>
                </a:lnTo>
                <a:lnTo>
                  <a:pt x="324" y="242"/>
                </a:lnTo>
                <a:lnTo>
                  <a:pt x="328" y="240"/>
                </a:lnTo>
                <a:lnTo>
                  <a:pt x="328" y="240"/>
                </a:lnTo>
                <a:lnTo>
                  <a:pt x="334" y="234"/>
                </a:lnTo>
                <a:lnTo>
                  <a:pt x="346" y="228"/>
                </a:lnTo>
                <a:lnTo>
                  <a:pt x="360" y="220"/>
                </a:lnTo>
                <a:lnTo>
                  <a:pt x="378" y="212"/>
                </a:lnTo>
                <a:lnTo>
                  <a:pt x="396" y="206"/>
                </a:lnTo>
                <a:lnTo>
                  <a:pt x="412" y="202"/>
                </a:lnTo>
                <a:lnTo>
                  <a:pt x="428" y="200"/>
                </a:lnTo>
                <a:lnTo>
                  <a:pt x="434" y="202"/>
                </a:lnTo>
                <a:lnTo>
                  <a:pt x="440" y="204"/>
                </a:lnTo>
                <a:lnTo>
                  <a:pt x="440" y="204"/>
                </a:lnTo>
                <a:lnTo>
                  <a:pt x="448" y="210"/>
                </a:lnTo>
                <a:lnTo>
                  <a:pt x="454" y="218"/>
                </a:lnTo>
                <a:lnTo>
                  <a:pt x="460" y="228"/>
                </a:lnTo>
                <a:lnTo>
                  <a:pt x="464" y="238"/>
                </a:lnTo>
                <a:lnTo>
                  <a:pt x="470" y="252"/>
                </a:lnTo>
                <a:lnTo>
                  <a:pt x="472" y="260"/>
                </a:lnTo>
                <a:lnTo>
                  <a:pt x="472" y="260"/>
                </a:lnTo>
                <a:lnTo>
                  <a:pt x="430" y="280"/>
                </a:lnTo>
                <a:lnTo>
                  <a:pt x="358" y="314"/>
                </a:lnTo>
                <a:lnTo>
                  <a:pt x="358" y="314"/>
                </a:lnTo>
                <a:lnTo>
                  <a:pt x="330" y="328"/>
                </a:lnTo>
                <a:lnTo>
                  <a:pt x="304" y="338"/>
                </a:lnTo>
                <a:lnTo>
                  <a:pt x="252" y="358"/>
                </a:lnTo>
                <a:close/>
              </a:path>
            </a:pathLst>
          </a:custGeom>
          <a:solidFill>
            <a:srgbClr val="FEDCB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350">
              <a:latin typeface="微软雅黑" panose="020B0503020204020204" pitchFamily="34" charset="-122"/>
              <a:ea typeface="微软雅黑" panose="020B0503020204020204" pitchFamily="34" charset="-122"/>
            </a:endParaRPr>
          </a:p>
        </p:txBody>
      </p:sp>
      <p:sp>
        <p:nvSpPr>
          <p:cNvPr id="92" name="任意多边形 91"/>
          <p:cNvSpPr/>
          <p:nvPr>
            <p:custDataLst>
              <p:tags r:id="rId66"/>
            </p:custDataLst>
          </p:nvPr>
        </p:nvSpPr>
        <p:spPr bwMode="auto">
          <a:xfrm>
            <a:off x="1191895" y="2474595"/>
            <a:ext cx="359410" cy="283210"/>
          </a:xfrm>
          <a:custGeom>
            <a:avLst/>
            <a:gdLst>
              <a:gd name="T0" fmla="*/ 232 w 472"/>
              <a:gd name="T1" fmla="*/ 364 h 372"/>
              <a:gd name="T2" fmla="*/ 162 w 472"/>
              <a:gd name="T3" fmla="*/ 372 h 372"/>
              <a:gd name="T4" fmla="*/ 122 w 472"/>
              <a:gd name="T5" fmla="*/ 360 h 372"/>
              <a:gd name="T6" fmla="*/ 82 w 472"/>
              <a:gd name="T7" fmla="*/ 334 h 372"/>
              <a:gd name="T8" fmla="*/ 56 w 472"/>
              <a:gd name="T9" fmla="*/ 306 h 372"/>
              <a:gd name="T10" fmla="*/ 24 w 472"/>
              <a:gd name="T11" fmla="*/ 256 h 372"/>
              <a:gd name="T12" fmla="*/ 4 w 472"/>
              <a:gd name="T13" fmla="*/ 202 h 372"/>
              <a:gd name="T14" fmla="*/ 0 w 472"/>
              <a:gd name="T15" fmla="*/ 152 h 372"/>
              <a:gd name="T16" fmla="*/ 6 w 472"/>
              <a:gd name="T17" fmla="*/ 110 h 372"/>
              <a:gd name="T18" fmla="*/ 26 w 472"/>
              <a:gd name="T19" fmla="*/ 80 h 372"/>
              <a:gd name="T20" fmla="*/ 48 w 472"/>
              <a:gd name="T21" fmla="*/ 70 h 372"/>
              <a:gd name="T22" fmla="*/ 70 w 472"/>
              <a:gd name="T23" fmla="*/ 80 h 372"/>
              <a:gd name="T24" fmla="*/ 78 w 472"/>
              <a:gd name="T25" fmla="*/ 122 h 372"/>
              <a:gd name="T26" fmla="*/ 82 w 472"/>
              <a:gd name="T27" fmla="*/ 160 h 372"/>
              <a:gd name="T28" fmla="*/ 98 w 472"/>
              <a:gd name="T29" fmla="*/ 192 h 372"/>
              <a:gd name="T30" fmla="*/ 114 w 472"/>
              <a:gd name="T31" fmla="*/ 200 h 372"/>
              <a:gd name="T32" fmla="*/ 108 w 472"/>
              <a:gd name="T33" fmla="*/ 156 h 372"/>
              <a:gd name="T34" fmla="*/ 110 w 472"/>
              <a:gd name="T35" fmla="*/ 72 h 372"/>
              <a:gd name="T36" fmla="*/ 122 w 472"/>
              <a:gd name="T37" fmla="*/ 34 h 372"/>
              <a:gd name="T38" fmla="*/ 136 w 472"/>
              <a:gd name="T39" fmla="*/ 16 h 372"/>
              <a:gd name="T40" fmla="*/ 158 w 472"/>
              <a:gd name="T41" fmla="*/ 4 h 372"/>
              <a:gd name="T42" fmla="*/ 194 w 472"/>
              <a:gd name="T43" fmla="*/ 8 h 372"/>
              <a:gd name="T44" fmla="*/ 202 w 472"/>
              <a:gd name="T45" fmla="*/ 22 h 372"/>
              <a:gd name="T46" fmla="*/ 198 w 472"/>
              <a:gd name="T47" fmla="*/ 42 h 372"/>
              <a:gd name="T48" fmla="*/ 194 w 472"/>
              <a:gd name="T49" fmla="*/ 58 h 372"/>
              <a:gd name="T50" fmla="*/ 196 w 472"/>
              <a:gd name="T51" fmla="*/ 122 h 372"/>
              <a:gd name="T52" fmla="*/ 210 w 472"/>
              <a:gd name="T53" fmla="*/ 188 h 372"/>
              <a:gd name="T54" fmla="*/ 218 w 472"/>
              <a:gd name="T55" fmla="*/ 126 h 372"/>
              <a:gd name="T56" fmla="*/ 238 w 472"/>
              <a:gd name="T57" fmla="*/ 70 h 372"/>
              <a:gd name="T58" fmla="*/ 260 w 472"/>
              <a:gd name="T59" fmla="*/ 50 h 372"/>
              <a:gd name="T60" fmla="*/ 286 w 472"/>
              <a:gd name="T61" fmla="*/ 46 h 372"/>
              <a:gd name="T62" fmla="*/ 306 w 472"/>
              <a:gd name="T63" fmla="*/ 62 h 372"/>
              <a:gd name="T64" fmla="*/ 312 w 472"/>
              <a:gd name="T65" fmla="*/ 86 h 372"/>
              <a:gd name="T66" fmla="*/ 306 w 472"/>
              <a:gd name="T67" fmla="*/ 100 h 372"/>
              <a:gd name="T68" fmla="*/ 290 w 472"/>
              <a:gd name="T69" fmla="*/ 144 h 372"/>
              <a:gd name="T70" fmla="*/ 282 w 472"/>
              <a:gd name="T71" fmla="*/ 188 h 372"/>
              <a:gd name="T72" fmla="*/ 290 w 472"/>
              <a:gd name="T73" fmla="*/ 234 h 372"/>
              <a:gd name="T74" fmla="*/ 310 w 472"/>
              <a:gd name="T75" fmla="*/ 246 h 372"/>
              <a:gd name="T76" fmla="*/ 328 w 472"/>
              <a:gd name="T77" fmla="*/ 240 h 372"/>
              <a:gd name="T78" fmla="*/ 346 w 472"/>
              <a:gd name="T79" fmla="*/ 228 h 372"/>
              <a:gd name="T80" fmla="*/ 396 w 472"/>
              <a:gd name="T81" fmla="*/ 206 h 372"/>
              <a:gd name="T82" fmla="*/ 434 w 472"/>
              <a:gd name="T83" fmla="*/ 202 h 372"/>
              <a:gd name="T84" fmla="*/ 448 w 472"/>
              <a:gd name="T85" fmla="*/ 210 h 372"/>
              <a:gd name="T86" fmla="*/ 464 w 472"/>
              <a:gd name="T87" fmla="*/ 238 h 372"/>
              <a:gd name="T88" fmla="*/ 472 w 472"/>
              <a:gd name="T89" fmla="*/ 260 h 372"/>
              <a:gd name="T90" fmla="*/ 358 w 472"/>
              <a:gd name="T91" fmla="*/ 314 h 372"/>
              <a:gd name="T92" fmla="*/ 252 w 472"/>
              <a:gd name="T93" fmla="*/ 358 h 3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472" h="372">
                <a:moveTo>
                  <a:pt x="252" y="358"/>
                </a:moveTo>
                <a:lnTo>
                  <a:pt x="252" y="358"/>
                </a:lnTo>
                <a:lnTo>
                  <a:pt x="232" y="364"/>
                </a:lnTo>
                <a:lnTo>
                  <a:pt x="210" y="370"/>
                </a:lnTo>
                <a:lnTo>
                  <a:pt x="186" y="372"/>
                </a:lnTo>
                <a:lnTo>
                  <a:pt x="162" y="372"/>
                </a:lnTo>
                <a:lnTo>
                  <a:pt x="148" y="370"/>
                </a:lnTo>
                <a:lnTo>
                  <a:pt x="136" y="366"/>
                </a:lnTo>
                <a:lnTo>
                  <a:pt x="122" y="360"/>
                </a:lnTo>
                <a:lnTo>
                  <a:pt x="110" y="354"/>
                </a:lnTo>
                <a:lnTo>
                  <a:pt x="96" y="346"/>
                </a:lnTo>
                <a:lnTo>
                  <a:pt x="82" y="334"/>
                </a:lnTo>
                <a:lnTo>
                  <a:pt x="70" y="322"/>
                </a:lnTo>
                <a:lnTo>
                  <a:pt x="56" y="306"/>
                </a:lnTo>
                <a:lnTo>
                  <a:pt x="56" y="306"/>
                </a:lnTo>
                <a:lnTo>
                  <a:pt x="44" y="290"/>
                </a:lnTo>
                <a:lnTo>
                  <a:pt x="32" y="272"/>
                </a:lnTo>
                <a:lnTo>
                  <a:pt x="24" y="256"/>
                </a:lnTo>
                <a:lnTo>
                  <a:pt x="16" y="238"/>
                </a:lnTo>
                <a:lnTo>
                  <a:pt x="10" y="220"/>
                </a:lnTo>
                <a:lnTo>
                  <a:pt x="4" y="202"/>
                </a:lnTo>
                <a:lnTo>
                  <a:pt x="2" y="184"/>
                </a:lnTo>
                <a:lnTo>
                  <a:pt x="0" y="168"/>
                </a:lnTo>
                <a:lnTo>
                  <a:pt x="0" y="152"/>
                </a:lnTo>
                <a:lnTo>
                  <a:pt x="0" y="136"/>
                </a:lnTo>
                <a:lnTo>
                  <a:pt x="2" y="122"/>
                </a:lnTo>
                <a:lnTo>
                  <a:pt x="6" y="110"/>
                </a:lnTo>
                <a:lnTo>
                  <a:pt x="12" y="98"/>
                </a:lnTo>
                <a:lnTo>
                  <a:pt x="18" y="88"/>
                </a:lnTo>
                <a:lnTo>
                  <a:pt x="26" y="80"/>
                </a:lnTo>
                <a:lnTo>
                  <a:pt x="36" y="74"/>
                </a:lnTo>
                <a:lnTo>
                  <a:pt x="36" y="74"/>
                </a:lnTo>
                <a:lnTo>
                  <a:pt x="48" y="70"/>
                </a:lnTo>
                <a:lnTo>
                  <a:pt x="56" y="68"/>
                </a:lnTo>
                <a:lnTo>
                  <a:pt x="64" y="72"/>
                </a:lnTo>
                <a:lnTo>
                  <a:pt x="70" y="80"/>
                </a:lnTo>
                <a:lnTo>
                  <a:pt x="74" y="90"/>
                </a:lnTo>
                <a:lnTo>
                  <a:pt x="78" y="104"/>
                </a:lnTo>
                <a:lnTo>
                  <a:pt x="78" y="122"/>
                </a:lnTo>
                <a:lnTo>
                  <a:pt x="80" y="142"/>
                </a:lnTo>
                <a:lnTo>
                  <a:pt x="80" y="142"/>
                </a:lnTo>
                <a:lnTo>
                  <a:pt x="82" y="160"/>
                </a:lnTo>
                <a:lnTo>
                  <a:pt x="86" y="174"/>
                </a:lnTo>
                <a:lnTo>
                  <a:pt x="92" y="186"/>
                </a:lnTo>
                <a:lnTo>
                  <a:pt x="98" y="192"/>
                </a:lnTo>
                <a:lnTo>
                  <a:pt x="104" y="196"/>
                </a:lnTo>
                <a:lnTo>
                  <a:pt x="110" y="198"/>
                </a:lnTo>
                <a:lnTo>
                  <a:pt x="114" y="200"/>
                </a:lnTo>
                <a:lnTo>
                  <a:pt x="114" y="200"/>
                </a:lnTo>
                <a:lnTo>
                  <a:pt x="112" y="180"/>
                </a:lnTo>
                <a:lnTo>
                  <a:pt x="108" y="156"/>
                </a:lnTo>
                <a:lnTo>
                  <a:pt x="108" y="130"/>
                </a:lnTo>
                <a:lnTo>
                  <a:pt x="108" y="100"/>
                </a:lnTo>
                <a:lnTo>
                  <a:pt x="110" y="72"/>
                </a:lnTo>
                <a:lnTo>
                  <a:pt x="114" y="58"/>
                </a:lnTo>
                <a:lnTo>
                  <a:pt x="118" y="46"/>
                </a:lnTo>
                <a:lnTo>
                  <a:pt x="122" y="34"/>
                </a:lnTo>
                <a:lnTo>
                  <a:pt x="130" y="24"/>
                </a:lnTo>
                <a:lnTo>
                  <a:pt x="130" y="24"/>
                </a:lnTo>
                <a:lnTo>
                  <a:pt x="136" y="16"/>
                </a:lnTo>
                <a:lnTo>
                  <a:pt x="144" y="10"/>
                </a:lnTo>
                <a:lnTo>
                  <a:pt x="150" y="6"/>
                </a:lnTo>
                <a:lnTo>
                  <a:pt x="158" y="4"/>
                </a:lnTo>
                <a:lnTo>
                  <a:pt x="172" y="0"/>
                </a:lnTo>
                <a:lnTo>
                  <a:pt x="184" y="2"/>
                </a:lnTo>
                <a:lnTo>
                  <a:pt x="194" y="8"/>
                </a:lnTo>
                <a:lnTo>
                  <a:pt x="198" y="12"/>
                </a:lnTo>
                <a:lnTo>
                  <a:pt x="200" y="16"/>
                </a:lnTo>
                <a:lnTo>
                  <a:pt x="202" y="22"/>
                </a:lnTo>
                <a:lnTo>
                  <a:pt x="202" y="28"/>
                </a:lnTo>
                <a:lnTo>
                  <a:pt x="202" y="34"/>
                </a:lnTo>
                <a:lnTo>
                  <a:pt x="198" y="42"/>
                </a:lnTo>
                <a:lnTo>
                  <a:pt x="198" y="42"/>
                </a:lnTo>
                <a:lnTo>
                  <a:pt x="196" y="48"/>
                </a:lnTo>
                <a:lnTo>
                  <a:pt x="194" y="58"/>
                </a:lnTo>
                <a:lnTo>
                  <a:pt x="192" y="78"/>
                </a:lnTo>
                <a:lnTo>
                  <a:pt x="192" y="98"/>
                </a:lnTo>
                <a:lnTo>
                  <a:pt x="196" y="122"/>
                </a:lnTo>
                <a:lnTo>
                  <a:pt x="202" y="162"/>
                </a:lnTo>
                <a:lnTo>
                  <a:pt x="210" y="188"/>
                </a:lnTo>
                <a:lnTo>
                  <a:pt x="210" y="188"/>
                </a:lnTo>
                <a:lnTo>
                  <a:pt x="212" y="170"/>
                </a:lnTo>
                <a:lnTo>
                  <a:pt x="214" y="150"/>
                </a:lnTo>
                <a:lnTo>
                  <a:pt x="218" y="126"/>
                </a:lnTo>
                <a:lnTo>
                  <a:pt x="224" y="102"/>
                </a:lnTo>
                <a:lnTo>
                  <a:pt x="232" y="80"/>
                </a:lnTo>
                <a:lnTo>
                  <a:pt x="238" y="70"/>
                </a:lnTo>
                <a:lnTo>
                  <a:pt x="244" y="62"/>
                </a:lnTo>
                <a:lnTo>
                  <a:pt x="252" y="54"/>
                </a:lnTo>
                <a:lnTo>
                  <a:pt x="260" y="50"/>
                </a:lnTo>
                <a:lnTo>
                  <a:pt x="260" y="50"/>
                </a:lnTo>
                <a:lnTo>
                  <a:pt x="274" y="46"/>
                </a:lnTo>
                <a:lnTo>
                  <a:pt x="286" y="46"/>
                </a:lnTo>
                <a:lnTo>
                  <a:pt x="294" y="50"/>
                </a:lnTo>
                <a:lnTo>
                  <a:pt x="302" y="54"/>
                </a:lnTo>
                <a:lnTo>
                  <a:pt x="306" y="62"/>
                </a:lnTo>
                <a:lnTo>
                  <a:pt x="310" y="68"/>
                </a:lnTo>
                <a:lnTo>
                  <a:pt x="312" y="78"/>
                </a:lnTo>
                <a:lnTo>
                  <a:pt x="312" y="86"/>
                </a:lnTo>
                <a:lnTo>
                  <a:pt x="312" y="86"/>
                </a:lnTo>
                <a:lnTo>
                  <a:pt x="310" y="92"/>
                </a:lnTo>
                <a:lnTo>
                  <a:pt x="306" y="100"/>
                </a:lnTo>
                <a:lnTo>
                  <a:pt x="298" y="118"/>
                </a:lnTo>
                <a:lnTo>
                  <a:pt x="294" y="130"/>
                </a:lnTo>
                <a:lnTo>
                  <a:pt x="290" y="144"/>
                </a:lnTo>
                <a:lnTo>
                  <a:pt x="286" y="164"/>
                </a:lnTo>
                <a:lnTo>
                  <a:pt x="282" y="188"/>
                </a:lnTo>
                <a:lnTo>
                  <a:pt x="282" y="188"/>
                </a:lnTo>
                <a:lnTo>
                  <a:pt x="282" y="212"/>
                </a:lnTo>
                <a:lnTo>
                  <a:pt x="286" y="228"/>
                </a:lnTo>
                <a:lnTo>
                  <a:pt x="290" y="234"/>
                </a:lnTo>
                <a:lnTo>
                  <a:pt x="292" y="240"/>
                </a:lnTo>
                <a:lnTo>
                  <a:pt x="300" y="244"/>
                </a:lnTo>
                <a:lnTo>
                  <a:pt x="310" y="246"/>
                </a:lnTo>
                <a:lnTo>
                  <a:pt x="318" y="246"/>
                </a:lnTo>
                <a:lnTo>
                  <a:pt x="324" y="242"/>
                </a:lnTo>
                <a:lnTo>
                  <a:pt x="328" y="240"/>
                </a:lnTo>
                <a:lnTo>
                  <a:pt x="328" y="240"/>
                </a:lnTo>
                <a:lnTo>
                  <a:pt x="334" y="234"/>
                </a:lnTo>
                <a:lnTo>
                  <a:pt x="346" y="228"/>
                </a:lnTo>
                <a:lnTo>
                  <a:pt x="360" y="220"/>
                </a:lnTo>
                <a:lnTo>
                  <a:pt x="378" y="212"/>
                </a:lnTo>
                <a:lnTo>
                  <a:pt x="396" y="206"/>
                </a:lnTo>
                <a:lnTo>
                  <a:pt x="412" y="202"/>
                </a:lnTo>
                <a:lnTo>
                  <a:pt x="428" y="200"/>
                </a:lnTo>
                <a:lnTo>
                  <a:pt x="434" y="202"/>
                </a:lnTo>
                <a:lnTo>
                  <a:pt x="440" y="204"/>
                </a:lnTo>
                <a:lnTo>
                  <a:pt x="440" y="204"/>
                </a:lnTo>
                <a:lnTo>
                  <a:pt x="448" y="210"/>
                </a:lnTo>
                <a:lnTo>
                  <a:pt x="454" y="218"/>
                </a:lnTo>
                <a:lnTo>
                  <a:pt x="460" y="228"/>
                </a:lnTo>
                <a:lnTo>
                  <a:pt x="464" y="238"/>
                </a:lnTo>
                <a:lnTo>
                  <a:pt x="470" y="252"/>
                </a:lnTo>
                <a:lnTo>
                  <a:pt x="472" y="260"/>
                </a:lnTo>
                <a:lnTo>
                  <a:pt x="472" y="260"/>
                </a:lnTo>
                <a:lnTo>
                  <a:pt x="430" y="280"/>
                </a:lnTo>
                <a:lnTo>
                  <a:pt x="358" y="314"/>
                </a:lnTo>
                <a:lnTo>
                  <a:pt x="358" y="314"/>
                </a:lnTo>
                <a:lnTo>
                  <a:pt x="330" y="328"/>
                </a:lnTo>
                <a:lnTo>
                  <a:pt x="304" y="338"/>
                </a:lnTo>
                <a:lnTo>
                  <a:pt x="252" y="358"/>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nchor="ctr"/>
          <a:lstStyle/>
          <a:p>
            <a:pPr algn="ctr"/>
            <a:endParaRPr sz="1350">
              <a:latin typeface="微软雅黑" panose="020B0503020204020204" pitchFamily="34" charset="-122"/>
              <a:ea typeface="微软雅黑" panose="020B0503020204020204" pitchFamily="34" charset="-122"/>
            </a:endParaRPr>
          </a:p>
        </p:txBody>
      </p:sp>
      <p:sp>
        <p:nvSpPr>
          <p:cNvPr id="93" name="任意多边形 92"/>
          <p:cNvSpPr/>
          <p:nvPr>
            <p:custDataLst>
              <p:tags r:id="rId67"/>
            </p:custDataLst>
          </p:nvPr>
        </p:nvSpPr>
        <p:spPr bwMode="auto">
          <a:xfrm>
            <a:off x="1306195" y="2663190"/>
            <a:ext cx="68580" cy="64135"/>
          </a:xfrm>
          <a:custGeom>
            <a:avLst/>
            <a:gdLst>
              <a:gd name="T0" fmla="*/ 0 w 90"/>
              <a:gd name="T1" fmla="*/ 12 h 84"/>
              <a:gd name="T2" fmla="*/ 0 w 90"/>
              <a:gd name="T3" fmla="*/ 12 h 84"/>
              <a:gd name="T4" fmla="*/ 12 w 90"/>
              <a:gd name="T5" fmla="*/ 10 h 84"/>
              <a:gd name="T6" fmla="*/ 26 w 90"/>
              <a:gd name="T7" fmla="*/ 8 h 84"/>
              <a:gd name="T8" fmla="*/ 40 w 90"/>
              <a:gd name="T9" fmla="*/ 12 h 84"/>
              <a:gd name="T10" fmla="*/ 48 w 90"/>
              <a:gd name="T11" fmla="*/ 14 h 84"/>
              <a:gd name="T12" fmla="*/ 56 w 90"/>
              <a:gd name="T13" fmla="*/ 18 h 84"/>
              <a:gd name="T14" fmla="*/ 64 w 90"/>
              <a:gd name="T15" fmla="*/ 24 h 84"/>
              <a:gd name="T16" fmla="*/ 72 w 90"/>
              <a:gd name="T17" fmla="*/ 32 h 84"/>
              <a:gd name="T18" fmla="*/ 78 w 90"/>
              <a:gd name="T19" fmla="*/ 42 h 84"/>
              <a:gd name="T20" fmla="*/ 82 w 90"/>
              <a:gd name="T21" fmla="*/ 54 h 84"/>
              <a:gd name="T22" fmla="*/ 86 w 90"/>
              <a:gd name="T23" fmla="*/ 68 h 84"/>
              <a:gd name="T24" fmla="*/ 90 w 90"/>
              <a:gd name="T25" fmla="*/ 84 h 84"/>
              <a:gd name="T26" fmla="*/ 90 w 90"/>
              <a:gd name="T27" fmla="*/ 84 h 84"/>
              <a:gd name="T28" fmla="*/ 88 w 90"/>
              <a:gd name="T29" fmla="*/ 66 h 84"/>
              <a:gd name="T30" fmla="*/ 86 w 90"/>
              <a:gd name="T31" fmla="*/ 48 h 84"/>
              <a:gd name="T32" fmla="*/ 80 w 90"/>
              <a:gd name="T33" fmla="*/ 30 h 84"/>
              <a:gd name="T34" fmla="*/ 74 w 90"/>
              <a:gd name="T35" fmla="*/ 20 h 84"/>
              <a:gd name="T36" fmla="*/ 68 w 90"/>
              <a:gd name="T37" fmla="*/ 14 h 84"/>
              <a:gd name="T38" fmla="*/ 62 w 90"/>
              <a:gd name="T39" fmla="*/ 6 h 84"/>
              <a:gd name="T40" fmla="*/ 52 w 90"/>
              <a:gd name="T41" fmla="*/ 2 h 84"/>
              <a:gd name="T42" fmla="*/ 42 w 90"/>
              <a:gd name="T43" fmla="*/ 0 h 84"/>
              <a:gd name="T44" fmla="*/ 30 w 90"/>
              <a:gd name="T45" fmla="*/ 0 h 84"/>
              <a:gd name="T46" fmla="*/ 16 w 90"/>
              <a:gd name="T47" fmla="*/ 4 h 84"/>
              <a:gd name="T48" fmla="*/ 0 w 90"/>
              <a:gd name="T49" fmla="*/ 12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90" h="84">
                <a:moveTo>
                  <a:pt x="0" y="12"/>
                </a:moveTo>
                <a:lnTo>
                  <a:pt x="0" y="12"/>
                </a:lnTo>
                <a:lnTo>
                  <a:pt x="12" y="10"/>
                </a:lnTo>
                <a:lnTo>
                  <a:pt x="26" y="8"/>
                </a:lnTo>
                <a:lnTo>
                  <a:pt x="40" y="12"/>
                </a:lnTo>
                <a:lnTo>
                  <a:pt x="48" y="14"/>
                </a:lnTo>
                <a:lnTo>
                  <a:pt x="56" y="18"/>
                </a:lnTo>
                <a:lnTo>
                  <a:pt x="64" y="24"/>
                </a:lnTo>
                <a:lnTo>
                  <a:pt x="72" y="32"/>
                </a:lnTo>
                <a:lnTo>
                  <a:pt x="78" y="42"/>
                </a:lnTo>
                <a:lnTo>
                  <a:pt x="82" y="54"/>
                </a:lnTo>
                <a:lnTo>
                  <a:pt x="86" y="68"/>
                </a:lnTo>
                <a:lnTo>
                  <a:pt x="90" y="84"/>
                </a:lnTo>
                <a:lnTo>
                  <a:pt x="90" y="84"/>
                </a:lnTo>
                <a:lnTo>
                  <a:pt x="88" y="66"/>
                </a:lnTo>
                <a:lnTo>
                  <a:pt x="86" y="48"/>
                </a:lnTo>
                <a:lnTo>
                  <a:pt x="80" y="30"/>
                </a:lnTo>
                <a:lnTo>
                  <a:pt x="74" y="20"/>
                </a:lnTo>
                <a:lnTo>
                  <a:pt x="68" y="14"/>
                </a:lnTo>
                <a:lnTo>
                  <a:pt x="62" y="6"/>
                </a:lnTo>
                <a:lnTo>
                  <a:pt x="52" y="2"/>
                </a:lnTo>
                <a:lnTo>
                  <a:pt x="42" y="0"/>
                </a:lnTo>
                <a:lnTo>
                  <a:pt x="30" y="0"/>
                </a:lnTo>
                <a:lnTo>
                  <a:pt x="16" y="4"/>
                </a:lnTo>
                <a:lnTo>
                  <a:pt x="0" y="12"/>
                </a:lnTo>
                <a:close/>
              </a:path>
            </a:pathLst>
          </a:custGeom>
          <a:solidFill>
            <a:srgbClr val="CB8F5E"/>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350">
              <a:latin typeface="微软雅黑" panose="020B0503020204020204" pitchFamily="34" charset="-122"/>
              <a:ea typeface="微软雅黑" panose="020B0503020204020204" pitchFamily="34" charset="-122"/>
            </a:endParaRPr>
          </a:p>
        </p:txBody>
      </p:sp>
      <p:sp>
        <p:nvSpPr>
          <p:cNvPr id="94" name="任意多边形 93"/>
          <p:cNvSpPr/>
          <p:nvPr>
            <p:custDataLst>
              <p:tags r:id="rId68"/>
            </p:custDataLst>
          </p:nvPr>
        </p:nvSpPr>
        <p:spPr bwMode="auto">
          <a:xfrm>
            <a:off x="1306195" y="2663190"/>
            <a:ext cx="68580" cy="64135"/>
          </a:xfrm>
          <a:custGeom>
            <a:avLst/>
            <a:gdLst>
              <a:gd name="T0" fmla="*/ 0 w 90"/>
              <a:gd name="T1" fmla="*/ 12 h 84"/>
              <a:gd name="T2" fmla="*/ 0 w 90"/>
              <a:gd name="T3" fmla="*/ 12 h 84"/>
              <a:gd name="T4" fmla="*/ 12 w 90"/>
              <a:gd name="T5" fmla="*/ 10 h 84"/>
              <a:gd name="T6" fmla="*/ 26 w 90"/>
              <a:gd name="T7" fmla="*/ 8 h 84"/>
              <a:gd name="T8" fmla="*/ 40 w 90"/>
              <a:gd name="T9" fmla="*/ 12 h 84"/>
              <a:gd name="T10" fmla="*/ 48 w 90"/>
              <a:gd name="T11" fmla="*/ 14 h 84"/>
              <a:gd name="T12" fmla="*/ 56 w 90"/>
              <a:gd name="T13" fmla="*/ 18 h 84"/>
              <a:gd name="T14" fmla="*/ 64 w 90"/>
              <a:gd name="T15" fmla="*/ 24 h 84"/>
              <a:gd name="T16" fmla="*/ 72 w 90"/>
              <a:gd name="T17" fmla="*/ 32 h 84"/>
              <a:gd name="T18" fmla="*/ 78 w 90"/>
              <a:gd name="T19" fmla="*/ 42 h 84"/>
              <a:gd name="T20" fmla="*/ 82 w 90"/>
              <a:gd name="T21" fmla="*/ 54 h 84"/>
              <a:gd name="T22" fmla="*/ 86 w 90"/>
              <a:gd name="T23" fmla="*/ 68 h 84"/>
              <a:gd name="T24" fmla="*/ 90 w 90"/>
              <a:gd name="T25" fmla="*/ 84 h 84"/>
              <a:gd name="T26" fmla="*/ 90 w 90"/>
              <a:gd name="T27" fmla="*/ 84 h 84"/>
              <a:gd name="T28" fmla="*/ 88 w 90"/>
              <a:gd name="T29" fmla="*/ 66 h 84"/>
              <a:gd name="T30" fmla="*/ 86 w 90"/>
              <a:gd name="T31" fmla="*/ 48 h 84"/>
              <a:gd name="T32" fmla="*/ 80 w 90"/>
              <a:gd name="T33" fmla="*/ 30 h 84"/>
              <a:gd name="T34" fmla="*/ 74 w 90"/>
              <a:gd name="T35" fmla="*/ 20 h 84"/>
              <a:gd name="T36" fmla="*/ 68 w 90"/>
              <a:gd name="T37" fmla="*/ 14 h 84"/>
              <a:gd name="T38" fmla="*/ 62 w 90"/>
              <a:gd name="T39" fmla="*/ 6 h 84"/>
              <a:gd name="T40" fmla="*/ 52 w 90"/>
              <a:gd name="T41" fmla="*/ 2 h 84"/>
              <a:gd name="T42" fmla="*/ 42 w 90"/>
              <a:gd name="T43" fmla="*/ 0 h 84"/>
              <a:gd name="T44" fmla="*/ 30 w 90"/>
              <a:gd name="T45" fmla="*/ 0 h 84"/>
              <a:gd name="T46" fmla="*/ 16 w 90"/>
              <a:gd name="T47" fmla="*/ 4 h 84"/>
              <a:gd name="T48" fmla="*/ 0 w 90"/>
              <a:gd name="T49" fmla="*/ 12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90" h="84">
                <a:moveTo>
                  <a:pt x="0" y="12"/>
                </a:moveTo>
                <a:lnTo>
                  <a:pt x="0" y="12"/>
                </a:lnTo>
                <a:lnTo>
                  <a:pt x="12" y="10"/>
                </a:lnTo>
                <a:lnTo>
                  <a:pt x="26" y="8"/>
                </a:lnTo>
                <a:lnTo>
                  <a:pt x="40" y="12"/>
                </a:lnTo>
                <a:lnTo>
                  <a:pt x="48" y="14"/>
                </a:lnTo>
                <a:lnTo>
                  <a:pt x="56" y="18"/>
                </a:lnTo>
                <a:lnTo>
                  <a:pt x="64" y="24"/>
                </a:lnTo>
                <a:lnTo>
                  <a:pt x="72" y="32"/>
                </a:lnTo>
                <a:lnTo>
                  <a:pt x="78" y="42"/>
                </a:lnTo>
                <a:lnTo>
                  <a:pt x="82" y="54"/>
                </a:lnTo>
                <a:lnTo>
                  <a:pt x="86" y="68"/>
                </a:lnTo>
                <a:lnTo>
                  <a:pt x="90" y="84"/>
                </a:lnTo>
                <a:lnTo>
                  <a:pt x="90" y="84"/>
                </a:lnTo>
                <a:lnTo>
                  <a:pt x="88" y="66"/>
                </a:lnTo>
                <a:lnTo>
                  <a:pt x="86" y="48"/>
                </a:lnTo>
                <a:lnTo>
                  <a:pt x="80" y="30"/>
                </a:lnTo>
                <a:lnTo>
                  <a:pt x="74" y="20"/>
                </a:lnTo>
                <a:lnTo>
                  <a:pt x="68" y="14"/>
                </a:lnTo>
                <a:lnTo>
                  <a:pt x="62" y="6"/>
                </a:lnTo>
                <a:lnTo>
                  <a:pt x="52" y="2"/>
                </a:lnTo>
                <a:lnTo>
                  <a:pt x="42" y="0"/>
                </a:lnTo>
                <a:lnTo>
                  <a:pt x="30" y="0"/>
                </a:lnTo>
                <a:lnTo>
                  <a:pt x="16" y="4"/>
                </a:lnTo>
                <a:lnTo>
                  <a:pt x="0" y="12"/>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nchor="ctr"/>
          <a:lstStyle/>
          <a:p>
            <a:pPr algn="ctr"/>
            <a:endParaRPr sz="1350">
              <a:latin typeface="微软雅黑" panose="020B0503020204020204" pitchFamily="34" charset="-122"/>
              <a:ea typeface="微软雅黑" panose="020B0503020204020204" pitchFamily="34" charset="-122"/>
            </a:endParaRPr>
          </a:p>
        </p:txBody>
      </p:sp>
      <p:sp>
        <p:nvSpPr>
          <p:cNvPr id="102" name="任意多边形 101"/>
          <p:cNvSpPr/>
          <p:nvPr>
            <p:custDataLst>
              <p:tags r:id="rId69"/>
            </p:custDataLst>
          </p:nvPr>
        </p:nvSpPr>
        <p:spPr bwMode="auto">
          <a:xfrm flipH="1">
            <a:off x="1405890" y="1530985"/>
            <a:ext cx="64135" cy="62865"/>
          </a:xfrm>
          <a:custGeom>
            <a:avLst/>
            <a:gdLst>
              <a:gd name="T0" fmla="*/ 27 w 27"/>
              <a:gd name="T1" fmla="*/ 13 h 27"/>
              <a:gd name="T2" fmla="*/ 13 w 27"/>
              <a:gd name="T3" fmla="*/ 0 h 27"/>
              <a:gd name="T4" fmla="*/ 0 w 27"/>
              <a:gd name="T5" fmla="*/ 13 h 27"/>
              <a:gd name="T6" fmla="*/ 13 w 27"/>
              <a:gd name="T7" fmla="*/ 26 h 27"/>
              <a:gd name="T8" fmla="*/ 27 w 27"/>
              <a:gd name="T9" fmla="*/ 13 h 27"/>
            </a:gdLst>
            <a:ahLst/>
            <a:cxnLst>
              <a:cxn ang="0">
                <a:pos x="T0" y="T1"/>
              </a:cxn>
              <a:cxn ang="0">
                <a:pos x="T2" y="T3"/>
              </a:cxn>
              <a:cxn ang="0">
                <a:pos x="T4" y="T5"/>
              </a:cxn>
              <a:cxn ang="0">
                <a:pos x="T6" y="T7"/>
              </a:cxn>
              <a:cxn ang="0">
                <a:pos x="T8" y="T9"/>
              </a:cxn>
            </a:cxnLst>
            <a:rect l="0" t="0" r="r" b="b"/>
            <a:pathLst>
              <a:path w="27" h="27">
                <a:moveTo>
                  <a:pt x="27" y="13"/>
                </a:moveTo>
                <a:cubicBezTo>
                  <a:pt x="27" y="6"/>
                  <a:pt x="21" y="0"/>
                  <a:pt x="13" y="0"/>
                </a:cubicBezTo>
                <a:cubicBezTo>
                  <a:pt x="6" y="0"/>
                  <a:pt x="0" y="6"/>
                  <a:pt x="0" y="13"/>
                </a:cubicBezTo>
                <a:cubicBezTo>
                  <a:pt x="0" y="20"/>
                  <a:pt x="6" y="26"/>
                  <a:pt x="13" y="26"/>
                </a:cubicBezTo>
                <a:cubicBezTo>
                  <a:pt x="20" y="27"/>
                  <a:pt x="26" y="21"/>
                  <a:pt x="27" y="13"/>
                </a:cubicBezTo>
              </a:path>
            </a:pathLst>
          </a:custGeom>
          <a:solidFill>
            <a:srgbClr val="000000"/>
          </a:solidFill>
          <a:ln>
            <a:noFill/>
          </a:ln>
        </p:spPr>
        <p:txBody>
          <a:bodyPr anchor="ctr"/>
          <a:lstStyle/>
          <a:p>
            <a:pPr algn="ctr"/>
            <a:endParaRPr sz="1350">
              <a:latin typeface="微软雅黑" panose="020B0503020204020204" pitchFamily="34" charset="-122"/>
              <a:ea typeface="微软雅黑" panose="020B0503020204020204" pitchFamily="34" charset="-122"/>
            </a:endParaRPr>
          </a:p>
        </p:txBody>
      </p:sp>
      <p:sp>
        <p:nvSpPr>
          <p:cNvPr id="103" name="任意多边形 102"/>
          <p:cNvSpPr/>
          <p:nvPr>
            <p:custDataLst>
              <p:tags r:id="rId70"/>
            </p:custDataLst>
          </p:nvPr>
        </p:nvSpPr>
        <p:spPr bwMode="auto">
          <a:xfrm flipH="1">
            <a:off x="1437005" y="1541145"/>
            <a:ext cx="23495" cy="22860"/>
          </a:xfrm>
          <a:custGeom>
            <a:avLst/>
            <a:gdLst>
              <a:gd name="T0" fmla="*/ 5 w 10"/>
              <a:gd name="T1" fmla="*/ 0 h 10"/>
              <a:gd name="T2" fmla="*/ 0 w 10"/>
              <a:gd name="T3" fmla="*/ 5 h 10"/>
              <a:gd name="T4" fmla="*/ 5 w 10"/>
              <a:gd name="T5" fmla="*/ 10 h 10"/>
              <a:gd name="T6" fmla="*/ 5 w 10"/>
              <a:gd name="T7" fmla="*/ 10 h 10"/>
              <a:gd name="T8" fmla="*/ 10 w 10"/>
              <a:gd name="T9" fmla="*/ 5 h 10"/>
              <a:gd name="T10" fmla="*/ 5 w 10"/>
              <a:gd name="T11" fmla="*/ 0 h 10"/>
              <a:gd name="T12" fmla="*/ 5 w 10"/>
              <a:gd name="T13" fmla="*/ 0 h 10"/>
            </a:gdLst>
            <a:ahLst/>
            <a:cxnLst>
              <a:cxn ang="0">
                <a:pos x="T0" y="T1"/>
              </a:cxn>
              <a:cxn ang="0">
                <a:pos x="T2" y="T3"/>
              </a:cxn>
              <a:cxn ang="0">
                <a:pos x="T4" y="T5"/>
              </a:cxn>
              <a:cxn ang="0">
                <a:pos x="T6" y="T7"/>
              </a:cxn>
              <a:cxn ang="0">
                <a:pos x="T8" y="T9"/>
              </a:cxn>
              <a:cxn ang="0">
                <a:pos x="T10" y="T11"/>
              </a:cxn>
              <a:cxn ang="0">
                <a:pos x="T12" y="T13"/>
              </a:cxn>
            </a:cxnLst>
            <a:rect l="0" t="0" r="r" b="b"/>
            <a:pathLst>
              <a:path w="10" h="10">
                <a:moveTo>
                  <a:pt x="5" y="0"/>
                </a:moveTo>
                <a:cubicBezTo>
                  <a:pt x="2" y="0"/>
                  <a:pt x="0" y="2"/>
                  <a:pt x="0" y="5"/>
                </a:cubicBezTo>
                <a:cubicBezTo>
                  <a:pt x="0" y="7"/>
                  <a:pt x="2" y="10"/>
                  <a:pt x="5" y="10"/>
                </a:cubicBezTo>
                <a:cubicBezTo>
                  <a:pt x="5" y="10"/>
                  <a:pt x="5" y="10"/>
                  <a:pt x="5" y="10"/>
                </a:cubicBezTo>
                <a:cubicBezTo>
                  <a:pt x="8" y="10"/>
                  <a:pt x="10" y="8"/>
                  <a:pt x="10" y="5"/>
                </a:cubicBezTo>
                <a:cubicBezTo>
                  <a:pt x="10" y="2"/>
                  <a:pt x="8" y="0"/>
                  <a:pt x="5" y="0"/>
                </a:cubicBezTo>
                <a:cubicBezTo>
                  <a:pt x="5" y="0"/>
                  <a:pt x="5" y="0"/>
                  <a:pt x="5" y="0"/>
                </a:cubicBezTo>
              </a:path>
            </a:pathLst>
          </a:custGeom>
          <a:solidFill>
            <a:sysClr val="window" lastClr="FFFFFF"/>
          </a:solidFill>
          <a:ln>
            <a:noFill/>
          </a:ln>
        </p:spPr>
        <p:txBody>
          <a:bodyPr anchor="ctr"/>
          <a:lstStyle/>
          <a:p>
            <a:pPr algn="ctr"/>
            <a:endParaRPr sz="1350">
              <a:latin typeface="微软雅黑" panose="020B0503020204020204" pitchFamily="34" charset="-122"/>
              <a:ea typeface="微软雅黑" panose="020B0503020204020204" pitchFamily="34" charset="-122"/>
            </a:endParaRPr>
          </a:p>
        </p:txBody>
      </p:sp>
      <p:sp>
        <p:nvSpPr>
          <p:cNvPr id="100" name="任意多边形 99"/>
          <p:cNvSpPr/>
          <p:nvPr>
            <p:custDataLst>
              <p:tags r:id="rId71"/>
            </p:custDataLst>
          </p:nvPr>
        </p:nvSpPr>
        <p:spPr bwMode="auto">
          <a:xfrm flipH="1">
            <a:off x="1576705" y="1496695"/>
            <a:ext cx="62865" cy="62865"/>
          </a:xfrm>
          <a:custGeom>
            <a:avLst/>
            <a:gdLst>
              <a:gd name="T0" fmla="*/ 27 w 27"/>
              <a:gd name="T1" fmla="*/ 13 h 27"/>
              <a:gd name="T2" fmla="*/ 14 w 27"/>
              <a:gd name="T3" fmla="*/ 0 h 27"/>
              <a:gd name="T4" fmla="*/ 0 w 27"/>
              <a:gd name="T5" fmla="*/ 13 h 27"/>
              <a:gd name="T6" fmla="*/ 13 w 27"/>
              <a:gd name="T7" fmla="*/ 27 h 27"/>
              <a:gd name="T8" fmla="*/ 27 w 27"/>
              <a:gd name="T9" fmla="*/ 13 h 27"/>
            </a:gdLst>
            <a:ahLst/>
            <a:cxnLst>
              <a:cxn ang="0">
                <a:pos x="T0" y="T1"/>
              </a:cxn>
              <a:cxn ang="0">
                <a:pos x="T2" y="T3"/>
              </a:cxn>
              <a:cxn ang="0">
                <a:pos x="T4" y="T5"/>
              </a:cxn>
              <a:cxn ang="0">
                <a:pos x="T6" y="T7"/>
              </a:cxn>
              <a:cxn ang="0">
                <a:pos x="T8" y="T9"/>
              </a:cxn>
            </a:cxnLst>
            <a:rect l="0" t="0" r="r" b="b"/>
            <a:pathLst>
              <a:path w="27" h="27">
                <a:moveTo>
                  <a:pt x="27" y="13"/>
                </a:moveTo>
                <a:cubicBezTo>
                  <a:pt x="27" y="6"/>
                  <a:pt x="21" y="0"/>
                  <a:pt x="14" y="0"/>
                </a:cubicBezTo>
                <a:cubicBezTo>
                  <a:pt x="6" y="0"/>
                  <a:pt x="0" y="6"/>
                  <a:pt x="0" y="13"/>
                </a:cubicBezTo>
                <a:cubicBezTo>
                  <a:pt x="0" y="20"/>
                  <a:pt x="6" y="26"/>
                  <a:pt x="13" y="27"/>
                </a:cubicBezTo>
                <a:cubicBezTo>
                  <a:pt x="21" y="27"/>
                  <a:pt x="27" y="21"/>
                  <a:pt x="27" y="13"/>
                </a:cubicBezTo>
              </a:path>
            </a:pathLst>
          </a:custGeom>
          <a:solidFill>
            <a:srgbClr val="000000"/>
          </a:solidFill>
          <a:ln>
            <a:noFill/>
          </a:ln>
        </p:spPr>
        <p:txBody>
          <a:bodyPr anchor="ctr"/>
          <a:lstStyle/>
          <a:p>
            <a:pPr algn="ctr"/>
            <a:endParaRPr sz="1350">
              <a:latin typeface="微软雅黑" panose="020B0503020204020204" pitchFamily="34" charset="-122"/>
              <a:ea typeface="微软雅黑" panose="020B0503020204020204" pitchFamily="34" charset="-122"/>
            </a:endParaRPr>
          </a:p>
        </p:txBody>
      </p:sp>
      <p:sp>
        <p:nvSpPr>
          <p:cNvPr id="101" name="任意多边形 100"/>
          <p:cNvSpPr/>
          <p:nvPr>
            <p:custDataLst>
              <p:tags r:id="rId72"/>
            </p:custDataLst>
          </p:nvPr>
        </p:nvSpPr>
        <p:spPr bwMode="auto">
          <a:xfrm flipH="1">
            <a:off x="1607185" y="1506855"/>
            <a:ext cx="23495" cy="22860"/>
          </a:xfrm>
          <a:custGeom>
            <a:avLst/>
            <a:gdLst>
              <a:gd name="T0" fmla="*/ 5 w 10"/>
              <a:gd name="T1" fmla="*/ 0 h 10"/>
              <a:gd name="T2" fmla="*/ 0 w 10"/>
              <a:gd name="T3" fmla="*/ 5 h 10"/>
              <a:gd name="T4" fmla="*/ 5 w 10"/>
              <a:gd name="T5" fmla="*/ 10 h 10"/>
              <a:gd name="T6" fmla="*/ 5 w 10"/>
              <a:gd name="T7" fmla="*/ 10 h 10"/>
              <a:gd name="T8" fmla="*/ 10 w 10"/>
              <a:gd name="T9" fmla="*/ 5 h 10"/>
              <a:gd name="T10" fmla="*/ 5 w 10"/>
              <a:gd name="T11" fmla="*/ 0 h 10"/>
              <a:gd name="T12" fmla="*/ 5 w 10"/>
              <a:gd name="T13" fmla="*/ 0 h 10"/>
            </a:gdLst>
            <a:ahLst/>
            <a:cxnLst>
              <a:cxn ang="0">
                <a:pos x="T0" y="T1"/>
              </a:cxn>
              <a:cxn ang="0">
                <a:pos x="T2" y="T3"/>
              </a:cxn>
              <a:cxn ang="0">
                <a:pos x="T4" y="T5"/>
              </a:cxn>
              <a:cxn ang="0">
                <a:pos x="T6" y="T7"/>
              </a:cxn>
              <a:cxn ang="0">
                <a:pos x="T8" y="T9"/>
              </a:cxn>
              <a:cxn ang="0">
                <a:pos x="T10" y="T11"/>
              </a:cxn>
              <a:cxn ang="0">
                <a:pos x="T12" y="T13"/>
              </a:cxn>
            </a:cxnLst>
            <a:rect l="0" t="0" r="r" b="b"/>
            <a:pathLst>
              <a:path w="10" h="10">
                <a:moveTo>
                  <a:pt x="5" y="0"/>
                </a:moveTo>
                <a:cubicBezTo>
                  <a:pt x="2" y="0"/>
                  <a:pt x="0" y="2"/>
                  <a:pt x="0" y="5"/>
                </a:cubicBezTo>
                <a:cubicBezTo>
                  <a:pt x="0" y="8"/>
                  <a:pt x="2" y="10"/>
                  <a:pt x="5" y="10"/>
                </a:cubicBezTo>
                <a:cubicBezTo>
                  <a:pt x="5" y="10"/>
                  <a:pt x="5" y="10"/>
                  <a:pt x="5" y="10"/>
                </a:cubicBezTo>
                <a:cubicBezTo>
                  <a:pt x="8" y="10"/>
                  <a:pt x="10" y="8"/>
                  <a:pt x="10" y="5"/>
                </a:cubicBezTo>
                <a:cubicBezTo>
                  <a:pt x="10" y="2"/>
                  <a:pt x="8" y="0"/>
                  <a:pt x="5" y="0"/>
                </a:cubicBezTo>
                <a:cubicBezTo>
                  <a:pt x="5" y="0"/>
                  <a:pt x="5" y="0"/>
                  <a:pt x="5" y="0"/>
                </a:cubicBezTo>
              </a:path>
            </a:pathLst>
          </a:custGeom>
          <a:solidFill>
            <a:sysClr val="window" lastClr="FFFFFF"/>
          </a:solidFill>
          <a:ln>
            <a:noFill/>
          </a:ln>
        </p:spPr>
        <p:txBody>
          <a:bodyPr anchor="ctr"/>
          <a:lstStyle/>
          <a:p>
            <a:pPr algn="ctr"/>
            <a:endParaRPr sz="1350">
              <a:latin typeface="微软雅黑" panose="020B0503020204020204" pitchFamily="34" charset="-122"/>
              <a:ea typeface="微软雅黑" panose="020B0503020204020204" pitchFamily="34" charset="-122"/>
            </a:endParaRPr>
          </a:p>
        </p:txBody>
      </p:sp>
      <p:sp>
        <p:nvSpPr>
          <p:cNvPr id="97" name="任意多边形 96"/>
          <p:cNvSpPr/>
          <p:nvPr>
            <p:custDataLst>
              <p:tags r:id="rId73"/>
            </p:custDataLst>
          </p:nvPr>
        </p:nvSpPr>
        <p:spPr bwMode="auto">
          <a:xfrm rot="19803807">
            <a:off x="1094105" y="1331595"/>
            <a:ext cx="563880" cy="274320"/>
          </a:xfrm>
          <a:custGeom>
            <a:avLst/>
            <a:gdLst/>
            <a:ahLst/>
            <a:cxnLst/>
            <a:rect l="0" t="0" r="r" b="b"/>
            <a:pathLst>
              <a:path w="21339" h="19952">
                <a:moveTo>
                  <a:pt x="16213" y="4995"/>
                </a:moveTo>
                <a:cubicBezTo>
                  <a:pt x="14681" y="6345"/>
                  <a:pt x="9351" y="13230"/>
                  <a:pt x="7153" y="13365"/>
                </a:cubicBezTo>
                <a:cubicBezTo>
                  <a:pt x="4954" y="13500"/>
                  <a:pt x="7553" y="12555"/>
                  <a:pt x="8152" y="11205"/>
                </a:cubicBezTo>
                <a:cubicBezTo>
                  <a:pt x="8752" y="9855"/>
                  <a:pt x="3955" y="14310"/>
                  <a:pt x="2822" y="14445"/>
                </a:cubicBezTo>
                <a:cubicBezTo>
                  <a:pt x="1689" y="14580"/>
                  <a:pt x="2822" y="14175"/>
                  <a:pt x="3355" y="12689"/>
                </a:cubicBezTo>
                <a:cubicBezTo>
                  <a:pt x="3888" y="11204"/>
                  <a:pt x="1423" y="13499"/>
                  <a:pt x="1822" y="17549"/>
                </a:cubicBezTo>
                <a:cubicBezTo>
                  <a:pt x="2222" y="21600"/>
                  <a:pt x="173" y="20083"/>
                  <a:pt x="40" y="16304"/>
                </a:cubicBezTo>
                <a:cubicBezTo>
                  <a:pt x="-93" y="12524"/>
                  <a:pt x="90" y="11880"/>
                  <a:pt x="823" y="8370"/>
                </a:cubicBezTo>
                <a:cubicBezTo>
                  <a:pt x="1556" y="4860"/>
                  <a:pt x="11216" y="0"/>
                  <a:pt x="14281" y="0"/>
                </a:cubicBezTo>
                <a:cubicBezTo>
                  <a:pt x="17346" y="0"/>
                  <a:pt x="19878" y="6210"/>
                  <a:pt x="20611" y="8910"/>
                </a:cubicBezTo>
                <a:cubicBezTo>
                  <a:pt x="21344" y="11610"/>
                  <a:pt x="21507" y="14536"/>
                  <a:pt x="21174" y="16965"/>
                </a:cubicBezTo>
                <a:cubicBezTo>
                  <a:pt x="20840" y="19395"/>
                  <a:pt x="19811" y="20520"/>
                  <a:pt x="19811" y="17415"/>
                </a:cubicBezTo>
                <a:cubicBezTo>
                  <a:pt x="19811" y="14310"/>
                  <a:pt x="17346" y="10665"/>
                  <a:pt x="16213" y="4995"/>
                </a:cubicBezTo>
                <a:close/>
                <a:moveTo>
                  <a:pt x="16213" y="4995"/>
                </a:moveTo>
              </a:path>
            </a:pathLst>
          </a:custGeom>
          <a:solidFill>
            <a:srgbClr val="755243"/>
          </a:solidFill>
          <a:ln>
            <a:noFill/>
          </a:ln>
        </p:spPr>
        <p:txBody>
          <a:bodyPr anchor="ctr"/>
          <a:lstStyle/>
          <a:p>
            <a:pPr algn="ctr"/>
            <a:endParaRPr sz="1350">
              <a:latin typeface="微软雅黑" panose="020B0503020204020204" pitchFamily="34" charset="-122"/>
              <a:ea typeface="微软雅黑" panose="020B0503020204020204" pitchFamily="34" charset="-122"/>
            </a:endParaRPr>
          </a:p>
        </p:txBody>
      </p:sp>
      <p:sp>
        <p:nvSpPr>
          <p:cNvPr id="98" name="任意多边形 97"/>
          <p:cNvSpPr/>
          <p:nvPr>
            <p:custDataLst>
              <p:tags r:id="rId74"/>
            </p:custDataLst>
          </p:nvPr>
        </p:nvSpPr>
        <p:spPr bwMode="auto">
          <a:xfrm rot="19571347">
            <a:off x="963930" y="1176020"/>
            <a:ext cx="664210" cy="435610"/>
          </a:xfrm>
          <a:custGeom>
            <a:avLst/>
            <a:gdLst>
              <a:gd name="connsiteX0" fmla="*/ 0 w 22447"/>
              <a:gd name="connsiteY0" fmla="*/ 17132 h 17132"/>
              <a:gd name="connsiteX1" fmla="*/ 16889 w 22447"/>
              <a:gd name="connsiteY1" fmla="*/ 4809 h 17132"/>
              <a:gd name="connsiteX2" fmla="*/ 22447 w 22447"/>
              <a:gd name="connsiteY2" fmla="*/ 11000 h 17132"/>
              <a:gd name="connsiteX3" fmla="*/ 16508 w 22447"/>
              <a:gd name="connsiteY3" fmla="*/ 9542 h 17132"/>
              <a:gd name="connsiteX4" fmla="*/ 10875 w 22447"/>
              <a:gd name="connsiteY4" fmla="*/ 12007 h 17132"/>
              <a:gd name="connsiteX5" fmla="*/ 0 w 22447"/>
              <a:gd name="connsiteY5" fmla="*/ 17132 h 17132"/>
              <a:gd name="connsiteX6" fmla="*/ 0 w 22447"/>
              <a:gd name="connsiteY6" fmla="*/ 17132 h 17132"/>
              <a:gd name="connsiteX0-1" fmla="*/ 0 w 20118"/>
              <a:gd name="connsiteY0-2" fmla="*/ 17132 h 17132"/>
              <a:gd name="connsiteX1-3" fmla="*/ 16889 w 20118"/>
              <a:gd name="connsiteY1-4" fmla="*/ 4809 h 17132"/>
              <a:gd name="connsiteX2-5" fmla="*/ 19998 w 20118"/>
              <a:gd name="connsiteY2-6" fmla="*/ 16337 h 17132"/>
              <a:gd name="connsiteX3-7" fmla="*/ 16508 w 20118"/>
              <a:gd name="connsiteY3-8" fmla="*/ 9542 h 17132"/>
              <a:gd name="connsiteX4-9" fmla="*/ 10875 w 20118"/>
              <a:gd name="connsiteY4-10" fmla="*/ 12007 h 17132"/>
              <a:gd name="connsiteX5-11" fmla="*/ 0 w 20118"/>
              <a:gd name="connsiteY5-12" fmla="*/ 17132 h 17132"/>
              <a:gd name="connsiteX6-13" fmla="*/ 0 w 20118"/>
              <a:gd name="connsiteY6-14" fmla="*/ 17132 h 17132"/>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20118" h="17132">
                <a:moveTo>
                  <a:pt x="0" y="17132"/>
                </a:moveTo>
                <a:cubicBezTo>
                  <a:pt x="1001" y="-763"/>
                  <a:pt x="13216" y="-4221"/>
                  <a:pt x="16889" y="4809"/>
                </a:cubicBezTo>
                <a:cubicBezTo>
                  <a:pt x="21291" y="6500"/>
                  <a:pt x="19870" y="14748"/>
                  <a:pt x="19998" y="16337"/>
                </a:cubicBezTo>
                <a:cubicBezTo>
                  <a:pt x="19931" y="16103"/>
                  <a:pt x="17377" y="11337"/>
                  <a:pt x="16508" y="9542"/>
                </a:cubicBezTo>
                <a:lnTo>
                  <a:pt x="10875" y="12007"/>
                </a:lnTo>
                <a:cubicBezTo>
                  <a:pt x="10875" y="12008"/>
                  <a:pt x="4427" y="14786"/>
                  <a:pt x="0" y="17132"/>
                </a:cubicBezTo>
                <a:close/>
                <a:moveTo>
                  <a:pt x="0" y="17132"/>
                </a:moveTo>
              </a:path>
            </a:pathLst>
          </a:custGeom>
          <a:solidFill>
            <a:srgbClr val="755243"/>
          </a:solidFill>
          <a:ln>
            <a:noFill/>
          </a:ln>
        </p:spPr>
        <p:txBody>
          <a:bodyPr anchor="ctr"/>
          <a:lstStyle/>
          <a:p>
            <a:pPr algn="ctr"/>
            <a:endParaRPr sz="1350">
              <a:latin typeface="微软雅黑" panose="020B0503020204020204" pitchFamily="34" charset="-122"/>
              <a:ea typeface="微软雅黑" panose="020B0503020204020204" pitchFamily="34" charset="-122"/>
            </a:endParaRPr>
          </a:p>
        </p:txBody>
      </p:sp>
      <p:sp>
        <p:nvSpPr>
          <p:cNvPr id="99" name="任意多边形 98"/>
          <p:cNvSpPr/>
          <p:nvPr>
            <p:custDataLst>
              <p:tags r:id="rId75"/>
            </p:custDataLst>
          </p:nvPr>
        </p:nvSpPr>
        <p:spPr bwMode="auto">
          <a:xfrm>
            <a:off x="1099185" y="1687830"/>
            <a:ext cx="175260" cy="182880"/>
          </a:xfrm>
          <a:custGeom>
            <a:avLst/>
            <a:gdLst>
              <a:gd name="T0" fmla="*/ 172 w 230"/>
              <a:gd name="T1" fmla="*/ 50 h 240"/>
              <a:gd name="T2" fmla="*/ 172 w 230"/>
              <a:gd name="T3" fmla="*/ 50 h 240"/>
              <a:gd name="T4" fmla="*/ 160 w 230"/>
              <a:gd name="T5" fmla="*/ 38 h 240"/>
              <a:gd name="T6" fmla="*/ 144 w 230"/>
              <a:gd name="T7" fmla="*/ 28 h 240"/>
              <a:gd name="T8" fmla="*/ 126 w 230"/>
              <a:gd name="T9" fmla="*/ 16 h 240"/>
              <a:gd name="T10" fmla="*/ 102 w 230"/>
              <a:gd name="T11" fmla="*/ 6 h 240"/>
              <a:gd name="T12" fmla="*/ 90 w 230"/>
              <a:gd name="T13" fmla="*/ 4 h 240"/>
              <a:gd name="T14" fmla="*/ 78 w 230"/>
              <a:gd name="T15" fmla="*/ 2 h 240"/>
              <a:gd name="T16" fmla="*/ 66 w 230"/>
              <a:gd name="T17" fmla="*/ 0 h 240"/>
              <a:gd name="T18" fmla="*/ 52 w 230"/>
              <a:gd name="T19" fmla="*/ 2 h 240"/>
              <a:gd name="T20" fmla="*/ 38 w 230"/>
              <a:gd name="T21" fmla="*/ 6 h 240"/>
              <a:gd name="T22" fmla="*/ 26 w 230"/>
              <a:gd name="T23" fmla="*/ 12 h 240"/>
              <a:gd name="T24" fmla="*/ 26 w 230"/>
              <a:gd name="T25" fmla="*/ 12 h 240"/>
              <a:gd name="T26" fmla="*/ 18 w 230"/>
              <a:gd name="T27" fmla="*/ 18 h 240"/>
              <a:gd name="T28" fmla="*/ 14 w 230"/>
              <a:gd name="T29" fmla="*/ 24 h 240"/>
              <a:gd name="T30" fmla="*/ 10 w 230"/>
              <a:gd name="T31" fmla="*/ 30 h 240"/>
              <a:gd name="T32" fmla="*/ 6 w 230"/>
              <a:gd name="T33" fmla="*/ 38 h 240"/>
              <a:gd name="T34" fmla="*/ 2 w 230"/>
              <a:gd name="T35" fmla="*/ 56 h 240"/>
              <a:gd name="T36" fmla="*/ 0 w 230"/>
              <a:gd name="T37" fmla="*/ 76 h 240"/>
              <a:gd name="T38" fmla="*/ 4 w 230"/>
              <a:gd name="T39" fmla="*/ 98 h 240"/>
              <a:gd name="T40" fmla="*/ 10 w 230"/>
              <a:gd name="T41" fmla="*/ 122 h 240"/>
              <a:gd name="T42" fmla="*/ 18 w 230"/>
              <a:gd name="T43" fmla="*/ 144 h 240"/>
              <a:gd name="T44" fmla="*/ 30 w 230"/>
              <a:gd name="T45" fmla="*/ 166 h 240"/>
              <a:gd name="T46" fmla="*/ 44 w 230"/>
              <a:gd name="T47" fmla="*/ 188 h 240"/>
              <a:gd name="T48" fmla="*/ 60 w 230"/>
              <a:gd name="T49" fmla="*/ 206 h 240"/>
              <a:gd name="T50" fmla="*/ 80 w 230"/>
              <a:gd name="T51" fmla="*/ 222 h 240"/>
              <a:gd name="T52" fmla="*/ 90 w 230"/>
              <a:gd name="T53" fmla="*/ 228 h 240"/>
              <a:gd name="T54" fmla="*/ 100 w 230"/>
              <a:gd name="T55" fmla="*/ 234 h 240"/>
              <a:gd name="T56" fmla="*/ 112 w 230"/>
              <a:gd name="T57" fmla="*/ 236 h 240"/>
              <a:gd name="T58" fmla="*/ 124 w 230"/>
              <a:gd name="T59" fmla="*/ 240 h 240"/>
              <a:gd name="T60" fmla="*/ 136 w 230"/>
              <a:gd name="T61" fmla="*/ 240 h 240"/>
              <a:gd name="T62" fmla="*/ 150 w 230"/>
              <a:gd name="T63" fmla="*/ 240 h 240"/>
              <a:gd name="T64" fmla="*/ 164 w 230"/>
              <a:gd name="T65" fmla="*/ 238 h 240"/>
              <a:gd name="T66" fmla="*/ 178 w 230"/>
              <a:gd name="T67" fmla="*/ 234 h 240"/>
              <a:gd name="T68" fmla="*/ 192 w 230"/>
              <a:gd name="T69" fmla="*/ 228 h 240"/>
              <a:gd name="T70" fmla="*/ 206 w 230"/>
              <a:gd name="T71" fmla="*/ 220 h 240"/>
              <a:gd name="T72" fmla="*/ 206 w 230"/>
              <a:gd name="T73" fmla="*/ 220 h 240"/>
              <a:gd name="T74" fmla="*/ 216 w 230"/>
              <a:gd name="T75" fmla="*/ 212 h 240"/>
              <a:gd name="T76" fmla="*/ 224 w 230"/>
              <a:gd name="T77" fmla="*/ 202 h 240"/>
              <a:gd name="T78" fmla="*/ 228 w 230"/>
              <a:gd name="T79" fmla="*/ 190 h 240"/>
              <a:gd name="T80" fmla="*/ 230 w 230"/>
              <a:gd name="T81" fmla="*/ 178 h 240"/>
              <a:gd name="T82" fmla="*/ 228 w 230"/>
              <a:gd name="T83" fmla="*/ 164 h 240"/>
              <a:gd name="T84" fmla="*/ 224 w 230"/>
              <a:gd name="T85" fmla="*/ 150 h 240"/>
              <a:gd name="T86" fmla="*/ 220 w 230"/>
              <a:gd name="T87" fmla="*/ 134 h 240"/>
              <a:gd name="T88" fmla="*/ 214 w 230"/>
              <a:gd name="T89" fmla="*/ 120 h 240"/>
              <a:gd name="T90" fmla="*/ 200 w 230"/>
              <a:gd name="T91" fmla="*/ 94 h 240"/>
              <a:gd name="T92" fmla="*/ 186 w 230"/>
              <a:gd name="T93" fmla="*/ 70 h 240"/>
              <a:gd name="T94" fmla="*/ 172 w 230"/>
              <a:gd name="T95" fmla="*/ 50 h 2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230" h="240">
                <a:moveTo>
                  <a:pt x="172" y="50"/>
                </a:moveTo>
                <a:lnTo>
                  <a:pt x="172" y="50"/>
                </a:lnTo>
                <a:lnTo>
                  <a:pt x="160" y="38"/>
                </a:lnTo>
                <a:lnTo>
                  <a:pt x="144" y="28"/>
                </a:lnTo>
                <a:lnTo>
                  <a:pt x="126" y="16"/>
                </a:lnTo>
                <a:lnTo>
                  <a:pt x="102" y="6"/>
                </a:lnTo>
                <a:lnTo>
                  <a:pt x="90" y="4"/>
                </a:lnTo>
                <a:lnTo>
                  <a:pt x="78" y="2"/>
                </a:lnTo>
                <a:lnTo>
                  <a:pt x="66" y="0"/>
                </a:lnTo>
                <a:lnTo>
                  <a:pt x="52" y="2"/>
                </a:lnTo>
                <a:lnTo>
                  <a:pt x="38" y="6"/>
                </a:lnTo>
                <a:lnTo>
                  <a:pt x="26" y="12"/>
                </a:lnTo>
                <a:lnTo>
                  <a:pt x="26" y="12"/>
                </a:lnTo>
                <a:lnTo>
                  <a:pt x="18" y="18"/>
                </a:lnTo>
                <a:lnTo>
                  <a:pt x="14" y="24"/>
                </a:lnTo>
                <a:lnTo>
                  <a:pt x="10" y="30"/>
                </a:lnTo>
                <a:lnTo>
                  <a:pt x="6" y="38"/>
                </a:lnTo>
                <a:lnTo>
                  <a:pt x="2" y="56"/>
                </a:lnTo>
                <a:lnTo>
                  <a:pt x="0" y="76"/>
                </a:lnTo>
                <a:lnTo>
                  <a:pt x="4" y="98"/>
                </a:lnTo>
                <a:lnTo>
                  <a:pt x="10" y="122"/>
                </a:lnTo>
                <a:lnTo>
                  <a:pt x="18" y="144"/>
                </a:lnTo>
                <a:lnTo>
                  <a:pt x="30" y="166"/>
                </a:lnTo>
                <a:lnTo>
                  <a:pt x="44" y="188"/>
                </a:lnTo>
                <a:lnTo>
                  <a:pt x="60" y="206"/>
                </a:lnTo>
                <a:lnTo>
                  <a:pt x="80" y="222"/>
                </a:lnTo>
                <a:lnTo>
                  <a:pt x="90" y="228"/>
                </a:lnTo>
                <a:lnTo>
                  <a:pt x="100" y="234"/>
                </a:lnTo>
                <a:lnTo>
                  <a:pt x="112" y="236"/>
                </a:lnTo>
                <a:lnTo>
                  <a:pt x="124" y="240"/>
                </a:lnTo>
                <a:lnTo>
                  <a:pt x="136" y="240"/>
                </a:lnTo>
                <a:lnTo>
                  <a:pt x="150" y="240"/>
                </a:lnTo>
                <a:lnTo>
                  <a:pt x="164" y="238"/>
                </a:lnTo>
                <a:lnTo>
                  <a:pt x="178" y="234"/>
                </a:lnTo>
                <a:lnTo>
                  <a:pt x="192" y="228"/>
                </a:lnTo>
                <a:lnTo>
                  <a:pt x="206" y="220"/>
                </a:lnTo>
                <a:lnTo>
                  <a:pt x="206" y="220"/>
                </a:lnTo>
                <a:lnTo>
                  <a:pt x="216" y="212"/>
                </a:lnTo>
                <a:lnTo>
                  <a:pt x="224" y="202"/>
                </a:lnTo>
                <a:lnTo>
                  <a:pt x="228" y="190"/>
                </a:lnTo>
                <a:lnTo>
                  <a:pt x="230" y="178"/>
                </a:lnTo>
                <a:lnTo>
                  <a:pt x="228" y="164"/>
                </a:lnTo>
                <a:lnTo>
                  <a:pt x="224" y="150"/>
                </a:lnTo>
                <a:lnTo>
                  <a:pt x="220" y="134"/>
                </a:lnTo>
                <a:lnTo>
                  <a:pt x="214" y="120"/>
                </a:lnTo>
                <a:lnTo>
                  <a:pt x="200" y="94"/>
                </a:lnTo>
                <a:lnTo>
                  <a:pt x="186" y="70"/>
                </a:lnTo>
                <a:lnTo>
                  <a:pt x="172" y="50"/>
                </a:lnTo>
                <a:close/>
              </a:path>
            </a:pathLst>
          </a:custGeom>
          <a:solidFill>
            <a:srgbClr val="FEDCB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350">
              <a:latin typeface="微软雅黑" panose="020B0503020204020204" pitchFamily="34" charset="-122"/>
              <a:ea typeface="微软雅黑" panose="020B0503020204020204" pitchFamily="34" charset="-122"/>
            </a:endParaRPr>
          </a:p>
        </p:txBody>
      </p:sp>
      <p:sp>
        <p:nvSpPr>
          <p:cNvPr id="25" name="任意多边形 24"/>
          <p:cNvSpPr/>
          <p:nvPr>
            <p:custDataLst>
              <p:tags r:id="rId76"/>
            </p:custDataLst>
          </p:nvPr>
        </p:nvSpPr>
        <p:spPr bwMode="auto">
          <a:xfrm>
            <a:off x="854075" y="2794635"/>
            <a:ext cx="105410" cy="62230"/>
          </a:xfrm>
          <a:custGeom>
            <a:avLst/>
            <a:gdLst>
              <a:gd name="T0" fmla="*/ 5 w 83"/>
              <a:gd name="T1" fmla="*/ 20 h 49"/>
              <a:gd name="T2" fmla="*/ 5 w 83"/>
              <a:gd name="T3" fmla="*/ 20 h 49"/>
              <a:gd name="T4" fmla="*/ 36 w 83"/>
              <a:gd name="T5" fmla="*/ 37 h 49"/>
              <a:gd name="T6" fmla="*/ 53 w 83"/>
              <a:gd name="T7" fmla="*/ 44 h 49"/>
              <a:gd name="T8" fmla="*/ 70 w 83"/>
              <a:gd name="T9" fmla="*/ 49 h 49"/>
              <a:gd name="T10" fmla="*/ 70 w 83"/>
              <a:gd name="T11" fmla="*/ 49 h 49"/>
              <a:gd name="T12" fmla="*/ 74 w 83"/>
              <a:gd name="T13" fmla="*/ 49 h 49"/>
              <a:gd name="T14" fmla="*/ 78 w 83"/>
              <a:gd name="T15" fmla="*/ 48 h 49"/>
              <a:gd name="T16" fmla="*/ 81 w 83"/>
              <a:gd name="T17" fmla="*/ 45 h 49"/>
              <a:gd name="T18" fmla="*/ 83 w 83"/>
              <a:gd name="T19" fmla="*/ 42 h 49"/>
              <a:gd name="T20" fmla="*/ 83 w 83"/>
              <a:gd name="T21" fmla="*/ 38 h 49"/>
              <a:gd name="T22" fmla="*/ 83 w 83"/>
              <a:gd name="T23" fmla="*/ 34 h 49"/>
              <a:gd name="T24" fmla="*/ 80 w 83"/>
              <a:gd name="T25" fmla="*/ 31 h 49"/>
              <a:gd name="T26" fmla="*/ 76 w 83"/>
              <a:gd name="T27" fmla="*/ 30 h 49"/>
              <a:gd name="T28" fmla="*/ 76 w 83"/>
              <a:gd name="T29" fmla="*/ 30 h 49"/>
              <a:gd name="T30" fmla="*/ 60 w 83"/>
              <a:gd name="T31" fmla="*/ 24 h 49"/>
              <a:gd name="T32" fmla="*/ 44 w 83"/>
              <a:gd name="T33" fmla="*/ 17 h 49"/>
              <a:gd name="T34" fmla="*/ 16 w 83"/>
              <a:gd name="T35" fmla="*/ 1 h 49"/>
              <a:gd name="T36" fmla="*/ 16 w 83"/>
              <a:gd name="T37" fmla="*/ 1 h 49"/>
              <a:gd name="T38" fmla="*/ 12 w 83"/>
              <a:gd name="T39" fmla="*/ 0 h 49"/>
              <a:gd name="T40" fmla="*/ 8 w 83"/>
              <a:gd name="T41" fmla="*/ 1 h 49"/>
              <a:gd name="T42" fmla="*/ 3 w 83"/>
              <a:gd name="T43" fmla="*/ 3 h 49"/>
              <a:gd name="T44" fmla="*/ 2 w 83"/>
              <a:gd name="T45" fmla="*/ 5 h 49"/>
              <a:gd name="T46" fmla="*/ 0 w 83"/>
              <a:gd name="T47" fmla="*/ 10 h 49"/>
              <a:gd name="T48" fmla="*/ 0 w 83"/>
              <a:gd name="T49" fmla="*/ 14 h 49"/>
              <a:gd name="T50" fmla="*/ 2 w 83"/>
              <a:gd name="T51" fmla="*/ 17 h 49"/>
              <a:gd name="T52" fmla="*/ 5 w 83"/>
              <a:gd name="T53" fmla="*/ 20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3" h="49">
                <a:moveTo>
                  <a:pt x="5" y="20"/>
                </a:moveTo>
                <a:lnTo>
                  <a:pt x="5" y="20"/>
                </a:lnTo>
                <a:lnTo>
                  <a:pt x="36" y="37"/>
                </a:lnTo>
                <a:lnTo>
                  <a:pt x="53" y="44"/>
                </a:lnTo>
                <a:lnTo>
                  <a:pt x="70" y="49"/>
                </a:lnTo>
                <a:lnTo>
                  <a:pt x="70" y="49"/>
                </a:lnTo>
                <a:lnTo>
                  <a:pt x="74" y="49"/>
                </a:lnTo>
                <a:lnTo>
                  <a:pt x="78" y="48"/>
                </a:lnTo>
                <a:lnTo>
                  <a:pt x="81" y="45"/>
                </a:lnTo>
                <a:lnTo>
                  <a:pt x="83" y="42"/>
                </a:lnTo>
                <a:lnTo>
                  <a:pt x="83" y="38"/>
                </a:lnTo>
                <a:lnTo>
                  <a:pt x="83" y="34"/>
                </a:lnTo>
                <a:lnTo>
                  <a:pt x="80" y="31"/>
                </a:lnTo>
                <a:lnTo>
                  <a:pt x="76" y="30"/>
                </a:lnTo>
                <a:lnTo>
                  <a:pt x="76" y="30"/>
                </a:lnTo>
                <a:lnTo>
                  <a:pt x="60" y="24"/>
                </a:lnTo>
                <a:lnTo>
                  <a:pt x="44" y="17"/>
                </a:lnTo>
                <a:lnTo>
                  <a:pt x="16" y="1"/>
                </a:lnTo>
                <a:lnTo>
                  <a:pt x="16" y="1"/>
                </a:lnTo>
                <a:lnTo>
                  <a:pt x="12" y="0"/>
                </a:lnTo>
                <a:lnTo>
                  <a:pt x="8" y="1"/>
                </a:lnTo>
                <a:lnTo>
                  <a:pt x="3" y="3"/>
                </a:lnTo>
                <a:lnTo>
                  <a:pt x="2" y="5"/>
                </a:lnTo>
                <a:lnTo>
                  <a:pt x="0" y="10"/>
                </a:lnTo>
                <a:lnTo>
                  <a:pt x="0" y="14"/>
                </a:lnTo>
                <a:lnTo>
                  <a:pt x="2" y="17"/>
                </a:lnTo>
                <a:lnTo>
                  <a:pt x="5" y="20"/>
                </a:lnTo>
                <a:close/>
              </a:path>
            </a:pathLst>
          </a:custGeom>
          <a:solidFill>
            <a:srgbClr val="2B5E61"/>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350">
              <a:latin typeface="微软雅黑" panose="020B0503020204020204" pitchFamily="34" charset="-122"/>
              <a:ea typeface="微软雅黑" panose="020B0503020204020204" pitchFamily="34" charset="-122"/>
            </a:endParaRPr>
          </a:p>
        </p:txBody>
      </p:sp>
      <p:sp>
        <p:nvSpPr>
          <p:cNvPr id="26" name="任意多边形 25"/>
          <p:cNvSpPr/>
          <p:nvPr>
            <p:custDataLst>
              <p:tags r:id="rId77"/>
            </p:custDataLst>
          </p:nvPr>
        </p:nvSpPr>
        <p:spPr bwMode="auto">
          <a:xfrm>
            <a:off x="840105" y="2854960"/>
            <a:ext cx="82550" cy="44450"/>
          </a:xfrm>
          <a:custGeom>
            <a:avLst/>
            <a:gdLst>
              <a:gd name="T0" fmla="*/ 4 w 65"/>
              <a:gd name="T1" fmla="*/ 20 h 35"/>
              <a:gd name="T2" fmla="*/ 4 w 65"/>
              <a:gd name="T3" fmla="*/ 20 h 35"/>
              <a:gd name="T4" fmla="*/ 16 w 65"/>
              <a:gd name="T5" fmla="*/ 25 h 35"/>
              <a:gd name="T6" fmla="*/ 28 w 65"/>
              <a:gd name="T7" fmla="*/ 30 h 35"/>
              <a:gd name="T8" fmla="*/ 53 w 65"/>
              <a:gd name="T9" fmla="*/ 35 h 35"/>
              <a:gd name="T10" fmla="*/ 53 w 65"/>
              <a:gd name="T11" fmla="*/ 35 h 35"/>
              <a:gd name="T12" fmla="*/ 57 w 65"/>
              <a:gd name="T13" fmla="*/ 35 h 35"/>
              <a:gd name="T14" fmla="*/ 61 w 65"/>
              <a:gd name="T15" fmla="*/ 34 h 35"/>
              <a:gd name="T16" fmla="*/ 64 w 65"/>
              <a:gd name="T17" fmla="*/ 31 h 35"/>
              <a:gd name="T18" fmla="*/ 65 w 65"/>
              <a:gd name="T19" fmla="*/ 27 h 35"/>
              <a:gd name="T20" fmla="*/ 65 w 65"/>
              <a:gd name="T21" fmla="*/ 24 h 35"/>
              <a:gd name="T22" fmla="*/ 65 w 65"/>
              <a:gd name="T23" fmla="*/ 20 h 35"/>
              <a:gd name="T24" fmla="*/ 62 w 65"/>
              <a:gd name="T25" fmla="*/ 17 h 35"/>
              <a:gd name="T26" fmla="*/ 58 w 65"/>
              <a:gd name="T27" fmla="*/ 16 h 35"/>
              <a:gd name="T28" fmla="*/ 58 w 65"/>
              <a:gd name="T29" fmla="*/ 16 h 35"/>
              <a:gd name="T30" fmla="*/ 36 w 65"/>
              <a:gd name="T31" fmla="*/ 10 h 35"/>
              <a:gd name="T32" fmla="*/ 26 w 65"/>
              <a:gd name="T33" fmla="*/ 7 h 35"/>
              <a:gd name="T34" fmla="*/ 16 w 65"/>
              <a:gd name="T35" fmla="*/ 1 h 35"/>
              <a:gd name="T36" fmla="*/ 16 w 65"/>
              <a:gd name="T37" fmla="*/ 1 h 35"/>
              <a:gd name="T38" fmla="*/ 11 w 65"/>
              <a:gd name="T39" fmla="*/ 0 h 35"/>
              <a:gd name="T40" fmla="*/ 7 w 65"/>
              <a:gd name="T41" fmla="*/ 1 h 35"/>
              <a:gd name="T42" fmla="*/ 3 w 65"/>
              <a:gd name="T43" fmla="*/ 3 h 35"/>
              <a:gd name="T44" fmla="*/ 2 w 65"/>
              <a:gd name="T45" fmla="*/ 6 h 35"/>
              <a:gd name="T46" fmla="*/ 0 w 65"/>
              <a:gd name="T47" fmla="*/ 10 h 35"/>
              <a:gd name="T48" fmla="*/ 0 w 65"/>
              <a:gd name="T49" fmla="*/ 14 h 35"/>
              <a:gd name="T50" fmla="*/ 2 w 65"/>
              <a:gd name="T51" fmla="*/ 17 h 35"/>
              <a:gd name="T52" fmla="*/ 4 w 65"/>
              <a:gd name="T53" fmla="*/ 20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5" h="35">
                <a:moveTo>
                  <a:pt x="4" y="20"/>
                </a:moveTo>
                <a:lnTo>
                  <a:pt x="4" y="20"/>
                </a:lnTo>
                <a:lnTo>
                  <a:pt x="16" y="25"/>
                </a:lnTo>
                <a:lnTo>
                  <a:pt x="28" y="30"/>
                </a:lnTo>
                <a:lnTo>
                  <a:pt x="53" y="35"/>
                </a:lnTo>
                <a:lnTo>
                  <a:pt x="53" y="35"/>
                </a:lnTo>
                <a:lnTo>
                  <a:pt x="57" y="35"/>
                </a:lnTo>
                <a:lnTo>
                  <a:pt x="61" y="34"/>
                </a:lnTo>
                <a:lnTo>
                  <a:pt x="64" y="31"/>
                </a:lnTo>
                <a:lnTo>
                  <a:pt x="65" y="27"/>
                </a:lnTo>
                <a:lnTo>
                  <a:pt x="65" y="24"/>
                </a:lnTo>
                <a:lnTo>
                  <a:pt x="65" y="20"/>
                </a:lnTo>
                <a:lnTo>
                  <a:pt x="62" y="17"/>
                </a:lnTo>
                <a:lnTo>
                  <a:pt x="58" y="16"/>
                </a:lnTo>
                <a:lnTo>
                  <a:pt x="58" y="16"/>
                </a:lnTo>
                <a:lnTo>
                  <a:pt x="36" y="10"/>
                </a:lnTo>
                <a:lnTo>
                  <a:pt x="26" y="7"/>
                </a:lnTo>
                <a:lnTo>
                  <a:pt x="16" y="1"/>
                </a:lnTo>
                <a:lnTo>
                  <a:pt x="16" y="1"/>
                </a:lnTo>
                <a:lnTo>
                  <a:pt x="11" y="0"/>
                </a:lnTo>
                <a:lnTo>
                  <a:pt x="7" y="1"/>
                </a:lnTo>
                <a:lnTo>
                  <a:pt x="3" y="3"/>
                </a:lnTo>
                <a:lnTo>
                  <a:pt x="2" y="6"/>
                </a:lnTo>
                <a:lnTo>
                  <a:pt x="0" y="10"/>
                </a:lnTo>
                <a:lnTo>
                  <a:pt x="0" y="14"/>
                </a:lnTo>
                <a:lnTo>
                  <a:pt x="2" y="17"/>
                </a:lnTo>
                <a:lnTo>
                  <a:pt x="4" y="20"/>
                </a:lnTo>
                <a:close/>
              </a:path>
            </a:pathLst>
          </a:custGeom>
          <a:solidFill>
            <a:srgbClr val="2B5E61"/>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350">
              <a:latin typeface="微软雅黑" panose="020B0503020204020204" pitchFamily="34" charset="-122"/>
              <a:ea typeface="微软雅黑" panose="020B0503020204020204" pitchFamily="34" charset="-122"/>
            </a:endParaRPr>
          </a:p>
        </p:txBody>
      </p:sp>
      <p:sp>
        <p:nvSpPr>
          <p:cNvPr id="23" name="任意多边形 22"/>
          <p:cNvSpPr/>
          <p:nvPr>
            <p:custDataLst>
              <p:tags r:id="rId78"/>
            </p:custDataLst>
          </p:nvPr>
        </p:nvSpPr>
        <p:spPr bwMode="auto">
          <a:xfrm>
            <a:off x="3649980" y="1242060"/>
            <a:ext cx="45720" cy="116840"/>
          </a:xfrm>
          <a:custGeom>
            <a:avLst/>
            <a:gdLst>
              <a:gd name="T0" fmla="*/ 2 w 36"/>
              <a:gd name="T1" fmla="*/ 17 h 92"/>
              <a:gd name="T2" fmla="*/ 2 w 36"/>
              <a:gd name="T3" fmla="*/ 17 h 92"/>
              <a:gd name="T4" fmla="*/ 8 w 36"/>
              <a:gd name="T5" fmla="*/ 33 h 92"/>
              <a:gd name="T6" fmla="*/ 12 w 36"/>
              <a:gd name="T7" fmla="*/ 48 h 92"/>
              <a:gd name="T8" fmla="*/ 13 w 36"/>
              <a:gd name="T9" fmla="*/ 65 h 92"/>
              <a:gd name="T10" fmla="*/ 15 w 36"/>
              <a:gd name="T11" fmla="*/ 82 h 92"/>
              <a:gd name="T12" fmla="*/ 15 w 36"/>
              <a:gd name="T13" fmla="*/ 82 h 92"/>
              <a:gd name="T14" fmla="*/ 15 w 36"/>
              <a:gd name="T15" fmla="*/ 86 h 92"/>
              <a:gd name="T16" fmla="*/ 17 w 36"/>
              <a:gd name="T17" fmla="*/ 89 h 92"/>
              <a:gd name="T18" fmla="*/ 20 w 36"/>
              <a:gd name="T19" fmla="*/ 92 h 92"/>
              <a:gd name="T20" fmla="*/ 25 w 36"/>
              <a:gd name="T21" fmla="*/ 92 h 92"/>
              <a:gd name="T22" fmla="*/ 29 w 36"/>
              <a:gd name="T23" fmla="*/ 92 h 92"/>
              <a:gd name="T24" fmla="*/ 32 w 36"/>
              <a:gd name="T25" fmla="*/ 89 h 92"/>
              <a:gd name="T26" fmla="*/ 34 w 36"/>
              <a:gd name="T27" fmla="*/ 86 h 92"/>
              <a:gd name="T28" fmla="*/ 36 w 36"/>
              <a:gd name="T29" fmla="*/ 82 h 92"/>
              <a:gd name="T30" fmla="*/ 36 w 36"/>
              <a:gd name="T31" fmla="*/ 82 h 92"/>
              <a:gd name="T32" fmla="*/ 34 w 36"/>
              <a:gd name="T33" fmla="*/ 62 h 92"/>
              <a:gd name="T34" fmla="*/ 32 w 36"/>
              <a:gd name="T35" fmla="*/ 43 h 92"/>
              <a:gd name="T36" fmla="*/ 27 w 36"/>
              <a:gd name="T37" fmla="*/ 24 h 92"/>
              <a:gd name="T38" fmla="*/ 23 w 36"/>
              <a:gd name="T39" fmla="*/ 14 h 92"/>
              <a:gd name="T40" fmla="*/ 19 w 36"/>
              <a:gd name="T41" fmla="*/ 6 h 92"/>
              <a:gd name="T42" fmla="*/ 19 w 36"/>
              <a:gd name="T43" fmla="*/ 6 h 92"/>
              <a:gd name="T44" fmla="*/ 16 w 36"/>
              <a:gd name="T45" fmla="*/ 3 h 92"/>
              <a:gd name="T46" fmla="*/ 13 w 36"/>
              <a:gd name="T47" fmla="*/ 0 h 92"/>
              <a:gd name="T48" fmla="*/ 9 w 36"/>
              <a:gd name="T49" fmla="*/ 0 h 92"/>
              <a:gd name="T50" fmla="*/ 6 w 36"/>
              <a:gd name="T51" fmla="*/ 1 h 92"/>
              <a:gd name="T52" fmla="*/ 2 w 36"/>
              <a:gd name="T53" fmla="*/ 4 h 92"/>
              <a:gd name="T54" fmla="*/ 0 w 36"/>
              <a:gd name="T55" fmla="*/ 8 h 92"/>
              <a:gd name="T56" fmla="*/ 0 w 36"/>
              <a:gd name="T57" fmla="*/ 13 h 92"/>
              <a:gd name="T58" fmla="*/ 2 w 36"/>
              <a:gd name="T59" fmla="*/ 17 h 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36" h="92">
                <a:moveTo>
                  <a:pt x="2" y="17"/>
                </a:moveTo>
                <a:lnTo>
                  <a:pt x="2" y="17"/>
                </a:lnTo>
                <a:lnTo>
                  <a:pt x="8" y="33"/>
                </a:lnTo>
                <a:lnTo>
                  <a:pt x="12" y="48"/>
                </a:lnTo>
                <a:lnTo>
                  <a:pt x="13" y="65"/>
                </a:lnTo>
                <a:lnTo>
                  <a:pt x="15" y="82"/>
                </a:lnTo>
                <a:lnTo>
                  <a:pt x="15" y="82"/>
                </a:lnTo>
                <a:lnTo>
                  <a:pt x="15" y="86"/>
                </a:lnTo>
                <a:lnTo>
                  <a:pt x="17" y="89"/>
                </a:lnTo>
                <a:lnTo>
                  <a:pt x="20" y="92"/>
                </a:lnTo>
                <a:lnTo>
                  <a:pt x="25" y="92"/>
                </a:lnTo>
                <a:lnTo>
                  <a:pt x="29" y="92"/>
                </a:lnTo>
                <a:lnTo>
                  <a:pt x="32" y="89"/>
                </a:lnTo>
                <a:lnTo>
                  <a:pt x="34" y="86"/>
                </a:lnTo>
                <a:lnTo>
                  <a:pt x="36" y="82"/>
                </a:lnTo>
                <a:lnTo>
                  <a:pt x="36" y="82"/>
                </a:lnTo>
                <a:lnTo>
                  <a:pt x="34" y="62"/>
                </a:lnTo>
                <a:lnTo>
                  <a:pt x="32" y="43"/>
                </a:lnTo>
                <a:lnTo>
                  <a:pt x="27" y="24"/>
                </a:lnTo>
                <a:lnTo>
                  <a:pt x="23" y="14"/>
                </a:lnTo>
                <a:lnTo>
                  <a:pt x="19" y="6"/>
                </a:lnTo>
                <a:lnTo>
                  <a:pt x="19" y="6"/>
                </a:lnTo>
                <a:lnTo>
                  <a:pt x="16" y="3"/>
                </a:lnTo>
                <a:lnTo>
                  <a:pt x="13" y="0"/>
                </a:lnTo>
                <a:lnTo>
                  <a:pt x="9" y="0"/>
                </a:lnTo>
                <a:lnTo>
                  <a:pt x="6" y="1"/>
                </a:lnTo>
                <a:lnTo>
                  <a:pt x="2" y="4"/>
                </a:lnTo>
                <a:lnTo>
                  <a:pt x="0" y="8"/>
                </a:lnTo>
                <a:lnTo>
                  <a:pt x="0" y="13"/>
                </a:lnTo>
                <a:lnTo>
                  <a:pt x="2" y="17"/>
                </a:lnTo>
                <a:close/>
              </a:path>
            </a:pathLst>
          </a:custGeom>
          <a:solidFill>
            <a:srgbClr val="2B5E61"/>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350">
              <a:latin typeface="微软雅黑" panose="020B0503020204020204" pitchFamily="34" charset="-122"/>
              <a:ea typeface="微软雅黑" panose="020B0503020204020204" pitchFamily="34" charset="-122"/>
            </a:endParaRPr>
          </a:p>
        </p:txBody>
      </p:sp>
      <p:sp>
        <p:nvSpPr>
          <p:cNvPr id="24" name="任意多边形 23"/>
          <p:cNvSpPr/>
          <p:nvPr>
            <p:custDataLst>
              <p:tags r:id="rId79"/>
            </p:custDataLst>
          </p:nvPr>
        </p:nvSpPr>
        <p:spPr bwMode="auto">
          <a:xfrm>
            <a:off x="3709670" y="1225550"/>
            <a:ext cx="43180" cy="107950"/>
          </a:xfrm>
          <a:custGeom>
            <a:avLst/>
            <a:gdLst>
              <a:gd name="T0" fmla="*/ 2 w 34"/>
              <a:gd name="T1" fmla="*/ 13 h 85"/>
              <a:gd name="T2" fmla="*/ 2 w 34"/>
              <a:gd name="T3" fmla="*/ 13 h 85"/>
              <a:gd name="T4" fmla="*/ 6 w 34"/>
              <a:gd name="T5" fmla="*/ 29 h 85"/>
              <a:gd name="T6" fmla="*/ 10 w 34"/>
              <a:gd name="T7" fmla="*/ 43 h 85"/>
              <a:gd name="T8" fmla="*/ 12 w 34"/>
              <a:gd name="T9" fmla="*/ 60 h 85"/>
              <a:gd name="T10" fmla="*/ 13 w 34"/>
              <a:gd name="T11" fmla="*/ 75 h 85"/>
              <a:gd name="T12" fmla="*/ 13 w 34"/>
              <a:gd name="T13" fmla="*/ 75 h 85"/>
              <a:gd name="T14" fmla="*/ 13 w 34"/>
              <a:gd name="T15" fmla="*/ 80 h 85"/>
              <a:gd name="T16" fmla="*/ 16 w 34"/>
              <a:gd name="T17" fmla="*/ 82 h 85"/>
              <a:gd name="T18" fmla="*/ 19 w 34"/>
              <a:gd name="T19" fmla="*/ 85 h 85"/>
              <a:gd name="T20" fmla="*/ 23 w 34"/>
              <a:gd name="T21" fmla="*/ 85 h 85"/>
              <a:gd name="T22" fmla="*/ 27 w 34"/>
              <a:gd name="T23" fmla="*/ 85 h 85"/>
              <a:gd name="T24" fmla="*/ 30 w 34"/>
              <a:gd name="T25" fmla="*/ 82 h 85"/>
              <a:gd name="T26" fmla="*/ 33 w 34"/>
              <a:gd name="T27" fmla="*/ 80 h 85"/>
              <a:gd name="T28" fmla="*/ 34 w 34"/>
              <a:gd name="T29" fmla="*/ 75 h 85"/>
              <a:gd name="T30" fmla="*/ 34 w 34"/>
              <a:gd name="T31" fmla="*/ 75 h 85"/>
              <a:gd name="T32" fmla="*/ 33 w 34"/>
              <a:gd name="T33" fmla="*/ 58 h 85"/>
              <a:gd name="T34" fmla="*/ 31 w 34"/>
              <a:gd name="T35" fmla="*/ 40 h 85"/>
              <a:gd name="T36" fmla="*/ 27 w 34"/>
              <a:gd name="T37" fmla="*/ 24 h 85"/>
              <a:gd name="T38" fmla="*/ 21 w 34"/>
              <a:gd name="T39" fmla="*/ 7 h 85"/>
              <a:gd name="T40" fmla="*/ 21 w 34"/>
              <a:gd name="T41" fmla="*/ 7 h 85"/>
              <a:gd name="T42" fmla="*/ 19 w 34"/>
              <a:gd name="T43" fmla="*/ 3 h 85"/>
              <a:gd name="T44" fmla="*/ 16 w 34"/>
              <a:gd name="T45" fmla="*/ 0 h 85"/>
              <a:gd name="T46" fmla="*/ 12 w 34"/>
              <a:gd name="T47" fmla="*/ 0 h 85"/>
              <a:gd name="T48" fmla="*/ 7 w 34"/>
              <a:gd name="T49" fmla="*/ 0 h 85"/>
              <a:gd name="T50" fmla="*/ 4 w 34"/>
              <a:gd name="T51" fmla="*/ 2 h 85"/>
              <a:gd name="T52" fmla="*/ 2 w 34"/>
              <a:gd name="T53" fmla="*/ 4 h 85"/>
              <a:gd name="T54" fmla="*/ 0 w 34"/>
              <a:gd name="T55" fmla="*/ 9 h 85"/>
              <a:gd name="T56" fmla="*/ 2 w 34"/>
              <a:gd name="T57" fmla="*/ 13 h 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34" h="85">
                <a:moveTo>
                  <a:pt x="2" y="13"/>
                </a:moveTo>
                <a:lnTo>
                  <a:pt x="2" y="13"/>
                </a:lnTo>
                <a:lnTo>
                  <a:pt x="6" y="29"/>
                </a:lnTo>
                <a:lnTo>
                  <a:pt x="10" y="43"/>
                </a:lnTo>
                <a:lnTo>
                  <a:pt x="12" y="60"/>
                </a:lnTo>
                <a:lnTo>
                  <a:pt x="13" y="75"/>
                </a:lnTo>
                <a:lnTo>
                  <a:pt x="13" y="75"/>
                </a:lnTo>
                <a:lnTo>
                  <a:pt x="13" y="80"/>
                </a:lnTo>
                <a:lnTo>
                  <a:pt x="16" y="82"/>
                </a:lnTo>
                <a:lnTo>
                  <a:pt x="19" y="85"/>
                </a:lnTo>
                <a:lnTo>
                  <a:pt x="23" y="85"/>
                </a:lnTo>
                <a:lnTo>
                  <a:pt x="27" y="85"/>
                </a:lnTo>
                <a:lnTo>
                  <a:pt x="30" y="82"/>
                </a:lnTo>
                <a:lnTo>
                  <a:pt x="33" y="80"/>
                </a:lnTo>
                <a:lnTo>
                  <a:pt x="34" y="75"/>
                </a:lnTo>
                <a:lnTo>
                  <a:pt x="34" y="75"/>
                </a:lnTo>
                <a:lnTo>
                  <a:pt x="33" y="58"/>
                </a:lnTo>
                <a:lnTo>
                  <a:pt x="31" y="40"/>
                </a:lnTo>
                <a:lnTo>
                  <a:pt x="27" y="24"/>
                </a:lnTo>
                <a:lnTo>
                  <a:pt x="21" y="7"/>
                </a:lnTo>
                <a:lnTo>
                  <a:pt x="21" y="7"/>
                </a:lnTo>
                <a:lnTo>
                  <a:pt x="19" y="3"/>
                </a:lnTo>
                <a:lnTo>
                  <a:pt x="16" y="0"/>
                </a:lnTo>
                <a:lnTo>
                  <a:pt x="12" y="0"/>
                </a:lnTo>
                <a:lnTo>
                  <a:pt x="7" y="0"/>
                </a:lnTo>
                <a:lnTo>
                  <a:pt x="4" y="2"/>
                </a:lnTo>
                <a:lnTo>
                  <a:pt x="2" y="4"/>
                </a:lnTo>
                <a:lnTo>
                  <a:pt x="0" y="9"/>
                </a:lnTo>
                <a:lnTo>
                  <a:pt x="2" y="13"/>
                </a:lnTo>
                <a:close/>
              </a:path>
            </a:pathLst>
          </a:custGeom>
          <a:solidFill>
            <a:srgbClr val="2B5E61"/>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350">
              <a:latin typeface="微软雅黑" panose="020B0503020204020204" pitchFamily="34" charset="-122"/>
              <a:ea typeface="微软雅黑" panose="020B0503020204020204" pitchFamily="34" charset="-122"/>
            </a:endParaRPr>
          </a:p>
        </p:txBody>
      </p:sp>
      <p:sp>
        <p:nvSpPr>
          <p:cNvPr id="7" name="文本框 6"/>
          <p:cNvSpPr txBox="1"/>
          <p:nvPr userDrawn="1"/>
        </p:nvSpPr>
        <p:spPr>
          <a:xfrm>
            <a:off x="7564815" y="412750"/>
            <a:ext cx="1198880" cy="398780"/>
          </a:xfrm>
          <a:prstGeom prst="rect">
            <a:avLst/>
          </a:prstGeom>
          <a:noFill/>
        </p:spPr>
        <p:txBody>
          <a:bodyPr wrap="none" rtlCol="0">
            <a:spAutoFit/>
          </a:bodyPr>
          <a:lstStyle/>
          <a:p>
            <a:pPr algn="l"/>
            <a:r>
              <a:rPr lang="zh-CN" altLang="en-US" sz="2000" b="1" dirty="0">
                <a:solidFill>
                  <a:schemeClr val="tx1">
                    <a:lumMod val="75000"/>
                    <a:lumOff val="25000"/>
                  </a:schemeClr>
                </a:solidFill>
                <a:latin typeface="字魂35号-经典雅黑" panose="02000000000000000000" pitchFamily="2" charset="-122"/>
              </a:rPr>
              <a:t>学习要点</a:t>
            </a:r>
            <a:endParaRPr lang="zh-CN" altLang="en-US" sz="2000" b="1" dirty="0">
              <a:solidFill>
                <a:schemeClr val="tx1">
                  <a:lumMod val="75000"/>
                  <a:lumOff val="25000"/>
                </a:schemeClr>
              </a:solidFill>
              <a:latin typeface="字魂35号-经典雅黑" panose="02000000000000000000" pitchFamily="2" charset="-122"/>
            </a:endParaRPr>
          </a:p>
        </p:txBody>
      </p:sp>
      <p:sp>
        <p:nvSpPr>
          <p:cNvPr id="3" name="圆角矩形 2"/>
          <p:cNvSpPr/>
          <p:nvPr>
            <p:custDataLst>
              <p:tags r:id="rId80"/>
            </p:custDataLst>
          </p:nvPr>
        </p:nvSpPr>
        <p:spPr>
          <a:xfrm rot="2700000">
            <a:off x="4298950" y="3218180"/>
            <a:ext cx="368935" cy="368935"/>
          </a:xfrm>
          <a:prstGeom prst="roundRect">
            <a:avLst>
              <a:gd name="adj" fmla="val 25355"/>
            </a:avLst>
          </a:prstGeom>
          <a:solidFill>
            <a:srgbClr val="1AA3AA"/>
          </a:solidFill>
          <a:ln>
            <a:noFill/>
          </a:ln>
        </p:spPr>
        <p:style>
          <a:lnRef idx="2">
            <a:srgbClr val="1F74AD">
              <a:shade val="50000"/>
            </a:srgbClr>
          </a:lnRef>
          <a:fillRef idx="1">
            <a:srgbClr val="1F74AD"/>
          </a:fillRef>
          <a:effectRef idx="0">
            <a:srgbClr val="1F74AD"/>
          </a:effectRef>
          <a:fontRef idx="minor">
            <a:sysClr val="window" lastClr="FFFFFF"/>
          </a:fontRef>
        </p:style>
        <p:txBody>
          <a:bodyPr anchor="ctr"/>
          <a:lstStyle/>
          <a:p>
            <a:pPr algn="ctr">
              <a:lnSpc>
                <a:spcPct val="120000"/>
              </a:lnSpc>
            </a:pPr>
            <a:endParaRPr sz="1350" spc="150">
              <a:latin typeface="微软雅黑" panose="020B0503020204020204" pitchFamily="34" charset="-122"/>
              <a:ea typeface="微软雅黑" panose="020B0503020204020204" pitchFamily="34" charset="-122"/>
            </a:endParaRPr>
          </a:p>
        </p:txBody>
      </p:sp>
      <p:sp>
        <p:nvSpPr>
          <p:cNvPr id="5" name="任意多边形 4"/>
          <p:cNvSpPr/>
          <p:nvPr>
            <p:custDataLst>
              <p:tags r:id="rId81"/>
            </p:custDataLst>
          </p:nvPr>
        </p:nvSpPr>
        <p:spPr bwMode="auto">
          <a:xfrm>
            <a:off x="4365625" y="3285490"/>
            <a:ext cx="235585" cy="235585"/>
          </a:xfrm>
          <a:custGeom>
            <a:avLst/>
            <a:gdLst>
              <a:gd name="connsiteX0" fmla="*/ 102175 w 313546"/>
              <a:gd name="connsiteY0" fmla="*/ 189630 h 313664"/>
              <a:gd name="connsiteX1" fmla="*/ 89557 w 313546"/>
              <a:gd name="connsiteY1" fmla="*/ 251595 h 313664"/>
              <a:gd name="connsiteX2" fmla="*/ 98734 w 313546"/>
              <a:gd name="connsiteY2" fmla="*/ 300938 h 313664"/>
              <a:gd name="connsiteX3" fmla="*/ 134296 w 313546"/>
              <a:gd name="connsiteY3" fmla="*/ 277988 h 313664"/>
              <a:gd name="connsiteX4" fmla="*/ 133149 w 313546"/>
              <a:gd name="connsiteY4" fmla="*/ 274546 h 313664"/>
              <a:gd name="connsiteX5" fmla="*/ 145768 w 313546"/>
              <a:gd name="connsiteY5" fmla="*/ 241268 h 313664"/>
              <a:gd name="connsiteX6" fmla="*/ 160681 w 313546"/>
              <a:gd name="connsiteY6" fmla="*/ 240120 h 313664"/>
              <a:gd name="connsiteX7" fmla="*/ 173300 w 313546"/>
              <a:gd name="connsiteY7" fmla="*/ 218318 h 313664"/>
              <a:gd name="connsiteX8" fmla="*/ 137738 w 313546"/>
              <a:gd name="connsiteY8" fmla="*/ 204548 h 313664"/>
              <a:gd name="connsiteX9" fmla="*/ 102175 w 313546"/>
              <a:gd name="connsiteY9" fmla="*/ 189630 h 313664"/>
              <a:gd name="connsiteX10" fmla="*/ 218040 w 313546"/>
              <a:gd name="connsiteY10" fmla="*/ 140288 h 313664"/>
              <a:gd name="connsiteX11" fmla="*/ 205421 w 313546"/>
              <a:gd name="connsiteY11" fmla="*/ 175860 h 313664"/>
              <a:gd name="connsiteX12" fmla="*/ 189360 w 313546"/>
              <a:gd name="connsiteY12" fmla="*/ 211433 h 313664"/>
              <a:gd name="connsiteX13" fmla="*/ 301783 w 313546"/>
              <a:gd name="connsiteY13" fmla="*/ 216023 h 313664"/>
              <a:gd name="connsiteX14" fmla="*/ 271956 w 313546"/>
              <a:gd name="connsiteY14" fmla="*/ 173565 h 313664"/>
              <a:gd name="connsiteX15" fmla="*/ 218040 w 313546"/>
              <a:gd name="connsiteY15" fmla="*/ 140288 h 313664"/>
              <a:gd name="connsiteX16" fmla="*/ 143288 w 313546"/>
              <a:gd name="connsiteY16" fmla="*/ 125704 h 313664"/>
              <a:gd name="connsiteX17" fmla="*/ 188266 w 313546"/>
              <a:gd name="connsiteY17" fmla="*/ 143996 h 313664"/>
              <a:gd name="connsiteX18" fmla="*/ 169813 w 313546"/>
              <a:gd name="connsiteY18" fmla="*/ 187441 h 313664"/>
              <a:gd name="connsiteX19" fmla="*/ 125989 w 313546"/>
              <a:gd name="connsiteY19" fmla="*/ 170292 h 313664"/>
              <a:gd name="connsiteX20" fmla="*/ 143288 w 313546"/>
              <a:gd name="connsiteY20" fmla="*/ 125704 h 313664"/>
              <a:gd name="connsiteX21" fmla="*/ 135443 w 313546"/>
              <a:gd name="connsiteY21" fmla="*/ 105862 h 313664"/>
              <a:gd name="connsiteX22" fmla="*/ 119383 w 313546"/>
              <a:gd name="connsiteY22" fmla="*/ 141435 h 313664"/>
              <a:gd name="connsiteX23" fmla="*/ 105617 w 313546"/>
              <a:gd name="connsiteY23" fmla="*/ 178155 h 313664"/>
              <a:gd name="connsiteX24" fmla="*/ 142326 w 313546"/>
              <a:gd name="connsiteY24" fmla="*/ 194220 h 313664"/>
              <a:gd name="connsiteX25" fmla="*/ 179036 w 313546"/>
              <a:gd name="connsiteY25" fmla="*/ 207990 h 313664"/>
              <a:gd name="connsiteX26" fmla="*/ 195096 w 313546"/>
              <a:gd name="connsiteY26" fmla="*/ 172418 h 313664"/>
              <a:gd name="connsiteX27" fmla="*/ 207715 w 313546"/>
              <a:gd name="connsiteY27" fmla="*/ 135698 h 313664"/>
              <a:gd name="connsiteX28" fmla="*/ 172153 w 313546"/>
              <a:gd name="connsiteY28" fmla="*/ 119633 h 313664"/>
              <a:gd name="connsiteX29" fmla="*/ 135443 w 313546"/>
              <a:gd name="connsiteY29" fmla="*/ 105862 h 313664"/>
              <a:gd name="connsiteX30" fmla="*/ 32772 w 313546"/>
              <a:gd name="connsiteY30" fmla="*/ 88506 h 313664"/>
              <a:gd name="connsiteX31" fmla="*/ 19579 w 313546"/>
              <a:gd name="connsiteY31" fmla="*/ 90945 h 313664"/>
              <a:gd name="connsiteX32" fmla="*/ 12696 w 313546"/>
              <a:gd name="connsiteY32" fmla="*/ 97830 h 313664"/>
              <a:gd name="connsiteX33" fmla="*/ 95292 w 313546"/>
              <a:gd name="connsiteY33" fmla="*/ 172418 h 313664"/>
              <a:gd name="connsiteX34" fmla="*/ 109058 w 313546"/>
              <a:gd name="connsiteY34" fmla="*/ 136845 h 313664"/>
              <a:gd name="connsiteX35" fmla="*/ 123972 w 313546"/>
              <a:gd name="connsiteY35" fmla="*/ 102420 h 313664"/>
              <a:gd name="connsiteX36" fmla="*/ 101028 w 313546"/>
              <a:gd name="connsiteY36" fmla="*/ 95535 h 313664"/>
              <a:gd name="connsiteX37" fmla="*/ 86115 w 313546"/>
              <a:gd name="connsiteY37" fmla="*/ 112747 h 313664"/>
              <a:gd name="connsiteX38" fmla="*/ 53994 w 313546"/>
              <a:gd name="connsiteY38" fmla="*/ 98977 h 313664"/>
              <a:gd name="connsiteX39" fmla="*/ 52847 w 313546"/>
              <a:gd name="connsiteY39" fmla="*/ 88650 h 313664"/>
              <a:gd name="connsiteX40" fmla="*/ 32772 w 313546"/>
              <a:gd name="connsiteY40" fmla="*/ 88506 h 313664"/>
              <a:gd name="connsiteX41" fmla="*/ 215745 w 313546"/>
              <a:gd name="connsiteY41" fmla="*/ 11767 h 313664"/>
              <a:gd name="connsiteX42" fmla="*/ 206568 w 313546"/>
              <a:gd name="connsiteY42" fmla="*/ 12915 h 313664"/>
              <a:gd name="connsiteX43" fmla="*/ 174447 w 313546"/>
              <a:gd name="connsiteY43" fmla="*/ 41602 h 313664"/>
              <a:gd name="connsiteX44" fmla="*/ 141179 w 313546"/>
              <a:gd name="connsiteY44" fmla="*/ 95535 h 313664"/>
              <a:gd name="connsiteX45" fmla="*/ 176741 w 313546"/>
              <a:gd name="connsiteY45" fmla="*/ 108157 h 313664"/>
              <a:gd name="connsiteX46" fmla="*/ 211157 w 313546"/>
              <a:gd name="connsiteY46" fmla="*/ 124223 h 313664"/>
              <a:gd name="connsiteX47" fmla="*/ 215745 w 313546"/>
              <a:gd name="connsiteY47" fmla="*/ 11767 h 313664"/>
              <a:gd name="connsiteX48" fmla="*/ 220334 w 313546"/>
              <a:gd name="connsiteY48" fmla="*/ 1440 h 313664"/>
              <a:gd name="connsiteX49" fmla="*/ 221481 w 313546"/>
              <a:gd name="connsiteY49" fmla="*/ 128813 h 313664"/>
              <a:gd name="connsiteX50" fmla="*/ 278839 w 313546"/>
              <a:gd name="connsiteY50" fmla="*/ 165533 h 313664"/>
              <a:gd name="connsiteX51" fmla="*/ 312107 w 313546"/>
              <a:gd name="connsiteY51" fmla="*/ 219465 h 313664"/>
              <a:gd name="connsiteX52" fmla="*/ 298341 w 313546"/>
              <a:gd name="connsiteY52" fmla="*/ 232088 h 313664"/>
              <a:gd name="connsiteX53" fmla="*/ 250160 w 313546"/>
              <a:gd name="connsiteY53" fmla="*/ 235530 h 313664"/>
              <a:gd name="connsiteX54" fmla="*/ 184772 w 313546"/>
              <a:gd name="connsiteY54" fmla="*/ 221760 h 313664"/>
              <a:gd name="connsiteX55" fmla="*/ 171006 w 313546"/>
              <a:gd name="connsiteY55" fmla="*/ 245858 h 313664"/>
              <a:gd name="connsiteX56" fmla="*/ 177889 w 313546"/>
              <a:gd name="connsiteY56" fmla="*/ 255038 h 313664"/>
              <a:gd name="connsiteX57" fmla="*/ 165270 w 313546"/>
              <a:gd name="connsiteY57" fmla="*/ 287168 h 313664"/>
              <a:gd name="connsiteX58" fmla="*/ 143474 w 313546"/>
              <a:gd name="connsiteY58" fmla="*/ 286021 h 313664"/>
              <a:gd name="connsiteX59" fmla="*/ 112500 w 313546"/>
              <a:gd name="connsiteY59" fmla="*/ 311266 h 313664"/>
              <a:gd name="connsiteX60" fmla="*/ 94145 w 313546"/>
              <a:gd name="connsiteY60" fmla="*/ 312413 h 313664"/>
              <a:gd name="connsiteX61" fmla="*/ 78085 w 313546"/>
              <a:gd name="connsiteY61" fmla="*/ 249300 h 313664"/>
              <a:gd name="connsiteX62" fmla="*/ 91851 w 313546"/>
              <a:gd name="connsiteY62" fmla="*/ 183893 h 313664"/>
              <a:gd name="connsiteX63" fmla="*/ 1225 w 313546"/>
              <a:gd name="connsiteY63" fmla="*/ 93240 h 313664"/>
              <a:gd name="connsiteX64" fmla="*/ 56289 w 313546"/>
              <a:gd name="connsiteY64" fmla="*/ 77175 h 313664"/>
              <a:gd name="connsiteX65" fmla="*/ 67760 w 313546"/>
              <a:gd name="connsiteY65" fmla="*/ 66847 h 313664"/>
              <a:gd name="connsiteX66" fmla="*/ 99881 w 313546"/>
              <a:gd name="connsiteY66" fmla="*/ 80617 h 313664"/>
              <a:gd name="connsiteX67" fmla="*/ 101028 w 313546"/>
              <a:gd name="connsiteY67" fmla="*/ 84060 h 313664"/>
              <a:gd name="connsiteX68" fmla="*/ 129708 w 313546"/>
              <a:gd name="connsiteY68" fmla="*/ 92092 h 313664"/>
              <a:gd name="connsiteX69" fmla="*/ 165270 w 313546"/>
              <a:gd name="connsiteY69" fmla="*/ 34717 h 313664"/>
              <a:gd name="connsiteX70" fmla="*/ 220334 w 313546"/>
              <a:gd name="connsiteY70" fmla="*/ 1440 h 3136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313546" h="313664">
                <a:moveTo>
                  <a:pt x="102175" y="189630"/>
                </a:moveTo>
                <a:cubicBezTo>
                  <a:pt x="96440" y="211433"/>
                  <a:pt x="91851" y="233235"/>
                  <a:pt x="89557" y="251595"/>
                </a:cubicBezTo>
                <a:cubicBezTo>
                  <a:pt x="86115" y="283726"/>
                  <a:pt x="91851" y="298643"/>
                  <a:pt x="98734" y="300938"/>
                </a:cubicBezTo>
                <a:cubicBezTo>
                  <a:pt x="105617" y="304381"/>
                  <a:pt x="119383" y="295201"/>
                  <a:pt x="134296" y="277988"/>
                </a:cubicBezTo>
                <a:cubicBezTo>
                  <a:pt x="134296" y="276841"/>
                  <a:pt x="133149" y="275693"/>
                  <a:pt x="133149" y="274546"/>
                </a:cubicBezTo>
                <a:cubicBezTo>
                  <a:pt x="127413" y="261923"/>
                  <a:pt x="133149" y="247005"/>
                  <a:pt x="145768" y="241268"/>
                </a:cubicBezTo>
                <a:cubicBezTo>
                  <a:pt x="150357" y="240120"/>
                  <a:pt x="156092" y="238973"/>
                  <a:pt x="160681" y="240120"/>
                </a:cubicBezTo>
                <a:cubicBezTo>
                  <a:pt x="165270" y="233235"/>
                  <a:pt x="168711" y="226350"/>
                  <a:pt x="173300" y="218318"/>
                </a:cubicBezTo>
                <a:cubicBezTo>
                  <a:pt x="161828" y="213728"/>
                  <a:pt x="149209" y="210285"/>
                  <a:pt x="137738" y="204548"/>
                </a:cubicBezTo>
                <a:cubicBezTo>
                  <a:pt x="125119" y="199958"/>
                  <a:pt x="113647" y="195368"/>
                  <a:pt x="102175" y="189630"/>
                </a:cubicBezTo>
                <a:close/>
                <a:moveTo>
                  <a:pt x="218040" y="140288"/>
                </a:moveTo>
                <a:cubicBezTo>
                  <a:pt x="214598" y="152910"/>
                  <a:pt x="210009" y="164385"/>
                  <a:pt x="205421" y="175860"/>
                </a:cubicBezTo>
                <a:cubicBezTo>
                  <a:pt x="200832" y="188483"/>
                  <a:pt x="195096" y="199958"/>
                  <a:pt x="189360" y="211433"/>
                </a:cubicBezTo>
                <a:cubicBezTo>
                  <a:pt x="250160" y="228645"/>
                  <a:pt x="296047" y="229793"/>
                  <a:pt x="301783" y="216023"/>
                </a:cubicBezTo>
                <a:cubicBezTo>
                  <a:pt x="304077" y="209138"/>
                  <a:pt x="298341" y="194220"/>
                  <a:pt x="271956" y="173565"/>
                </a:cubicBezTo>
                <a:cubicBezTo>
                  <a:pt x="257043" y="163238"/>
                  <a:pt x="238689" y="151763"/>
                  <a:pt x="218040" y="140288"/>
                </a:cubicBezTo>
                <a:close/>
                <a:moveTo>
                  <a:pt x="143288" y="125704"/>
                </a:moveTo>
                <a:cubicBezTo>
                  <a:pt x="160587" y="118844"/>
                  <a:pt x="181346" y="126847"/>
                  <a:pt x="188266" y="143996"/>
                </a:cubicBezTo>
                <a:cubicBezTo>
                  <a:pt x="195185" y="161146"/>
                  <a:pt x="187112" y="180581"/>
                  <a:pt x="169813" y="187441"/>
                </a:cubicBezTo>
                <a:cubicBezTo>
                  <a:pt x="152514" y="195444"/>
                  <a:pt x="132909" y="187441"/>
                  <a:pt x="125989" y="170292"/>
                </a:cubicBezTo>
                <a:cubicBezTo>
                  <a:pt x="119069" y="153143"/>
                  <a:pt x="127142" y="133707"/>
                  <a:pt x="143288" y="125704"/>
                </a:cubicBezTo>
                <a:close/>
                <a:moveTo>
                  <a:pt x="135443" y="105862"/>
                </a:moveTo>
                <a:cubicBezTo>
                  <a:pt x="129708" y="117338"/>
                  <a:pt x="125119" y="128813"/>
                  <a:pt x="119383" y="141435"/>
                </a:cubicBezTo>
                <a:cubicBezTo>
                  <a:pt x="114794" y="154058"/>
                  <a:pt x="110206" y="166680"/>
                  <a:pt x="105617" y="178155"/>
                </a:cubicBezTo>
                <a:cubicBezTo>
                  <a:pt x="117089" y="183893"/>
                  <a:pt x="129708" y="189630"/>
                  <a:pt x="142326" y="194220"/>
                </a:cubicBezTo>
                <a:cubicBezTo>
                  <a:pt x="154945" y="198810"/>
                  <a:pt x="166417" y="203400"/>
                  <a:pt x="179036" y="207990"/>
                </a:cubicBezTo>
                <a:cubicBezTo>
                  <a:pt x="183624" y="196515"/>
                  <a:pt x="189360" y="185040"/>
                  <a:pt x="195096" y="172418"/>
                </a:cubicBezTo>
                <a:cubicBezTo>
                  <a:pt x="199685" y="159795"/>
                  <a:pt x="204274" y="147173"/>
                  <a:pt x="207715" y="135698"/>
                </a:cubicBezTo>
                <a:cubicBezTo>
                  <a:pt x="196243" y="129960"/>
                  <a:pt x="184772" y="124223"/>
                  <a:pt x="172153" y="119633"/>
                </a:cubicBezTo>
                <a:cubicBezTo>
                  <a:pt x="159534" y="113895"/>
                  <a:pt x="148062" y="109305"/>
                  <a:pt x="135443" y="105862"/>
                </a:cubicBezTo>
                <a:close/>
                <a:moveTo>
                  <a:pt x="32772" y="88506"/>
                </a:moveTo>
                <a:cubicBezTo>
                  <a:pt x="27323" y="88937"/>
                  <a:pt x="23021" y="89797"/>
                  <a:pt x="19579" y="90945"/>
                </a:cubicBezTo>
                <a:cubicBezTo>
                  <a:pt x="16138" y="93240"/>
                  <a:pt x="13843" y="95535"/>
                  <a:pt x="12696" y="97830"/>
                </a:cubicBezTo>
                <a:cubicBezTo>
                  <a:pt x="6960" y="111600"/>
                  <a:pt x="40228" y="143730"/>
                  <a:pt x="95292" y="172418"/>
                </a:cubicBezTo>
                <a:cubicBezTo>
                  <a:pt x="99881" y="160943"/>
                  <a:pt x="104470" y="149468"/>
                  <a:pt x="109058" y="136845"/>
                </a:cubicBezTo>
                <a:cubicBezTo>
                  <a:pt x="113647" y="125370"/>
                  <a:pt x="119383" y="113895"/>
                  <a:pt x="123972" y="102420"/>
                </a:cubicBezTo>
                <a:cubicBezTo>
                  <a:pt x="115941" y="100125"/>
                  <a:pt x="109058" y="97830"/>
                  <a:pt x="101028" y="95535"/>
                </a:cubicBezTo>
                <a:cubicBezTo>
                  <a:pt x="98734" y="103567"/>
                  <a:pt x="94145" y="109305"/>
                  <a:pt x="86115" y="112747"/>
                </a:cubicBezTo>
                <a:cubicBezTo>
                  <a:pt x="73496" y="118485"/>
                  <a:pt x="59730" y="111600"/>
                  <a:pt x="53994" y="98977"/>
                </a:cubicBezTo>
                <a:cubicBezTo>
                  <a:pt x="52847" y="95535"/>
                  <a:pt x="51700" y="92092"/>
                  <a:pt x="52847" y="88650"/>
                </a:cubicBezTo>
                <a:cubicBezTo>
                  <a:pt x="44817" y="88076"/>
                  <a:pt x="38221" y="88076"/>
                  <a:pt x="32772" y="88506"/>
                </a:cubicBezTo>
                <a:close/>
                <a:moveTo>
                  <a:pt x="215745" y="11767"/>
                </a:moveTo>
                <a:cubicBezTo>
                  <a:pt x="213451" y="10620"/>
                  <a:pt x="210009" y="11767"/>
                  <a:pt x="206568" y="12915"/>
                </a:cubicBezTo>
                <a:cubicBezTo>
                  <a:pt x="198538" y="16357"/>
                  <a:pt x="188213" y="24390"/>
                  <a:pt x="174447" y="41602"/>
                </a:cubicBezTo>
                <a:cubicBezTo>
                  <a:pt x="162975" y="56520"/>
                  <a:pt x="151504" y="74880"/>
                  <a:pt x="141179" y="95535"/>
                </a:cubicBezTo>
                <a:cubicBezTo>
                  <a:pt x="152651" y="98977"/>
                  <a:pt x="164123" y="103567"/>
                  <a:pt x="176741" y="108157"/>
                </a:cubicBezTo>
                <a:cubicBezTo>
                  <a:pt x="188213" y="113895"/>
                  <a:pt x="200832" y="118485"/>
                  <a:pt x="211157" y="124223"/>
                </a:cubicBezTo>
                <a:cubicBezTo>
                  <a:pt x="229511" y="63405"/>
                  <a:pt x="230658" y="17505"/>
                  <a:pt x="215745" y="11767"/>
                </a:cubicBezTo>
                <a:close/>
                <a:moveTo>
                  <a:pt x="220334" y="1440"/>
                </a:moveTo>
                <a:cubicBezTo>
                  <a:pt x="245572" y="11767"/>
                  <a:pt x="239836" y="67995"/>
                  <a:pt x="221481" y="128813"/>
                </a:cubicBezTo>
                <a:cubicBezTo>
                  <a:pt x="244424" y="140288"/>
                  <a:pt x="263926" y="152910"/>
                  <a:pt x="278839" y="165533"/>
                </a:cubicBezTo>
                <a:cubicBezTo>
                  <a:pt x="306372" y="186188"/>
                  <a:pt x="317843" y="205695"/>
                  <a:pt x="312107" y="219465"/>
                </a:cubicBezTo>
                <a:cubicBezTo>
                  <a:pt x="309813" y="225203"/>
                  <a:pt x="305224" y="229793"/>
                  <a:pt x="298341" y="232088"/>
                </a:cubicBezTo>
                <a:cubicBezTo>
                  <a:pt x="288017" y="236678"/>
                  <a:pt x="271956" y="237825"/>
                  <a:pt x="250160" y="235530"/>
                </a:cubicBezTo>
                <a:cubicBezTo>
                  <a:pt x="230658" y="234383"/>
                  <a:pt x="207715" y="228645"/>
                  <a:pt x="184772" y="221760"/>
                </a:cubicBezTo>
                <a:cubicBezTo>
                  <a:pt x="180183" y="229793"/>
                  <a:pt x="175594" y="237825"/>
                  <a:pt x="171006" y="245858"/>
                </a:cubicBezTo>
                <a:cubicBezTo>
                  <a:pt x="174447" y="248153"/>
                  <a:pt x="176741" y="251595"/>
                  <a:pt x="177889" y="255038"/>
                </a:cubicBezTo>
                <a:cubicBezTo>
                  <a:pt x="183624" y="267660"/>
                  <a:pt x="177889" y="281431"/>
                  <a:pt x="165270" y="287168"/>
                </a:cubicBezTo>
                <a:cubicBezTo>
                  <a:pt x="157240" y="290611"/>
                  <a:pt x="149209" y="289463"/>
                  <a:pt x="143474" y="286021"/>
                </a:cubicBezTo>
                <a:cubicBezTo>
                  <a:pt x="132002" y="298643"/>
                  <a:pt x="121677" y="307823"/>
                  <a:pt x="112500" y="311266"/>
                </a:cubicBezTo>
                <a:cubicBezTo>
                  <a:pt x="105617" y="313561"/>
                  <a:pt x="99881" y="314708"/>
                  <a:pt x="94145" y="312413"/>
                </a:cubicBezTo>
                <a:cubicBezTo>
                  <a:pt x="79232" y="306676"/>
                  <a:pt x="73496" y="284873"/>
                  <a:pt x="78085" y="249300"/>
                </a:cubicBezTo>
                <a:cubicBezTo>
                  <a:pt x="80379" y="229793"/>
                  <a:pt x="84968" y="207990"/>
                  <a:pt x="91851" y="183893"/>
                </a:cubicBezTo>
                <a:cubicBezTo>
                  <a:pt x="35640" y="155205"/>
                  <a:pt x="-7953" y="118485"/>
                  <a:pt x="1225" y="93240"/>
                </a:cubicBezTo>
                <a:cubicBezTo>
                  <a:pt x="6960" y="80617"/>
                  <a:pt x="25315" y="74880"/>
                  <a:pt x="56289" y="77175"/>
                </a:cubicBezTo>
                <a:cubicBezTo>
                  <a:pt x="58583" y="72585"/>
                  <a:pt x="63172" y="69142"/>
                  <a:pt x="67760" y="66847"/>
                </a:cubicBezTo>
                <a:cubicBezTo>
                  <a:pt x="80379" y="62257"/>
                  <a:pt x="94145" y="67995"/>
                  <a:pt x="99881" y="80617"/>
                </a:cubicBezTo>
                <a:cubicBezTo>
                  <a:pt x="99881" y="81765"/>
                  <a:pt x="101028" y="82912"/>
                  <a:pt x="101028" y="84060"/>
                </a:cubicBezTo>
                <a:cubicBezTo>
                  <a:pt x="110206" y="86355"/>
                  <a:pt x="119383" y="88650"/>
                  <a:pt x="129708" y="92092"/>
                </a:cubicBezTo>
                <a:cubicBezTo>
                  <a:pt x="141179" y="69142"/>
                  <a:pt x="153798" y="49635"/>
                  <a:pt x="165270" y="34717"/>
                </a:cubicBezTo>
                <a:cubicBezTo>
                  <a:pt x="187066" y="7177"/>
                  <a:pt x="206568" y="-4298"/>
                  <a:pt x="220334" y="1440"/>
                </a:cubicBezTo>
                <a:close/>
              </a:path>
            </a:pathLst>
          </a:custGeom>
          <a:solidFill>
            <a:sysClr val="window" lastClr="FFFFFF"/>
          </a:solidFill>
          <a:ln>
            <a:noFill/>
          </a:ln>
          <a:extLst>
            <a:ext uri="{91240B29-F687-4F45-9708-019B960494DF}">
              <a14:hiddenLine xmlns:a14="http://schemas.microsoft.com/office/drawing/2010/main" w="9525">
                <a:solidFill>
                  <a:srgbClr val="000000"/>
                </a:solidFill>
                <a:round/>
              </a14:hiddenLine>
            </a:ext>
          </a:extLst>
        </p:spPr>
        <p:txBody>
          <a:bodyPr wrap="square" anchor="ctr">
            <a:noAutofit/>
          </a:bodyPr>
          <a:lstStyle/>
          <a:p>
            <a:pPr algn="ctr">
              <a:lnSpc>
                <a:spcPct val="120000"/>
              </a:lnSpc>
            </a:pPr>
            <a:endParaRPr sz="1350" spc="150">
              <a:latin typeface="微软雅黑" panose="020B0503020204020204" pitchFamily="34" charset="-122"/>
              <a:ea typeface="微软雅黑" panose="020B0503020204020204" pitchFamily="34" charset="-122"/>
            </a:endParaRPr>
          </a:p>
        </p:txBody>
      </p:sp>
      <p:sp>
        <p:nvSpPr>
          <p:cNvPr id="6" name="矩形 5"/>
          <p:cNvSpPr/>
          <p:nvPr>
            <p:custDataLst>
              <p:tags r:id="rId82"/>
            </p:custDataLst>
          </p:nvPr>
        </p:nvSpPr>
        <p:spPr bwMode="auto">
          <a:xfrm>
            <a:off x="4749800" y="3239453"/>
            <a:ext cx="3197225" cy="326390"/>
          </a:xfrm>
          <a:prstGeom prst="rect">
            <a:avLst/>
          </a:prstGeom>
          <a:solidFill>
            <a:sysClr val="window" lastClr="FFFFFF"/>
          </a:solidFill>
          <a:ln w="19050">
            <a:noFill/>
            <a:round/>
          </a:ln>
        </p:spPr>
        <p:txBody>
          <a:bodyPr rot="0" spcFirstLastPara="0" vert="horz" wrap="square" lIns="36195" tIns="34290" rIns="36195" bIns="34290" anchor="ctr" anchorCtr="1" forceAA="0" compatLnSpc="1">
            <a:spAutoFit/>
          </a:bodyPr>
          <a:lstStyle/>
          <a:p>
            <a:pPr marL="0" lvl="0" indent="0" algn="l" fontAlgn="auto">
              <a:lnSpc>
                <a:spcPct val="120000"/>
              </a:lnSpc>
              <a:spcBef>
                <a:spcPts val="0"/>
              </a:spcBef>
              <a:spcAft>
                <a:spcPts val="0"/>
              </a:spcAft>
              <a:buSzPct val="100000"/>
            </a:pPr>
            <a:r>
              <a:rPr lang="en-US" altLang="zh-CN" sz="1400" spc="150" dirty="0">
                <a:solidFill>
                  <a:srgbClr val="000000"/>
                </a:solidFill>
                <a:latin typeface="微软雅黑" panose="020B0503020204020204" pitchFamily="34" charset="-122"/>
                <a:ea typeface="微软雅黑" panose="020B0503020204020204" pitchFamily="34" charset="-122"/>
              </a:rPr>
              <a:t>3. 网络信息获取的方法。</a:t>
            </a:r>
            <a:endParaRPr lang="en-US" altLang="zh-CN" sz="1400" spc="150" dirty="0">
              <a:solidFill>
                <a:srgbClr val="000000"/>
              </a:solidFill>
              <a:latin typeface="微软雅黑" panose="020B0503020204020204" pitchFamily="34" charset="-122"/>
              <a:ea typeface="微软雅黑" panose="020B0503020204020204" pitchFamily="34" charset="-122"/>
            </a:endParaRPr>
          </a:p>
        </p:txBody>
      </p:sp>
      <p:cxnSp>
        <p:nvCxnSpPr>
          <p:cNvPr id="8" name="直接连接符 7"/>
          <p:cNvCxnSpPr/>
          <p:nvPr>
            <p:custDataLst>
              <p:tags r:id="rId83"/>
            </p:custDataLst>
          </p:nvPr>
        </p:nvCxnSpPr>
        <p:spPr>
          <a:xfrm>
            <a:off x="4940300" y="2480945"/>
            <a:ext cx="3698875" cy="0"/>
          </a:xfrm>
          <a:prstGeom prst="line">
            <a:avLst/>
          </a:prstGeom>
          <a:ln w="3175" cap="rnd">
            <a:solidFill>
              <a:sysClr val="window" lastClr="FFFFFF">
                <a:lumMod val="85000"/>
              </a:sysClr>
            </a:solidFill>
            <a:round/>
            <a:headEnd type="none"/>
            <a:tailEnd type="none" w="med" len="med"/>
          </a:ln>
        </p:spPr>
        <p:style>
          <a:lnRef idx="1">
            <a:srgbClr val="1F74AD"/>
          </a:lnRef>
          <a:fillRef idx="0">
            <a:srgbClr val="1F74AD"/>
          </a:fillRef>
          <a:effectRef idx="0">
            <a:srgbClr val="1F74AD"/>
          </a:effectRef>
          <a:fontRef idx="minor">
            <a:srgbClr val="000000"/>
          </a:fontRef>
        </p:style>
      </p:cxnSp>
      <p:cxnSp>
        <p:nvCxnSpPr>
          <p:cNvPr id="9" name="直接连接符 8"/>
          <p:cNvCxnSpPr/>
          <p:nvPr>
            <p:custDataLst>
              <p:tags r:id="rId84"/>
            </p:custDataLst>
          </p:nvPr>
        </p:nvCxnSpPr>
        <p:spPr>
          <a:xfrm>
            <a:off x="4940300" y="3094990"/>
            <a:ext cx="3698875" cy="0"/>
          </a:xfrm>
          <a:prstGeom prst="line">
            <a:avLst/>
          </a:prstGeom>
          <a:ln w="3175" cap="rnd">
            <a:solidFill>
              <a:sysClr val="window" lastClr="FFFFFF">
                <a:lumMod val="85000"/>
              </a:sysClr>
            </a:solidFill>
            <a:round/>
            <a:headEnd type="none"/>
            <a:tailEnd type="none" w="med" len="med"/>
          </a:ln>
        </p:spPr>
        <p:style>
          <a:lnRef idx="1">
            <a:srgbClr val="1F74AD"/>
          </a:lnRef>
          <a:fillRef idx="0">
            <a:srgbClr val="1F74AD"/>
          </a:fillRef>
          <a:effectRef idx="0">
            <a:srgbClr val="1F74AD"/>
          </a:effectRef>
          <a:fontRef idx="minor">
            <a:srgbClr val="000000"/>
          </a:fontRef>
        </p:style>
      </p:cxnSp>
      <p:sp>
        <p:nvSpPr>
          <p:cNvPr id="12" name="矩形 11"/>
          <p:cNvSpPr/>
          <p:nvPr>
            <p:custDataLst>
              <p:tags r:id="rId85"/>
            </p:custDataLst>
          </p:nvPr>
        </p:nvSpPr>
        <p:spPr bwMode="auto">
          <a:xfrm>
            <a:off x="4749800" y="2624773"/>
            <a:ext cx="3197225" cy="326390"/>
          </a:xfrm>
          <a:prstGeom prst="rect">
            <a:avLst/>
          </a:prstGeom>
          <a:solidFill>
            <a:sysClr val="window" lastClr="FFFFFF"/>
          </a:solidFill>
          <a:ln w="19050">
            <a:noFill/>
            <a:round/>
          </a:ln>
        </p:spPr>
        <p:txBody>
          <a:bodyPr rot="0" spcFirstLastPara="0" vert="horz" wrap="square" lIns="36195" tIns="34290" rIns="36195" bIns="34290" anchor="ctr" anchorCtr="1" forceAA="0" compatLnSpc="1">
            <a:spAutoFit/>
          </a:bodyPr>
          <a:lstStyle/>
          <a:p>
            <a:pPr marL="0" lvl="0" indent="0" algn="l" fontAlgn="auto">
              <a:lnSpc>
                <a:spcPct val="120000"/>
              </a:lnSpc>
              <a:spcBef>
                <a:spcPts val="0"/>
              </a:spcBef>
              <a:spcAft>
                <a:spcPts val="0"/>
              </a:spcAft>
              <a:buSzPct val="100000"/>
            </a:pPr>
            <a:r>
              <a:rPr lang="en-US" altLang="zh-CN" sz="1400" spc="150" dirty="0">
                <a:solidFill>
                  <a:srgbClr val="000000"/>
                </a:solidFill>
                <a:latin typeface="微软雅黑" panose="020B0503020204020204" pitchFamily="34" charset="-122"/>
                <a:ea typeface="微软雅黑" panose="020B0503020204020204" pitchFamily="34" charset="-122"/>
              </a:rPr>
              <a:t>2. 接入互联网的方法。</a:t>
            </a:r>
            <a:endParaRPr lang="en-US" altLang="zh-CN" sz="1400" spc="150" dirty="0">
              <a:solidFill>
                <a:srgbClr val="000000"/>
              </a:solidFill>
              <a:latin typeface="微软雅黑" panose="020B0503020204020204" pitchFamily="34" charset="-122"/>
              <a:ea typeface="微软雅黑" panose="020B0503020204020204" pitchFamily="34" charset="-122"/>
            </a:endParaRPr>
          </a:p>
        </p:txBody>
      </p:sp>
      <p:sp>
        <p:nvSpPr>
          <p:cNvPr id="13" name="圆角矩形 12"/>
          <p:cNvSpPr/>
          <p:nvPr>
            <p:custDataLst>
              <p:tags r:id="rId86"/>
            </p:custDataLst>
          </p:nvPr>
        </p:nvSpPr>
        <p:spPr>
          <a:xfrm rot="2700000">
            <a:off x="4298950" y="2603500"/>
            <a:ext cx="368935" cy="368935"/>
          </a:xfrm>
          <a:prstGeom prst="roundRect">
            <a:avLst>
              <a:gd name="adj" fmla="val 25355"/>
            </a:avLst>
          </a:prstGeom>
          <a:solidFill>
            <a:srgbClr val="3498DB"/>
          </a:solidFill>
          <a:ln>
            <a:noFill/>
          </a:ln>
        </p:spPr>
        <p:style>
          <a:lnRef idx="2">
            <a:srgbClr val="1F74AD">
              <a:shade val="50000"/>
            </a:srgbClr>
          </a:lnRef>
          <a:fillRef idx="1">
            <a:srgbClr val="1F74AD"/>
          </a:fillRef>
          <a:effectRef idx="0">
            <a:srgbClr val="1F74AD"/>
          </a:effectRef>
          <a:fontRef idx="minor">
            <a:sysClr val="window" lastClr="FFFFFF"/>
          </a:fontRef>
        </p:style>
        <p:txBody>
          <a:bodyPr anchor="ctr"/>
          <a:lstStyle/>
          <a:p>
            <a:pPr algn="ctr">
              <a:lnSpc>
                <a:spcPct val="120000"/>
              </a:lnSpc>
            </a:pPr>
            <a:endParaRPr sz="1350" spc="150">
              <a:latin typeface="微软雅黑" panose="020B0503020204020204" pitchFamily="34" charset="-122"/>
              <a:ea typeface="微软雅黑" panose="020B0503020204020204" pitchFamily="34" charset="-122"/>
            </a:endParaRPr>
          </a:p>
        </p:txBody>
      </p:sp>
      <p:sp>
        <p:nvSpPr>
          <p:cNvPr id="14" name="任意多边形 13"/>
          <p:cNvSpPr/>
          <p:nvPr>
            <p:custDataLst>
              <p:tags r:id="rId87"/>
            </p:custDataLst>
          </p:nvPr>
        </p:nvSpPr>
        <p:spPr bwMode="auto">
          <a:xfrm>
            <a:off x="4360545" y="2665095"/>
            <a:ext cx="245745" cy="245745"/>
          </a:xfrm>
          <a:custGeom>
            <a:avLst/>
            <a:gdLst>
              <a:gd name="connsiteX0" fmla="*/ 164612 w 327875"/>
              <a:gd name="connsiteY0" fmla="*/ 105028 h 327875"/>
              <a:gd name="connsiteX1" fmla="*/ 222849 w 327875"/>
              <a:gd name="connsiteY1" fmla="*/ 163938 h 327875"/>
              <a:gd name="connsiteX2" fmla="*/ 164612 w 327875"/>
              <a:gd name="connsiteY2" fmla="*/ 222848 h 327875"/>
              <a:gd name="connsiteX3" fmla="*/ 106375 w 327875"/>
              <a:gd name="connsiteY3" fmla="*/ 163938 h 327875"/>
              <a:gd name="connsiteX4" fmla="*/ 164612 w 327875"/>
              <a:gd name="connsiteY4" fmla="*/ 105028 h 327875"/>
              <a:gd name="connsiteX5" fmla="*/ 163938 w 327875"/>
              <a:gd name="connsiteY5" fmla="*/ 66848 h 327875"/>
              <a:gd name="connsiteX6" fmla="*/ 66848 w 327875"/>
              <a:gd name="connsiteY6" fmla="*/ 163938 h 327875"/>
              <a:gd name="connsiteX7" fmla="*/ 163938 w 327875"/>
              <a:gd name="connsiteY7" fmla="*/ 261027 h 327875"/>
              <a:gd name="connsiteX8" fmla="*/ 261027 w 327875"/>
              <a:gd name="connsiteY8" fmla="*/ 163938 h 327875"/>
              <a:gd name="connsiteX9" fmla="*/ 163938 w 327875"/>
              <a:gd name="connsiteY9" fmla="*/ 66848 h 327875"/>
              <a:gd name="connsiteX10" fmla="*/ 141655 w 327875"/>
              <a:gd name="connsiteY10" fmla="*/ 0 h 327875"/>
              <a:gd name="connsiteX11" fmla="*/ 186221 w 327875"/>
              <a:gd name="connsiteY11" fmla="*/ 0 h 327875"/>
              <a:gd name="connsiteX12" fmla="*/ 186221 w 327875"/>
              <a:gd name="connsiteY12" fmla="*/ 36607 h 327875"/>
              <a:gd name="connsiteX13" fmla="*/ 238744 w 327875"/>
              <a:gd name="connsiteY13" fmla="*/ 58890 h 327875"/>
              <a:gd name="connsiteX14" fmla="*/ 264210 w 327875"/>
              <a:gd name="connsiteY14" fmla="*/ 31832 h 327875"/>
              <a:gd name="connsiteX15" fmla="*/ 296043 w 327875"/>
              <a:gd name="connsiteY15" fmla="*/ 63665 h 327875"/>
              <a:gd name="connsiteX16" fmla="*/ 270577 w 327875"/>
              <a:gd name="connsiteY16" fmla="*/ 89131 h 327875"/>
              <a:gd name="connsiteX17" fmla="*/ 291268 w 327875"/>
              <a:gd name="connsiteY17" fmla="*/ 141655 h 327875"/>
              <a:gd name="connsiteX18" fmla="*/ 327875 w 327875"/>
              <a:gd name="connsiteY18" fmla="*/ 141655 h 327875"/>
              <a:gd name="connsiteX19" fmla="*/ 327875 w 327875"/>
              <a:gd name="connsiteY19" fmla="*/ 186220 h 327875"/>
              <a:gd name="connsiteX20" fmla="*/ 291268 w 327875"/>
              <a:gd name="connsiteY20" fmla="*/ 186220 h 327875"/>
              <a:gd name="connsiteX21" fmla="*/ 270577 w 327875"/>
              <a:gd name="connsiteY21" fmla="*/ 238744 h 327875"/>
              <a:gd name="connsiteX22" fmla="*/ 296043 w 327875"/>
              <a:gd name="connsiteY22" fmla="*/ 264210 h 327875"/>
              <a:gd name="connsiteX23" fmla="*/ 264210 w 327875"/>
              <a:gd name="connsiteY23" fmla="*/ 296043 h 327875"/>
              <a:gd name="connsiteX24" fmla="*/ 238744 w 327875"/>
              <a:gd name="connsiteY24" fmla="*/ 268985 h 327875"/>
              <a:gd name="connsiteX25" fmla="*/ 186221 w 327875"/>
              <a:gd name="connsiteY25" fmla="*/ 291268 h 327875"/>
              <a:gd name="connsiteX26" fmla="*/ 186221 w 327875"/>
              <a:gd name="connsiteY26" fmla="*/ 327875 h 327875"/>
              <a:gd name="connsiteX27" fmla="*/ 141655 w 327875"/>
              <a:gd name="connsiteY27" fmla="*/ 327875 h 327875"/>
              <a:gd name="connsiteX28" fmla="*/ 141655 w 327875"/>
              <a:gd name="connsiteY28" fmla="*/ 291268 h 327875"/>
              <a:gd name="connsiteX29" fmla="*/ 90722 w 327875"/>
              <a:gd name="connsiteY29" fmla="*/ 268985 h 327875"/>
              <a:gd name="connsiteX30" fmla="*/ 63665 w 327875"/>
              <a:gd name="connsiteY30" fmla="*/ 296043 h 327875"/>
              <a:gd name="connsiteX31" fmla="*/ 31832 w 327875"/>
              <a:gd name="connsiteY31" fmla="*/ 264210 h 327875"/>
              <a:gd name="connsiteX32" fmla="*/ 58890 w 327875"/>
              <a:gd name="connsiteY32" fmla="*/ 238744 h 327875"/>
              <a:gd name="connsiteX33" fmla="*/ 36607 w 327875"/>
              <a:gd name="connsiteY33" fmla="*/ 186220 h 327875"/>
              <a:gd name="connsiteX34" fmla="*/ 0 w 327875"/>
              <a:gd name="connsiteY34" fmla="*/ 186220 h 327875"/>
              <a:gd name="connsiteX35" fmla="*/ 0 w 327875"/>
              <a:gd name="connsiteY35" fmla="*/ 141655 h 327875"/>
              <a:gd name="connsiteX36" fmla="*/ 36607 w 327875"/>
              <a:gd name="connsiteY36" fmla="*/ 141655 h 327875"/>
              <a:gd name="connsiteX37" fmla="*/ 58890 w 327875"/>
              <a:gd name="connsiteY37" fmla="*/ 89131 h 327875"/>
              <a:gd name="connsiteX38" fmla="*/ 31832 w 327875"/>
              <a:gd name="connsiteY38" fmla="*/ 63665 h 327875"/>
              <a:gd name="connsiteX39" fmla="*/ 63665 w 327875"/>
              <a:gd name="connsiteY39" fmla="*/ 31832 h 327875"/>
              <a:gd name="connsiteX40" fmla="*/ 90722 w 327875"/>
              <a:gd name="connsiteY40" fmla="*/ 58890 h 327875"/>
              <a:gd name="connsiteX41" fmla="*/ 141655 w 327875"/>
              <a:gd name="connsiteY41" fmla="*/ 36607 h 327875"/>
              <a:gd name="connsiteX42" fmla="*/ 141655 w 327875"/>
              <a:gd name="connsiteY42" fmla="*/ 0 h 327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327875" h="327875">
                <a:moveTo>
                  <a:pt x="164612" y="105028"/>
                </a:moveTo>
                <a:cubicBezTo>
                  <a:pt x="196775" y="105028"/>
                  <a:pt x="222849" y="131403"/>
                  <a:pt x="222849" y="163938"/>
                </a:cubicBezTo>
                <a:cubicBezTo>
                  <a:pt x="222849" y="196473"/>
                  <a:pt x="196775" y="222848"/>
                  <a:pt x="164612" y="222848"/>
                </a:cubicBezTo>
                <a:cubicBezTo>
                  <a:pt x="132449" y="222848"/>
                  <a:pt x="106375" y="196473"/>
                  <a:pt x="106375" y="163938"/>
                </a:cubicBezTo>
                <a:cubicBezTo>
                  <a:pt x="106375" y="131403"/>
                  <a:pt x="132449" y="105028"/>
                  <a:pt x="164612" y="105028"/>
                </a:cubicBezTo>
                <a:close/>
                <a:moveTo>
                  <a:pt x="163938" y="66848"/>
                </a:moveTo>
                <a:cubicBezTo>
                  <a:pt x="111414" y="66848"/>
                  <a:pt x="66848" y="109822"/>
                  <a:pt x="66848" y="163938"/>
                </a:cubicBezTo>
                <a:cubicBezTo>
                  <a:pt x="66848" y="218053"/>
                  <a:pt x="111414" y="261027"/>
                  <a:pt x="163938" y="261027"/>
                </a:cubicBezTo>
                <a:cubicBezTo>
                  <a:pt x="218053" y="261027"/>
                  <a:pt x="261027" y="218053"/>
                  <a:pt x="261027" y="163938"/>
                </a:cubicBezTo>
                <a:cubicBezTo>
                  <a:pt x="261027" y="109822"/>
                  <a:pt x="218053" y="66848"/>
                  <a:pt x="163938" y="66848"/>
                </a:cubicBezTo>
                <a:close/>
                <a:moveTo>
                  <a:pt x="141655" y="0"/>
                </a:moveTo>
                <a:cubicBezTo>
                  <a:pt x="141655" y="0"/>
                  <a:pt x="141655" y="0"/>
                  <a:pt x="186221" y="0"/>
                </a:cubicBezTo>
                <a:cubicBezTo>
                  <a:pt x="186221" y="0"/>
                  <a:pt x="186221" y="0"/>
                  <a:pt x="186221" y="36607"/>
                </a:cubicBezTo>
                <a:cubicBezTo>
                  <a:pt x="205320" y="39791"/>
                  <a:pt x="222828" y="47749"/>
                  <a:pt x="238744" y="58890"/>
                </a:cubicBezTo>
                <a:cubicBezTo>
                  <a:pt x="238744" y="58890"/>
                  <a:pt x="238744" y="58890"/>
                  <a:pt x="264210" y="31832"/>
                </a:cubicBezTo>
                <a:cubicBezTo>
                  <a:pt x="264210" y="31832"/>
                  <a:pt x="264210" y="31832"/>
                  <a:pt x="296043" y="63665"/>
                </a:cubicBezTo>
                <a:cubicBezTo>
                  <a:pt x="296043" y="63665"/>
                  <a:pt x="296043" y="63665"/>
                  <a:pt x="270577" y="89131"/>
                </a:cubicBezTo>
                <a:cubicBezTo>
                  <a:pt x="280126" y="105047"/>
                  <a:pt x="288085" y="122555"/>
                  <a:pt x="291268" y="141655"/>
                </a:cubicBezTo>
                <a:cubicBezTo>
                  <a:pt x="291268" y="141655"/>
                  <a:pt x="291268" y="141655"/>
                  <a:pt x="327875" y="141655"/>
                </a:cubicBezTo>
                <a:cubicBezTo>
                  <a:pt x="327875" y="141655"/>
                  <a:pt x="327875" y="141655"/>
                  <a:pt x="327875" y="186220"/>
                </a:cubicBezTo>
                <a:lnTo>
                  <a:pt x="291268" y="186220"/>
                </a:lnTo>
                <a:cubicBezTo>
                  <a:pt x="288085" y="205320"/>
                  <a:pt x="280126" y="222828"/>
                  <a:pt x="270577" y="238744"/>
                </a:cubicBezTo>
                <a:cubicBezTo>
                  <a:pt x="270577" y="238744"/>
                  <a:pt x="270577" y="238744"/>
                  <a:pt x="296043" y="264210"/>
                </a:cubicBezTo>
                <a:cubicBezTo>
                  <a:pt x="296043" y="264210"/>
                  <a:pt x="296043" y="264210"/>
                  <a:pt x="264210" y="296043"/>
                </a:cubicBezTo>
                <a:cubicBezTo>
                  <a:pt x="264210" y="296043"/>
                  <a:pt x="264210" y="296043"/>
                  <a:pt x="238744" y="268985"/>
                </a:cubicBezTo>
                <a:cubicBezTo>
                  <a:pt x="222828" y="280126"/>
                  <a:pt x="205320" y="288084"/>
                  <a:pt x="186221" y="291268"/>
                </a:cubicBezTo>
                <a:cubicBezTo>
                  <a:pt x="186221" y="291268"/>
                  <a:pt x="186221" y="291268"/>
                  <a:pt x="186221" y="327875"/>
                </a:cubicBezTo>
                <a:cubicBezTo>
                  <a:pt x="186221" y="327875"/>
                  <a:pt x="186221" y="327875"/>
                  <a:pt x="141655" y="327875"/>
                </a:cubicBezTo>
                <a:cubicBezTo>
                  <a:pt x="141655" y="327875"/>
                  <a:pt x="141655" y="327875"/>
                  <a:pt x="141655" y="291268"/>
                </a:cubicBezTo>
                <a:cubicBezTo>
                  <a:pt x="122555" y="288084"/>
                  <a:pt x="105047" y="280126"/>
                  <a:pt x="90722" y="268985"/>
                </a:cubicBezTo>
                <a:cubicBezTo>
                  <a:pt x="90722" y="268985"/>
                  <a:pt x="90722" y="268985"/>
                  <a:pt x="63665" y="296043"/>
                </a:cubicBezTo>
                <a:cubicBezTo>
                  <a:pt x="63665" y="296043"/>
                  <a:pt x="63665" y="296043"/>
                  <a:pt x="31832" y="264210"/>
                </a:cubicBezTo>
                <a:cubicBezTo>
                  <a:pt x="31832" y="264210"/>
                  <a:pt x="31832" y="264210"/>
                  <a:pt x="58890" y="238744"/>
                </a:cubicBezTo>
                <a:cubicBezTo>
                  <a:pt x="47749" y="222828"/>
                  <a:pt x="39790" y="205320"/>
                  <a:pt x="36607" y="186220"/>
                </a:cubicBezTo>
                <a:cubicBezTo>
                  <a:pt x="36607" y="186220"/>
                  <a:pt x="36607" y="186220"/>
                  <a:pt x="0" y="186220"/>
                </a:cubicBezTo>
                <a:cubicBezTo>
                  <a:pt x="0" y="186220"/>
                  <a:pt x="0" y="186220"/>
                  <a:pt x="0" y="141655"/>
                </a:cubicBezTo>
                <a:cubicBezTo>
                  <a:pt x="0" y="141655"/>
                  <a:pt x="0" y="141655"/>
                  <a:pt x="36607" y="141655"/>
                </a:cubicBezTo>
                <a:cubicBezTo>
                  <a:pt x="39790" y="122555"/>
                  <a:pt x="47749" y="105047"/>
                  <a:pt x="58890" y="89131"/>
                </a:cubicBezTo>
                <a:cubicBezTo>
                  <a:pt x="58890" y="89131"/>
                  <a:pt x="58890" y="89131"/>
                  <a:pt x="31832" y="63665"/>
                </a:cubicBezTo>
                <a:cubicBezTo>
                  <a:pt x="31832" y="63665"/>
                  <a:pt x="31832" y="63665"/>
                  <a:pt x="63665" y="31832"/>
                </a:cubicBezTo>
                <a:cubicBezTo>
                  <a:pt x="63665" y="31832"/>
                  <a:pt x="63665" y="31832"/>
                  <a:pt x="90722" y="58890"/>
                </a:cubicBezTo>
                <a:cubicBezTo>
                  <a:pt x="105047" y="47749"/>
                  <a:pt x="122555" y="39791"/>
                  <a:pt x="141655" y="36607"/>
                </a:cubicBezTo>
                <a:cubicBezTo>
                  <a:pt x="141655" y="36607"/>
                  <a:pt x="141655" y="36607"/>
                  <a:pt x="141655" y="0"/>
                </a:cubicBezTo>
                <a:close/>
              </a:path>
            </a:pathLst>
          </a:custGeom>
          <a:solidFill>
            <a:sysClr val="window" lastClr="FFFFFF"/>
          </a:solidFill>
          <a:ln>
            <a:noFill/>
          </a:ln>
          <a:extLst>
            <a:ext uri="{91240B29-F687-4F45-9708-019B960494DF}">
              <a14:hiddenLine xmlns:a14="http://schemas.microsoft.com/office/drawing/2010/main" w="9525">
                <a:solidFill>
                  <a:srgbClr val="000000"/>
                </a:solidFill>
                <a:round/>
              </a14:hiddenLine>
            </a:ext>
          </a:extLst>
        </p:spPr>
        <p:txBody>
          <a:bodyPr wrap="square" anchor="ctr">
            <a:noAutofit/>
          </a:bodyPr>
          <a:lstStyle/>
          <a:p>
            <a:pPr algn="ctr">
              <a:lnSpc>
                <a:spcPct val="120000"/>
              </a:lnSpc>
            </a:pPr>
            <a:endParaRPr sz="1350" spc="150">
              <a:latin typeface="微软雅黑" panose="020B0503020204020204" pitchFamily="34" charset="-122"/>
              <a:ea typeface="微软雅黑" panose="020B0503020204020204" pitchFamily="34" charset="-122"/>
            </a:endParaRPr>
          </a:p>
        </p:txBody>
      </p:sp>
      <p:sp>
        <p:nvSpPr>
          <p:cNvPr id="15" name="矩形 14"/>
          <p:cNvSpPr/>
          <p:nvPr>
            <p:custDataLst>
              <p:tags r:id="rId88"/>
            </p:custDataLst>
          </p:nvPr>
        </p:nvSpPr>
        <p:spPr bwMode="auto">
          <a:xfrm>
            <a:off x="4749800" y="2010093"/>
            <a:ext cx="3197225" cy="326390"/>
          </a:xfrm>
          <a:prstGeom prst="rect">
            <a:avLst/>
          </a:prstGeom>
          <a:solidFill>
            <a:sysClr val="window" lastClr="FFFFFF"/>
          </a:solidFill>
          <a:ln w="19050">
            <a:noFill/>
            <a:round/>
          </a:ln>
        </p:spPr>
        <p:txBody>
          <a:bodyPr rot="0" spcFirstLastPara="0" vert="horz" wrap="square" lIns="36195" tIns="34290" rIns="36195" bIns="34290" anchor="ctr" anchorCtr="1" forceAA="0" compatLnSpc="1">
            <a:spAutoFit/>
          </a:bodyPr>
          <a:lstStyle/>
          <a:p>
            <a:pPr marL="0" lvl="0" indent="0" algn="l" fontAlgn="auto">
              <a:lnSpc>
                <a:spcPct val="120000"/>
              </a:lnSpc>
              <a:spcBef>
                <a:spcPts val="0"/>
              </a:spcBef>
              <a:spcAft>
                <a:spcPts val="0"/>
              </a:spcAft>
              <a:buSzPct val="100000"/>
            </a:pPr>
            <a:r>
              <a:rPr lang="en-US" altLang="zh-CN" sz="1400" spc="150" dirty="0">
                <a:solidFill>
                  <a:srgbClr val="000000"/>
                </a:solidFill>
                <a:latin typeface="微软雅黑" panose="020B0503020204020204" pitchFamily="34" charset="-122"/>
                <a:ea typeface="微软雅黑" panose="020B0503020204020204" pitchFamily="34" charset="-122"/>
              </a:rPr>
              <a:t>1. Internet 的基本概念。</a:t>
            </a:r>
            <a:endParaRPr lang="en-US" altLang="zh-CN" sz="1400" spc="150" dirty="0">
              <a:solidFill>
                <a:srgbClr val="000000"/>
              </a:solidFill>
              <a:latin typeface="微软雅黑" panose="020B0503020204020204" pitchFamily="34" charset="-122"/>
              <a:ea typeface="微软雅黑" panose="020B0503020204020204" pitchFamily="34" charset="-122"/>
            </a:endParaRPr>
          </a:p>
        </p:txBody>
      </p:sp>
      <p:sp>
        <p:nvSpPr>
          <p:cNvPr id="17" name="圆角矩形 16"/>
          <p:cNvSpPr/>
          <p:nvPr>
            <p:custDataLst>
              <p:tags r:id="rId89"/>
            </p:custDataLst>
          </p:nvPr>
        </p:nvSpPr>
        <p:spPr>
          <a:xfrm rot="2700000">
            <a:off x="4298950" y="1988820"/>
            <a:ext cx="368935" cy="368935"/>
          </a:xfrm>
          <a:prstGeom prst="roundRect">
            <a:avLst>
              <a:gd name="adj" fmla="val 25355"/>
            </a:avLst>
          </a:prstGeom>
          <a:solidFill>
            <a:srgbClr val="1F74AD"/>
          </a:solidFill>
          <a:ln>
            <a:noFill/>
          </a:ln>
        </p:spPr>
        <p:style>
          <a:lnRef idx="2">
            <a:srgbClr val="1F74AD">
              <a:shade val="50000"/>
            </a:srgbClr>
          </a:lnRef>
          <a:fillRef idx="1">
            <a:srgbClr val="1F74AD"/>
          </a:fillRef>
          <a:effectRef idx="0">
            <a:srgbClr val="1F74AD"/>
          </a:effectRef>
          <a:fontRef idx="minor">
            <a:sysClr val="window" lastClr="FFFFFF"/>
          </a:fontRef>
        </p:style>
        <p:txBody>
          <a:bodyPr anchor="ctr"/>
          <a:lstStyle/>
          <a:p>
            <a:pPr algn="ctr">
              <a:lnSpc>
                <a:spcPct val="120000"/>
              </a:lnSpc>
            </a:pPr>
            <a:endParaRPr sz="1350" spc="150">
              <a:latin typeface="微软雅黑" panose="020B0503020204020204" pitchFamily="34" charset="-122"/>
              <a:ea typeface="微软雅黑" panose="020B0503020204020204" pitchFamily="34" charset="-122"/>
            </a:endParaRPr>
          </a:p>
        </p:txBody>
      </p:sp>
      <p:sp>
        <p:nvSpPr>
          <p:cNvPr id="18" name="任意多边形 17"/>
          <p:cNvSpPr/>
          <p:nvPr>
            <p:custDataLst>
              <p:tags r:id="rId90"/>
            </p:custDataLst>
          </p:nvPr>
        </p:nvSpPr>
        <p:spPr bwMode="auto">
          <a:xfrm>
            <a:off x="4361180" y="2052320"/>
            <a:ext cx="244475" cy="242570"/>
          </a:xfrm>
          <a:custGeom>
            <a:avLst/>
            <a:gdLst>
              <a:gd name="T0" fmla="*/ 6886 w 7819"/>
              <a:gd name="T1" fmla="*/ 2638 h 7765"/>
              <a:gd name="T2" fmla="*/ 5954 w 7819"/>
              <a:gd name="T3" fmla="*/ 2100 h 7765"/>
              <a:gd name="T4" fmla="*/ 5954 w 7819"/>
              <a:gd name="T5" fmla="*/ 2818 h 7765"/>
              <a:gd name="T6" fmla="*/ 4712 w 7819"/>
              <a:gd name="T7" fmla="*/ 3231 h 7765"/>
              <a:gd name="T8" fmla="*/ 4299 w 7819"/>
              <a:gd name="T9" fmla="*/ 3613 h 7765"/>
              <a:gd name="T10" fmla="*/ 4299 w 7819"/>
              <a:gd name="T11" fmla="*/ 1865 h 7765"/>
              <a:gd name="T12" fmla="*/ 5003 w 7819"/>
              <a:gd name="T13" fmla="*/ 1865 h 7765"/>
              <a:gd name="T14" fmla="*/ 4464 w 7819"/>
              <a:gd name="T15" fmla="*/ 932 h 7765"/>
              <a:gd name="T16" fmla="*/ 3926 w 7819"/>
              <a:gd name="T17" fmla="*/ 0 h 7765"/>
              <a:gd name="T18" fmla="*/ 3388 w 7819"/>
              <a:gd name="T19" fmla="*/ 932 h 7765"/>
              <a:gd name="T20" fmla="*/ 2850 w 7819"/>
              <a:gd name="T21" fmla="*/ 1865 h 7765"/>
              <a:gd name="T22" fmla="*/ 3553 w 7819"/>
              <a:gd name="T23" fmla="*/ 1865 h 7765"/>
              <a:gd name="T24" fmla="*/ 3553 w 7819"/>
              <a:gd name="T25" fmla="*/ 3613 h 7765"/>
              <a:gd name="T26" fmla="*/ 3141 w 7819"/>
              <a:gd name="T27" fmla="*/ 3231 h 7765"/>
              <a:gd name="T28" fmla="*/ 1865 w 7819"/>
              <a:gd name="T29" fmla="*/ 2815 h 7765"/>
              <a:gd name="T30" fmla="*/ 1865 w 7819"/>
              <a:gd name="T31" fmla="*/ 2100 h 7765"/>
              <a:gd name="T32" fmla="*/ 932 w 7819"/>
              <a:gd name="T33" fmla="*/ 2638 h 7765"/>
              <a:gd name="T34" fmla="*/ 0 w 7819"/>
              <a:gd name="T35" fmla="*/ 3177 h 7765"/>
              <a:gd name="T36" fmla="*/ 932 w 7819"/>
              <a:gd name="T37" fmla="*/ 3715 h 7765"/>
              <a:gd name="T38" fmla="*/ 1865 w 7819"/>
              <a:gd name="T39" fmla="*/ 4253 h 7765"/>
              <a:gd name="T40" fmla="*/ 1865 w 7819"/>
              <a:gd name="T41" fmla="*/ 3564 h 7765"/>
              <a:gd name="T42" fmla="*/ 3553 w 7819"/>
              <a:gd name="T43" fmla="*/ 7765 h 7765"/>
              <a:gd name="T44" fmla="*/ 4299 w 7819"/>
              <a:gd name="T45" fmla="*/ 7765 h 7765"/>
              <a:gd name="T46" fmla="*/ 5954 w 7819"/>
              <a:gd name="T47" fmla="*/ 3567 h 7765"/>
              <a:gd name="T48" fmla="*/ 5954 w 7819"/>
              <a:gd name="T49" fmla="*/ 4253 h 7765"/>
              <a:gd name="T50" fmla="*/ 6886 w 7819"/>
              <a:gd name="T51" fmla="*/ 3715 h 7765"/>
              <a:gd name="T52" fmla="*/ 7819 w 7819"/>
              <a:gd name="T53" fmla="*/ 3177 h 7765"/>
              <a:gd name="T54" fmla="*/ 6886 w 7819"/>
              <a:gd name="T55" fmla="*/ 2638 h 77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819" h="7765">
                <a:moveTo>
                  <a:pt x="6886" y="2638"/>
                </a:moveTo>
                <a:lnTo>
                  <a:pt x="5954" y="2100"/>
                </a:lnTo>
                <a:lnTo>
                  <a:pt x="5954" y="2818"/>
                </a:lnTo>
                <a:cubicBezTo>
                  <a:pt x="5459" y="2859"/>
                  <a:pt x="5050" y="2995"/>
                  <a:pt x="4712" y="3231"/>
                </a:cubicBezTo>
                <a:cubicBezTo>
                  <a:pt x="4557" y="3339"/>
                  <a:pt x="4420" y="3466"/>
                  <a:pt x="4299" y="3613"/>
                </a:cubicBezTo>
                <a:lnTo>
                  <a:pt x="4299" y="1865"/>
                </a:lnTo>
                <a:lnTo>
                  <a:pt x="5003" y="1865"/>
                </a:lnTo>
                <a:lnTo>
                  <a:pt x="4464" y="932"/>
                </a:lnTo>
                <a:lnTo>
                  <a:pt x="3926" y="0"/>
                </a:lnTo>
                <a:lnTo>
                  <a:pt x="3388" y="932"/>
                </a:lnTo>
                <a:lnTo>
                  <a:pt x="2850" y="1865"/>
                </a:lnTo>
                <a:lnTo>
                  <a:pt x="3553" y="1865"/>
                </a:lnTo>
                <a:lnTo>
                  <a:pt x="3553" y="3613"/>
                </a:lnTo>
                <a:cubicBezTo>
                  <a:pt x="3433" y="3466"/>
                  <a:pt x="3296" y="3339"/>
                  <a:pt x="3141" y="3231"/>
                </a:cubicBezTo>
                <a:cubicBezTo>
                  <a:pt x="2795" y="2990"/>
                  <a:pt x="2375" y="2853"/>
                  <a:pt x="1865" y="2815"/>
                </a:cubicBezTo>
                <a:lnTo>
                  <a:pt x="1865" y="2100"/>
                </a:lnTo>
                <a:lnTo>
                  <a:pt x="932" y="2638"/>
                </a:lnTo>
                <a:lnTo>
                  <a:pt x="0" y="3177"/>
                </a:lnTo>
                <a:lnTo>
                  <a:pt x="932" y="3715"/>
                </a:lnTo>
                <a:lnTo>
                  <a:pt x="1865" y="4253"/>
                </a:lnTo>
                <a:lnTo>
                  <a:pt x="1865" y="3564"/>
                </a:lnTo>
                <a:cubicBezTo>
                  <a:pt x="3474" y="3717"/>
                  <a:pt x="3553" y="5151"/>
                  <a:pt x="3553" y="7765"/>
                </a:cubicBezTo>
                <a:lnTo>
                  <a:pt x="4299" y="7765"/>
                </a:lnTo>
                <a:cubicBezTo>
                  <a:pt x="4299" y="5170"/>
                  <a:pt x="4377" y="3737"/>
                  <a:pt x="5954" y="3567"/>
                </a:cubicBezTo>
                <a:lnTo>
                  <a:pt x="5954" y="4253"/>
                </a:lnTo>
                <a:lnTo>
                  <a:pt x="6886" y="3715"/>
                </a:lnTo>
                <a:lnTo>
                  <a:pt x="7819" y="3177"/>
                </a:lnTo>
                <a:lnTo>
                  <a:pt x="6886" y="2638"/>
                </a:lnTo>
                <a:close/>
              </a:path>
            </a:pathLst>
          </a:custGeom>
          <a:solidFill>
            <a:sysClr val="window" lastClr="FFFFFF"/>
          </a:solidFill>
          <a:ln>
            <a:noFill/>
          </a:ln>
          <a:extLst>
            <a:ext uri="{91240B29-F687-4F45-9708-019B960494DF}">
              <a14:hiddenLine xmlns:a14="http://schemas.microsoft.com/office/drawing/2010/main" w="9525">
                <a:solidFill>
                  <a:srgbClr val="000000"/>
                </a:solidFill>
                <a:round/>
              </a14:hiddenLine>
            </a:ext>
          </a:extLst>
        </p:spPr>
        <p:txBody>
          <a:bodyPr anchor="ctr"/>
          <a:lstStyle>
            <a:defPPr>
              <a:defRPr lang="zh-CN"/>
            </a:defPPr>
            <a:lvl1pPr marL="0" algn="l" defTabSz="913765" rtl="0" eaLnBrk="1" latinLnBrk="0" hangingPunct="1">
              <a:defRPr sz="1800" kern="1200">
                <a:solidFill>
                  <a:srgbClr val="000000"/>
                </a:solidFill>
              </a:defRPr>
            </a:lvl1pPr>
            <a:lvl2pPr marL="457200" algn="l" defTabSz="913765" rtl="0" eaLnBrk="1" latinLnBrk="0" hangingPunct="1">
              <a:defRPr sz="1800" kern="1200">
                <a:solidFill>
                  <a:srgbClr val="000000"/>
                </a:solidFill>
              </a:defRPr>
            </a:lvl2pPr>
            <a:lvl3pPr marL="914400" algn="l" defTabSz="913765" rtl="0" eaLnBrk="1" latinLnBrk="0" hangingPunct="1">
              <a:defRPr sz="1800" kern="1200">
                <a:solidFill>
                  <a:srgbClr val="000000"/>
                </a:solidFill>
              </a:defRPr>
            </a:lvl3pPr>
            <a:lvl4pPr marL="1371600" algn="l" defTabSz="913765" rtl="0" eaLnBrk="1" latinLnBrk="0" hangingPunct="1">
              <a:defRPr sz="1800" kern="1200">
                <a:solidFill>
                  <a:srgbClr val="000000"/>
                </a:solidFill>
              </a:defRPr>
            </a:lvl4pPr>
            <a:lvl5pPr marL="1828800" algn="l" defTabSz="913765" rtl="0" eaLnBrk="1" latinLnBrk="0" hangingPunct="1">
              <a:defRPr sz="1800" kern="1200">
                <a:solidFill>
                  <a:srgbClr val="000000"/>
                </a:solidFill>
              </a:defRPr>
            </a:lvl5pPr>
            <a:lvl6pPr marL="2286000" algn="l" defTabSz="913765" rtl="0" eaLnBrk="1" latinLnBrk="0" hangingPunct="1">
              <a:defRPr sz="1800" kern="1200">
                <a:solidFill>
                  <a:srgbClr val="000000"/>
                </a:solidFill>
              </a:defRPr>
            </a:lvl6pPr>
            <a:lvl7pPr marL="2743200" algn="l" defTabSz="913765" rtl="0" eaLnBrk="1" latinLnBrk="0" hangingPunct="1">
              <a:defRPr sz="1800" kern="1200">
                <a:solidFill>
                  <a:srgbClr val="000000"/>
                </a:solidFill>
              </a:defRPr>
            </a:lvl7pPr>
            <a:lvl8pPr marL="3200400" algn="l" defTabSz="913765" rtl="0" eaLnBrk="1" latinLnBrk="0" hangingPunct="1">
              <a:defRPr sz="1800" kern="1200">
                <a:solidFill>
                  <a:srgbClr val="000000"/>
                </a:solidFill>
              </a:defRPr>
            </a:lvl8pPr>
            <a:lvl9pPr marL="3657600" algn="l" defTabSz="913765" rtl="0" eaLnBrk="1" latinLnBrk="0" hangingPunct="1">
              <a:defRPr sz="1800" kern="1200">
                <a:solidFill>
                  <a:srgbClr val="000000"/>
                </a:solidFill>
              </a:defRPr>
            </a:lvl9pPr>
          </a:lstStyle>
          <a:p>
            <a:pPr algn="ctr">
              <a:lnSpc>
                <a:spcPct val="120000"/>
              </a:lnSpc>
            </a:pPr>
            <a:endParaRPr sz="1350" spc="150">
              <a:latin typeface="微软雅黑" panose="020B0503020204020204" pitchFamily="34" charset="-122"/>
              <a:ea typeface="微软雅黑" panose="020B0503020204020204" pitchFamily="34" charset="-122"/>
            </a:endParaRPr>
          </a:p>
        </p:txBody>
      </p:sp>
    </p:spTree>
    <p:custDataLst>
      <p:tags r:id="rId91"/>
    </p:custData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ctrTitle"/>
          </p:nvPr>
        </p:nvSpPr>
        <p:spPr/>
        <p:txBody>
          <a:bodyPr>
            <a:normAutofit fontScale="90000"/>
          </a:bodyPr>
          <a:lstStyle/>
          <a:p>
            <a:r>
              <a:rPr lang="zh-CN" altLang="en-US" sz="3110" b="0">
                <a:latin typeface="微软雅黑" panose="020B0503020204020204" pitchFamily="34" charset="-122"/>
                <a:ea typeface="微软雅黑" panose="020B0503020204020204" pitchFamily="34" charset="-122"/>
                <a:cs typeface="微软雅黑" panose="020B0503020204020204" pitchFamily="34" charset="-122"/>
              </a:rPr>
              <a:t>任务1</a:t>
            </a:r>
            <a:br>
              <a:rPr lang="zh-CN" altLang="en-US" sz="3555">
                <a:latin typeface="创艺简老宋" charset="0"/>
                <a:ea typeface="创艺简老宋" charset="0"/>
                <a:cs typeface="创艺简老宋" charset="0"/>
              </a:rPr>
            </a:br>
            <a:r>
              <a:rPr lang="zh-CN" altLang="en-US" sz="3555" b="0">
                <a:latin typeface="创艺简老宋" charset="0"/>
                <a:ea typeface="创艺简老宋" charset="0"/>
                <a:cs typeface="创艺简老宋" charset="0"/>
              </a:rPr>
              <a:t>因特网基础知识</a:t>
            </a:r>
            <a:r>
              <a:rPr lang="zh-CN" altLang="en-US" sz="3555">
                <a:latin typeface="创艺简老宋" charset="0"/>
                <a:ea typeface="创艺简老宋" charset="0"/>
                <a:cs typeface="创艺简老宋" charset="0"/>
              </a:rPr>
              <a:t> </a:t>
            </a:r>
            <a:endParaRPr lang="zh-CN" altLang="en-US" sz="3555">
              <a:latin typeface="创艺简老宋" charset="0"/>
              <a:ea typeface="创艺简老宋" charset="0"/>
              <a:cs typeface="创艺简老宋" charset="0"/>
            </a:endParaRPr>
          </a:p>
        </p:txBody>
      </p:sp>
    </p:spTree>
    <p:custDataLst>
      <p:tags r:id="rId1"/>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文本框 57"/>
          <p:cNvSpPr txBox="1"/>
          <p:nvPr>
            <p:custDataLst>
              <p:tags r:id="rId1"/>
            </p:custDataLst>
          </p:nvPr>
        </p:nvSpPr>
        <p:spPr>
          <a:xfrm>
            <a:off x="654505" y="590239"/>
            <a:ext cx="310412" cy="369277"/>
          </a:xfrm>
          <a:prstGeom prst="rect">
            <a:avLst/>
          </a:prstGeom>
          <a:noFill/>
        </p:spPr>
        <p:txBody>
          <a:bodyPr wrap="square" lIns="67500" tIns="35100" rIns="67500" bIns="35100" anchor="ctr">
            <a:prstTxWarp prst="textPlain">
              <a:avLst/>
            </a:prstTxWarp>
            <a:normAutofit fontScale="40000" lnSpcReduction="20000"/>
          </a:bodyPr>
          <a:lstStyle/>
          <a:p>
            <a:pPr>
              <a:lnSpc>
                <a:spcPct val="150000"/>
              </a:lnSpc>
            </a:pPr>
            <a:r>
              <a:rPr lang="en-US" sz="3600" dirty="0">
                <a:latin typeface="微软雅黑" panose="020B0503020204020204" pitchFamily="34" charset="-122"/>
                <a:ea typeface="微软雅黑" panose="020B0503020204020204" pitchFamily="34" charset="-122"/>
              </a:rPr>
              <a:t>“</a:t>
            </a:r>
            <a:endParaRPr lang="en-US" sz="3600" dirty="0">
              <a:latin typeface="微软雅黑" panose="020B0503020204020204" pitchFamily="34" charset="-122"/>
              <a:ea typeface="微软雅黑" panose="020B0503020204020204" pitchFamily="34" charset="-122"/>
            </a:endParaRPr>
          </a:p>
        </p:txBody>
      </p:sp>
      <p:sp>
        <p:nvSpPr>
          <p:cNvPr id="60" name="文本框 59"/>
          <p:cNvSpPr txBox="1"/>
          <p:nvPr>
            <p:custDataLst>
              <p:tags r:id="rId2"/>
            </p:custDataLst>
          </p:nvPr>
        </p:nvSpPr>
        <p:spPr>
          <a:xfrm>
            <a:off x="654685" y="1617345"/>
            <a:ext cx="2802255" cy="2221230"/>
          </a:xfrm>
          <a:prstGeom prst="rect">
            <a:avLst/>
          </a:prstGeom>
          <a:noFill/>
        </p:spPr>
        <p:txBody>
          <a:bodyPr wrap="square" rtlCol="0">
            <a:spAutoFit/>
          </a:bodyPr>
          <a:lstStyle/>
          <a:p>
            <a:pPr>
              <a:lnSpc>
                <a:spcPct val="120000"/>
              </a:lnSpc>
            </a:pPr>
            <a:r>
              <a:rPr lang="zh-CN" altLang="en-US" sz="1050" spc="150" dirty="0">
                <a:solidFill>
                  <a:srgbClr val="000000">
                    <a:lumMod val="75000"/>
                    <a:lumOff val="25000"/>
                  </a:srgbClr>
                </a:solidFill>
                <a:latin typeface="微软雅黑" panose="020B0503020204020204" pitchFamily="34" charset="-122"/>
                <a:ea typeface="微软雅黑" panose="020B0503020204020204" pitchFamily="34" charset="-122"/>
              </a:rPr>
              <a:t>对于大多数人来说，因特网已经不是什么新鲜的概念了，即使是从来没有使用过的人也可以通过各种方式了解很多关于因特网的知识，如看新闻、阅读杂志或看电影等。使用因特网实际上已经变得相当简单。想要浏览网站、网络购物、发送电子邮件或在线聊天吗？这些都没问题。但是，因特网是怎样运作的？为什么网络可以提供如此多的信息给那么多的人？为此，我们需要从因特网的基本概念和功能学起。</a:t>
            </a:r>
            <a:endParaRPr lang="zh-CN" altLang="en-US" sz="1050" spc="150" dirty="0">
              <a:solidFill>
                <a:srgbClr val="000000">
                  <a:lumMod val="75000"/>
                  <a:lumOff val="25000"/>
                </a:srgbClr>
              </a:solidFill>
              <a:latin typeface="微软雅黑" panose="020B0503020204020204" pitchFamily="34" charset="-122"/>
              <a:ea typeface="微软雅黑" panose="020B0503020204020204" pitchFamily="34" charset="-122"/>
            </a:endParaRPr>
          </a:p>
        </p:txBody>
      </p:sp>
      <p:sp>
        <p:nvSpPr>
          <p:cNvPr id="39" name="文本框 38"/>
          <p:cNvSpPr txBox="1"/>
          <p:nvPr>
            <p:custDataLst>
              <p:tags r:id="rId3"/>
            </p:custDataLst>
          </p:nvPr>
        </p:nvSpPr>
        <p:spPr>
          <a:xfrm>
            <a:off x="654505" y="1102983"/>
            <a:ext cx="2493169" cy="432904"/>
          </a:xfrm>
          <a:prstGeom prst="rect">
            <a:avLst/>
          </a:prstGeom>
          <a:noFill/>
        </p:spPr>
        <p:txBody>
          <a:bodyPr wrap="square" rtlCol="0">
            <a:normAutofit lnSpcReduction="20000"/>
          </a:bodyPr>
          <a:lstStyle/>
          <a:p>
            <a:pPr>
              <a:lnSpc>
                <a:spcPct val="140000"/>
              </a:lnSpc>
            </a:pPr>
            <a:r>
              <a:rPr lang="zh-CN" altLang="en-US" b="1" spc="300" dirty="0">
                <a:solidFill>
                  <a:srgbClr val="000000">
                    <a:lumMod val="75000"/>
                    <a:lumOff val="25000"/>
                  </a:srgbClr>
                </a:solidFill>
                <a:latin typeface="微软雅黑" panose="020B0503020204020204" pitchFamily="34" charset="-122"/>
                <a:ea typeface="微软雅黑" panose="020B0503020204020204" pitchFamily="34" charset="-122"/>
              </a:rPr>
              <a:t>任务导入</a:t>
            </a:r>
            <a:endParaRPr lang="zh-CN" altLang="en-US" b="1" spc="300" dirty="0">
              <a:solidFill>
                <a:srgbClr val="000000">
                  <a:lumMod val="75000"/>
                  <a:lumOff val="25000"/>
                </a:srgbClr>
              </a:solidFill>
              <a:latin typeface="微软雅黑" panose="020B0503020204020204" pitchFamily="34" charset="-122"/>
              <a:ea typeface="微软雅黑" panose="020B0503020204020204" pitchFamily="34" charset="-122"/>
            </a:endParaRPr>
          </a:p>
        </p:txBody>
      </p:sp>
      <p:cxnSp>
        <p:nvCxnSpPr>
          <p:cNvPr id="6" name="直接连接符 5"/>
          <p:cNvCxnSpPr/>
          <p:nvPr>
            <p:custDataLst>
              <p:tags r:id="rId4"/>
            </p:custDataLst>
          </p:nvPr>
        </p:nvCxnSpPr>
        <p:spPr>
          <a:xfrm>
            <a:off x="4986655" y="2689860"/>
            <a:ext cx="220345" cy="0"/>
          </a:xfrm>
          <a:prstGeom prst="line">
            <a:avLst/>
          </a:prstGeom>
          <a:ln>
            <a:solidFill>
              <a:srgbClr val="000000">
                <a:lumMod val="20000"/>
                <a:lumOff val="80000"/>
              </a:srgbClr>
            </a:solidFill>
          </a:ln>
        </p:spPr>
        <p:style>
          <a:lnRef idx="1">
            <a:srgbClr val="1F74AD"/>
          </a:lnRef>
          <a:fillRef idx="0">
            <a:srgbClr val="1F74AD"/>
          </a:fillRef>
          <a:effectRef idx="0">
            <a:srgbClr val="1F74AD"/>
          </a:effectRef>
          <a:fontRef idx="minor">
            <a:srgbClr val="000000"/>
          </a:fontRef>
        </p:style>
      </p:cxnSp>
      <p:sp>
        <p:nvSpPr>
          <p:cNvPr id="9" name="椭圆 8"/>
          <p:cNvSpPr/>
          <p:nvPr>
            <p:custDataLst>
              <p:tags r:id="rId5"/>
            </p:custDataLst>
          </p:nvPr>
        </p:nvSpPr>
        <p:spPr>
          <a:xfrm>
            <a:off x="3990975" y="2222500"/>
            <a:ext cx="972185" cy="972185"/>
          </a:xfrm>
          <a:prstGeom prst="ellipse">
            <a:avLst/>
          </a:prstGeom>
          <a:solidFill>
            <a:sysClr val="window" lastClr="FFFFFF"/>
          </a:solidFill>
          <a:ln w="57150">
            <a:solidFill>
              <a:srgbClr val="1F74AD"/>
            </a:solidFill>
          </a:ln>
        </p:spPr>
        <p:style>
          <a:lnRef idx="2">
            <a:srgbClr val="1F74AD">
              <a:shade val="50000"/>
            </a:srgbClr>
          </a:lnRef>
          <a:fillRef idx="1">
            <a:srgbClr val="1F74AD"/>
          </a:fillRef>
          <a:effectRef idx="0">
            <a:srgbClr val="1F74AD"/>
          </a:effectRef>
          <a:fontRef idx="minor">
            <a:sysClr val="window" lastClr="FFFFFF"/>
          </a:fontRef>
        </p:style>
        <p:txBody>
          <a:bodyPr wrap="none" tIns="0" bIns="0" anchor="ctr">
            <a:normAutofit/>
          </a:bodyPr>
          <a:lstStyle/>
          <a:p>
            <a:pPr algn="ctr">
              <a:lnSpc>
                <a:spcPct val="130000"/>
              </a:lnSpc>
            </a:pPr>
            <a:endParaRPr lang="zh-CN" altLang="en-US" sz="1500" dirty="0">
              <a:solidFill>
                <a:srgbClr val="000000"/>
              </a:solidFill>
              <a:latin typeface="微软雅黑" panose="020B0503020204020204" pitchFamily="34" charset="-122"/>
              <a:ea typeface="微软雅黑" panose="020B0503020204020204" pitchFamily="34" charset="-122"/>
              <a:cs typeface="+mn-ea"/>
            </a:endParaRPr>
          </a:p>
        </p:txBody>
      </p:sp>
      <p:sp>
        <p:nvSpPr>
          <p:cNvPr id="10" name="文本框 9"/>
          <p:cNvSpPr txBox="1"/>
          <p:nvPr>
            <p:custDataLst>
              <p:tags r:id="rId6"/>
            </p:custDataLst>
          </p:nvPr>
        </p:nvSpPr>
        <p:spPr>
          <a:xfrm>
            <a:off x="3858895" y="2538730"/>
            <a:ext cx="1214120" cy="347345"/>
          </a:xfrm>
          <a:prstGeom prst="rect">
            <a:avLst/>
          </a:prstGeom>
          <a:noFill/>
        </p:spPr>
        <p:txBody>
          <a:bodyPr wrap="square" rtlCol="0" anchor="ctr" anchorCtr="0"/>
          <a:lstStyle/>
          <a:p>
            <a:pPr lvl="0" indent="0" algn="ctr" fontAlgn="ctr">
              <a:lnSpc>
                <a:spcPct val="100000"/>
              </a:lnSpc>
              <a:spcBef>
                <a:spcPts val="0"/>
              </a:spcBef>
              <a:spcAft>
                <a:spcPts val="0"/>
              </a:spcAft>
              <a:buSzPct val="100000"/>
              <a:buNone/>
            </a:pPr>
            <a:r>
              <a:rPr lang="zh-CN" altLang="en-US" b="1" spc="300" dirty="0">
                <a:solidFill>
                  <a:srgbClr val="000000">
                    <a:lumMod val="75000"/>
                    <a:lumOff val="25000"/>
                  </a:srgbClr>
                </a:solidFill>
                <a:uFillTx/>
                <a:latin typeface="微软雅黑" panose="020B0503020204020204" pitchFamily="34" charset="-122"/>
                <a:ea typeface="微软雅黑" panose="020B0503020204020204" pitchFamily="34" charset="-122"/>
              </a:rPr>
              <a:t>学习</a:t>
            </a:r>
            <a:endParaRPr lang="zh-CN" altLang="en-US" b="1" spc="300" dirty="0">
              <a:solidFill>
                <a:srgbClr val="000000">
                  <a:lumMod val="75000"/>
                  <a:lumOff val="25000"/>
                </a:srgbClr>
              </a:solidFill>
              <a:uFillTx/>
              <a:latin typeface="微软雅黑" panose="020B0503020204020204" pitchFamily="34" charset="-122"/>
              <a:ea typeface="微软雅黑" panose="020B0503020204020204" pitchFamily="34" charset="-122"/>
            </a:endParaRPr>
          </a:p>
          <a:p>
            <a:pPr lvl="0" indent="0" algn="ctr" fontAlgn="ctr">
              <a:lnSpc>
                <a:spcPct val="100000"/>
              </a:lnSpc>
              <a:spcBef>
                <a:spcPts val="0"/>
              </a:spcBef>
              <a:spcAft>
                <a:spcPts val="0"/>
              </a:spcAft>
              <a:buSzPct val="100000"/>
              <a:buNone/>
            </a:pPr>
            <a:r>
              <a:rPr lang="zh-CN" altLang="en-US" b="1" spc="300" dirty="0">
                <a:solidFill>
                  <a:srgbClr val="000000">
                    <a:lumMod val="75000"/>
                    <a:lumOff val="25000"/>
                  </a:srgbClr>
                </a:solidFill>
                <a:uFillTx/>
                <a:latin typeface="微软雅黑" panose="020B0503020204020204" pitchFamily="34" charset="-122"/>
                <a:ea typeface="微软雅黑" panose="020B0503020204020204" pitchFamily="34" charset="-122"/>
              </a:rPr>
              <a:t>目标</a:t>
            </a:r>
            <a:endParaRPr lang="zh-CN" altLang="en-US" b="1" spc="300" dirty="0">
              <a:solidFill>
                <a:srgbClr val="000000">
                  <a:lumMod val="75000"/>
                  <a:lumOff val="25000"/>
                </a:srgbClr>
              </a:solidFill>
              <a:uFillTx/>
              <a:latin typeface="微软雅黑" panose="020B0503020204020204" pitchFamily="34" charset="-122"/>
              <a:ea typeface="微软雅黑" panose="020B0503020204020204" pitchFamily="34" charset="-122"/>
            </a:endParaRPr>
          </a:p>
        </p:txBody>
      </p:sp>
      <p:cxnSp>
        <p:nvCxnSpPr>
          <p:cNvPr id="64" name="直接连接符 63"/>
          <p:cNvCxnSpPr/>
          <p:nvPr>
            <p:custDataLst>
              <p:tags r:id="rId7"/>
            </p:custDataLst>
          </p:nvPr>
        </p:nvCxnSpPr>
        <p:spPr>
          <a:xfrm>
            <a:off x="5206365" y="3805555"/>
            <a:ext cx="491490" cy="0"/>
          </a:xfrm>
          <a:prstGeom prst="line">
            <a:avLst/>
          </a:prstGeom>
          <a:ln>
            <a:solidFill>
              <a:srgbClr val="000000">
                <a:lumMod val="20000"/>
                <a:lumOff val="80000"/>
              </a:srgbClr>
            </a:solidFill>
          </a:ln>
        </p:spPr>
        <p:style>
          <a:lnRef idx="1">
            <a:srgbClr val="1F74AD"/>
          </a:lnRef>
          <a:fillRef idx="0">
            <a:srgbClr val="1F74AD"/>
          </a:fillRef>
          <a:effectRef idx="0">
            <a:srgbClr val="1F74AD"/>
          </a:effectRef>
          <a:fontRef idx="minor">
            <a:srgbClr val="000000"/>
          </a:fontRef>
        </p:style>
      </p:cxnSp>
      <p:cxnSp>
        <p:nvCxnSpPr>
          <p:cNvPr id="11" name="直接连接符 10"/>
          <p:cNvCxnSpPr/>
          <p:nvPr>
            <p:custDataLst>
              <p:tags r:id="rId8"/>
            </p:custDataLst>
          </p:nvPr>
        </p:nvCxnSpPr>
        <p:spPr>
          <a:xfrm>
            <a:off x="5206365" y="3068955"/>
            <a:ext cx="491490" cy="0"/>
          </a:xfrm>
          <a:prstGeom prst="line">
            <a:avLst/>
          </a:prstGeom>
          <a:ln>
            <a:solidFill>
              <a:srgbClr val="000000">
                <a:lumMod val="20000"/>
                <a:lumOff val="80000"/>
              </a:srgbClr>
            </a:solidFill>
          </a:ln>
        </p:spPr>
        <p:style>
          <a:lnRef idx="1">
            <a:srgbClr val="1F74AD"/>
          </a:lnRef>
          <a:fillRef idx="0">
            <a:srgbClr val="1F74AD"/>
          </a:fillRef>
          <a:effectRef idx="0">
            <a:srgbClr val="1F74AD"/>
          </a:effectRef>
          <a:fontRef idx="minor">
            <a:srgbClr val="000000"/>
          </a:fontRef>
        </p:style>
      </p:cxnSp>
      <p:cxnSp>
        <p:nvCxnSpPr>
          <p:cNvPr id="13" name="直接连接符 12"/>
          <p:cNvCxnSpPr/>
          <p:nvPr>
            <p:custDataLst>
              <p:tags r:id="rId9"/>
            </p:custDataLst>
          </p:nvPr>
        </p:nvCxnSpPr>
        <p:spPr>
          <a:xfrm>
            <a:off x="5206365" y="2320925"/>
            <a:ext cx="491490" cy="0"/>
          </a:xfrm>
          <a:prstGeom prst="line">
            <a:avLst/>
          </a:prstGeom>
          <a:ln>
            <a:solidFill>
              <a:srgbClr val="000000">
                <a:lumMod val="20000"/>
                <a:lumOff val="80000"/>
              </a:srgbClr>
            </a:solidFill>
          </a:ln>
        </p:spPr>
        <p:style>
          <a:lnRef idx="1">
            <a:srgbClr val="1F74AD"/>
          </a:lnRef>
          <a:fillRef idx="0">
            <a:srgbClr val="1F74AD"/>
          </a:fillRef>
          <a:effectRef idx="0">
            <a:srgbClr val="1F74AD"/>
          </a:effectRef>
          <a:fontRef idx="minor">
            <a:srgbClr val="000000"/>
          </a:fontRef>
        </p:style>
      </p:cxnSp>
      <p:cxnSp>
        <p:nvCxnSpPr>
          <p:cNvPr id="14" name="直接连接符 13"/>
          <p:cNvCxnSpPr/>
          <p:nvPr>
            <p:custDataLst>
              <p:tags r:id="rId10"/>
            </p:custDataLst>
          </p:nvPr>
        </p:nvCxnSpPr>
        <p:spPr>
          <a:xfrm>
            <a:off x="5206365" y="1578610"/>
            <a:ext cx="491490" cy="0"/>
          </a:xfrm>
          <a:prstGeom prst="line">
            <a:avLst/>
          </a:prstGeom>
          <a:ln>
            <a:solidFill>
              <a:srgbClr val="000000">
                <a:lumMod val="20000"/>
                <a:lumOff val="80000"/>
              </a:srgbClr>
            </a:solidFill>
          </a:ln>
        </p:spPr>
        <p:style>
          <a:lnRef idx="1">
            <a:srgbClr val="1F74AD"/>
          </a:lnRef>
          <a:fillRef idx="0">
            <a:srgbClr val="1F74AD"/>
          </a:fillRef>
          <a:effectRef idx="0">
            <a:srgbClr val="1F74AD"/>
          </a:effectRef>
          <a:fontRef idx="minor">
            <a:srgbClr val="000000"/>
          </a:fontRef>
        </p:style>
      </p:cxnSp>
      <p:sp>
        <p:nvSpPr>
          <p:cNvPr id="15" name="椭圆 14"/>
          <p:cNvSpPr/>
          <p:nvPr>
            <p:custDataLst>
              <p:tags r:id="rId11"/>
            </p:custDataLst>
          </p:nvPr>
        </p:nvSpPr>
        <p:spPr>
          <a:xfrm>
            <a:off x="5494655" y="1415415"/>
            <a:ext cx="347980" cy="347980"/>
          </a:xfrm>
          <a:prstGeom prst="ellipse">
            <a:avLst/>
          </a:prstGeom>
          <a:solidFill>
            <a:srgbClr val="1F74AD"/>
          </a:solidFill>
          <a:ln w="38100">
            <a:solidFill>
              <a:sysClr val="window" lastClr="FFFFFF"/>
            </a:solidFill>
          </a:ln>
        </p:spPr>
        <p:style>
          <a:lnRef idx="2">
            <a:srgbClr val="1F74AD">
              <a:shade val="50000"/>
            </a:srgbClr>
          </a:lnRef>
          <a:fillRef idx="1">
            <a:srgbClr val="1F74AD"/>
          </a:fillRef>
          <a:effectRef idx="0">
            <a:srgbClr val="1F74AD"/>
          </a:effectRef>
          <a:fontRef idx="minor">
            <a:sysClr val="window" lastClr="FFFFFF"/>
          </a:fontRef>
        </p:style>
        <p:txBody>
          <a:bodyPr anchor="ctr"/>
          <a:lstStyle/>
          <a:p>
            <a:pPr algn="ctr">
              <a:lnSpc>
                <a:spcPct val="130000"/>
              </a:lnSpc>
            </a:pPr>
            <a:r>
              <a:rPr lang="en-US" sz="1350">
                <a:latin typeface="微软雅黑" panose="020B0503020204020204" pitchFamily="34" charset="-122"/>
                <a:ea typeface="微软雅黑" panose="020B0503020204020204" pitchFamily="34" charset="-122"/>
              </a:rPr>
              <a:t>1</a:t>
            </a:r>
            <a:endParaRPr lang="en-US" sz="1350">
              <a:latin typeface="微软雅黑" panose="020B0503020204020204" pitchFamily="34" charset="-122"/>
              <a:ea typeface="微软雅黑" panose="020B0503020204020204" pitchFamily="34" charset="-122"/>
            </a:endParaRPr>
          </a:p>
        </p:txBody>
      </p:sp>
      <p:sp>
        <p:nvSpPr>
          <p:cNvPr id="20" name="椭圆 19"/>
          <p:cNvSpPr/>
          <p:nvPr>
            <p:custDataLst>
              <p:tags r:id="rId12"/>
            </p:custDataLst>
          </p:nvPr>
        </p:nvSpPr>
        <p:spPr>
          <a:xfrm>
            <a:off x="5494655" y="3616325"/>
            <a:ext cx="347980" cy="347980"/>
          </a:xfrm>
          <a:prstGeom prst="ellipse">
            <a:avLst/>
          </a:prstGeom>
          <a:solidFill>
            <a:srgbClr val="69A35B"/>
          </a:solidFill>
          <a:ln w="38100">
            <a:solidFill>
              <a:sysClr val="window" lastClr="FFFFFF"/>
            </a:solidFill>
          </a:ln>
        </p:spPr>
        <p:style>
          <a:lnRef idx="2">
            <a:srgbClr val="1F74AD">
              <a:shade val="50000"/>
            </a:srgbClr>
          </a:lnRef>
          <a:fillRef idx="1">
            <a:srgbClr val="1F74AD"/>
          </a:fillRef>
          <a:effectRef idx="0">
            <a:srgbClr val="1F74AD"/>
          </a:effectRef>
          <a:fontRef idx="minor">
            <a:sysClr val="window" lastClr="FFFFFF"/>
          </a:fontRef>
        </p:style>
        <p:txBody>
          <a:bodyPr anchor="ctr"/>
          <a:lstStyle/>
          <a:p>
            <a:pPr algn="ctr">
              <a:lnSpc>
                <a:spcPct val="130000"/>
              </a:lnSpc>
            </a:pPr>
            <a:r>
              <a:rPr lang="en-US" sz="1350">
                <a:latin typeface="微软雅黑" panose="020B0503020204020204" pitchFamily="34" charset="-122"/>
                <a:ea typeface="微软雅黑" panose="020B0503020204020204" pitchFamily="34" charset="-122"/>
              </a:rPr>
              <a:t>4</a:t>
            </a:r>
            <a:endParaRPr lang="en-US" sz="1350">
              <a:latin typeface="微软雅黑" panose="020B0503020204020204" pitchFamily="34" charset="-122"/>
              <a:ea typeface="微软雅黑" panose="020B0503020204020204" pitchFamily="34" charset="-122"/>
            </a:endParaRPr>
          </a:p>
        </p:txBody>
      </p:sp>
      <p:sp>
        <p:nvSpPr>
          <p:cNvPr id="22" name="文本框 21"/>
          <p:cNvSpPr txBox="1"/>
          <p:nvPr>
            <p:custDataLst>
              <p:tags r:id="rId13"/>
            </p:custDataLst>
          </p:nvPr>
        </p:nvSpPr>
        <p:spPr>
          <a:xfrm>
            <a:off x="6236970" y="1439545"/>
            <a:ext cx="2556000" cy="304165"/>
          </a:xfrm>
          <a:prstGeom prst="rect">
            <a:avLst/>
          </a:prstGeom>
          <a:noFill/>
        </p:spPr>
        <p:txBody>
          <a:bodyPr wrap="square" lIns="67500" tIns="35100" rIns="67500" bIns="0" anchor="ctr" anchorCtr="0">
            <a:noAutofit/>
          </a:bodyPr>
          <a:lstStyle>
            <a:defPPr>
              <a:defRPr lang="zh-CN"/>
            </a:defPPr>
            <a:lvl1pPr lvl="0" defTabSz="913765">
              <a:lnSpc>
                <a:spcPct val="140000"/>
              </a:lnSpc>
              <a:spcBef>
                <a:spcPct val="0"/>
              </a:spcBef>
              <a:defRPr sz="1600" b="1">
                <a:solidFill>
                  <a:srgbClr val="1F74AD"/>
                </a:solidFill>
                <a:latin typeface="Arial" panose="020B0604020202020204" pitchFamily="34" charset="0"/>
                <a:ea typeface="微软雅黑" panose="020B0503020204020204" pitchFamily="34" charset="-122"/>
                <a:cs typeface="+mn-ea"/>
              </a:defRPr>
            </a:lvl1pPr>
          </a:lstStyle>
          <a:p>
            <a:pPr fontAlgn="auto">
              <a:lnSpc>
                <a:spcPct val="100000"/>
              </a:lnSpc>
            </a:pPr>
            <a:r>
              <a:rPr lang="zh-CN" altLang="en-US" sz="1200" spc="300" dirty="0">
                <a:latin typeface="微软雅黑" panose="020B0503020204020204" pitchFamily="34" charset="-122"/>
                <a:ea typeface="微软雅黑" panose="020B0503020204020204" pitchFamily="34" charset="-122"/>
              </a:rPr>
              <a:t>了解因特网的基本概念。</a:t>
            </a:r>
            <a:endParaRPr lang="zh-CN" altLang="en-US" sz="1200" spc="300" dirty="0">
              <a:latin typeface="微软雅黑" panose="020B0503020204020204" pitchFamily="34" charset="-122"/>
              <a:ea typeface="微软雅黑" panose="020B0503020204020204" pitchFamily="34" charset="-122"/>
            </a:endParaRPr>
          </a:p>
        </p:txBody>
      </p:sp>
      <p:sp>
        <p:nvSpPr>
          <p:cNvPr id="29" name="文本框 28"/>
          <p:cNvSpPr txBox="1"/>
          <p:nvPr>
            <p:custDataLst>
              <p:tags r:id="rId14"/>
            </p:custDataLst>
          </p:nvPr>
        </p:nvSpPr>
        <p:spPr>
          <a:xfrm>
            <a:off x="6236970" y="3649980"/>
            <a:ext cx="2556000" cy="304165"/>
          </a:xfrm>
          <a:prstGeom prst="rect">
            <a:avLst/>
          </a:prstGeom>
          <a:noFill/>
        </p:spPr>
        <p:txBody>
          <a:bodyPr wrap="square" lIns="67500" tIns="35100" rIns="67500" bIns="0" anchor="ctr" anchorCtr="0">
            <a:noAutofit/>
          </a:bodyPr>
          <a:lstStyle>
            <a:defPPr>
              <a:defRPr lang="zh-CN"/>
            </a:defPPr>
            <a:lvl1pPr lvl="0" defTabSz="913765">
              <a:lnSpc>
                <a:spcPct val="140000"/>
              </a:lnSpc>
              <a:spcBef>
                <a:spcPct val="0"/>
              </a:spcBef>
              <a:defRPr sz="1600" b="1">
                <a:solidFill>
                  <a:srgbClr val="1F74AD"/>
                </a:solidFill>
                <a:latin typeface="Arial" panose="020B0604020202020204" pitchFamily="34" charset="0"/>
                <a:ea typeface="微软雅黑" panose="020B0503020204020204" pitchFamily="34" charset="-122"/>
                <a:cs typeface="+mn-ea"/>
              </a:defRPr>
            </a:lvl1pPr>
          </a:lstStyle>
          <a:p>
            <a:pPr fontAlgn="auto">
              <a:lnSpc>
                <a:spcPct val="100000"/>
              </a:lnSpc>
            </a:pPr>
            <a:r>
              <a:rPr lang="zh-CN" altLang="en-US" sz="1200" spc="300" dirty="0">
                <a:solidFill>
                  <a:srgbClr val="69A35B"/>
                </a:solidFill>
                <a:latin typeface="微软雅黑" panose="020B0503020204020204" pitchFamily="34" charset="-122"/>
                <a:ea typeface="微软雅黑" panose="020B0503020204020204" pitchFamily="34" charset="-122"/>
              </a:rPr>
              <a:t>了解域名的结构。</a:t>
            </a:r>
            <a:endParaRPr lang="zh-CN" altLang="en-US" sz="1200" spc="300" dirty="0">
              <a:solidFill>
                <a:srgbClr val="69A35B"/>
              </a:solidFill>
              <a:latin typeface="微软雅黑" panose="020B0503020204020204" pitchFamily="34" charset="-122"/>
              <a:ea typeface="微软雅黑" panose="020B0503020204020204" pitchFamily="34" charset="-122"/>
            </a:endParaRPr>
          </a:p>
        </p:txBody>
      </p:sp>
      <p:cxnSp>
        <p:nvCxnSpPr>
          <p:cNvPr id="23" name="直接连接符 22"/>
          <p:cNvCxnSpPr/>
          <p:nvPr>
            <p:custDataLst>
              <p:tags r:id="rId15"/>
            </p:custDataLst>
          </p:nvPr>
        </p:nvCxnSpPr>
        <p:spPr>
          <a:xfrm>
            <a:off x="5923915" y="1578610"/>
            <a:ext cx="180000" cy="0"/>
          </a:xfrm>
          <a:prstGeom prst="line">
            <a:avLst/>
          </a:prstGeom>
          <a:ln>
            <a:solidFill>
              <a:srgbClr val="000000">
                <a:lumMod val="20000"/>
                <a:lumOff val="80000"/>
              </a:srgbClr>
            </a:solidFill>
          </a:ln>
        </p:spPr>
        <p:style>
          <a:lnRef idx="1">
            <a:srgbClr val="1F74AD"/>
          </a:lnRef>
          <a:fillRef idx="0">
            <a:srgbClr val="1F74AD"/>
          </a:fillRef>
          <a:effectRef idx="0">
            <a:srgbClr val="1F74AD"/>
          </a:effectRef>
          <a:fontRef idx="minor">
            <a:srgbClr val="000000"/>
          </a:fontRef>
        </p:style>
      </p:cxnSp>
      <p:sp>
        <p:nvSpPr>
          <p:cNvPr id="24" name="椭圆 23"/>
          <p:cNvSpPr/>
          <p:nvPr>
            <p:custDataLst>
              <p:tags r:id="rId16"/>
            </p:custDataLst>
          </p:nvPr>
        </p:nvSpPr>
        <p:spPr>
          <a:xfrm>
            <a:off x="5504815" y="2148840"/>
            <a:ext cx="347980" cy="347980"/>
          </a:xfrm>
          <a:prstGeom prst="ellipse">
            <a:avLst/>
          </a:prstGeom>
          <a:solidFill>
            <a:srgbClr val="3498DB"/>
          </a:solidFill>
          <a:ln w="38100">
            <a:solidFill>
              <a:sysClr val="window" lastClr="FFFFFF"/>
            </a:solidFill>
          </a:ln>
        </p:spPr>
        <p:style>
          <a:lnRef idx="2">
            <a:srgbClr val="1F74AD">
              <a:shade val="50000"/>
            </a:srgbClr>
          </a:lnRef>
          <a:fillRef idx="1">
            <a:srgbClr val="1F74AD"/>
          </a:fillRef>
          <a:effectRef idx="0">
            <a:srgbClr val="1F74AD"/>
          </a:effectRef>
          <a:fontRef idx="minor">
            <a:sysClr val="window" lastClr="FFFFFF"/>
          </a:fontRef>
        </p:style>
        <p:txBody>
          <a:bodyPr anchor="ctr"/>
          <a:lstStyle/>
          <a:p>
            <a:pPr algn="ctr">
              <a:lnSpc>
                <a:spcPct val="130000"/>
              </a:lnSpc>
            </a:pPr>
            <a:r>
              <a:rPr lang="en-US" sz="1350">
                <a:latin typeface="微软雅黑" panose="020B0503020204020204" pitchFamily="34" charset="-122"/>
                <a:ea typeface="微软雅黑" panose="020B0503020204020204" pitchFamily="34" charset="-122"/>
              </a:rPr>
              <a:t>2</a:t>
            </a:r>
            <a:endParaRPr lang="en-US" sz="1350">
              <a:latin typeface="微软雅黑" panose="020B0503020204020204" pitchFamily="34" charset="-122"/>
              <a:ea typeface="微软雅黑" panose="020B0503020204020204" pitchFamily="34" charset="-122"/>
            </a:endParaRPr>
          </a:p>
        </p:txBody>
      </p:sp>
      <p:cxnSp>
        <p:nvCxnSpPr>
          <p:cNvPr id="27" name="直接连接符 26"/>
          <p:cNvCxnSpPr/>
          <p:nvPr>
            <p:custDataLst>
              <p:tags r:id="rId17"/>
            </p:custDataLst>
          </p:nvPr>
        </p:nvCxnSpPr>
        <p:spPr>
          <a:xfrm flipH="1">
            <a:off x="5922010" y="2320925"/>
            <a:ext cx="180000" cy="0"/>
          </a:xfrm>
          <a:prstGeom prst="line">
            <a:avLst/>
          </a:prstGeom>
          <a:ln>
            <a:solidFill>
              <a:srgbClr val="000000">
                <a:lumMod val="20000"/>
                <a:lumOff val="80000"/>
              </a:srgbClr>
            </a:solidFill>
          </a:ln>
        </p:spPr>
        <p:style>
          <a:lnRef idx="1">
            <a:srgbClr val="1F74AD"/>
          </a:lnRef>
          <a:fillRef idx="0">
            <a:srgbClr val="1F74AD"/>
          </a:fillRef>
          <a:effectRef idx="0">
            <a:srgbClr val="1F74AD"/>
          </a:effectRef>
          <a:fontRef idx="minor">
            <a:srgbClr val="000000"/>
          </a:fontRef>
        </p:style>
      </p:cxnSp>
      <p:sp>
        <p:nvSpPr>
          <p:cNvPr id="32" name="文本框 31"/>
          <p:cNvSpPr txBox="1"/>
          <p:nvPr>
            <p:custDataLst>
              <p:tags r:id="rId18"/>
            </p:custDataLst>
          </p:nvPr>
        </p:nvSpPr>
        <p:spPr>
          <a:xfrm>
            <a:off x="6236970" y="2915285"/>
            <a:ext cx="2556000" cy="304165"/>
          </a:xfrm>
          <a:prstGeom prst="rect">
            <a:avLst/>
          </a:prstGeom>
          <a:noFill/>
        </p:spPr>
        <p:txBody>
          <a:bodyPr wrap="square" lIns="67500" tIns="35100" rIns="67500" bIns="0" anchor="ctr" anchorCtr="0">
            <a:noAutofit/>
          </a:bodyPr>
          <a:lstStyle>
            <a:defPPr>
              <a:defRPr lang="zh-CN"/>
            </a:defPPr>
            <a:lvl1pPr lvl="0" defTabSz="913765">
              <a:lnSpc>
                <a:spcPct val="140000"/>
              </a:lnSpc>
              <a:spcBef>
                <a:spcPct val="0"/>
              </a:spcBef>
              <a:defRPr sz="1600" b="1">
                <a:solidFill>
                  <a:srgbClr val="1F74AD"/>
                </a:solidFill>
                <a:latin typeface="Arial" panose="020B0604020202020204" pitchFamily="34" charset="0"/>
                <a:ea typeface="微软雅黑" panose="020B0503020204020204" pitchFamily="34" charset="-122"/>
                <a:cs typeface="+mn-ea"/>
              </a:defRPr>
            </a:lvl1pPr>
          </a:lstStyle>
          <a:p>
            <a:pPr fontAlgn="auto">
              <a:lnSpc>
                <a:spcPct val="100000"/>
              </a:lnSpc>
            </a:pPr>
            <a:r>
              <a:rPr lang="zh-CN" altLang="en-US" sz="1200" spc="300" dirty="0">
                <a:solidFill>
                  <a:srgbClr val="1AA3AA"/>
                </a:solidFill>
                <a:latin typeface="微软雅黑" panose="020B0503020204020204" pitchFamily="34" charset="-122"/>
                <a:ea typeface="微软雅黑" panose="020B0503020204020204" pitchFamily="34" charset="-122"/>
              </a:rPr>
              <a:t>了解IP 地址的格式和类型。</a:t>
            </a:r>
            <a:endParaRPr lang="zh-CN" altLang="en-US" sz="1200" spc="300" dirty="0">
              <a:solidFill>
                <a:srgbClr val="1AA3AA"/>
              </a:solidFill>
              <a:latin typeface="微软雅黑" panose="020B0503020204020204" pitchFamily="34" charset="-122"/>
              <a:ea typeface="微软雅黑" panose="020B0503020204020204" pitchFamily="34" charset="-122"/>
            </a:endParaRPr>
          </a:p>
        </p:txBody>
      </p:sp>
      <p:cxnSp>
        <p:nvCxnSpPr>
          <p:cNvPr id="47" name="直接连接符 46"/>
          <p:cNvCxnSpPr/>
          <p:nvPr>
            <p:custDataLst>
              <p:tags r:id="rId19"/>
            </p:custDataLst>
          </p:nvPr>
        </p:nvCxnSpPr>
        <p:spPr>
          <a:xfrm>
            <a:off x="5923915" y="3805555"/>
            <a:ext cx="180000" cy="0"/>
          </a:xfrm>
          <a:prstGeom prst="line">
            <a:avLst/>
          </a:prstGeom>
          <a:ln>
            <a:solidFill>
              <a:srgbClr val="000000">
                <a:lumMod val="20000"/>
                <a:lumOff val="80000"/>
              </a:srgbClr>
            </a:solidFill>
          </a:ln>
        </p:spPr>
        <p:style>
          <a:lnRef idx="1">
            <a:srgbClr val="1F74AD"/>
          </a:lnRef>
          <a:fillRef idx="0">
            <a:srgbClr val="1F74AD"/>
          </a:fillRef>
          <a:effectRef idx="0">
            <a:srgbClr val="1F74AD"/>
          </a:effectRef>
          <a:fontRef idx="minor">
            <a:srgbClr val="000000"/>
          </a:fontRef>
        </p:style>
      </p:cxnSp>
      <p:sp>
        <p:nvSpPr>
          <p:cNvPr id="34" name="椭圆 33"/>
          <p:cNvSpPr/>
          <p:nvPr>
            <p:custDataLst>
              <p:tags r:id="rId20"/>
            </p:custDataLst>
          </p:nvPr>
        </p:nvSpPr>
        <p:spPr>
          <a:xfrm>
            <a:off x="5504815" y="2882265"/>
            <a:ext cx="347980" cy="347980"/>
          </a:xfrm>
          <a:prstGeom prst="ellipse">
            <a:avLst/>
          </a:prstGeom>
          <a:solidFill>
            <a:srgbClr val="1AA3AA"/>
          </a:solidFill>
          <a:ln w="38100">
            <a:solidFill>
              <a:sysClr val="window" lastClr="FFFFFF"/>
            </a:solidFill>
          </a:ln>
        </p:spPr>
        <p:style>
          <a:lnRef idx="2">
            <a:srgbClr val="1F74AD">
              <a:shade val="50000"/>
            </a:srgbClr>
          </a:lnRef>
          <a:fillRef idx="1">
            <a:srgbClr val="1F74AD"/>
          </a:fillRef>
          <a:effectRef idx="0">
            <a:srgbClr val="1F74AD"/>
          </a:effectRef>
          <a:fontRef idx="minor">
            <a:sysClr val="window" lastClr="FFFFFF"/>
          </a:fontRef>
        </p:style>
        <p:txBody>
          <a:bodyPr anchor="ctr"/>
          <a:lstStyle/>
          <a:p>
            <a:pPr algn="ctr">
              <a:lnSpc>
                <a:spcPct val="130000"/>
              </a:lnSpc>
            </a:pPr>
            <a:r>
              <a:rPr lang="en-US" sz="1350">
                <a:latin typeface="微软雅黑" panose="020B0503020204020204" pitchFamily="34" charset="-122"/>
                <a:ea typeface="微软雅黑" panose="020B0503020204020204" pitchFamily="34" charset="-122"/>
              </a:rPr>
              <a:t>3</a:t>
            </a:r>
            <a:endParaRPr lang="en-US" sz="1350">
              <a:latin typeface="微软雅黑" panose="020B0503020204020204" pitchFamily="34" charset="-122"/>
              <a:ea typeface="微软雅黑" panose="020B0503020204020204" pitchFamily="34" charset="-122"/>
            </a:endParaRPr>
          </a:p>
        </p:txBody>
      </p:sp>
      <p:cxnSp>
        <p:nvCxnSpPr>
          <p:cNvPr id="36" name="直接连接符 35"/>
          <p:cNvCxnSpPr/>
          <p:nvPr>
            <p:custDataLst>
              <p:tags r:id="rId21"/>
            </p:custDataLst>
          </p:nvPr>
        </p:nvCxnSpPr>
        <p:spPr>
          <a:xfrm flipH="1">
            <a:off x="5922010" y="3068955"/>
            <a:ext cx="180000" cy="0"/>
          </a:xfrm>
          <a:prstGeom prst="line">
            <a:avLst/>
          </a:prstGeom>
          <a:ln>
            <a:solidFill>
              <a:srgbClr val="000000">
                <a:lumMod val="20000"/>
                <a:lumOff val="80000"/>
              </a:srgbClr>
            </a:solidFill>
          </a:ln>
        </p:spPr>
        <p:style>
          <a:lnRef idx="1">
            <a:srgbClr val="1F74AD"/>
          </a:lnRef>
          <a:fillRef idx="0">
            <a:srgbClr val="1F74AD"/>
          </a:fillRef>
          <a:effectRef idx="0">
            <a:srgbClr val="1F74AD"/>
          </a:effectRef>
          <a:fontRef idx="minor">
            <a:srgbClr val="000000"/>
          </a:fontRef>
        </p:style>
      </p:cxnSp>
      <p:sp>
        <p:nvSpPr>
          <p:cNvPr id="38" name="文本框 37"/>
          <p:cNvSpPr txBox="1"/>
          <p:nvPr>
            <p:custDataLst>
              <p:tags r:id="rId22"/>
            </p:custDataLst>
          </p:nvPr>
        </p:nvSpPr>
        <p:spPr>
          <a:xfrm>
            <a:off x="6236970" y="2181225"/>
            <a:ext cx="2556000" cy="304165"/>
          </a:xfrm>
          <a:prstGeom prst="rect">
            <a:avLst/>
          </a:prstGeom>
          <a:noFill/>
        </p:spPr>
        <p:txBody>
          <a:bodyPr wrap="square" lIns="67500" tIns="35100" rIns="67500" bIns="0" anchor="ctr" anchorCtr="0">
            <a:noAutofit/>
          </a:bodyPr>
          <a:lstStyle>
            <a:defPPr>
              <a:defRPr lang="zh-CN"/>
            </a:defPPr>
            <a:lvl1pPr lvl="0" defTabSz="913765">
              <a:lnSpc>
                <a:spcPct val="140000"/>
              </a:lnSpc>
              <a:spcBef>
                <a:spcPct val="0"/>
              </a:spcBef>
              <a:defRPr sz="1600" b="1">
                <a:solidFill>
                  <a:srgbClr val="1F74AD"/>
                </a:solidFill>
                <a:latin typeface="Arial" panose="020B0604020202020204" pitchFamily="34" charset="0"/>
                <a:ea typeface="微软雅黑" panose="020B0503020204020204" pitchFamily="34" charset="-122"/>
                <a:cs typeface="+mn-ea"/>
              </a:defRPr>
            </a:lvl1pPr>
          </a:lstStyle>
          <a:p>
            <a:pPr fontAlgn="auto">
              <a:lnSpc>
                <a:spcPct val="100000"/>
              </a:lnSpc>
            </a:pPr>
            <a:r>
              <a:rPr lang="zh-CN" altLang="en-US" sz="1200" spc="300" dirty="0">
                <a:solidFill>
                  <a:srgbClr val="3498DB"/>
                </a:solidFill>
                <a:latin typeface="微软雅黑" panose="020B0503020204020204" pitchFamily="34" charset="-122"/>
                <a:ea typeface="微软雅黑" panose="020B0503020204020204" pitchFamily="34" charset="-122"/>
              </a:rPr>
              <a:t>了解因特网提供的基本服务。</a:t>
            </a:r>
            <a:endParaRPr lang="zh-CN" altLang="en-US" sz="1200" spc="300" dirty="0">
              <a:solidFill>
                <a:srgbClr val="3498DB"/>
              </a:solidFill>
              <a:latin typeface="微软雅黑" panose="020B0503020204020204" pitchFamily="34" charset="-122"/>
              <a:ea typeface="微软雅黑" panose="020B0503020204020204" pitchFamily="34" charset="-122"/>
            </a:endParaRPr>
          </a:p>
        </p:txBody>
      </p:sp>
      <p:cxnSp>
        <p:nvCxnSpPr>
          <p:cNvPr id="40" name="直接连接符 39"/>
          <p:cNvCxnSpPr/>
          <p:nvPr>
            <p:custDataLst>
              <p:tags r:id="rId23"/>
            </p:custDataLst>
          </p:nvPr>
        </p:nvCxnSpPr>
        <p:spPr>
          <a:xfrm>
            <a:off x="5206365" y="1586230"/>
            <a:ext cx="0" cy="2219325"/>
          </a:xfrm>
          <a:prstGeom prst="line">
            <a:avLst/>
          </a:prstGeom>
          <a:ln>
            <a:solidFill>
              <a:sysClr val="window" lastClr="FFFFFF">
                <a:lumMod val="85000"/>
              </a:sysClr>
            </a:solidFill>
          </a:ln>
        </p:spPr>
        <p:style>
          <a:lnRef idx="1">
            <a:srgbClr val="1F74AD"/>
          </a:lnRef>
          <a:fillRef idx="0">
            <a:srgbClr val="1F74AD"/>
          </a:fillRef>
          <a:effectRef idx="0">
            <a:srgbClr val="1F74AD"/>
          </a:effectRef>
          <a:fontRef idx="minor">
            <a:srgbClr val="000000"/>
          </a:fontRef>
        </p:style>
      </p:cxnSp>
    </p:spTree>
    <p:custDataLst>
      <p:tags r:id="rId24"/>
    </p:custData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4" name="任意多边形: 形状 23"/>
          <p:cNvSpPr/>
          <p:nvPr>
            <p:custDataLst>
              <p:tags r:id="rId1"/>
            </p:custDataLst>
          </p:nvPr>
        </p:nvSpPr>
        <p:spPr>
          <a:xfrm>
            <a:off x="6097429" y="1376839"/>
            <a:ext cx="3046571" cy="3766661"/>
          </a:xfrm>
          <a:custGeom>
            <a:avLst/>
            <a:gdLst>
              <a:gd name="connsiteX0" fmla="*/ 1101715 w 1879600"/>
              <a:gd name="connsiteY0" fmla="*/ 0 h 2832100"/>
              <a:gd name="connsiteX1" fmla="*/ 1879600 w 1879600"/>
              <a:gd name="connsiteY1" fmla="*/ 0 h 2832100"/>
              <a:gd name="connsiteX2" fmla="*/ 1879600 w 1879600"/>
              <a:gd name="connsiteY2" fmla="*/ 2832100 h 2832100"/>
              <a:gd name="connsiteX3" fmla="*/ 0 w 1879600"/>
              <a:gd name="connsiteY3" fmla="*/ 2832100 h 2832100"/>
            </a:gdLst>
            <a:ahLst/>
            <a:cxnLst>
              <a:cxn ang="0">
                <a:pos x="connsiteX0" y="connsiteY0"/>
              </a:cxn>
              <a:cxn ang="0">
                <a:pos x="connsiteX1" y="connsiteY1"/>
              </a:cxn>
              <a:cxn ang="0">
                <a:pos x="connsiteX2" y="connsiteY2"/>
              </a:cxn>
              <a:cxn ang="0">
                <a:pos x="connsiteX3" y="connsiteY3"/>
              </a:cxn>
            </a:cxnLst>
            <a:rect l="l" t="t" r="r" b="b"/>
            <a:pathLst>
              <a:path w="1879600" h="2832100">
                <a:moveTo>
                  <a:pt x="1101715" y="0"/>
                </a:moveTo>
                <a:lnTo>
                  <a:pt x="1879600" y="0"/>
                </a:lnTo>
                <a:lnTo>
                  <a:pt x="1879600" y="2832100"/>
                </a:lnTo>
                <a:lnTo>
                  <a:pt x="0" y="2832100"/>
                </a:lnTo>
                <a:close/>
              </a:path>
            </a:pathLst>
          </a:custGeom>
          <a:solidFill>
            <a:srgbClr val="5B5B91">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kumimoji="1" lang="zh-CN" altLang="en-US" sz="1200" b="1" dirty="0">
              <a:solidFill>
                <a:srgbClr val="FFFFFF"/>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23" name="任意多边形: 形状 22"/>
          <p:cNvSpPr/>
          <p:nvPr>
            <p:custDataLst>
              <p:tags r:id="rId2"/>
            </p:custDataLst>
          </p:nvPr>
        </p:nvSpPr>
        <p:spPr>
          <a:xfrm>
            <a:off x="0" y="1376839"/>
            <a:ext cx="2895600" cy="3766661"/>
          </a:xfrm>
          <a:custGeom>
            <a:avLst/>
            <a:gdLst>
              <a:gd name="connsiteX0" fmla="*/ 0 w 1968499"/>
              <a:gd name="connsiteY0" fmla="*/ 0 h 2832100"/>
              <a:gd name="connsiteX1" fmla="*/ 1968499 w 1968499"/>
              <a:gd name="connsiteY1" fmla="*/ 0 h 2832100"/>
              <a:gd name="connsiteX2" fmla="*/ 803288 w 1968499"/>
              <a:gd name="connsiteY2" fmla="*/ 2832100 h 2832100"/>
              <a:gd name="connsiteX3" fmla="*/ 0 w 1968499"/>
              <a:gd name="connsiteY3" fmla="*/ 2832100 h 2832100"/>
            </a:gdLst>
            <a:ahLst/>
            <a:cxnLst>
              <a:cxn ang="0">
                <a:pos x="connsiteX0" y="connsiteY0"/>
              </a:cxn>
              <a:cxn ang="0">
                <a:pos x="connsiteX1" y="connsiteY1"/>
              </a:cxn>
              <a:cxn ang="0">
                <a:pos x="connsiteX2" y="connsiteY2"/>
              </a:cxn>
              <a:cxn ang="0">
                <a:pos x="connsiteX3" y="connsiteY3"/>
              </a:cxn>
            </a:cxnLst>
            <a:rect l="l" t="t" r="r" b="b"/>
            <a:pathLst>
              <a:path w="1968499" h="2832100">
                <a:moveTo>
                  <a:pt x="0" y="0"/>
                </a:moveTo>
                <a:lnTo>
                  <a:pt x="1968499" y="0"/>
                </a:lnTo>
                <a:lnTo>
                  <a:pt x="803288" y="2832100"/>
                </a:lnTo>
                <a:lnTo>
                  <a:pt x="0" y="2832100"/>
                </a:lnTo>
                <a:close/>
              </a:path>
            </a:pathLst>
          </a:custGeom>
          <a:solidFill>
            <a:srgbClr val="5B5B91">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kumimoji="1" lang="zh-CN" altLang="en-US" sz="1200" b="1" dirty="0">
              <a:solidFill>
                <a:srgbClr val="FFFFFF"/>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22" name="平行四边形 21"/>
          <p:cNvSpPr/>
          <p:nvPr>
            <p:custDataLst>
              <p:tags r:id="rId3"/>
            </p:custDataLst>
          </p:nvPr>
        </p:nvSpPr>
        <p:spPr>
          <a:xfrm>
            <a:off x="5232559" y="1376839"/>
            <a:ext cx="2387918" cy="3766661"/>
          </a:xfrm>
          <a:prstGeom prst="parallelogram">
            <a:avLst>
              <a:gd name="adj" fmla="val 75195"/>
            </a:avLst>
          </a:prstGeom>
          <a:solidFill>
            <a:srgbClr val="5B5B91">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kumimoji="1" lang="zh-CN" altLang="en-US" sz="1200" b="1" dirty="0">
              <a:solidFill>
                <a:srgbClr val="FFFFFF"/>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12" name="矩形 11"/>
          <p:cNvSpPr/>
          <p:nvPr>
            <p:custDataLst>
              <p:tags r:id="rId4"/>
            </p:custDataLst>
          </p:nvPr>
        </p:nvSpPr>
        <p:spPr>
          <a:xfrm>
            <a:off x="0" y="0"/>
            <a:ext cx="9144000" cy="1230154"/>
          </a:xfrm>
          <a:prstGeom prst="rect">
            <a:avLst/>
          </a:prstGeom>
          <a:solidFill>
            <a:srgbClr val="A5A5D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200" b="1" dirty="0">
              <a:solidFill>
                <a:srgbClr val="FFFFFF"/>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4" name="矩形 3"/>
          <p:cNvSpPr/>
          <p:nvPr>
            <p:custDataLst>
              <p:tags r:id="rId5"/>
            </p:custDataLst>
          </p:nvPr>
        </p:nvSpPr>
        <p:spPr>
          <a:xfrm>
            <a:off x="406241" y="1650683"/>
            <a:ext cx="8473916" cy="2756535"/>
          </a:xfrm>
          <a:prstGeom prst="rect">
            <a:avLst/>
          </a:prstGeom>
          <a:solidFill>
            <a:srgbClr val="D9D9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200" b="1">
              <a:solidFill>
                <a:srgbClr val="FFFFFF"/>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5" name="矩形 4"/>
          <p:cNvSpPr/>
          <p:nvPr>
            <p:custDataLst>
              <p:tags r:id="rId6"/>
            </p:custDataLst>
          </p:nvPr>
        </p:nvSpPr>
        <p:spPr>
          <a:xfrm>
            <a:off x="277654" y="1516380"/>
            <a:ext cx="8482013" cy="2768918"/>
          </a:xfrm>
          <a:prstGeom prst="rect">
            <a:avLst/>
          </a:prstGeom>
          <a:solidFill>
            <a:srgbClr val="FFFFFF"/>
          </a:solidFill>
          <a:ln w="31750">
            <a:solidFill>
              <a:srgbClr val="DB63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200" b="1">
              <a:solidFill>
                <a:srgbClr val="FFFFFF"/>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13" name="文本框 12"/>
          <p:cNvSpPr txBox="1"/>
          <p:nvPr>
            <p:custDataLst>
              <p:tags r:id="rId7"/>
            </p:custDataLst>
          </p:nvPr>
        </p:nvSpPr>
        <p:spPr>
          <a:xfrm>
            <a:off x="754380" y="1811020"/>
            <a:ext cx="7534275" cy="2180590"/>
          </a:xfrm>
          <a:prstGeom prst="rect">
            <a:avLst/>
          </a:prstGeom>
          <a:noFill/>
        </p:spPr>
        <p:txBody>
          <a:bodyPr wrap="square" lIns="67627" tIns="35242" rIns="67627" bIns="35242" rtlCol="0" anchor="ctr" anchorCtr="0">
            <a:normAutofit/>
          </a:bodyPr>
          <a:lstStyle>
            <a:defPPr>
              <a:defRPr lang="zh-CN"/>
            </a:defPPr>
            <a:lvl1pPr fontAlgn="auto">
              <a:lnSpc>
                <a:spcPct val="130000"/>
              </a:lnSpc>
              <a:spcAft>
                <a:spcPts val="1000"/>
              </a:spcAft>
              <a:defRPr sz="1600" spc="150"/>
            </a:lvl1pPr>
          </a:lstStyle>
          <a:p>
            <a:pPr marL="0" lvl="1" indent="431800" algn="just" fontAlgn="ctr">
              <a:lnSpc>
                <a:spcPct val="130000"/>
              </a:lnSpc>
              <a:spcBef>
                <a:spcPts val="1000"/>
              </a:spcBef>
              <a:buClr>
                <a:schemeClr val="tx2"/>
              </a:buClr>
              <a:buSzPct val="130000"/>
              <a:buNone/>
              <a:extLst>
                <a:ext uri="{35155182-B16C-46BC-9424-99874614C6A1}">
                  <wpsdc:indentchars xmlns:wpsdc="http://www.wps.cn/officeDocument/2017/drawingmlCustomData" val="200" checksum="1321227036"/>
                </a:ext>
              </a:extLst>
            </a:pPr>
            <a:r>
              <a:rPr lang="zh-CN" altLang="en-US" sz="1500" spc="200">
                <a:solidFill>
                  <a:srgbClr val="404040"/>
                </a:solidFill>
                <a:latin typeface="微软雅黑" panose="020B0503020204020204" pitchFamily="34" charset="-122"/>
                <a:ea typeface="微软雅黑" panose="020B0503020204020204" pitchFamily="34" charset="-122"/>
              </a:rPr>
              <a:t>计算机网络是指将地理位置不同的具有独立功能的多台计算机及其外部设备，通过通信线路连接起来，在网络操作系统、网络管理软件及网络通信协议的管理和协调下，实现资源共享和信息传递的计算机系统。也就是说，计算机网络是为了实现信息共享而利用通信线路连接起来的两台或多台独立计算机的集合。</a:t>
            </a:r>
            <a:endParaRPr lang="zh-CN" altLang="en-US" sz="1500" spc="200">
              <a:solidFill>
                <a:srgbClr val="404040"/>
              </a:solidFill>
              <a:latin typeface="微软雅黑" panose="020B0503020204020204" pitchFamily="34" charset="-122"/>
              <a:ea typeface="微软雅黑" panose="020B0503020204020204" pitchFamily="34" charset="-122"/>
            </a:endParaRPr>
          </a:p>
        </p:txBody>
      </p:sp>
      <p:sp>
        <p:nvSpPr>
          <p:cNvPr id="16" name="文本框 15"/>
          <p:cNvSpPr txBox="1"/>
          <p:nvPr>
            <p:custDataLst>
              <p:tags r:id="rId8"/>
            </p:custDataLst>
          </p:nvPr>
        </p:nvSpPr>
        <p:spPr>
          <a:xfrm>
            <a:off x="609600" y="297656"/>
            <a:ext cx="7924800" cy="468630"/>
          </a:xfrm>
          <a:prstGeom prst="rect">
            <a:avLst/>
          </a:prstGeom>
          <a:noFill/>
        </p:spPr>
        <p:txBody>
          <a:bodyPr wrap="square" lIns="67627" tIns="35242" rIns="67627" bIns="35242" rtlCol="0" anchor="ctr" anchorCtr="0">
            <a:normAutofit/>
          </a:bodyPr>
          <a:lstStyle>
            <a:defPPr>
              <a:defRPr lang="zh-CN"/>
            </a:defPPr>
            <a:lvl1pPr fontAlgn="auto">
              <a:lnSpc>
                <a:spcPct val="130000"/>
              </a:lnSpc>
              <a:spcAft>
                <a:spcPts val="1000"/>
              </a:spcAft>
              <a:defRPr sz="1600" spc="150"/>
            </a:lvl1pPr>
          </a:lstStyle>
          <a:p>
            <a:pPr marL="0" lvl="0" indent="0" algn="ctr">
              <a:lnSpc>
                <a:spcPct val="100000"/>
              </a:lnSpc>
              <a:spcBef>
                <a:spcPts val="0"/>
              </a:spcBef>
              <a:spcAft>
                <a:spcPts val="1000"/>
              </a:spcAft>
              <a:buSzPct val="100000"/>
              <a:buNone/>
            </a:pPr>
            <a:r>
              <a:rPr lang="zh-CN" altLang="en-US" sz="2100" b="1" spc="400">
                <a:solidFill>
                  <a:srgbClr val="FFFFFF"/>
                </a:solidFill>
                <a:latin typeface="微软雅黑" panose="020B0503020204020204" pitchFamily="34" charset="-122"/>
                <a:ea typeface="微软雅黑" panose="020B0503020204020204" pitchFamily="34" charset="-122"/>
              </a:rPr>
              <a:t>计算机网络的定义</a:t>
            </a:r>
            <a:endParaRPr lang="zh-CN" altLang="en-US" sz="2100" b="1" spc="400">
              <a:solidFill>
                <a:srgbClr val="FFFFFF"/>
              </a:solidFill>
              <a:latin typeface="微软雅黑" panose="020B0503020204020204" pitchFamily="34" charset="-122"/>
              <a:ea typeface="微软雅黑" panose="020B0503020204020204" pitchFamily="34" charset="-122"/>
            </a:endParaRPr>
          </a:p>
        </p:txBody>
      </p:sp>
      <p:sp>
        <p:nvSpPr>
          <p:cNvPr id="6" name="矩形 5"/>
          <p:cNvSpPr/>
          <p:nvPr>
            <p:custDataLst>
              <p:tags r:id="rId9"/>
            </p:custDataLst>
          </p:nvPr>
        </p:nvSpPr>
        <p:spPr>
          <a:xfrm>
            <a:off x="8876348" y="4620578"/>
            <a:ext cx="267653" cy="267653"/>
          </a:xfrm>
          <a:prstGeom prst="rect">
            <a:avLst/>
          </a:prstGeom>
          <a:solidFill>
            <a:srgbClr val="6969C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rgbClr val="FFFFFF"/>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2" name="矩形 1"/>
          <p:cNvSpPr/>
          <p:nvPr>
            <p:custDataLst>
              <p:tags r:id="rId10"/>
            </p:custDataLst>
          </p:nvPr>
        </p:nvSpPr>
        <p:spPr>
          <a:xfrm>
            <a:off x="8608695" y="4875848"/>
            <a:ext cx="267653" cy="267653"/>
          </a:xfrm>
          <a:prstGeom prst="rect">
            <a:avLst/>
          </a:prstGeom>
          <a:solidFill>
            <a:srgbClr val="262626">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rgbClr val="FFFFFF"/>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3" name="矩形 2"/>
          <p:cNvSpPr/>
          <p:nvPr>
            <p:custDataLst>
              <p:tags r:id="rId11"/>
            </p:custDataLst>
          </p:nvPr>
        </p:nvSpPr>
        <p:spPr>
          <a:xfrm>
            <a:off x="0" y="4875848"/>
            <a:ext cx="267653" cy="267653"/>
          </a:xfrm>
          <a:prstGeom prst="rect">
            <a:avLst/>
          </a:prstGeom>
          <a:solidFill>
            <a:srgbClr val="6969C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rgbClr val="FFFFFF"/>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9" name="矩形 8"/>
          <p:cNvSpPr/>
          <p:nvPr>
            <p:custDataLst>
              <p:tags r:id="rId12"/>
            </p:custDataLst>
          </p:nvPr>
        </p:nvSpPr>
        <p:spPr>
          <a:xfrm>
            <a:off x="270986" y="4620578"/>
            <a:ext cx="267653" cy="267653"/>
          </a:xfrm>
          <a:prstGeom prst="rect">
            <a:avLst/>
          </a:prstGeom>
          <a:solidFill>
            <a:srgbClr val="262626">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rgbClr val="FFFFFF"/>
              </a:solidFill>
              <a:latin typeface="微软雅黑" panose="020B0503020204020204" pitchFamily="34" charset="-122"/>
              <a:ea typeface="微软雅黑" panose="020B0503020204020204" pitchFamily="34" charset="-122"/>
              <a:sym typeface="Arial" panose="020B0604020202020204" pitchFamily="34" charset="0"/>
            </a:endParaRPr>
          </a:p>
        </p:txBody>
      </p:sp>
    </p:spTree>
    <p:custDataLst>
      <p:tags r:id="rId13"/>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五边形 4"/>
          <p:cNvSpPr/>
          <p:nvPr>
            <p:custDataLst>
              <p:tags r:id="rId1"/>
            </p:custDataLst>
          </p:nvPr>
        </p:nvSpPr>
        <p:spPr>
          <a:xfrm flipH="1">
            <a:off x="831303" y="859858"/>
            <a:ext cx="1602675" cy="454663"/>
          </a:xfrm>
          <a:prstGeom prst="homePlate">
            <a:avLst/>
          </a:prstGeom>
          <a:solidFill>
            <a:srgbClr val="6969C7"/>
          </a:solidFill>
          <a:ln w="50800">
            <a:solidFill>
              <a:srgbClr val="AE64B8">
                <a:lumMod val="20000"/>
                <a:lumOff val="80000"/>
              </a:srgbClr>
            </a:solidFill>
          </a:ln>
        </p:spPr>
        <p:txBody>
          <a:bodyPr lIns="67500" tIns="35100" rIns="67500" bIns="35100" anchor="ctr">
            <a:normAutofit/>
          </a:bodyPr>
          <a:lstStyle/>
          <a:p>
            <a:pPr algn="ctr">
              <a:lnSpc>
                <a:spcPct val="130000"/>
              </a:lnSpc>
            </a:pPr>
            <a:endParaRPr sz="1350">
              <a:latin typeface="Arial" panose="020B0604020202020204" pitchFamily="34" charset="0"/>
              <a:ea typeface="微软雅黑" panose="020B0503020204020204" pitchFamily="34" charset="-122"/>
              <a:sym typeface="Arial" panose="020B0604020202020204" pitchFamily="34" charset="0"/>
            </a:endParaRPr>
          </a:p>
        </p:txBody>
      </p:sp>
      <p:sp>
        <p:nvSpPr>
          <p:cNvPr id="9" name="五边形 8"/>
          <p:cNvSpPr/>
          <p:nvPr>
            <p:custDataLst>
              <p:tags r:id="rId2"/>
            </p:custDataLst>
          </p:nvPr>
        </p:nvSpPr>
        <p:spPr>
          <a:xfrm flipH="1">
            <a:off x="558885" y="1865698"/>
            <a:ext cx="1875093" cy="454663"/>
          </a:xfrm>
          <a:prstGeom prst="homePlate">
            <a:avLst/>
          </a:prstGeom>
          <a:solidFill>
            <a:srgbClr val="DB63A3"/>
          </a:solidFill>
          <a:ln w="50800">
            <a:solidFill>
              <a:srgbClr val="DB63A3">
                <a:lumMod val="20000"/>
                <a:lumOff val="80000"/>
              </a:srgbClr>
            </a:solidFill>
          </a:ln>
        </p:spPr>
        <p:txBody>
          <a:bodyPr lIns="67500" tIns="35100" rIns="67500" bIns="35100" anchor="ctr">
            <a:normAutofit/>
          </a:bodyPr>
          <a:lstStyle/>
          <a:p>
            <a:pPr algn="ctr">
              <a:lnSpc>
                <a:spcPct val="130000"/>
              </a:lnSpc>
            </a:pPr>
            <a:endParaRPr sz="1350" dirty="0">
              <a:latin typeface="Arial" panose="020B0604020202020204" pitchFamily="34" charset="0"/>
              <a:ea typeface="微软雅黑" panose="020B0503020204020204" pitchFamily="34" charset="-122"/>
              <a:sym typeface="Arial" panose="020B0604020202020204" pitchFamily="34" charset="0"/>
            </a:endParaRPr>
          </a:p>
        </p:txBody>
      </p:sp>
      <p:sp>
        <p:nvSpPr>
          <p:cNvPr id="12" name="五边形 11"/>
          <p:cNvSpPr/>
          <p:nvPr>
            <p:custDataLst>
              <p:tags r:id="rId3"/>
            </p:custDataLst>
          </p:nvPr>
        </p:nvSpPr>
        <p:spPr>
          <a:xfrm>
            <a:off x="2555377" y="1064732"/>
            <a:ext cx="1602675" cy="454663"/>
          </a:xfrm>
          <a:prstGeom prst="homePlate">
            <a:avLst/>
          </a:prstGeom>
          <a:solidFill>
            <a:srgbClr val="AE64B8"/>
          </a:solidFill>
          <a:ln w="50800">
            <a:solidFill>
              <a:srgbClr val="6969C7">
                <a:lumMod val="20000"/>
                <a:lumOff val="80000"/>
              </a:srgbClr>
            </a:solidFill>
          </a:ln>
        </p:spPr>
        <p:txBody>
          <a:bodyPr lIns="67500" tIns="35100" rIns="67500" bIns="35100" anchor="ctr">
            <a:normAutofit/>
          </a:bodyPr>
          <a:lstStyle/>
          <a:p>
            <a:pPr algn="ctr">
              <a:lnSpc>
                <a:spcPct val="130000"/>
              </a:lnSpc>
            </a:pPr>
            <a:endParaRPr sz="1350">
              <a:solidFill>
                <a:srgbClr val="FF0000"/>
              </a:solidFill>
              <a:latin typeface="Arial" panose="020B0604020202020204" pitchFamily="34" charset="0"/>
              <a:ea typeface="微软雅黑" panose="020B0503020204020204" pitchFamily="34" charset="-122"/>
              <a:sym typeface="Arial" panose="020B0604020202020204" pitchFamily="34" charset="0"/>
            </a:endParaRPr>
          </a:p>
        </p:txBody>
      </p:sp>
      <p:sp>
        <p:nvSpPr>
          <p:cNvPr id="57" name="五边形 11"/>
          <p:cNvSpPr/>
          <p:nvPr>
            <p:custDataLst>
              <p:tags r:id="rId4"/>
            </p:custDataLst>
          </p:nvPr>
        </p:nvSpPr>
        <p:spPr>
          <a:xfrm>
            <a:off x="2555376" y="2068181"/>
            <a:ext cx="1894640" cy="454663"/>
          </a:xfrm>
          <a:prstGeom prst="homePlate">
            <a:avLst/>
          </a:prstGeom>
          <a:solidFill>
            <a:srgbClr val="F5738C"/>
          </a:solidFill>
          <a:ln w="50800">
            <a:solidFill>
              <a:srgbClr val="F5738C">
                <a:lumMod val="20000"/>
                <a:lumOff val="80000"/>
              </a:srgbClr>
            </a:solidFill>
          </a:ln>
        </p:spPr>
        <p:txBody>
          <a:bodyPr lIns="67500" tIns="35100" rIns="67500" bIns="35100" anchor="ctr">
            <a:normAutofit/>
          </a:bodyPr>
          <a:lstStyle/>
          <a:p>
            <a:pPr algn="ctr">
              <a:lnSpc>
                <a:spcPct val="130000"/>
              </a:lnSpc>
            </a:pPr>
            <a:endParaRPr sz="1350">
              <a:latin typeface="Arial" panose="020B0604020202020204" pitchFamily="34" charset="0"/>
              <a:ea typeface="微软雅黑" panose="020B0503020204020204" pitchFamily="34" charset="-122"/>
              <a:sym typeface="Arial" panose="020B0604020202020204" pitchFamily="34" charset="0"/>
            </a:endParaRPr>
          </a:p>
        </p:txBody>
      </p:sp>
      <p:sp>
        <p:nvSpPr>
          <p:cNvPr id="79" name="五边形 8"/>
          <p:cNvSpPr/>
          <p:nvPr>
            <p:custDataLst>
              <p:tags r:id="rId5"/>
            </p:custDataLst>
          </p:nvPr>
        </p:nvSpPr>
        <p:spPr>
          <a:xfrm flipH="1">
            <a:off x="831303" y="2883283"/>
            <a:ext cx="1602675" cy="454663"/>
          </a:xfrm>
          <a:prstGeom prst="homePlate">
            <a:avLst/>
          </a:prstGeom>
          <a:solidFill>
            <a:srgbClr val="F79179"/>
          </a:solidFill>
          <a:ln w="50800">
            <a:solidFill>
              <a:srgbClr val="F79179">
                <a:lumMod val="20000"/>
                <a:lumOff val="80000"/>
              </a:srgbClr>
            </a:solidFill>
          </a:ln>
        </p:spPr>
        <p:txBody>
          <a:bodyPr lIns="67500" tIns="35100" rIns="67500" bIns="35100" anchor="ctr">
            <a:normAutofit/>
          </a:bodyPr>
          <a:lstStyle/>
          <a:p>
            <a:pPr algn="ctr">
              <a:lnSpc>
                <a:spcPct val="130000"/>
              </a:lnSpc>
            </a:pPr>
            <a:endParaRPr sz="1350">
              <a:latin typeface="Arial" panose="020B0604020202020204" pitchFamily="34" charset="0"/>
              <a:ea typeface="微软雅黑" panose="020B0503020204020204" pitchFamily="34" charset="-122"/>
              <a:sym typeface="Arial" panose="020B0604020202020204" pitchFamily="34" charset="0"/>
            </a:endParaRPr>
          </a:p>
        </p:txBody>
      </p:sp>
      <p:sp>
        <p:nvSpPr>
          <p:cNvPr id="15" name="任意多边形 14"/>
          <p:cNvSpPr/>
          <p:nvPr>
            <p:custDataLst>
              <p:tags r:id="rId6"/>
            </p:custDataLst>
          </p:nvPr>
        </p:nvSpPr>
        <p:spPr bwMode="auto">
          <a:xfrm>
            <a:off x="2407462" y="641107"/>
            <a:ext cx="167605" cy="3687093"/>
          </a:xfrm>
          <a:custGeom>
            <a:avLst/>
            <a:gdLst>
              <a:gd name="T0" fmla="*/ 351 w 351"/>
              <a:gd name="T1" fmla="*/ 6436 h 6436"/>
              <a:gd name="T2" fmla="*/ 267 w 351"/>
              <a:gd name="T3" fmla="*/ 6436 h 6436"/>
              <a:gd name="T4" fmla="*/ 267 w 351"/>
              <a:gd name="T5" fmla="*/ 175 h 6436"/>
              <a:gd name="T6" fmla="*/ 267 w 351"/>
              <a:gd name="T7" fmla="*/ 175 h 6436"/>
              <a:gd name="T8" fmla="*/ 265 w 351"/>
              <a:gd name="T9" fmla="*/ 157 h 6436"/>
              <a:gd name="T10" fmla="*/ 259 w 351"/>
              <a:gd name="T11" fmla="*/ 140 h 6436"/>
              <a:gd name="T12" fmla="*/ 252 w 351"/>
              <a:gd name="T13" fmla="*/ 123 h 6436"/>
              <a:gd name="T14" fmla="*/ 241 w 351"/>
              <a:gd name="T15" fmla="*/ 110 h 6436"/>
              <a:gd name="T16" fmla="*/ 226 w 351"/>
              <a:gd name="T17" fmla="*/ 99 h 6436"/>
              <a:gd name="T18" fmla="*/ 211 w 351"/>
              <a:gd name="T19" fmla="*/ 90 h 6436"/>
              <a:gd name="T20" fmla="*/ 194 w 351"/>
              <a:gd name="T21" fmla="*/ 86 h 6436"/>
              <a:gd name="T22" fmla="*/ 175 w 351"/>
              <a:gd name="T23" fmla="*/ 84 h 6436"/>
              <a:gd name="T24" fmla="*/ 175 w 351"/>
              <a:gd name="T25" fmla="*/ 84 h 6436"/>
              <a:gd name="T26" fmla="*/ 157 w 351"/>
              <a:gd name="T27" fmla="*/ 86 h 6436"/>
              <a:gd name="T28" fmla="*/ 140 w 351"/>
              <a:gd name="T29" fmla="*/ 90 h 6436"/>
              <a:gd name="T30" fmla="*/ 123 w 351"/>
              <a:gd name="T31" fmla="*/ 99 h 6436"/>
              <a:gd name="T32" fmla="*/ 110 w 351"/>
              <a:gd name="T33" fmla="*/ 110 h 6436"/>
              <a:gd name="T34" fmla="*/ 99 w 351"/>
              <a:gd name="T35" fmla="*/ 123 h 6436"/>
              <a:gd name="T36" fmla="*/ 89 w 351"/>
              <a:gd name="T37" fmla="*/ 140 h 6436"/>
              <a:gd name="T38" fmla="*/ 84 w 351"/>
              <a:gd name="T39" fmla="*/ 157 h 6436"/>
              <a:gd name="T40" fmla="*/ 82 w 351"/>
              <a:gd name="T41" fmla="*/ 175 h 6436"/>
              <a:gd name="T42" fmla="*/ 82 w 351"/>
              <a:gd name="T43" fmla="*/ 6436 h 6436"/>
              <a:gd name="T44" fmla="*/ 0 w 351"/>
              <a:gd name="T45" fmla="*/ 6436 h 6436"/>
              <a:gd name="T46" fmla="*/ 0 w 351"/>
              <a:gd name="T47" fmla="*/ 175 h 6436"/>
              <a:gd name="T48" fmla="*/ 0 w 351"/>
              <a:gd name="T49" fmla="*/ 175 h 6436"/>
              <a:gd name="T50" fmla="*/ 2 w 351"/>
              <a:gd name="T51" fmla="*/ 157 h 6436"/>
              <a:gd name="T52" fmla="*/ 4 w 351"/>
              <a:gd name="T53" fmla="*/ 140 h 6436"/>
              <a:gd name="T54" fmla="*/ 7 w 351"/>
              <a:gd name="T55" fmla="*/ 123 h 6436"/>
              <a:gd name="T56" fmla="*/ 13 w 351"/>
              <a:gd name="T57" fmla="*/ 108 h 6436"/>
              <a:gd name="T58" fmla="*/ 20 w 351"/>
              <a:gd name="T59" fmla="*/ 91 h 6436"/>
              <a:gd name="T60" fmla="*/ 30 w 351"/>
              <a:gd name="T61" fmla="*/ 78 h 6436"/>
              <a:gd name="T62" fmla="*/ 39 w 351"/>
              <a:gd name="T63" fmla="*/ 63 h 6436"/>
              <a:gd name="T64" fmla="*/ 52 w 351"/>
              <a:gd name="T65" fmla="*/ 52 h 6436"/>
              <a:gd name="T66" fmla="*/ 63 w 351"/>
              <a:gd name="T67" fmla="*/ 41 h 6436"/>
              <a:gd name="T68" fmla="*/ 76 w 351"/>
              <a:gd name="T69" fmla="*/ 30 h 6436"/>
              <a:gd name="T70" fmla="*/ 91 w 351"/>
              <a:gd name="T71" fmla="*/ 22 h 6436"/>
              <a:gd name="T72" fmla="*/ 106 w 351"/>
              <a:gd name="T73" fmla="*/ 15 h 6436"/>
              <a:gd name="T74" fmla="*/ 123 w 351"/>
              <a:gd name="T75" fmla="*/ 9 h 6436"/>
              <a:gd name="T76" fmla="*/ 140 w 351"/>
              <a:gd name="T77" fmla="*/ 4 h 6436"/>
              <a:gd name="T78" fmla="*/ 157 w 351"/>
              <a:gd name="T79" fmla="*/ 2 h 6436"/>
              <a:gd name="T80" fmla="*/ 175 w 351"/>
              <a:gd name="T81" fmla="*/ 0 h 6436"/>
              <a:gd name="T82" fmla="*/ 175 w 351"/>
              <a:gd name="T83" fmla="*/ 0 h 6436"/>
              <a:gd name="T84" fmla="*/ 192 w 351"/>
              <a:gd name="T85" fmla="*/ 2 h 6436"/>
              <a:gd name="T86" fmla="*/ 211 w 351"/>
              <a:gd name="T87" fmla="*/ 4 h 6436"/>
              <a:gd name="T88" fmla="*/ 228 w 351"/>
              <a:gd name="T89" fmla="*/ 9 h 6436"/>
              <a:gd name="T90" fmla="*/ 242 w 351"/>
              <a:gd name="T91" fmla="*/ 15 h 6436"/>
              <a:gd name="T92" fmla="*/ 257 w 351"/>
              <a:gd name="T93" fmla="*/ 22 h 6436"/>
              <a:gd name="T94" fmla="*/ 272 w 351"/>
              <a:gd name="T95" fmla="*/ 30 h 6436"/>
              <a:gd name="T96" fmla="*/ 285 w 351"/>
              <a:gd name="T97" fmla="*/ 41 h 6436"/>
              <a:gd name="T98" fmla="*/ 298 w 351"/>
              <a:gd name="T99" fmla="*/ 52 h 6436"/>
              <a:gd name="T100" fmla="*/ 310 w 351"/>
              <a:gd name="T101" fmla="*/ 63 h 6436"/>
              <a:gd name="T102" fmla="*/ 319 w 351"/>
              <a:gd name="T103" fmla="*/ 78 h 6436"/>
              <a:gd name="T104" fmla="*/ 328 w 351"/>
              <a:gd name="T105" fmla="*/ 91 h 6436"/>
              <a:gd name="T106" fmla="*/ 336 w 351"/>
              <a:gd name="T107" fmla="*/ 108 h 6436"/>
              <a:gd name="T108" fmla="*/ 341 w 351"/>
              <a:gd name="T109" fmla="*/ 123 h 6436"/>
              <a:gd name="T110" fmla="*/ 347 w 351"/>
              <a:gd name="T111" fmla="*/ 140 h 6436"/>
              <a:gd name="T112" fmla="*/ 349 w 351"/>
              <a:gd name="T113" fmla="*/ 157 h 6436"/>
              <a:gd name="T114" fmla="*/ 351 w 351"/>
              <a:gd name="T115" fmla="*/ 175 h 6436"/>
              <a:gd name="T116" fmla="*/ 351 w 351"/>
              <a:gd name="T117" fmla="*/ 6436 h 64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351" h="6436">
                <a:moveTo>
                  <a:pt x="351" y="6436"/>
                </a:moveTo>
                <a:lnTo>
                  <a:pt x="267" y="6436"/>
                </a:lnTo>
                <a:lnTo>
                  <a:pt x="267" y="175"/>
                </a:lnTo>
                <a:lnTo>
                  <a:pt x="267" y="175"/>
                </a:lnTo>
                <a:lnTo>
                  <a:pt x="265" y="157"/>
                </a:lnTo>
                <a:lnTo>
                  <a:pt x="259" y="140"/>
                </a:lnTo>
                <a:lnTo>
                  <a:pt x="252" y="123"/>
                </a:lnTo>
                <a:lnTo>
                  <a:pt x="241" y="110"/>
                </a:lnTo>
                <a:lnTo>
                  <a:pt x="226" y="99"/>
                </a:lnTo>
                <a:lnTo>
                  <a:pt x="211" y="90"/>
                </a:lnTo>
                <a:lnTo>
                  <a:pt x="194" y="86"/>
                </a:lnTo>
                <a:lnTo>
                  <a:pt x="175" y="84"/>
                </a:lnTo>
                <a:lnTo>
                  <a:pt x="175" y="84"/>
                </a:lnTo>
                <a:lnTo>
                  <a:pt x="157" y="86"/>
                </a:lnTo>
                <a:lnTo>
                  <a:pt x="140" y="90"/>
                </a:lnTo>
                <a:lnTo>
                  <a:pt x="123" y="99"/>
                </a:lnTo>
                <a:lnTo>
                  <a:pt x="110" y="110"/>
                </a:lnTo>
                <a:lnTo>
                  <a:pt x="99" y="123"/>
                </a:lnTo>
                <a:lnTo>
                  <a:pt x="89" y="140"/>
                </a:lnTo>
                <a:lnTo>
                  <a:pt x="84" y="157"/>
                </a:lnTo>
                <a:lnTo>
                  <a:pt x="82" y="175"/>
                </a:lnTo>
                <a:lnTo>
                  <a:pt x="82" y="6436"/>
                </a:lnTo>
                <a:lnTo>
                  <a:pt x="0" y="6436"/>
                </a:lnTo>
                <a:lnTo>
                  <a:pt x="0" y="175"/>
                </a:lnTo>
                <a:lnTo>
                  <a:pt x="0" y="175"/>
                </a:lnTo>
                <a:lnTo>
                  <a:pt x="2" y="157"/>
                </a:lnTo>
                <a:lnTo>
                  <a:pt x="4" y="140"/>
                </a:lnTo>
                <a:lnTo>
                  <a:pt x="7" y="123"/>
                </a:lnTo>
                <a:lnTo>
                  <a:pt x="13" y="108"/>
                </a:lnTo>
                <a:lnTo>
                  <a:pt x="20" y="91"/>
                </a:lnTo>
                <a:lnTo>
                  <a:pt x="30" y="78"/>
                </a:lnTo>
                <a:lnTo>
                  <a:pt x="39" y="63"/>
                </a:lnTo>
                <a:lnTo>
                  <a:pt x="52" y="52"/>
                </a:lnTo>
                <a:lnTo>
                  <a:pt x="63" y="41"/>
                </a:lnTo>
                <a:lnTo>
                  <a:pt x="76" y="30"/>
                </a:lnTo>
                <a:lnTo>
                  <a:pt x="91" y="22"/>
                </a:lnTo>
                <a:lnTo>
                  <a:pt x="106" y="15"/>
                </a:lnTo>
                <a:lnTo>
                  <a:pt x="123" y="9"/>
                </a:lnTo>
                <a:lnTo>
                  <a:pt x="140" y="4"/>
                </a:lnTo>
                <a:lnTo>
                  <a:pt x="157" y="2"/>
                </a:lnTo>
                <a:lnTo>
                  <a:pt x="175" y="0"/>
                </a:lnTo>
                <a:lnTo>
                  <a:pt x="175" y="0"/>
                </a:lnTo>
                <a:lnTo>
                  <a:pt x="192" y="2"/>
                </a:lnTo>
                <a:lnTo>
                  <a:pt x="211" y="4"/>
                </a:lnTo>
                <a:lnTo>
                  <a:pt x="228" y="9"/>
                </a:lnTo>
                <a:lnTo>
                  <a:pt x="242" y="15"/>
                </a:lnTo>
                <a:lnTo>
                  <a:pt x="257" y="22"/>
                </a:lnTo>
                <a:lnTo>
                  <a:pt x="272" y="30"/>
                </a:lnTo>
                <a:lnTo>
                  <a:pt x="285" y="41"/>
                </a:lnTo>
                <a:lnTo>
                  <a:pt x="298" y="52"/>
                </a:lnTo>
                <a:lnTo>
                  <a:pt x="310" y="63"/>
                </a:lnTo>
                <a:lnTo>
                  <a:pt x="319" y="78"/>
                </a:lnTo>
                <a:lnTo>
                  <a:pt x="328" y="91"/>
                </a:lnTo>
                <a:lnTo>
                  <a:pt x="336" y="108"/>
                </a:lnTo>
                <a:lnTo>
                  <a:pt x="341" y="123"/>
                </a:lnTo>
                <a:lnTo>
                  <a:pt x="347" y="140"/>
                </a:lnTo>
                <a:lnTo>
                  <a:pt x="349" y="157"/>
                </a:lnTo>
                <a:lnTo>
                  <a:pt x="351" y="175"/>
                </a:lnTo>
                <a:lnTo>
                  <a:pt x="351" y="6436"/>
                </a:lnTo>
                <a:close/>
              </a:path>
            </a:pathLst>
          </a:custGeom>
          <a:solidFill>
            <a:srgbClr val="000000">
              <a:lumMod val="75000"/>
              <a:lumOff val="25000"/>
            </a:srgbClr>
          </a:solidFill>
          <a:ln w="9525">
            <a:noFill/>
            <a:round/>
          </a:ln>
        </p:spPr>
        <p:txBody>
          <a:bodyPr lIns="67500" tIns="35100" rIns="67500" bIns="35100" anchor="ctr">
            <a:normAutofit/>
          </a:bodyPr>
          <a:lstStyle/>
          <a:p>
            <a:pPr algn="ctr">
              <a:lnSpc>
                <a:spcPct val="130000"/>
              </a:lnSpc>
            </a:pPr>
            <a:endParaRPr sz="1350" dirty="0">
              <a:latin typeface="Arial" panose="020B0604020202020204" pitchFamily="34" charset="0"/>
              <a:ea typeface="微软雅黑" panose="020B0503020204020204" pitchFamily="34" charset="-122"/>
              <a:sym typeface="Arial" panose="020B0604020202020204" pitchFamily="34" charset="0"/>
            </a:endParaRPr>
          </a:p>
        </p:txBody>
      </p:sp>
      <p:cxnSp>
        <p:nvCxnSpPr>
          <p:cNvPr id="21" name="直接连接符 20"/>
          <p:cNvCxnSpPr/>
          <p:nvPr>
            <p:custDataLst>
              <p:tags r:id="rId7"/>
            </p:custDataLst>
          </p:nvPr>
        </p:nvCxnSpPr>
        <p:spPr>
          <a:xfrm>
            <a:off x="1811545" y="4328199"/>
            <a:ext cx="2521559" cy="0"/>
          </a:xfrm>
          <a:prstGeom prst="line">
            <a:avLst/>
          </a:prstGeom>
          <a:ln w="38100" cap="rnd">
            <a:solidFill>
              <a:srgbClr val="000000">
                <a:lumMod val="75000"/>
                <a:lumOff val="25000"/>
              </a:srgbClr>
            </a:solidFill>
            <a:round/>
          </a:ln>
        </p:spPr>
        <p:style>
          <a:lnRef idx="1">
            <a:srgbClr val="1F74AD"/>
          </a:lnRef>
          <a:fillRef idx="0">
            <a:srgbClr val="1F74AD"/>
          </a:fillRef>
          <a:effectRef idx="0">
            <a:srgbClr val="1F74AD"/>
          </a:effectRef>
          <a:fontRef idx="minor">
            <a:srgbClr val="000000"/>
          </a:fontRef>
        </p:style>
      </p:cxnSp>
      <p:cxnSp>
        <p:nvCxnSpPr>
          <p:cNvPr id="22" name="直接连接符 21"/>
          <p:cNvCxnSpPr/>
          <p:nvPr>
            <p:custDataLst>
              <p:tags r:id="rId8"/>
            </p:custDataLst>
          </p:nvPr>
        </p:nvCxnSpPr>
        <p:spPr>
          <a:xfrm>
            <a:off x="4321489" y="4438893"/>
            <a:ext cx="128528" cy="0"/>
          </a:xfrm>
          <a:prstGeom prst="line">
            <a:avLst/>
          </a:prstGeom>
          <a:ln w="38100" cap="rnd">
            <a:solidFill>
              <a:srgbClr val="000000">
                <a:lumMod val="75000"/>
                <a:lumOff val="25000"/>
              </a:srgbClr>
            </a:solidFill>
            <a:round/>
          </a:ln>
        </p:spPr>
        <p:style>
          <a:lnRef idx="1">
            <a:srgbClr val="1F74AD"/>
          </a:lnRef>
          <a:fillRef idx="0">
            <a:srgbClr val="1F74AD"/>
          </a:fillRef>
          <a:effectRef idx="0">
            <a:srgbClr val="1F74AD"/>
          </a:effectRef>
          <a:fontRef idx="minor">
            <a:srgbClr val="000000"/>
          </a:fontRef>
        </p:style>
      </p:cxnSp>
      <p:cxnSp>
        <p:nvCxnSpPr>
          <p:cNvPr id="23" name="直接连接符 22"/>
          <p:cNvCxnSpPr/>
          <p:nvPr>
            <p:custDataLst>
              <p:tags r:id="rId9"/>
            </p:custDataLst>
          </p:nvPr>
        </p:nvCxnSpPr>
        <p:spPr>
          <a:xfrm>
            <a:off x="1433460" y="4328199"/>
            <a:ext cx="149852" cy="0"/>
          </a:xfrm>
          <a:prstGeom prst="line">
            <a:avLst/>
          </a:prstGeom>
          <a:ln w="38100" cap="rnd">
            <a:solidFill>
              <a:srgbClr val="000000">
                <a:lumMod val="75000"/>
                <a:lumOff val="25000"/>
              </a:srgbClr>
            </a:solidFill>
            <a:round/>
          </a:ln>
        </p:spPr>
        <p:style>
          <a:lnRef idx="1">
            <a:srgbClr val="1F74AD"/>
          </a:lnRef>
          <a:fillRef idx="0">
            <a:srgbClr val="1F74AD"/>
          </a:fillRef>
          <a:effectRef idx="0">
            <a:srgbClr val="1F74AD"/>
          </a:effectRef>
          <a:fontRef idx="minor">
            <a:srgbClr val="000000"/>
          </a:fontRef>
        </p:style>
      </p:cxnSp>
      <p:cxnSp>
        <p:nvCxnSpPr>
          <p:cNvPr id="24" name="直接连接符 23"/>
          <p:cNvCxnSpPr/>
          <p:nvPr>
            <p:custDataLst>
              <p:tags r:id="rId10"/>
            </p:custDataLst>
          </p:nvPr>
        </p:nvCxnSpPr>
        <p:spPr>
          <a:xfrm>
            <a:off x="3132307" y="4438893"/>
            <a:ext cx="640843" cy="0"/>
          </a:xfrm>
          <a:prstGeom prst="line">
            <a:avLst/>
          </a:prstGeom>
          <a:ln w="38100" cap="rnd">
            <a:solidFill>
              <a:srgbClr val="000000">
                <a:lumMod val="75000"/>
                <a:lumOff val="25000"/>
              </a:srgbClr>
            </a:solidFill>
            <a:round/>
          </a:ln>
        </p:spPr>
        <p:style>
          <a:lnRef idx="1">
            <a:srgbClr val="1F74AD"/>
          </a:lnRef>
          <a:fillRef idx="0">
            <a:srgbClr val="1F74AD"/>
          </a:fillRef>
          <a:effectRef idx="0">
            <a:srgbClr val="1F74AD"/>
          </a:effectRef>
          <a:fontRef idx="minor">
            <a:srgbClr val="000000"/>
          </a:fontRef>
        </p:style>
      </p:cxnSp>
      <p:cxnSp>
        <p:nvCxnSpPr>
          <p:cNvPr id="25" name="直接连接符 24"/>
          <p:cNvCxnSpPr/>
          <p:nvPr>
            <p:custDataLst>
              <p:tags r:id="rId11"/>
            </p:custDataLst>
          </p:nvPr>
        </p:nvCxnSpPr>
        <p:spPr>
          <a:xfrm>
            <a:off x="892487" y="4438893"/>
            <a:ext cx="1044934" cy="0"/>
          </a:xfrm>
          <a:prstGeom prst="line">
            <a:avLst/>
          </a:prstGeom>
          <a:ln w="38100" cap="rnd">
            <a:solidFill>
              <a:srgbClr val="000000">
                <a:lumMod val="75000"/>
                <a:lumOff val="25000"/>
              </a:srgbClr>
            </a:solidFill>
            <a:round/>
          </a:ln>
        </p:spPr>
        <p:style>
          <a:lnRef idx="1">
            <a:srgbClr val="1F74AD"/>
          </a:lnRef>
          <a:fillRef idx="0">
            <a:srgbClr val="1F74AD"/>
          </a:fillRef>
          <a:effectRef idx="0">
            <a:srgbClr val="1F74AD"/>
          </a:effectRef>
          <a:fontRef idx="minor">
            <a:srgbClr val="000000"/>
          </a:fontRef>
        </p:style>
      </p:cxnSp>
      <p:cxnSp>
        <p:nvCxnSpPr>
          <p:cNvPr id="26" name="直接连接符 25"/>
          <p:cNvCxnSpPr/>
          <p:nvPr>
            <p:custDataLst>
              <p:tags r:id="rId12"/>
            </p:custDataLst>
          </p:nvPr>
        </p:nvCxnSpPr>
        <p:spPr>
          <a:xfrm>
            <a:off x="650033" y="4438893"/>
            <a:ext cx="128528" cy="0"/>
          </a:xfrm>
          <a:prstGeom prst="line">
            <a:avLst/>
          </a:prstGeom>
          <a:ln w="38100" cap="rnd">
            <a:solidFill>
              <a:srgbClr val="000000">
                <a:lumMod val="75000"/>
                <a:lumOff val="25000"/>
              </a:srgbClr>
            </a:solidFill>
            <a:round/>
          </a:ln>
        </p:spPr>
        <p:style>
          <a:lnRef idx="1">
            <a:srgbClr val="1F74AD"/>
          </a:lnRef>
          <a:fillRef idx="0">
            <a:srgbClr val="1F74AD"/>
          </a:fillRef>
          <a:effectRef idx="0">
            <a:srgbClr val="1F74AD"/>
          </a:effectRef>
          <a:fontRef idx="minor">
            <a:srgbClr val="000000"/>
          </a:fontRef>
        </p:style>
      </p:cxnSp>
      <p:cxnSp>
        <p:nvCxnSpPr>
          <p:cNvPr id="27" name="直接连接符 26"/>
          <p:cNvCxnSpPr/>
          <p:nvPr>
            <p:custDataLst>
              <p:tags r:id="rId13"/>
            </p:custDataLst>
          </p:nvPr>
        </p:nvCxnSpPr>
        <p:spPr>
          <a:xfrm>
            <a:off x="1343603" y="4502393"/>
            <a:ext cx="536217" cy="0"/>
          </a:xfrm>
          <a:prstGeom prst="line">
            <a:avLst/>
          </a:prstGeom>
          <a:ln w="38100" cap="rnd">
            <a:solidFill>
              <a:srgbClr val="000000">
                <a:lumMod val="75000"/>
                <a:lumOff val="25000"/>
              </a:srgbClr>
            </a:solidFill>
            <a:round/>
          </a:ln>
        </p:spPr>
        <p:style>
          <a:lnRef idx="1">
            <a:srgbClr val="1F74AD"/>
          </a:lnRef>
          <a:fillRef idx="0">
            <a:srgbClr val="1F74AD"/>
          </a:fillRef>
          <a:effectRef idx="0">
            <a:srgbClr val="1F74AD"/>
          </a:effectRef>
          <a:fontRef idx="minor">
            <a:srgbClr val="000000"/>
          </a:fontRef>
        </p:style>
      </p:cxnSp>
      <p:cxnSp>
        <p:nvCxnSpPr>
          <p:cNvPr id="28" name="直接连接符 27"/>
          <p:cNvCxnSpPr/>
          <p:nvPr>
            <p:custDataLst>
              <p:tags r:id="rId14"/>
            </p:custDataLst>
          </p:nvPr>
        </p:nvCxnSpPr>
        <p:spPr>
          <a:xfrm>
            <a:off x="3773209" y="4502393"/>
            <a:ext cx="106088" cy="0"/>
          </a:xfrm>
          <a:prstGeom prst="line">
            <a:avLst/>
          </a:prstGeom>
          <a:ln w="38100" cap="rnd">
            <a:solidFill>
              <a:srgbClr val="000000">
                <a:lumMod val="75000"/>
                <a:lumOff val="25000"/>
              </a:srgbClr>
            </a:solidFill>
            <a:round/>
          </a:ln>
        </p:spPr>
        <p:style>
          <a:lnRef idx="1">
            <a:srgbClr val="1F74AD"/>
          </a:lnRef>
          <a:fillRef idx="0">
            <a:srgbClr val="1F74AD"/>
          </a:fillRef>
          <a:effectRef idx="0">
            <a:srgbClr val="1F74AD"/>
          </a:effectRef>
          <a:fontRef idx="minor">
            <a:srgbClr val="000000"/>
          </a:fontRef>
        </p:style>
      </p:cxnSp>
      <p:sp>
        <p:nvSpPr>
          <p:cNvPr id="54" name="五边形 53"/>
          <p:cNvSpPr/>
          <p:nvPr>
            <p:custDataLst>
              <p:tags r:id="rId15"/>
            </p:custDataLst>
          </p:nvPr>
        </p:nvSpPr>
        <p:spPr>
          <a:xfrm>
            <a:off x="5058251" y="1110615"/>
            <a:ext cx="401479" cy="271463"/>
          </a:xfrm>
          <a:prstGeom prst="homePlate">
            <a:avLst/>
          </a:prstGeom>
          <a:solidFill>
            <a:srgbClr val="6969C7"/>
          </a:solidFill>
          <a:ln w="50800">
            <a:solidFill>
              <a:srgbClr val="AE64B8">
                <a:lumMod val="20000"/>
                <a:lumOff val="80000"/>
              </a:srgbClr>
            </a:solidFill>
          </a:ln>
        </p:spPr>
        <p:txBody>
          <a:bodyPr lIns="67500" tIns="35100" rIns="67500" bIns="35100" anchor="ctr">
            <a:normAutofit fontScale="87500" lnSpcReduction="20000"/>
          </a:bodyPr>
          <a:lstStyle/>
          <a:p>
            <a:pPr algn="ctr">
              <a:lnSpc>
                <a:spcPct val="130000"/>
              </a:lnSpc>
            </a:pPr>
            <a:endParaRPr sz="1350" dirty="0">
              <a:latin typeface="Arial" panose="020B0604020202020204" pitchFamily="34" charset="0"/>
              <a:ea typeface="微软雅黑" panose="020B0503020204020204" pitchFamily="34" charset="-122"/>
              <a:sym typeface="Arial" panose="020B0604020202020204" pitchFamily="34" charset="0"/>
            </a:endParaRPr>
          </a:p>
        </p:txBody>
      </p:sp>
      <p:sp>
        <p:nvSpPr>
          <p:cNvPr id="55" name="任意多边形 54"/>
          <p:cNvSpPr/>
          <p:nvPr>
            <p:custDataLst>
              <p:tags r:id="rId16"/>
            </p:custDataLst>
          </p:nvPr>
        </p:nvSpPr>
        <p:spPr bwMode="auto">
          <a:xfrm>
            <a:off x="5100638" y="1147763"/>
            <a:ext cx="203835" cy="203835"/>
          </a:xfrm>
          <a:custGeom>
            <a:avLst/>
            <a:gdLst>
              <a:gd name="T0" fmla="*/ 223 w 228"/>
              <a:gd name="T1" fmla="*/ 95 h 228"/>
              <a:gd name="T2" fmla="*/ 196 w 228"/>
              <a:gd name="T3" fmla="*/ 90 h 228"/>
              <a:gd name="T4" fmla="*/ 189 w 228"/>
              <a:gd name="T5" fmla="*/ 74 h 228"/>
              <a:gd name="T6" fmla="*/ 205 w 228"/>
              <a:gd name="T7" fmla="*/ 50 h 228"/>
              <a:gd name="T8" fmla="*/ 205 w 228"/>
              <a:gd name="T9" fmla="*/ 43 h 228"/>
              <a:gd name="T10" fmla="*/ 185 w 228"/>
              <a:gd name="T11" fmla="*/ 24 h 228"/>
              <a:gd name="T12" fmla="*/ 178 w 228"/>
              <a:gd name="T13" fmla="*/ 23 h 228"/>
              <a:gd name="T14" fmla="*/ 155 w 228"/>
              <a:gd name="T15" fmla="*/ 39 h 228"/>
              <a:gd name="T16" fmla="*/ 138 w 228"/>
              <a:gd name="T17" fmla="*/ 32 h 228"/>
              <a:gd name="T18" fmla="*/ 133 w 228"/>
              <a:gd name="T19" fmla="*/ 5 h 228"/>
              <a:gd name="T20" fmla="*/ 127 w 228"/>
              <a:gd name="T21" fmla="*/ 0 h 228"/>
              <a:gd name="T22" fmla="*/ 100 w 228"/>
              <a:gd name="T23" fmla="*/ 0 h 228"/>
              <a:gd name="T24" fmla="*/ 94 w 228"/>
              <a:gd name="T25" fmla="*/ 5 h 228"/>
              <a:gd name="T26" fmla="*/ 89 w 228"/>
              <a:gd name="T27" fmla="*/ 32 h 228"/>
              <a:gd name="T28" fmla="*/ 73 w 228"/>
              <a:gd name="T29" fmla="*/ 39 h 228"/>
              <a:gd name="T30" fmla="*/ 50 w 228"/>
              <a:gd name="T31" fmla="*/ 23 h 228"/>
              <a:gd name="T32" fmla="*/ 43 w 228"/>
              <a:gd name="T33" fmla="*/ 24 h 228"/>
              <a:gd name="T34" fmla="*/ 23 w 228"/>
              <a:gd name="T35" fmla="*/ 43 h 228"/>
              <a:gd name="T36" fmla="*/ 23 w 228"/>
              <a:gd name="T37" fmla="*/ 51 h 228"/>
              <a:gd name="T38" fmla="*/ 39 w 228"/>
              <a:gd name="T39" fmla="*/ 74 h 228"/>
              <a:gd name="T40" fmla="*/ 32 w 228"/>
              <a:gd name="T41" fmla="*/ 90 h 228"/>
              <a:gd name="T42" fmla="*/ 5 w 228"/>
              <a:gd name="T43" fmla="*/ 95 h 228"/>
              <a:gd name="T44" fmla="*/ 0 w 228"/>
              <a:gd name="T45" fmla="*/ 100 h 228"/>
              <a:gd name="T46" fmla="*/ 0 w 228"/>
              <a:gd name="T47" fmla="*/ 128 h 228"/>
              <a:gd name="T48" fmla="*/ 5 w 228"/>
              <a:gd name="T49" fmla="*/ 134 h 228"/>
              <a:gd name="T50" fmla="*/ 32 w 228"/>
              <a:gd name="T51" fmla="*/ 139 h 228"/>
              <a:gd name="T52" fmla="*/ 39 w 228"/>
              <a:gd name="T53" fmla="*/ 155 h 228"/>
              <a:gd name="T54" fmla="*/ 23 w 228"/>
              <a:gd name="T55" fmla="*/ 178 h 228"/>
              <a:gd name="T56" fmla="*/ 24 w 228"/>
              <a:gd name="T57" fmla="*/ 185 h 228"/>
              <a:gd name="T58" fmla="*/ 43 w 228"/>
              <a:gd name="T59" fmla="*/ 204 h 228"/>
              <a:gd name="T60" fmla="*/ 51 w 228"/>
              <a:gd name="T61" fmla="*/ 205 h 228"/>
              <a:gd name="T62" fmla="*/ 73 w 228"/>
              <a:gd name="T63" fmla="*/ 189 h 228"/>
              <a:gd name="T64" fmla="*/ 89 w 228"/>
              <a:gd name="T65" fmla="*/ 196 h 228"/>
              <a:gd name="T66" fmla="*/ 94 w 228"/>
              <a:gd name="T67" fmla="*/ 223 h 228"/>
              <a:gd name="T68" fmla="*/ 100 w 228"/>
              <a:gd name="T69" fmla="*/ 228 h 228"/>
              <a:gd name="T70" fmla="*/ 127 w 228"/>
              <a:gd name="T71" fmla="*/ 228 h 228"/>
              <a:gd name="T72" fmla="*/ 133 w 228"/>
              <a:gd name="T73" fmla="*/ 223 h 228"/>
              <a:gd name="T74" fmla="*/ 138 w 228"/>
              <a:gd name="T75" fmla="*/ 196 h 228"/>
              <a:gd name="T76" fmla="*/ 154 w 228"/>
              <a:gd name="T77" fmla="*/ 190 h 228"/>
              <a:gd name="T78" fmla="*/ 177 w 228"/>
              <a:gd name="T79" fmla="*/ 205 h 228"/>
              <a:gd name="T80" fmla="*/ 185 w 228"/>
              <a:gd name="T81" fmla="*/ 205 h 228"/>
              <a:gd name="T82" fmla="*/ 204 w 228"/>
              <a:gd name="T83" fmla="*/ 185 h 228"/>
              <a:gd name="T84" fmla="*/ 205 w 228"/>
              <a:gd name="T85" fmla="*/ 178 h 228"/>
              <a:gd name="T86" fmla="*/ 189 w 228"/>
              <a:gd name="T87" fmla="*/ 155 h 228"/>
              <a:gd name="T88" fmla="*/ 196 w 228"/>
              <a:gd name="T89" fmla="*/ 139 h 228"/>
              <a:gd name="T90" fmla="*/ 223 w 228"/>
              <a:gd name="T91" fmla="*/ 134 h 228"/>
              <a:gd name="T92" fmla="*/ 228 w 228"/>
              <a:gd name="T93" fmla="*/ 128 h 228"/>
              <a:gd name="T94" fmla="*/ 228 w 228"/>
              <a:gd name="T95" fmla="*/ 100 h 228"/>
              <a:gd name="T96" fmla="*/ 223 w 228"/>
              <a:gd name="T97" fmla="*/ 95 h 228"/>
              <a:gd name="T98" fmla="*/ 114 w 228"/>
              <a:gd name="T99" fmla="*/ 149 h 228"/>
              <a:gd name="T100" fmla="*/ 79 w 228"/>
              <a:gd name="T101" fmla="*/ 114 h 228"/>
              <a:gd name="T102" fmla="*/ 114 w 228"/>
              <a:gd name="T103" fmla="*/ 79 h 228"/>
              <a:gd name="T104" fmla="*/ 149 w 228"/>
              <a:gd name="T105" fmla="*/ 114 h 228"/>
              <a:gd name="T106" fmla="*/ 114 w 228"/>
              <a:gd name="T107" fmla="*/ 149 h 2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228" h="228">
                <a:moveTo>
                  <a:pt x="223" y="95"/>
                </a:moveTo>
                <a:cubicBezTo>
                  <a:pt x="196" y="90"/>
                  <a:pt x="196" y="90"/>
                  <a:pt x="196" y="90"/>
                </a:cubicBezTo>
                <a:cubicBezTo>
                  <a:pt x="194" y="84"/>
                  <a:pt x="192" y="79"/>
                  <a:pt x="189" y="74"/>
                </a:cubicBezTo>
                <a:cubicBezTo>
                  <a:pt x="205" y="50"/>
                  <a:pt x="205" y="50"/>
                  <a:pt x="205" y="50"/>
                </a:cubicBezTo>
                <a:cubicBezTo>
                  <a:pt x="207" y="48"/>
                  <a:pt x="206" y="45"/>
                  <a:pt x="205" y="43"/>
                </a:cubicBezTo>
                <a:cubicBezTo>
                  <a:pt x="185" y="24"/>
                  <a:pt x="185" y="24"/>
                  <a:pt x="185" y="24"/>
                </a:cubicBezTo>
                <a:cubicBezTo>
                  <a:pt x="183" y="22"/>
                  <a:pt x="180" y="21"/>
                  <a:pt x="178" y="23"/>
                </a:cubicBezTo>
                <a:cubicBezTo>
                  <a:pt x="155" y="39"/>
                  <a:pt x="155" y="39"/>
                  <a:pt x="155" y="39"/>
                </a:cubicBezTo>
                <a:cubicBezTo>
                  <a:pt x="149" y="36"/>
                  <a:pt x="144" y="34"/>
                  <a:pt x="138" y="32"/>
                </a:cubicBezTo>
                <a:cubicBezTo>
                  <a:pt x="133" y="5"/>
                  <a:pt x="133" y="5"/>
                  <a:pt x="133" y="5"/>
                </a:cubicBezTo>
                <a:cubicBezTo>
                  <a:pt x="133" y="2"/>
                  <a:pt x="130" y="0"/>
                  <a:pt x="127" y="0"/>
                </a:cubicBezTo>
                <a:cubicBezTo>
                  <a:pt x="100" y="0"/>
                  <a:pt x="100" y="0"/>
                  <a:pt x="100" y="0"/>
                </a:cubicBezTo>
                <a:cubicBezTo>
                  <a:pt x="97" y="0"/>
                  <a:pt x="95" y="2"/>
                  <a:pt x="94" y="5"/>
                </a:cubicBezTo>
                <a:cubicBezTo>
                  <a:pt x="89" y="32"/>
                  <a:pt x="89" y="32"/>
                  <a:pt x="89" y="32"/>
                </a:cubicBezTo>
                <a:cubicBezTo>
                  <a:pt x="83" y="34"/>
                  <a:pt x="78" y="36"/>
                  <a:pt x="73" y="39"/>
                </a:cubicBezTo>
                <a:cubicBezTo>
                  <a:pt x="50" y="23"/>
                  <a:pt x="50" y="23"/>
                  <a:pt x="50" y="23"/>
                </a:cubicBezTo>
                <a:cubicBezTo>
                  <a:pt x="48" y="22"/>
                  <a:pt x="45" y="22"/>
                  <a:pt x="43" y="24"/>
                </a:cubicBezTo>
                <a:cubicBezTo>
                  <a:pt x="23" y="43"/>
                  <a:pt x="23" y="43"/>
                  <a:pt x="23" y="43"/>
                </a:cubicBezTo>
                <a:cubicBezTo>
                  <a:pt x="22" y="45"/>
                  <a:pt x="21" y="49"/>
                  <a:pt x="23" y="51"/>
                </a:cubicBezTo>
                <a:cubicBezTo>
                  <a:pt x="39" y="74"/>
                  <a:pt x="39" y="74"/>
                  <a:pt x="39" y="74"/>
                </a:cubicBezTo>
                <a:cubicBezTo>
                  <a:pt x="36" y="79"/>
                  <a:pt x="34" y="84"/>
                  <a:pt x="32" y="90"/>
                </a:cubicBezTo>
                <a:cubicBezTo>
                  <a:pt x="5" y="95"/>
                  <a:pt x="5" y="95"/>
                  <a:pt x="5" y="95"/>
                </a:cubicBezTo>
                <a:cubicBezTo>
                  <a:pt x="2" y="95"/>
                  <a:pt x="0" y="98"/>
                  <a:pt x="0" y="100"/>
                </a:cubicBezTo>
                <a:cubicBezTo>
                  <a:pt x="0" y="128"/>
                  <a:pt x="0" y="128"/>
                  <a:pt x="0" y="128"/>
                </a:cubicBezTo>
                <a:cubicBezTo>
                  <a:pt x="0" y="131"/>
                  <a:pt x="2" y="133"/>
                  <a:pt x="5" y="134"/>
                </a:cubicBezTo>
                <a:cubicBezTo>
                  <a:pt x="32" y="139"/>
                  <a:pt x="32" y="139"/>
                  <a:pt x="32" y="139"/>
                </a:cubicBezTo>
                <a:cubicBezTo>
                  <a:pt x="34" y="144"/>
                  <a:pt x="36" y="150"/>
                  <a:pt x="39" y="155"/>
                </a:cubicBezTo>
                <a:cubicBezTo>
                  <a:pt x="23" y="178"/>
                  <a:pt x="23" y="178"/>
                  <a:pt x="23" y="178"/>
                </a:cubicBezTo>
                <a:cubicBezTo>
                  <a:pt x="22" y="180"/>
                  <a:pt x="22" y="183"/>
                  <a:pt x="24" y="185"/>
                </a:cubicBezTo>
                <a:cubicBezTo>
                  <a:pt x="43" y="204"/>
                  <a:pt x="43" y="204"/>
                  <a:pt x="43" y="204"/>
                </a:cubicBezTo>
                <a:cubicBezTo>
                  <a:pt x="45" y="206"/>
                  <a:pt x="48" y="207"/>
                  <a:pt x="51" y="205"/>
                </a:cubicBezTo>
                <a:cubicBezTo>
                  <a:pt x="73" y="189"/>
                  <a:pt x="73" y="189"/>
                  <a:pt x="73" y="189"/>
                </a:cubicBezTo>
                <a:cubicBezTo>
                  <a:pt x="78" y="192"/>
                  <a:pt x="84" y="194"/>
                  <a:pt x="89" y="196"/>
                </a:cubicBezTo>
                <a:cubicBezTo>
                  <a:pt x="94" y="223"/>
                  <a:pt x="94" y="223"/>
                  <a:pt x="94" y="223"/>
                </a:cubicBezTo>
                <a:cubicBezTo>
                  <a:pt x="95" y="226"/>
                  <a:pt x="97" y="228"/>
                  <a:pt x="100" y="228"/>
                </a:cubicBezTo>
                <a:cubicBezTo>
                  <a:pt x="127" y="228"/>
                  <a:pt x="127" y="228"/>
                  <a:pt x="127" y="228"/>
                </a:cubicBezTo>
                <a:cubicBezTo>
                  <a:pt x="130" y="228"/>
                  <a:pt x="133" y="226"/>
                  <a:pt x="133" y="223"/>
                </a:cubicBezTo>
                <a:cubicBezTo>
                  <a:pt x="138" y="196"/>
                  <a:pt x="138" y="196"/>
                  <a:pt x="138" y="196"/>
                </a:cubicBezTo>
                <a:cubicBezTo>
                  <a:pt x="144" y="194"/>
                  <a:pt x="149" y="192"/>
                  <a:pt x="154" y="190"/>
                </a:cubicBezTo>
                <a:cubicBezTo>
                  <a:pt x="177" y="205"/>
                  <a:pt x="177" y="205"/>
                  <a:pt x="177" y="205"/>
                </a:cubicBezTo>
                <a:cubicBezTo>
                  <a:pt x="180" y="207"/>
                  <a:pt x="183" y="207"/>
                  <a:pt x="185" y="205"/>
                </a:cubicBezTo>
                <a:cubicBezTo>
                  <a:pt x="204" y="185"/>
                  <a:pt x="204" y="185"/>
                  <a:pt x="204" y="185"/>
                </a:cubicBezTo>
                <a:cubicBezTo>
                  <a:pt x="206" y="183"/>
                  <a:pt x="206" y="180"/>
                  <a:pt x="205" y="178"/>
                </a:cubicBezTo>
                <a:cubicBezTo>
                  <a:pt x="189" y="155"/>
                  <a:pt x="189" y="155"/>
                  <a:pt x="189" y="155"/>
                </a:cubicBezTo>
                <a:cubicBezTo>
                  <a:pt x="192" y="150"/>
                  <a:pt x="194" y="144"/>
                  <a:pt x="196" y="139"/>
                </a:cubicBezTo>
                <a:cubicBezTo>
                  <a:pt x="223" y="134"/>
                  <a:pt x="223" y="134"/>
                  <a:pt x="223" y="134"/>
                </a:cubicBezTo>
                <a:cubicBezTo>
                  <a:pt x="226" y="133"/>
                  <a:pt x="228" y="131"/>
                  <a:pt x="228" y="128"/>
                </a:cubicBezTo>
                <a:cubicBezTo>
                  <a:pt x="228" y="100"/>
                  <a:pt x="228" y="100"/>
                  <a:pt x="228" y="100"/>
                </a:cubicBezTo>
                <a:cubicBezTo>
                  <a:pt x="228" y="98"/>
                  <a:pt x="226" y="95"/>
                  <a:pt x="223" y="95"/>
                </a:cubicBezTo>
                <a:close/>
                <a:moveTo>
                  <a:pt x="114" y="149"/>
                </a:moveTo>
                <a:cubicBezTo>
                  <a:pt x="95" y="149"/>
                  <a:pt x="79" y="133"/>
                  <a:pt x="79" y="114"/>
                </a:cubicBezTo>
                <a:cubicBezTo>
                  <a:pt x="79" y="95"/>
                  <a:pt x="95" y="79"/>
                  <a:pt x="114" y="79"/>
                </a:cubicBezTo>
                <a:cubicBezTo>
                  <a:pt x="133" y="79"/>
                  <a:pt x="149" y="95"/>
                  <a:pt x="149" y="114"/>
                </a:cubicBezTo>
                <a:cubicBezTo>
                  <a:pt x="149" y="133"/>
                  <a:pt x="133" y="149"/>
                  <a:pt x="114" y="149"/>
                </a:cubicBezTo>
                <a:close/>
              </a:path>
            </a:pathLst>
          </a:custGeom>
          <a:solidFill>
            <a:sysClr val="window" lastClr="FFFFFF"/>
          </a:solidFill>
          <a:ln>
            <a:noFill/>
          </a:ln>
        </p:spPr>
        <p:txBody>
          <a:bodyPr lIns="67500" tIns="35100" rIns="67500" bIns="35100" anchor="ctr">
            <a:normAutofit fontScale="60000" lnSpcReduction="20000"/>
          </a:bodyPr>
          <a:lstStyle/>
          <a:p>
            <a:pPr algn="ctr">
              <a:lnSpc>
                <a:spcPct val="130000"/>
              </a:lnSpc>
            </a:pPr>
            <a:endParaRPr sz="1350">
              <a:latin typeface="Arial" panose="020B0604020202020204" pitchFamily="34" charset="0"/>
              <a:ea typeface="微软雅黑" panose="020B0503020204020204" pitchFamily="34" charset="-122"/>
              <a:sym typeface="Arial" panose="020B0604020202020204" pitchFamily="34" charset="0"/>
            </a:endParaRPr>
          </a:p>
        </p:txBody>
      </p:sp>
      <p:sp>
        <p:nvSpPr>
          <p:cNvPr id="49" name="文本框 48"/>
          <p:cNvSpPr txBox="1"/>
          <p:nvPr>
            <p:custDataLst>
              <p:tags r:id="rId17"/>
            </p:custDataLst>
          </p:nvPr>
        </p:nvSpPr>
        <p:spPr bwMode="auto">
          <a:xfrm>
            <a:off x="5754370" y="934085"/>
            <a:ext cx="2815590" cy="624840"/>
          </a:xfrm>
          <a:prstGeom prst="rect">
            <a:avLst/>
          </a:prstGeom>
          <a:noFill/>
          <a:ln w="9525">
            <a:noFill/>
            <a:miter lim="800000"/>
          </a:ln>
        </p:spPr>
        <p:txBody>
          <a:bodyPr wrap="square" lIns="67500" tIns="0" rIns="67500" bIns="35100" anchor="ctr" anchorCtr="0">
            <a:spAutoFit/>
            <a:scene3d>
              <a:camera prst="orthographicFront"/>
              <a:lightRig rig="threePt" dir="t"/>
            </a:scene3d>
            <a:sp3d>
              <a:bevelT w="0" h="0"/>
            </a:sp3d>
          </a:bodyPr>
          <a:lstStyle/>
          <a:p>
            <a:pPr>
              <a:lnSpc>
                <a:spcPct val="120000"/>
              </a:lnSpc>
              <a:defRPr/>
            </a:pPr>
            <a:r>
              <a:rPr lang="zh-CN" altLang="en-US" sz="800" spc="150">
                <a:solidFill>
                  <a:srgbClr val="000000">
                    <a:lumMod val="100000"/>
                  </a:srgbClr>
                </a:solidFill>
                <a:latin typeface="Arial" panose="020B0604020202020204" pitchFamily="34" charset="0"/>
                <a:ea typeface="微软雅黑" panose="020B0503020204020204" pitchFamily="34" charset="-122"/>
                <a:sym typeface="Arial" panose="020B0604020202020204" pitchFamily="34" charset="0"/>
              </a:rPr>
              <a:t>由一台中央主机通过通信线路连接大量的地理上分散的终端，构成面向终端的通信网络，终端分时访问中心计算机的资源，中心计算机将处理结果返回终端。</a:t>
            </a:r>
            <a:endParaRPr lang="zh-CN" altLang="en-US" sz="800" spc="150">
              <a:solidFill>
                <a:srgbClr val="000000">
                  <a:lumMod val="100000"/>
                </a:srgbClr>
              </a:solidFill>
              <a:latin typeface="Arial" panose="020B0604020202020204" pitchFamily="34" charset="0"/>
              <a:ea typeface="微软雅黑" panose="020B0503020204020204" pitchFamily="34" charset="-122"/>
              <a:sym typeface="Arial" panose="020B0604020202020204" pitchFamily="34" charset="0"/>
            </a:endParaRPr>
          </a:p>
        </p:txBody>
      </p:sp>
      <p:sp>
        <p:nvSpPr>
          <p:cNvPr id="52" name="五边形 51"/>
          <p:cNvSpPr/>
          <p:nvPr>
            <p:custDataLst>
              <p:tags r:id="rId18"/>
            </p:custDataLst>
          </p:nvPr>
        </p:nvSpPr>
        <p:spPr>
          <a:xfrm>
            <a:off x="5062538" y="1773555"/>
            <a:ext cx="401479" cy="271463"/>
          </a:xfrm>
          <a:prstGeom prst="homePlate">
            <a:avLst/>
          </a:prstGeom>
          <a:solidFill>
            <a:srgbClr val="AE64B8"/>
          </a:solidFill>
          <a:ln w="50800">
            <a:solidFill>
              <a:srgbClr val="6969C7">
                <a:lumMod val="20000"/>
                <a:lumOff val="80000"/>
              </a:srgbClr>
            </a:solidFill>
          </a:ln>
        </p:spPr>
        <p:txBody>
          <a:bodyPr lIns="67500" tIns="35100" rIns="67500" bIns="35100" anchor="ctr">
            <a:normAutofit fontScale="87500" lnSpcReduction="20000"/>
          </a:bodyPr>
          <a:lstStyle/>
          <a:p>
            <a:pPr algn="ctr">
              <a:lnSpc>
                <a:spcPct val="130000"/>
              </a:lnSpc>
            </a:pPr>
            <a:endParaRPr sz="1350">
              <a:latin typeface="Arial" panose="020B0604020202020204" pitchFamily="34" charset="0"/>
              <a:ea typeface="微软雅黑" panose="020B0503020204020204" pitchFamily="34" charset="-122"/>
              <a:sym typeface="Arial" panose="020B0604020202020204" pitchFamily="34" charset="0"/>
            </a:endParaRPr>
          </a:p>
        </p:txBody>
      </p:sp>
      <p:sp>
        <p:nvSpPr>
          <p:cNvPr id="53" name="任意多边形 52"/>
          <p:cNvSpPr/>
          <p:nvPr>
            <p:custDataLst>
              <p:tags r:id="rId19"/>
            </p:custDataLst>
          </p:nvPr>
        </p:nvSpPr>
        <p:spPr bwMode="auto">
          <a:xfrm>
            <a:off x="5102543" y="1811179"/>
            <a:ext cx="203835" cy="203835"/>
          </a:xfrm>
          <a:custGeom>
            <a:avLst/>
            <a:gdLst>
              <a:gd name="T0" fmla="*/ 130 w 236"/>
              <a:gd name="T1" fmla="*/ 1 h 236"/>
              <a:gd name="T2" fmla="*/ 118 w 236"/>
              <a:gd name="T3" fmla="*/ 0 h 236"/>
              <a:gd name="T4" fmla="*/ 30 w 236"/>
              <a:gd name="T5" fmla="*/ 40 h 236"/>
              <a:gd name="T6" fmla="*/ 68 w 236"/>
              <a:gd name="T7" fmla="*/ 105 h 236"/>
              <a:gd name="T8" fmla="*/ 130 w 236"/>
              <a:gd name="T9" fmla="*/ 1 h 236"/>
              <a:gd name="T10" fmla="*/ 20 w 236"/>
              <a:gd name="T11" fmla="*/ 52 h 236"/>
              <a:gd name="T12" fmla="*/ 0 w 236"/>
              <a:gd name="T13" fmla="*/ 118 h 236"/>
              <a:gd name="T14" fmla="*/ 5 w 236"/>
              <a:gd name="T15" fmla="*/ 153 h 236"/>
              <a:gd name="T16" fmla="*/ 81 w 236"/>
              <a:gd name="T17" fmla="*/ 153 h 236"/>
              <a:gd name="T18" fmla="*/ 20 w 236"/>
              <a:gd name="T19" fmla="*/ 52 h 236"/>
              <a:gd name="T20" fmla="*/ 225 w 236"/>
              <a:gd name="T21" fmla="*/ 68 h 236"/>
              <a:gd name="T22" fmla="*/ 145 w 236"/>
              <a:gd name="T23" fmla="*/ 3 h 236"/>
              <a:gd name="T24" fmla="*/ 106 w 236"/>
              <a:gd name="T25" fmla="*/ 68 h 236"/>
              <a:gd name="T26" fmla="*/ 225 w 236"/>
              <a:gd name="T27" fmla="*/ 68 h 236"/>
              <a:gd name="T28" fmla="*/ 130 w 236"/>
              <a:gd name="T29" fmla="*/ 167 h 236"/>
              <a:gd name="T30" fmla="*/ 11 w 236"/>
              <a:gd name="T31" fmla="*/ 167 h 236"/>
              <a:gd name="T32" fmla="*/ 96 w 236"/>
              <a:gd name="T33" fmla="*/ 234 h 236"/>
              <a:gd name="T34" fmla="*/ 93 w 236"/>
              <a:gd name="T35" fmla="*/ 232 h 236"/>
              <a:gd name="T36" fmla="*/ 130 w 236"/>
              <a:gd name="T37" fmla="*/ 167 h 236"/>
              <a:gd name="T38" fmla="*/ 230 w 236"/>
              <a:gd name="T39" fmla="*/ 82 h 236"/>
              <a:gd name="T40" fmla="*/ 155 w 236"/>
              <a:gd name="T41" fmla="*/ 82 h 236"/>
              <a:gd name="T42" fmla="*/ 215 w 236"/>
              <a:gd name="T43" fmla="*/ 186 h 236"/>
              <a:gd name="T44" fmla="*/ 236 w 236"/>
              <a:gd name="T45" fmla="*/ 118 h 236"/>
              <a:gd name="T46" fmla="*/ 230 w 236"/>
              <a:gd name="T47" fmla="*/ 82 h 236"/>
              <a:gd name="T48" fmla="*/ 108 w 236"/>
              <a:gd name="T49" fmla="*/ 236 h 236"/>
              <a:gd name="T50" fmla="*/ 118 w 236"/>
              <a:gd name="T51" fmla="*/ 236 h 236"/>
              <a:gd name="T52" fmla="*/ 205 w 236"/>
              <a:gd name="T53" fmla="*/ 198 h 236"/>
              <a:gd name="T54" fmla="*/ 167 w 236"/>
              <a:gd name="T55" fmla="*/ 132 h 236"/>
              <a:gd name="T56" fmla="*/ 108 w 236"/>
              <a:gd name="T57" fmla="*/ 236 h 2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236" h="236">
                <a:moveTo>
                  <a:pt x="130" y="1"/>
                </a:moveTo>
                <a:cubicBezTo>
                  <a:pt x="126" y="0"/>
                  <a:pt x="122" y="0"/>
                  <a:pt x="118" y="0"/>
                </a:cubicBezTo>
                <a:cubicBezTo>
                  <a:pt x="83" y="0"/>
                  <a:pt x="51" y="16"/>
                  <a:pt x="30" y="40"/>
                </a:cubicBezTo>
                <a:cubicBezTo>
                  <a:pt x="68" y="105"/>
                  <a:pt x="68" y="105"/>
                  <a:pt x="68" y="105"/>
                </a:cubicBezTo>
                <a:lnTo>
                  <a:pt x="130" y="1"/>
                </a:lnTo>
                <a:close/>
                <a:moveTo>
                  <a:pt x="20" y="52"/>
                </a:moveTo>
                <a:cubicBezTo>
                  <a:pt x="7" y="71"/>
                  <a:pt x="0" y="94"/>
                  <a:pt x="0" y="118"/>
                </a:cubicBezTo>
                <a:cubicBezTo>
                  <a:pt x="0" y="130"/>
                  <a:pt x="2" y="142"/>
                  <a:pt x="5" y="153"/>
                </a:cubicBezTo>
                <a:cubicBezTo>
                  <a:pt x="81" y="153"/>
                  <a:pt x="81" y="153"/>
                  <a:pt x="81" y="153"/>
                </a:cubicBezTo>
                <a:lnTo>
                  <a:pt x="20" y="52"/>
                </a:lnTo>
                <a:close/>
                <a:moveTo>
                  <a:pt x="225" y="68"/>
                </a:moveTo>
                <a:cubicBezTo>
                  <a:pt x="210" y="36"/>
                  <a:pt x="180" y="11"/>
                  <a:pt x="145" y="3"/>
                </a:cubicBezTo>
                <a:cubicBezTo>
                  <a:pt x="106" y="68"/>
                  <a:pt x="106" y="68"/>
                  <a:pt x="106" y="68"/>
                </a:cubicBezTo>
                <a:lnTo>
                  <a:pt x="225" y="68"/>
                </a:lnTo>
                <a:close/>
                <a:moveTo>
                  <a:pt x="130" y="167"/>
                </a:moveTo>
                <a:cubicBezTo>
                  <a:pt x="11" y="167"/>
                  <a:pt x="11" y="167"/>
                  <a:pt x="11" y="167"/>
                </a:cubicBezTo>
                <a:cubicBezTo>
                  <a:pt x="26" y="201"/>
                  <a:pt x="58" y="227"/>
                  <a:pt x="96" y="234"/>
                </a:cubicBezTo>
                <a:cubicBezTo>
                  <a:pt x="93" y="232"/>
                  <a:pt x="93" y="232"/>
                  <a:pt x="93" y="232"/>
                </a:cubicBezTo>
                <a:lnTo>
                  <a:pt x="130" y="167"/>
                </a:lnTo>
                <a:close/>
                <a:moveTo>
                  <a:pt x="230" y="82"/>
                </a:moveTo>
                <a:cubicBezTo>
                  <a:pt x="155" y="82"/>
                  <a:pt x="155" y="82"/>
                  <a:pt x="155" y="82"/>
                </a:cubicBezTo>
                <a:cubicBezTo>
                  <a:pt x="215" y="186"/>
                  <a:pt x="215" y="186"/>
                  <a:pt x="215" y="186"/>
                </a:cubicBezTo>
                <a:cubicBezTo>
                  <a:pt x="228" y="167"/>
                  <a:pt x="236" y="143"/>
                  <a:pt x="236" y="118"/>
                </a:cubicBezTo>
                <a:cubicBezTo>
                  <a:pt x="236" y="106"/>
                  <a:pt x="234" y="94"/>
                  <a:pt x="230" y="82"/>
                </a:cubicBezTo>
                <a:close/>
                <a:moveTo>
                  <a:pt x="108" y="236"/>
                </a:moveTo>
                <a:cubicBezTo>
                  <a:pt x="111" y="236"/>
                  <a:pt x="115" y="236"/>
                  <a:pt x="118" y="236"/>
                </a:cubicBezTo>
                <a:cubicBezTo>
                  <a:pt x="152" y="236"/>
                  <a:pt x="183" y="221"/>
                  <a:pt x="205" y="198"/>
                </a:cubicBezTo>
                <a:cubicBezTo>
                  <a:pt x="167" y="132"/>
                  <a:pt x="167" y="132"/>
                  <a:pt x="167" y="132"/>
                </a:cubicBezTo>
                <a:lnTo>
                  <a:pt x="108" y="236"/>
                </a:lnTo>
                <a:close/>
              </a:path>
            </a:pathLst>
          </a:custGeom>
          <a:solidFill>
            <a:sysClr val="window" lastClr="FFFFFF"/>
          </a:solidFill>
          <a:ln>
            <a:noFill/>
          </a:ln>
        </p:spPr>
        <p:txBody>
          <a:bodyPr lIns="67500" tIns="35100" rIns="67500" bIns="35100" anchor="ctr">
            <a:normAutofit fontScale="60000" lnSpcReduction="20000"/>
          </a:bodyPr>
          <a:lstStyle/>
          <a:p>
            <a:pPr algn="ctr">
              <a:lnSpc>
                <a:spcPct val="130000"/>
              </a:lnSpc>
            </a:pPr>
            <a:endParaRPr sz="1350">
              <a:latin typeface="Arial" panose="020B0604020202020204" pitchFamily="34" charset="0"/>
              <a:ea typeface="微软雅黑" panose="020B0503020204020204" pitchFamily="34" charset="-122"/>
              <a:sym typeface="Arial" panose="020B0604020202020204" pitchFamily="34" charset="0"/>
            </a:endParaRPr>
          </a:p>
        </p:txBody>
      </p:sp>
      <p:sp>
        <p:nvSpPr>
          <p:cNvPr id="47" name="文本框 46"/>
          <p:cNvSpPr txBox="1"/>
          <p:nvPr>
            <p:custDataLst>
              <p:tags r:id="rId20"/>
            </p:custDataLst>
          </p:nvPr>
        </p:nvSpPr>
        <p:spPr bwMode="auto">
          <a:xfrm>
            <a:off x="5754370" y="1673225"/>
            <a:ext cx="2815590" cy="476885"/>
          </a:xfrm>
          <a:prstGeom prst="rect">
            <a:avLst/>
          </a:prstGeom>
          <a:noFill/>
          <a:ln w="9525">
            <a:noFill/>
            <a:miter lim="800000"/>
          </a:ln>
        </p:spPr>
        <p:txBody>
          <a:bodyPr wrap="square" lIns="67500" tIns="0" rIns="67500" bIns="35100" anchor="ctr" anchorCtr="0">
            <a:spAutoFit/>
            <a:scene3d>
              <a:camera prst="orthographicFront"/>
              <a:lightRig rig="threePt" dir="t"/>
            </a:scene3d>
            <a:sp3d>
              <a:bevelT w="0" h="0"/>
            </a:sp3d>
          </a:bodyPr>
          <a:lstStyle/>
          <a:p>
            <a:pPr>
              <a:lnSpc>
                <a:spcPct val="120000"/>
              </a:lnSpc>
              <a:defRPr/>
            </a:pPr>
            <a:r>
              <a:rPr lang="zh-CN" altLang="en-US" sz="800" spc="150">
                <a:solidFill>
                  <a:srgbClr val="000000">
                    <a:lumMod val="100000"/>
                  </a:srgbClr>
                </a:solidFill>
                <a:latin typeface="Arial" panose="020B0604020202020204" pitchFamily="34" charset="0"/>
                <a:ea typeface="微软雅黑" panose="020B0503020204020204" pitchFamily="34" charset="-122"/>
                <a:sym typeface="Arial" panose="020B0604020202020204" pitchFamily="34" charset="0"/>
              </a:rPr>
              <a:t>这个时期的网络产品是相对独立的，没有统一标准，在同一网络中只能存在同一厂家生产的计算机，其他厂家生产的计算机无法接入。</a:t>
            </a:r>
            <a:endParaRPr lang="zh-CN" altLang="en-US" sz="800" spc="150">
              <a:solidFill>
                <a:srgbClr val="000000">
                  <a:lumMod val="100000"/>
                </a:srgbClr>
              </a:solidFill>
              <a:latin typeface="Arial" panose="020B0604020202020204" pitchFamily="34" charset="0"/>
              <a:ea typeface="微软雅黑" panose="020B0503020204020204" pitchFamily="34" charset="-122"/>
              <a:sym typeface="Arial" panose="020B0604020202020204" pitchFamily="34" charset="0"/>
            </a:endParaRPr>
          </a:p>
        </p:txBody>
      </p:sp>
      <p:sp>
        <p:nvSpPr>
          <p:cNvPr id="50" name="五边形 49"/>
          <p:cNvSpPr/>
          <p:nvPr>
            <p:custDataLst>
              <p:tags r:id="rId21"/>
            </p:custDataLst>
          </p:nvPr>
        </p:nvSpPr>
        <p:spPr>
          <a:xfrm>
            <a:off x="5062538" y="2436019"/>
            <a:ext cx="401479" cy="271463"/>
          </a:xfrm>
          <a:prstGeom prst="homePlate">
            <a:avLst/>
          </a:prstGeom>
          <a:solidFill>
            <a:srgbClr val="DB63A3"/>
          </a:solidFill>
          <a:ln w="50800">
            <a:solidFill>
              <a:srgbClr val="DB63A3">
                <a:lumMod val="20000"/>
                <a:lumOff val="80000"/>
              </a:srgbClr>
            </a:solidFill>
          </a:ln>
        </p:spPr>
        <p:txBody>
          <a:bodyPr lIns="67500" tIns="35100" rIns="67500" bIns="35100" anchor="ctr">
            <a:normAutofit fontScale="87500" lnSpcReduction="20000"/>
          </a:bodyPr>
          <a:lstStyle/>
          <a:p>
            <a:pPr algn="ctr">
              <a:lnSpc>
                <a:spcPct val="130000"/>
              </a:lnSpc>
            </a:pPr>
            <a:endParaRPr sz="1350">
              <a:latin typeface="Arial" panose="020B0604020202020204" pitchFamily="34" charset="0"/>
              <a:ea typeface="微软雅黑" panose="020B0503020204020204" pitchFamily="34" charset="-122"/>
              <a:sym typeface="Arial" panose="020B0604020202020204" pitchFamily="34" charset="0"/>
            </a:endParaRPr>
          </a:p>
        </p:txBody>
      </p:sp>
      <p:sp>
        <p:nvSpPr>
          <p:cNvPr id="51" name="任意多边形 50"/>
          <p:cNvSpPr/>
          <p:nvPr>
            <p:custDataLst>
              <p:tags r:id="rId22"/>
            </p:custDataLst>
          </p:nvPr>
        </p:nvSpPr>
        <p:spPr bwMode="auto">
          <a:xfrm>
            <a:off x="5102543" y="2466975"/>
            <a:ext cx="203835" cy="203835"/>
          </a:xfrm>
          <a:custGeom>
            <a:avLst/>
            <a:gdLst>
              <a:gd name="T0" fmla="*/ 184 w 260"/>
              <a:gd name="T1" fmla="*/ 106 h 260"/>
              <a:gd name="T2" fmla="*/ 193 w 260"/>
              <a:gd name="T3" fmla="*/ 143 h 260"/>
              <a:gd name="T4" fmla="*/ 117 w 260"/>
              <a:gd name="T5" fmla="*/ 219 h 260"/>
              <a:gd name="T6" fmla="*/ 42 w 260"/>
              <a:gd name="T7" fmla="*/ 143 h 260"/>
              <a:gd name="T8" fmla="*/ 117 w 260"/>
              <a:gd name="T9" fmla="*/ 66 h 260"/>
              <a:gd name="T10" fmla="*/ 154 w 260"/>
              <a:gd name="T11" fmla="*/ 76 h 260"/>
              <a:gd name="T12" fmla="*/ 183 w 260"/>
              <a:gd name="T13" fmla="*/ 46 h 260"/>
              <a:gd name="T14" fmla="*/ 117 w 260"/>
              <a:gd name="T15" fmla="*/ 25 h 260"/>
              <a:gd name="T16" fmla="*/ 0 w 260"/>
              <a:gd name="T17" fmla="*/ 143 h 260"/>
              <a:gd name="T18" fmla="*/ 117 w 260"/>
              <a:gd name="T19" fmla="*/ 260 h 260"/>
              <a:gd name="T20" fmla="*/ 233 w 260"/>
              <a:gd name="T21" fmla="*/ 143 h 260"/>
              <a:gd name="T22" fmla="*/ 213 w 260"/>
              <a:gd name="T23" fmla="*/ 77 h 260"/>
              <a:gd name="T24" fmla="*/ 184 w 260"/>
              <a:gd name="T25" fmla="*/ 106 h 260"/>
              <a:gd name="T26" fmla="*/ 225 w 260"/>
              <a:gd name="T27" fmla="*/ 35 h 260"/>
              <a:gd name="T28" fmla="*/ 225 w 260"/>
              <a:gd name="T29" fmla="*/ 35 h 260"/>
              <a:gd name="T30" fmla="*/ 225 w 260"/>
              <a:gd name="T31" fmla="*/ 0 h 260"/>
              <a:gd name="T32" fmla="*/ 203 w 260"/>
              <a:gd name="T33" fmla="*/ 23 h 260"/>
              <a:gd name="T34" fmla="*/ 203 w 260"/>
              <a:gd name="T35" fmla="*/ 46 h 260"/>
              <a:gd name="T36" fmla="*/ 139 w 260"/>
              <a:gd name="T37" fmla="*/ 111 h 260"/>
              <a:gd name="T38" fmla="*/ 117 w 260"/>
              <a:gd name="T39" fmla="*/ 104 h 260"/>
              <a:gd name="T40" fmla="*/ 79 w 260"/>
              <a:gd name="T41" fmla="*/ 143 h 260"/>
              <a:gd name="T42" fmla="*/ 117 w 260"/>
              <a:gd name="T43" fmla="*/ 181 h 260"/>
              <a:gd name="T44" fmla="*/ 155 w 260"/>
              <a:gd name="T45" fmla="*/ 143 h 260"/>
              <a:gd name="T46" fmla="*/ 150 w 260"/>
              <a:gd name="T47" fmla="*/ 123 h 260"/>
              <a:gd name="T48" fmla="*/ 215 w 260"/>
              <a:gd name="T49" fmla="*/ 58 h 260"/>
              <a:gd name="T50" fmla="*/ 237 w 260"/>
              <a:gd name="T51" fmla="*/ 58 h 260"/>
              <a:gd name="T52" fmla="*/ 260 w 260"/>
              <a:gd name="T53" fmla="*/ 35 h 260"/>
              <a:gd name="T54" fmla="*/ 225 w 260"/>
              <a:gd name="T55" fmla="*/ 35 h 2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60" h="260">
                <a:moveTo>
                  <a:pt x="184" y="106"/>
                </a:moveTo>
                <a:cubicBezTo>
                  <a:pt x="190" y="117"/>
                  <a:pt x="193" y="129"/>
                  <a:pt x="193" y="143"/>
                </a:cubicBezTo>
                <a:cubicBezTo>
                  <a:pt x="193" y="185"/>
                  <a:pt x="159" y="219"/>
                  <a:pt x="117" y="219"/>
                </a:cubicBezTo>
                <a:cubicBezTo>
                  <a:pt x="76" y="219"/>
                  <a:pt x="42" y="185"/>
                  <a:pt x="42" y="143"/>
                </a:cubicBezTo>
                <a:cubicBezTo>
                  <a:pt x="42" y="100"/>
                  <a:pt x="76" y="66"/>
                  <a:pt x="117" y="66"/>
                </a:cubicBezTo>
                <a:cubicBezTo>
                  <a:pt x="131" y="66"/>
                  <a:pt x="143" y="70"/>
                  <a:pt x="154" y="76"/>
                </a:cubicBezTo>
                <a:cubicBezTo>
                  <a:pt x="183" y="46"/>
                  <a:pt x="183" y="46"/>
                  <a:pt x="183" y="46"/>
                </a:cubicBezTo>
                <a:cubicBezTo>
                  <a:pt x="165" y="33"/>
                  <a:pt x="141" y="25"/>
                  <a:pt x="117" y="25"/>
                </a:cubicBezTo>
                <a:cubicBezTo>
                  <a:pt x="52" y="25"/>
                  <a:pt x="0" y="78"/>
                  <a:pt x="0" y="143"/>
                </a:cubicBezTo>
                <a:cubicBezTo>
                  <a:pt x="0" y="207"/>
                  <a:pt x="52" y="260"/>
                  <a:pt x="117" y="260"/>
                </a:cubicBezTo>
                <a:cubicBezTo>
                  <a:pt x="181" y="260"/>
                  <a:pt x="233" y="207"/>
                  <a:pt x="233" y="143"/>
                </a:cubicBezTo>
                <a:cubicBezTo>
                  <a:pt x="233" y="118"/>
                  <a:pt x="226" y="96"/>
                  <a:pt x="213" y="77"/>
                </a:cubicBezTo>
                <a:cubicBezTo>
                  <a:pt x="184" y="106"/>
                  <a:pt x="184" y="106"/>
                  <a:pt x="184" y="106"/>
                </a:cubicBezTo>
                <a:close/>
                <a:moveTo>
                  <a:pt x="225" y="35"/>
                </a:moveTo>
                <a:cubicBezTo>
                  <a:pt x="225" y="35"/>
                  <a:pt x="225" y="35"/>
                  <a:pt x="225" y="35"/>
                </a:cubicBezTo>
                <a:cubicBezTo>
                  <a:pt x="225" y="0"/>
                  <a:pt x="225" y="0"/>
                  <a:pt x="225" y="0"/>
                </a:cubicBezTo>
                <a:cubicBezTo>
                  <a:pt x="203" y="23"/>
                  <a:pt x="203" y="23"/>
                  <a:pt x="203" y="23"/>
                </a:cubicBezTo>
                <a:cubicBezTo>
                  <a:pt x="203" y="46"/>
                  <a:pt x="203" y="46"/>
                  <a:pt x="203" y="46"/>
                </a:cubicBezTo>
                <a:cubicBezTo>
                  <a:pt x="139" y="111"/>
                  <a:pt x="139" y="111"/>
                  <a:pt x="139" y="111"/>
                </a:cubicBezTo>
                <a:cubicBezTo>
                  <a:pt x="133" y="106"/>
                  <a:pt x="125" y="104"/>
                  <a:pt x="117" y="104"/>
                </a:cubicBezTo>
                <a:cubicBezTo>
                  <a:pt x="96" y="104"/>
                  <a:pt x="79" y="121"/>
                  <a:pt x="79" y="143"/>
                </a:cubicBezTo>
                <a:cubicBezTo>
                  <a:pt x="79" y="164"/>
                  <a:pt x="96" y="181"/>
                  <a:pt x="117" y="181"/>
                </a:cubicBezTo>
                <a:cubicBezTo>
                  <a:pt x="138" y="181"/>
                  <a:pt x="155" y="164"/>
                  <a:pt x="155" y="143"/>
                </a:cubicBezTo>
                <a:cubicBezTo>
                  <a:pt x="155" y="136"/>
                  <a:pt x="154" y="129"/>
                  <a:pt x="150" y="123"/>
                </a:cubicBezTo>
                <a:cubicBezTo>
                  <a:pt x="215" y="58"/>
                  <a:pt x="215" y="58"/>
                  <a:pt x="215" y="58"/>
                </a:cubicBezTo>
                <a:cubicBezTo>
                  <a:pt x="237" y="58"/>
                  <a:pt x="237" y="58"/>
                  <a:pt x="237" y="58"/>
                </a:cubicBezTo>
                <a:cubicBezTo>
                  <a:pt x="260" y="35"/>
                  <a:pt x="260" y="35"/>
                  <a:pt x="260" y="35"/>
                </a:cubicBezTo>
                <a:cubicBezTo>
                  <a:pt x="225" y="35"/>
                  <a:pt x="225" y="35"/>
                  <a:pt x="225" y="35"/>
                </a:cubicBezTo>
                <a:close/>
              </a:path>
            </a:pathLst>
          </a:custGeom>
          <a:solidFill>
            <a:sysClr val="window" lastClr="FFFFFF"/>
          </a:solidFill>
          <a:ln>
            <a:noFill/>
          </a:ln>
        </p:spPr>
        <p:txBody>
          <a:bodyPr lIns="67500" tIns="35100" rIns="67500" bIns="35100" anchor="ctr">
            <a:normAutofit fontScale="60000" lnSpcReduction="20000"/>
          </a:bodyPr>
          <a:lstStyle/>
          <a:p>
            <a:pPr algn="ctr">
              <a:lnSpc>
                <a:spcPct val="130000"/>
              </a:lnSpc>
            </a:pPr>
            <a:endParaRPr sz="1350">
              <a:latin typeface="Arial" panose="020B0604020202020204" pitchFamily="34" charset="0"/>
              <a:ea typeface="微软雅黑" panose="020B0503020204020204" pitchFamily="34" charset="-122"/>
              <a:sym typeface="Arial" panose="020B0604020202020204" pitchFamily="34" charset="0"/>
            </a:endParaRPr>
          </a:p>
        </p:txBody>
      </p:sp>
      <p:sp>
        <p:nvSpPr>
          <p:cNvPr id="45" name="文本框 44"/>
          <p:cNvSpPr txBox="1"/>
          <p:nvPr>
            <p:custDataLst>
              <p:tags r:id="rId23"/>
            </p:custDataLst>
          </p:nvPr>
        </p:nvSpPr>
        <p:spPr bwMode="auto">
          <a:xfrm>
            <a:off x="5754370" y="2263458"/>
            <a:ext cx="2815590" cy="624840"/>
          </a:xfrm>
          <a:prstGeom prst="rect">
            <a:avLst/>
          </a:prstGeom>
          <a:noFill/>
          <a:ln w="9525">
            <a:noFill/>
            <a:miter lim="800000"/>
          </a:ln>
        </p:spPr>
        <p:txBody>
          <a:bodyPr wrap="square" lIns="67500" tIns="0" rIns="67500" bIns="35100" anchor="ctr" anchorCtr="0">
            <a:spAutoFit/>
            <a:scene3d>
              <a:camera prst="orthographicFront"/>
              <a:lightRig rig="threePt" dir="t"/>
            </a:scene3d>
            <a:sp3d>
              <a:bevelT w="0" h="0"/>
            </a:sp3d>
          </a:bodyPr>
          <a:lstStyle/>
          <a:p>
            <a:pPr>
              <a:lnSpc>
                <a:spcPct val="120000"/>
              </a:lnSpc>
              <a:defRPr/>
            </a:pPr>
            <a:r>
              <a:rPr lang="zh-CN" altLang="en-US" sz="800" spc="150">
                <a:solidFill>
                  <a:srgbClr val="000000">
                    <a:lumMod val="100000"/>
                  </a:srgbClr>
                </a:solidFill>
                <a:latin typeface="Arial" panose="020B0604020202020204" pitchFamily="34" charset="0"/>
                <a:ea typeface="微软雅黑" panose="020B0503020204020204" pitchFamily="34" charset="-122"/>
                <a:sym typeface="Arial" panose="020B0604020202020204" pitchFamily="34" charset="0"/>
              </a:rPr>
              <a:t>第三阶段计算机网络的特点是制定了统一的不同计算机之间互联的标准，从而实现了不同厂家广域网、局域网之间的互联，网络体系结构与网络协议实现标准化。</a:t>
            </a:r>
            <a:endParaRPr lang="zh-CN" altLang="en-US" sz="800" spc="150">
              <a:solidFill>
                <a:srgbClr val="000000">
                  <a:lumMod val="100000"/>
                </a:srgbClr>
              </a:solidFill>
              <a:latin typeface="Arial" panose="020B0604020202020204" pitchFamily="34" charset="0"/>
              <a:ea typeface="微软雅黑" panose="020B0503020204020204" pitchFamily="34" charset="-122"/>
              <a:sym typeface="Arial" panose="020B0604020202020204" pitchFamily="34" charset="0"/>
            </a:endParaRPr>
          </a:p>
        </p:txBody>
      </p:sp>
      <p:sp>
        <p:nvSpPr>
          <p:cNvPr id="92" name="五边形 53"/>
          <p:cNvSpPr/>
          <p:nvPr>
            <p:custDataLst>
              <p:tags r:id="rId24"/>
            </p:custDataLst>
          </p:nvPr>
        </p:nvSpPr>
        <p:spPr>
          <a:xfrm>
            <a:off x="5058251" y="3098959"/>
            <a:ext cx="401479" cy="271463"/>
          </a:xfrm>
          <a:prstGeom prst="homePlate">
            <a:avLst/>
          </a:prstGeom>
          <a:solidFill>
            <a:srgbClr val="F5738C"/>
          </a:solidFill>
          <a:ln w="50800">
            <a:solidFill>
              <a:srgbClr val="F5738C">
                <a:lumMod val="20000"/>
                <a:lumOff val="80000"/>
              </a:srgbClr>
            </a:solidFill>
          </a:ln>
        </p:spPr>
        <p:txBody>
          <a:bodyPr lIns="67500" tIns="35100" rIns="67500" bIns="35100" anchor="ctr">
            <a:normAutofit fontScale="87500" lnSpcReduction="20000"/>
          </a:bodyPr>
          <a:lstStyle/>
          <a:p>
            <a:pPr algn="ctr">
              <a:lnSpc>
                <a:spcPct val="130000"/>
              </a:lnSpc>
            </a:pPr>
            <a:endParaRPr sz="1350">
              <a:latin typeface="Arial" panose="020B0604020202020204" pitchFamily="34" charset="0"/>
              <a:ea typeface="微软雅黑" panose="020B0503020204020204" pitchFamily="34" charset="-122"/>
              <a:sym typeface="Arial" panose="020B0604020202020204" pitchFamily="34" charset="0"/>
            </a:endParaRPr>
          </a:p>
        </p:txBody>
      </p:sp>
      <p:sp>
        <p:nvSpPr>
          <p:cNvPr id="91" name="文本框 90"/>
          <p:cNvSpPr txBox="1"/>
          <p:nvPr>
            <p:custDataLst>
              <p:tags r:id="rId25"/>
            </p:custDataLst>
          </p:nvPr>
        </p:nvSpPr>
        <p:spPr bwMode="auto">
          <a:xfrm>
            <a:off x="5754370" y="2928938"/>
            <a:ext cx="2815590" cy="624840"/>
          </a:xfrm>
          <a:prstGeom prst="rect">
            <a:avLst/>
          </a:prstGeom>
          <a:noFill/>
          <a:ln w="9525">
            <a:noFill/>
            <a:miter lim="800000"/>
          </a:ln>
        </p:spPr>
        <p:txBody>
          <a:bodyPr wrap="square" lIns="67500" tIns="0" rIns="67500" bIns="35100" anchor="ctr" anchorCtr="0">
            <a:spAutoFit/>
            <a:scene3d>
              <a:camera prst="orthographicFront"/>
              <a:lightRig rig="threePt" dir="t"/>
            </a:scene3d>
            <a:sp3d>
              <a:bevelT w="0" h="0"/>
            </a:sp3d>
          </a:bodyPr>
          <a:lstStyle/>
          <a:p>
            <a:pPr>
              <a:lnSpc>
                <a:spcPct val="120000"/>
              </a:lnSpc>
              <a:defRPr/>
            </a:pPr>
            <a:r>
              <a:rPr lang="zh-CN" altLang="en-US" sz="800" spc="150">
                <a:solidFill>
                  <a:srgbClr val="000000">
                    <a:lumMod val="100000"/>
                  </a:srgbClr>
                </a:solidFill>
                <a:latin typeface="Arial" panose="020B0604020202020204" pitchFamily="34" charset="0"/>
                <a:ea typeface="微软雅黑" panose="020B0503020204020204" pitchFamily="34" charset="-122"/>
                <a:sym typeface="Arial" panose="020B0604020202020204" pitchFamily="34" charset="0"/>
              </a:rPr>
              <a:t>第四阶段计算机网络是在进入20 世纪90 年代后，随着数字通信的出现而产生的，其特点是综合化和高速化。综合化是指采用交换的数据传送方式将多种业务综合到一个网络中完成。</a:t>
            </a:r>
            <a:endParaRPr lang="zh-CN" altLang="en-US" sz="800" spc="150">
              <a:solidFill>
                <a:srgbClr val="000000">
                  <a:lumMod val="100000"/>
                </a:srgbClr>
              </a:solidFill>
              <a:latin typeface="Arial" panose="020B0604020202020204" pitchFamily="34" charset="0"/>
              <a:ea typeface="微软雅黑" panose="020B0503020204020204" pitchFamily="34" charset="-122"/>
              <a:sym typeface="Arial" panose="020B0604020202020204" pitchFamily="34" charset="0"/>
            </a:endParaRPr>
          </a:p>
        </p:txBody>
      </p:sp>
      <p:sp>
        <p:nvSpPr>
          <p:cNvPr id="98" name="五边形 51"/>
          <p:cNvSpPr/>
          <p:nvPr>
            <p:custDataLst>
              <p:tags r:id="rId26"/>
            </p:custDataLst>
          </p:nvPr>
        </p:nvSpPr>
        <p:spPr>
          <a:xfrm>
            <a:off x="5062538" y="3761899"/>
            <a:ext cx="401479" cy="271463"/>
          </a:xfrm>
          <a:prstGeom prst="homePlate">
            <a:avLst/>
          </a:prstGeom>
          <a:solidFill>
            <a:srgbClr val="F79179"/>
          </a:solidFill>
          <a:ln w="50800">
            <a:solidFill>
              <a:srgbClr val="F79179">
                <a:lumMod val="20000"/>
                <a:lumOff val="80000"/>
              </a:srgbClr>
            </a:solidFill>
          </a:ln>
        </p:spPr>
        <p:txBody>
          <a:bodyPr lIns="67500" tIns="35100" rIns="67500" bIns="35100" anchor="ctr">
            <a:normAutofit fontScale="87500" lnSpcReduction="20000"/>
          </a:bodyPr>
          <a:lstStyle/>
          <a:p>
            <a:pPr algn="ctr">
              <a:lnSpc>
                <a:spcPct val="130000"/>
              </a:lnSpc>
            </a:pPr>
            <a:endParaRPr sz="1350">
              <a:latin typeface="Arial" panose="020B0604020202020204" pitchFamily="34" charset="0"/>
              <a:ea typeface="微软雅黑" panose="020B0503020204020204" pitchFamily="34" charset="-122"/>
              <a:sym typeface="Arial" panose="020B0604020202020204" pitchFamily="34" charset="0"/>
            </a:endParaRPr>
          </a:p>
        </p:txBody>
      </p:sp>
      <p:sp>
        <p:nvSpPr>
          <p:cNvPr id="97" name="文本框 96"/>
          <p:cNvSpPr txBox="1"/>
          <p:nvPr>
            <p:custDataLst>
              <p:tags r:id="rId27"/>
            </p:custDataLst>
          </p:nvPr>
        </p:nvSpPr>
        <p:spPr bwMode="auto">
          <a:xfrm>
            <a:off x="5754370" y="3593783"/>
            <a:ext cx="2815590" cy="624840"/>
          </a:xfrm>
          <a:prstGeom prst="rect">
            <a:avLst/>
          </a:prstGeom>
          <a:noFill/>
          <a:ln w="9525">
            <a:noFill/>
            <a:miter lim="800000"/>
          </a:ln>
        </p:spPr>
        <p:txBody>
          <a:bodyPr wrap="square" lIns="67500" tIns="0" rIns="67500" bIns="35100" anchor="ctr" anchorCtr="0">
            <a:spAutoFit/>
            <a:scene3d>
              <a:camera prst="orthographicFront"/>
              <a:lightRig rig="threePt" dir="t"/>
            </a:scene3d>
            <a:sp3d>
              <a:bevelT w="0" h="0"/>
            </a:sp3d>
          </a:bodyPr>
          <a:lstStyle/>
          <a:p>
            <a:pPr>
              <a:lnSpc>
                <a:spcPct val="120000"/>
              </a:lnSpc>
              <a:defRPr/>
            </a:pPr>
            <a:r>
              <a:rPr lang="zh-CN" altLang="en-US" sz="800" spc="150">
                <a:solidFill>
                  <a:srgbClr val="000000">
                    <a:lumMod val="100000"/>
                  </a:srgbClr>
                </a:solidFill>
                <a:latin typeface="Arial" panose="020B0604020202020204" pitchFamily="34" charset="0"/>
                <a:ea typeface="微软雅黑" panose="020B0503020204020204" pitchFamily="34" charset="-122"/>
                <a:sym typeface="Arial" panose="020B0604020202020204" pitchFamily="34" charset="0"/>
              </a:rPr>
              <a:t>随着电信、电视、计算机“三网融合”趋势的加强，未来的互联网将是一个真正的多网合一、多业务综合平台和智能化的平台，未来的互联网是移动＋IP＋广播多媒体的网络世界。</a:t>
            </a:r>
            <a:endParaRPr lang="zh-CN" altLang="en-US" sz="800" spc="150">
              <a:solidFill>
                <a:srgbClr val="000000">
                  <a:lumMod val="100000"/>
                </a:srgbClr>
              </a:solidFill>
              <a:latin typeface="Arial" panose="020B0604020202020204" pitchFamily="34" charset="0"/>
              <a:ea typeface="微软雅黑" panose="020B0503020204020204" pitchFamily="34" charset="-122"/>
              <a:sym typeface="Arial" panose="020B0604020202020204" pitchFamily="34" charset="0"/>
            </a:endParaRPr>
          </a:p>
        </p:txBody>
      </p:sp>
      <p:sp>
        <p:nvSpPr>
          <p:cNvPr id="6" name="文本框 5"/>
          <p:cNvSpPr txBox="1"/>
          <p:nvPr>
            <p:custDataLst>
              <p:tags r:id="rId28"/>
            </p:custDataLst>
          </p:nvPr>
        </p:nvSpPr>
        <p:spPr bwMode="auto">
          <a:xfrm>
            <a:off x="1078230" y="875665"/>
            <a:ext cx="1332865" cy="422910"/>
          </a:xfrm>
          <a:prstGeom prst="rect">
            <a:avLst/>
          </a:prstGeom>
          <a:noFill/>
          <a:sp3d prstMaterial="matte">
            <a:bevelT w="1270" h="1270"/>
          </a:sp3d>
        </p:spPr>
        <p:txBody>
          <a:bodyPr wrap="square" lIns="67500" tIns="35100" rIns="67500" bIns="35100" anchor="ctr">
            <a:normAutofit/>
            <a:scene3d>
              <a:camera prst="orthographicFront"/>
              <a:lightRig rig="threePt" dir="t"/>
            </a:scene3d>
            <a:sp3d>
              <a:bevelT w="0" h="0"/>
            </a:sp3d>
          </a:bodyPr>
          <a:lstStyle/>
          <a:p>
            <a:pPr algn="r">
              <a:lnSpc>
                <a:spcPct val="120000"/>
              </a:lnSpc>
              <a:buClr>
                <a:prstClr val="white"/>
              </a:buClr>
              <a:defRPr/>
            </a:pPr>
            <a:r>
              <a:rPr lang="zh-CN" altLang="en-US" sz="1350" b="1" spc="300">
                <a:solidFill>
                  <a:sysClr val="window" lastClr="FFFFFF"/>
                </a:solidFill>
                <a:latin typeface="Arial" panose="020B0604020202020204" pitchFamily="34" charset="0"/>
                <a:ea typeface="微软雅黑" panose="020B0503020204020204" pitchFamily="34" charset="-122"/>
                <a:cs typeface="+mn-ea"/>
                <a:sym typeface="Arial" panose="020B0604020202020204" pitchFamily="34" charset="0"/>
              </a:rPr>
              <a:t>第一阶段：</a:t>
            </a:r>
            <a:endParaRPr lang="zh-CN" altLang="en-US" sz="1350" b="1" spc="300">
              <a:solidFill>
                <a:sysClr val="window" lastClr="FFFFFF"/>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7" name="文本框 6"/>
          <p:cNvSpPr txBox="1"/>
          <p:nvPr>
            <p:custDataLst>
              <p:tags r:id="rId29"/>
            </p:custDataLst>
          </p:nvPr>
        </p:nvSpPr>
        <p:spPr bwMode="auto">
          <a:xfrm>
            <a:off x="841304" y="1313568"/>
            <a:ext cx="1570109" cy="474218"/>
          </a:xfrm>
          <a:prstGeom prst="rect">
            <a:avLst/>
          </a:prstGeom>
        </p:spPr>
        <p:txBody>
          <a:bodyPr wrap="square" lIns="67500" tIns="35100" rIns="67500" bIns="35100" anchor="ctr" anchorCtr="0">
            <a:normAutofit/>
            <a:scene3d>
              <a:camera prst="orthographicFront"/>
              <a:lightRig rig="threePt" dir="t"/>
            </a:scene3d>
            <a:sp3d>
              <a:bevelT w="0" h="0"/>
            </a:sp3d>
          </a:bodyPr>
          <a:lstStyle/>
          <a:p>
            <a:pPr algn="r">
              <a:lnSpc>
                <a:spcPct val="120000"/>
              </a:lnSpc>
              <a:spcBef>
                <a:spcPct val="0"/>
              </a:spcBef>
              <a:defRPr/>
            </a:pPr>
            <a:r>
              <a:rPr lang="zh-CN" altLang="en-US" sz="1200" b="1" spc="150">
                <a:latin typeface="Arial" panose="020B0604020202020204" pitchFamily="34" charset="0"/>
                <a:ea typeface="微软雅黑" panose="020B0503020204020204" pitchFamily="34" charset="-122"/>
                <a:sym typeface="Arial" panose="020B0604020202020204" pitchFamily="34" charset="0"/>
              </a:rPr>
              <a:t>远程终端联机阶段</a:t>
            </a:r>
            <a:endParaRPr lang="zh-CN" altLang="en-US" sz="1200" b="1" spc="150">
              <a:latin typeface="Arial" panose="020B0604020202020204" pitchFamily="34" charset="0"/>
              <a:ea typeface="微软雅黑" panose="020B0503020204020204" pitchFamily="34" charset="-122"/>
              <a:sym typeface="Arial" panose="020B0604020202020204" pitchFamily="34" charset="0"/>
            </a:endParaRPr>
          </a:p>
        </p:txBody>
      </p:sp>
      <p:sp>
        <p:nvSpPr>
          <p:cNvPr id="10" name="文本框 9"/>
          <p:cNvSpPr txBox="1"/>
          <p:nvPr>
            <p:custDataLst>
              <p:tags r:id="rId30"/>
            </p:custDataLst>
          </p:nvPr>
        </p:nvSpPr>
        <p:spPr bwMode="auto">
          <a:xfrm>
            <a:off x="778510" y="1881505"/>
            <a:ext cx="1632585" cy="422910"/>
          </a:xfrm>
          <a:prstGeom prst="rect">
            <a:avLst/>
          </a:prstGeom>
          <a:noFill/>
          <a:sp3d prstMaterial="matte">
            <a:bevelT w="1270" h="1270"/>
          </a:sp3d>
        </p:spPr>
        <p:txBody>
          <a:bodyPr wrap="square" lIns="67500" tIns="35100" rIns="67500" bIns="35100" anchor="ctr">
            <a:normAutofit/>
            <a:scene3d>
              <a:camera prst="orthographicFront"/>
              <a:lightRig rig="threePt" dir="t"/>
            </a:scene3d>
            <a:sp3d>
              <a:bevelT w="0" h="0"/>
            </a:sp3d>
          </a:bodyPr>
          <a:lstStyle/>
          <a:p>
            <a:pPr algn="r">
              <a:lnSpc>
                <a:spcPct val="120000"/>
              </a:lnSpc>
              <a:buClr>
                <a:prstClr val="white"/>
              </a:buClr>
              <a:defRPr/>
            </a:pPr>
            <a:r>
              <a:rPr lang="zh-CN" altLang="en-US" sz="1350" b="1" spc="300">
                <a:solidFill>
                  <a:sysClr val="window" lastClr="FFFFFF"/>
                </a:solidFill>
                <a:latin typeface="Arial" panose="020B0604020202020204" pitchFamily="34" charset="0"/>
                <a:ea typeface="微软雅黑" panose="020B0503020204020204" pitchFamily="34" charset="-122"/>
                <a:cs typeface="+mn-ea"/>
                <a:sym typeface="Arial" panose="020B0604020202020204" pitchFamily="34" charset="0"/>
              </a:rPr>
              <a:t>第三阶段：</a:t>
            </a:r>
            <a:endParaRPr lang="zh-CN" altLang="en-US" sz="1350" b="1" spc="300">
              <a:solidFill>
                <a:sysClr val="window" lastClr="FFFFFF"/>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9" name="文本框 18"/>
          <p:cNvSpPr txBox="1"/>
          <p:nvPr>
            <p:custDataLst>
              <p:tags r:id="rId31"/>
            </p:custDataLst>
          </p:nvPr>
        </p:nvSpPr>
        <p:spPr bwMode="auto">
          <a:xfrm>
            <a:off x="561975" y="2317115"/>
            <a:ext cx="1844040" cy="474345"/>
          </a:xfrm>
          <a:prstGeom prst="rect">
            <a:avLst/>
          </a:prstGeom>
        </p:spPr>
        <p:txBody>
          <a:bodyPr wrap="square" lIns="67500" tIns="35100" rIns="67500" bIns="35100" anchor="ctr" anchorCtr="0">
            <a:noAutofit/>
            <a:scene3d>
              <a:camera prst="orthographicFront"/>
              <a:lightRig rig="threePt" dir="t"/>
            </a:scene3d>
            <a:sp3d>
              <a:bevelT w="0" h="0"/>
            </a:sp3d>
          </a:bodyPr>
          <a:lstStyle/>
          <a:p>
            <a:pPr algn="r">
              <a:lnSpc>
                <a:spcPct val="120000"/>
              </a:lnSpc>
              <a:spcBef>
                <a:spcPct val="0"/>
              </a:spcBef>
              <a:defRPr/>
            </a:pPr>
            <a:r>
              <a:rPr lang="zh-CN" altLang="en-US" sz="1200" b="1" spc="150">
                <a:latin typeface="Arial" panose="020B0604020202020204" pitchFamily="34" charset="0"/>
                <a:ea typeface="微软雅黑" panose="020B0503020204020204" pitchFamily="34" charset="-122"/>
                <a:sym typeface="Arial" panose="020B0604020202020204" pitchFamily="34" charset="0"/>
              </a:rPr>
              <a:t>计算机网络互联阶段</a:t>
            </a:r>
            <a:endParaRPr lang="zh-CN" altLang="en-US" sz="1200" b="1" spc="150">
              <a:latin typeface="Arial" panose="020B0604020202020204" pitchFamily="34" charset="0"/>
              <a:ea typeface="微软雅黑" panose="020B0503020204020204" pitchFamily="34" charset="-122"/>
              <a:sym typeface="Arial" panose="020B0604020202020204" pitchFamily="34" charset="0"/>
            </a:endParaRPr>
          </a:p>
        </p:txBody>
      </p:sp>
      <p:sp>
        <p:nvSpPr>
          <p:cNvPr id="17" name="文本框 16"/>
          <p:cNvSpPr txBox="1"/>
          <p:nvPr>
            <p:custDataLst>
              <p:tags r:id="rId32"/>
            </p:custDataLst>
          </p:nvPr>
        </p:nvSpPr>
        <p:spPr bwMode="auto">
          <a:xfrm>
            <a:off x="2574925" y="1080770"/>
            <a:ext cx="1304290" cy="422910"/>
          </a:xfrm>
          <a:prstGeom prst="rect">
            <a:avLst/>
          </a:prstGeom>
          <a:noFill/>
          <a:sp3d prstMaterial="matte">
            <a:bevelT w="1270" h="1270"/>
          </a:sp3d>
        </p:spPr>
        <p:txBody>
          <a:bodyPr wrap="square" lIns="67500" tIns="35100" rIns="67500" bIns="35100" anchor="ctr">
            <a:normAutofit/>
            <a:scene3d>
              <a:camera prst="orthographicFront"/>
              <a:lightRig rig="threePt" dir="t"/>
            </a:scene3d>
            <a:sp3d>
              <a:bevelT w="0" h="0"/>
            </a:sp3d>
          </a:bodyPr>
          <a:lstStyle/>
          <a:p>
            <a:pPr>
              <a:lnSpc>
                <a:spcPct val="120000"/>
              </a:lnSpc>
              <a:buClr>
                <a:prstClr val="white"/>
              </a:buClr>
              <a:defRPr/>
            </a:pPr>
            <a:r>
              <a:rPr lang="zh-CN" altLang="en-US" sz="1350" b="1" spc="300">
                <a:solidFill>
                  <a:sysClr val="window" lastClr="FFFFFF"/>
                </a:solidFill>
                <a:latin typeface="Arial" panose="020B0604020202020204" pitchFamily="34" charset="0"/>
                <a:ea typeface="微软雅黑" panose="020B0503020204020204" pitchFamily="34" charset="-122"/>
                <a:cs typeface="+mn-ea"/>
                <a:sym typeface="Arial" panose="020B0604020202020204" pitchFamily="34" charset="0"/>
              </a:rPr>
              <a:t>第二阶段：</a:t>
            </a:r>
            <a:endParaRPr lang="zh-CN" altLang="en-US" sz="1350" b="1" spc="300">
              <a:solidFill>
                <a:sysClr val="window" lastClr="FFFFFF"/>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0" name="文本框 19"/>
          <p:cNvSpPr txBox="1"/>
          <p:nvPr>
            <p:custDataLst>
              <p:tags r:id="rId33"/>
            </p:custDataLst>
          </p:nvPr>
        </p:nvSpPr>
        <p:spPr bwMode="auto">
          <a:xfrm>
            <a:off x="2575035" y="1519575"/>
            <a:ext cx="1593018" cy="474218"/>
          </a:xfrm>
          <a:prstGeom prst="rect">
            <a:avLst/>
          </a:prstGeom>
        </p:spPr>
        <p:txBody>
          <a:bodyPr wrap="square" lIns="67500" tIns="35100" rIns="67500" bIns="35100" anchor="ctr" anchorCtr="0">
            <a:normAutofit/>
            <a:scene3d>
              <a:camera prst="orthographicFront"/>
              <a:lightRig rig="threePt" dir="t"/>
            </a:scene3d>
            <a:sp3d>
              <a:bevelT w="0" h="0"/>
            </a:sp3d>
          </a:bodyPr>
          <a:lstStyle/>
          <a:p>
            <a:pPr>
              <a:lnSpc>
                <a:spcPct val="120000"/>
              </a:lnSpc>
              <a:spcBef>
                <a:spcPct val="0"/>
              </a:spcBef>
              <a:defRPr/>
            </a:pPr>
            <a:r>
              <a:rPr lang="zh-CN" altLang="en-US" sz="1200" b="1" spc="150">
                <a:latin typeface="Arial" panose="020B0604020202020204" pitchFamily="34" charset="0"/>
                <a:ea typeface="微软雅黑" panose="020B0503020204020204" pitchFamily="34" charset="-122"/>
                <a:sym typeface="Arial" panose="020B0604020202020204" pitchFamily="34" charset="0"/>
              </a:rPr>
              <a:t>计算机网络阶段</a:t>
            </a:r>
            <a:endParaRPr lang="zh-CN" altLang="en-US" sz="1200" b="1" spc="150">
              <a:latin typeface="Arial" panose="020B0604020202020204" pitchFamily="34" charset="0"/>
              <a:ea typeface="微软雅黑" panose="020B0503020204020204" pitchFamily="34" charset="-122"/>
              <a:sym typeface="Arial" panose="020B0604020202020204" pitchFamily="34" charset="0"/>
            </a:endParaRPr>
          </a:p>
        </p:txBody>
      </p:sp>
      <p:sp>
        <p:nvSpPr>
          <p:cNvPr id="59" name="文本框 58"/>
          <p:cNvSpPr txBox="1"/>
          <p:nvPr>
            <p:custDataLst>
              <p:tags r:id="rId34"/>
            </p:custDataLst>
          </p:nvPr>
        </p:nvSpPr>
        <p:spPr bwMode="auto">
          <a:xfrm>
            <a:off x="2574925" y="2084070"/>
            <a:ext cx="1622425" cy="422910"/>
          </a:xfrm>
          <a:prstGeom prst="rect">
            <a:avLst/>
          </a:prstGeom>
          <a:noFill/>
          <a:sp3d prstMaterial="matte">
            <a:bevelT w="1270" h="1270"/>
          </a:sp3d>
        </p:spPr>
        <p:txBody>
          <a:bodyPr wrap="square" lIns="67500" tIns="35100" rIns="67500" bIns="35100" anchor="ctr">
            <a:normAutofit/>
            <a:scene3d>
              <a:camera prst="orthographicFront"/>
              <a:lightRig rig="threePt" dir="t"/>
            </a:scene3d>
            <a:sp3d>
              <a:bevelT w="0" h="0"/>
            </a:sp3d>
          </a:bodyPr>
          <a:lstStyle/>
          <a:p>
            <a:pPr>
              <a:lnSpc>
                <a:spcPct val="120000"/>
              </a:lnSpc>
              <a:buClr>
                <a:prstClr val="white"/>
              </a:buClr>
              <a:defRPr/>
            </a:pPr>
            <a:r>
              <a:rPr lang="zh-CN" altLang="en-US" sz="1350" b="1" spc="300">
                <a:solidFill>
                  <a:sysClr val="window" lastClr="FFFFFF"/>
                </a:solidFill>
                <a:latin typeface="Arial" panose="020B0604020202020204" pitchFamily="34" charset="0"/>
                <a:ea typeface="微软雅黑" panose="020B0503020204020204" pitchFamily="34" charset="-122"/>
                <a:cs typeface="+mn-ea"/>
                <a:sym typeface="Arial" panose="020B0604020202020204" pitchFamily="34" charset="0"/>
              </a:rPr>
              <a:t>第四阶段：</a:t>
            </a:r>
            <a:endParaRPr lang="zh-CN" altLang="en-US" sz="1350" b="1" spc="300">
              <a:solidFill>
                <a:sysClr val="window" lastClr="FFFFFF"/>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60" name="文本框 59"/>
          <p:cNvSpPr txBox="1"/>
          <p:nvPr>
            <p:custDataLst>
              <p:tags r:id="rId35"/>
            </p:custDataLst>
          </p:nvPr>
        </p:nvSpPr>
        <p:spPr bwMode="auto">
          <a:xfrm>
            <a:off x="2580147" y="2523024"/>
            <a:ext cx="1536005" cy="474218"/>
          </a:xfrm>
          <a:prstGeom prst="rect">
            <a:avLst/>
          </a:prstGeom>
        </p:spPr>
        <p:txBody>
          <a:bodyPr wrap="square" lIns="67500" tIns="35100" rIns="67500" bIns="35100" anchor="ctr" anchorCtr="0">
            <a:noAutofit/>
            <a:scene3d>
              <a:camera prst="orthographicFront"/>
              <a:lightRig rig="threePt" dir="t"/>
            </a:scene3d>
            <a:sp3d>
              <a:bevelT w="0" h="0"/>
            </a:sp3d>
          </a:bodyPr>
          <a:lstStyle/>
          <a:p>
            <a:pPr>
              <a:lnSpc>
                <a:spcPct val="120000"/>
              </a:lnSpc>
              <a:spcBef>
                <a:spcPct val="0"/>
              </a:spcBef>
              <a:defRPr/>
            </a:pPr>
            <a:r>
              <a:rPr lang="zh-CN" altLang="en-US" sz="1200" b="1" spc="150">
                <a:latin typeface="Arial" panose="020B0604020202020204" pitchFamily="34" charset="0"/>
                <a:ea typeface="微软雅黑" panose="020B0503020204020204" pitchFamily="34" charset="-122"/>
                <a:sym typeface="Arial" panose="020B0604020202020204" pitchFamily="34" charset="0"/>
              </a:rPr>
              <a:t>国际互联网与信息高速公路阶段</a:t>
            </a:r>
            <a:endParaRPr lang="zh-CN" altLang="en-US" sz="1200" b="1" spc="150">
              <a:latin typeface="Arial" panose="020B0604020202020204" pitchFamily="34" charset="0"/>
              <a:ea typeface="微软雅黑" panose="020B0503020204020204" pitchFamily="34" charset="-122"/>
              <a:sym typeface="Arial" panose="020B0604020202020204" pitchFamily="34" charset="0"/>
            </a:endParaRPr>
          </a:p>
        </p:txBody>
      </p:sp>
      <p:sp>
        <p:nvSpPr>
          <p:cNvPr id="80" name="文本框 79"/>
          <p:cNvSpPr txBox="1"/>
          <p:nvPr>
            <p:custDataLst>
              <p:tags r:id="rId36"/>
            </p:custDataLst>
          </p:nvPr>
        </p:nvSpPr>
        <p:spPr bwMode="auto">
          <a:xfrm>
            <a:off x="1078230" y="2899410"/>
            <a:ext cx="1332865" cy="422910"/>
          </a:xfrm>
          <a:prstGeom prst="rect">
            <a:avLst/>
          </a:prstGeom>
          <a:noFill/>
          <a:sp3d prstMaterial="matte">
            <a:bevelT w="1270" h="1270"/>
          </a:sp3d>
        </p:spPr>
        <p:txBody>
          <a:bodyPr wrap="square" lIns="67500" tIns="35100" rIns="67500" bIns="35100" anchor="ctr">
            <a:normAutofit/>
            <a:scene3d>
              <a:camera prst="orthographicFront"/>
              <a:lightRig rig="threePt" dir="t"/>
            </a:scene3d>
            <a:sp3d>
              <a:bevelT w="0" h="0"/>
            </a:sp3d>
          </a:bodyPr>
          <a:lstStyle/>
          <a:p>
            <a:pPr algn="r">
              <a:lnSpc>
                <a:spcPct val="120000"/>
              </a:lnSpc>
              <a:buClr>
                <a:prstClr val="white"/>
              </a:buClr>
              <a:defRPr/>
            </a:pPr>
            <a:r>
              <a:rPr lang="zh-CN" altLang="en-US" sz="1350" b="1" spc="300">
                <a:solidFill>
                  <a:sysClr val="window" lastClr="FFFFFF"/>
                </a:solidFill>
                <a:latin typeface="Arial" panose="020B0604020202020204" pitchFamily="34" charset="0"/>
                <a:ea typeface="微软雅黑" panose="020B0503020204020204" pitchFamily="34" charset="-122"/>
                <a:cs typeface="+mn-ea"/>
                <a:sym typeface="Arial" panose="020B0604020202020204" pitchFamily="34" charset="0"/>
              </a:rPr>
              <a:t>第五阶段：</a:t>
            </a:r>
            <a:endParaRPr lang="zh-CN" altLang="en-US" sz="1350" b="1" spc="300">
              <a:solidFill>
                <a:sysClr val="window" lastClr="FFFFFF"/>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82" name="文本框 81"/>
          <p:cNvSpPr txBox="1"/>
          <p:nvPr>
            <p:custDataLst>
              <p:tags r:id="rId37"/>
            </p:custDataLst>
          </p:nvPr>
        </p:nvSpPr>
        <p:spPr bwMode="auto">
          <a:xfrm>
            <a:off x="561975" y="3334385"/>
            <a:ext cx="1844040" cy="474345"/>
          </a:xfrm>
          <a:prstGeom prst="rect">
            <a:avLst/>
          </a:prstGeom>
        </p:spPr>
        <p:txBody>
          <a:bodyPr wrap="square" lIns="67500" tIns="35100" rIns="67500" bIns="35100" anchor="ctr" anchorCtr="0">
            <a:noAutofit/>
            <a:scene3d>
              <a:camera prst="orthographicFront"/>
              <a:lightRig rig="threePt" dir="t"/>
            </a:scene3d>
            <a:sp3d>
              <a:bevelT w="0" h="0"/>
            </a:sp3d>
          </a:bodyPr>
          <a:lstStyle/>
          <a:p>
            <a:pPr algn="r">
              <a:lnSpc>
                <a:spcPct val="120000"/>
              </a:lnSpc>
              <a:spcBef>
                <a:spcPct val="0"/>
              </a:spcBef>
              <a:defRPr/>
            </a:pPr>
            <a:r>
              <a:rPr lang="zh-CN" altLang="en-US" sz="1200" b="1" spc="150">
                <a:latin typeface="Arial" panose="020B0604020202020204" pitchFamily="34" charset="0"/>
                <a:ea typeface="微软雅黑" panose="020B0503020204020204" pitchFamily="34" charset="-122"/>
                <a:sym typeface="Arial" panose="020B0604020202020204" pitchFamily="34" charset="0"/>
              </a:rPr>
              <a:t>未来网络融合阶段</a:t>
            </a:r>
            <a:endParaRPr lang="zh-CN" altLang="en-US" sz="1200" b="1" spc="150">
              <a:latin typeface="Arial" panose="020B0604020202020204" pitchFamily="34" charset="0"/>
              <a:ea typeface="微软雅黑" panose="020B0503020204020204" pitchFamily="34" charset="-122"/>
              <a:sym typeface="Arial" panose="020B0604020202020204" pitchFamily="34" charset="0"/>
            </a:endParaRPr>
          </a:p>
        </p:txBody>
      </p:sp>
      <p:sp>
        <p:nvSpPr>
          <p:cNvPr id="61" name="任意多边形 33"/>
          <p:cNvSpPr/>
          <p:nvPr>
            <p:custDataLst>
              <p:tags r:id="rId38"/>
            </p:custDataLst>
          </p:nvPr>
        </p:nvSpPr>
        <p:spPr bwMode="auto">
          <a:xfrm>
            <a:off x="4093177" y="3971653"/>
            <a:ext cx="155640" cy="371351"/>
          </a:xfrm>
          <a:custGeom>
            <a:avLst/>
            <a:gdLst>
              <a:gd name="T0" fmla="*/ 1168 w 1256"/>
              <a:gd name="T1" fmla="*/ 347 h 2991"/>
              <a:gd name="T2" fmla="*/ 907 w 1256"/>
              <a:gd name="T3" fmla="*/ 61 h 2991"/>
              <a:gd name="T4" fmla="*/ 562 w 1256"/>
              <a:gd name="T5" fmla="*/ 5 h 2991"/>
              <a:gd name="T6" fmla="*/ 222 w 1256"/>
              <a:gd name="T7" fmla="*/ 179 h 2991"/>
              <a:gd name="T8" fmla="*/ 47 w 1256"/>
              <a:gd name="T9" fmla="*/ 524 h 2991"/>
              <a:gd name="T10" fmla="*/ 39 w 1256"/>
              <a:gd name="T11" fmla="*/ 860 h 2991"/>
              <a:gd name="T12" fmla="*/ 54 w 1256"/>
              <a:gd name="T13" fmla="*/ 1151 h 2991"/>
              <a:gd name="T14" fmla="*/ 15 w 1256"/>
              <a:gd name="T15" fmla="*/ 1508 h 2991"/>
              <a:gd name="T16" fmla="*/ 183 w 1256"/>
              <a:gd name="T17" fmla="*/ 1638 h 2991"/>
              <a:gd name="T18" fmla="*/ 295 w 1256"/>
              <a:gd name="T19" fmla="*/ 1717 h 2991"/>
              <a:gd name="T20" fmla="*/ 125 w 1256"/>
              <a:gd name="T21" fmla="*/ 2661 h 2991"/>
              <a:gd name="T22" fmla="*/ 47 w 1256"/>
              <a:gd name="T23" fmla="*/ 2881 h 2991"/>
              <a:gd name="T24" fmla="*/ 338 w 1256"/>
              <a:gd name="T25" fmla="*/ 2991 h 2991"/>
              <a:gd name="T26" fmla="*/ 605 w 1256"/>
              <a:gd name="T27" fmla="*/ 2870 h 2991"/>
              <a:gd name="T28" fmla="*/ 717 w 1256"/>
              <a:gd name="T29" fmla="*/ 2960 h 2991"/>
              <a:gd name="T30" fmla="*/ 1135 w 1256"/>
              <a:gd name="T31" fmla="*/ 2948 h 2991"/>
              <a:gd name="T32" fmla="*/ 1149 w 1256"/>
              <a:gd name="T33" fmla="*/ 2715 h 2991"/>
              <a:gd name="T34" fmla="*/ 896 w 1256"/>
              <a:gd name="T35" fmla="*/ 1987 h 2991"/>
              <a:gd name="T36" fmla="*/ 1148 w 1256"/>
              <a:gd name="T37" fmla="*/ 1814 h 2991"/>
              <a:gd name="T38" fmla="*/ 1256 w 1256"/>
              <a:gd name="T39" fmla="*/ 1545 h 2991"/>
              <a:gd name="T40" fmla="*/ 1034 w 1256"/>
              <a:gd name="T41" fmla="*/ 1183 h 2991"/>
              <a:gd name="T42" fmla="*/ 1082 w 1256"/>
              <a:gd name="T43" fmla="*/ 995 h 2991"/>
              <a:gd name="T44" fmla="*/ 1228 w 1256"/>
              <a:gd name="T45" fmla="*/ 694 h 2991"/>
              <a:gd name="T46" fmla="*/ 659 w 1256"/>
              <a:gd name="T47" fmla="*/ 1077 h 2991"/>
              <a:gd name="T48" fmla="*/ 692 w 1256"/>
              <a:gd name="T49" fmla="*/ 1168 h 2991"/>
              <a:gd name="T50" fmla="*/ 1036 w 1256"/>
              <a:gd name="T51" fmla="*/ 1291 h 2991"/>
              <a:gd name="T52" fmla="*/ 1170 w 1256"/>
              <a:gd name="T53" fmla="*/ 1582 h 2991"/>
              <a:gd name="T54" fmla="*/ 896 w 1256"/>
              <a:gd name="T55" fmla="*/ 1868 h 2991"/>
              <a:gd name="T56" fmla="*/ 812 w 1256"/>
              <a:gd name="T57" fmla="*/ 1991 h 2991"/>
              <a:gd name="T58" fmla="*/ 950 w 1256"/>
              <a:gd name="T59" fmla="*/ 2683 h 2991"/>
              <a:gd name="T60" fmla="*/ 1095 w 1256"/>
              <a:gd name="T61" fmla="*/ 2838 h 2991"/>
              <a:gd name="T62" fmla="*/ 789 w 1256"/>
              <a:gd name="T63" fmla="*/ 2889 h 2991"/>
              <a:gd name="T64" fmla="*/ 681 w 1256"/>
              <a:gd name="T65" fmla="*/ 2726 h 2991"/>
              <a:gd name="T66" fmla="*/ 677 w 1256"/>
              <a:gd name="T67" fmla="*/ 2073 h 2991"/>
              <a:gd name="T68" fmla="*/ 575 w 1256"/>
              <a:gd name="T69" fmla="*/ 2000 h 2991"/>
              <a:gd name="T70" fmla="*/ 498 w 1256"/>
              <a:gd name="T71" fmla="*/ 2542 h 2991"/>
              <a:gd name="T72" fmla="*/ 500 w 1256"/>
              <a:gd name="T73" fmla="*/ 2892 h 2991"/>
              <a:gd name="T74" fmla="*/ 131 w 1256"/>
              <a:gd name="T75" fmla="*/ 2864 h 2991"/>
              <a:gd name="T76" fmla="*/ 237 w 1256"/>
              <a:gd name="T77" fmla="*/ 2708 h 2991"/>
              <a:gd name="T78" fmla="*/ 360 w 1256"/>
              <a:gd name="T79" fmla="*/ 2667 h 2991"/>
              <a:gd name="T80" fmla="*/ 429 w 1256"/>
              <a:gd name="T81" fmla="*/ 1403 h 2991"/>
              <a:gd name="T82" fmla="*/ 567 w 1256"/>
              <a:gd name="T83" fmla="*/ 1116 h 2991"/>
              <a:gd name="T84" fmla="*/ 504 w 1256"/>
              <a:gd name="T85" fmla="*/ 983 h 2991"/>
              <a:gd name="T86" fmla="*/ 308 w 1256"/>
              <a:gd name="T87" fmla="*/ 750 h 2991"/>
              <a:gd name="T88" fmla="*/ 123 w 1256"/>
              <a:gd name="T89" fmla="*/ 616 h 2991"/>
              <a:gd name="T90" fmla="*/ 297 w 1256"/>
              <a:gd name="T91" fmla="*/ 222 h 2991"/>
              <a:gd name="T92" fmla="*/ 674 w 1256"/>
              <a:gd name="T93" fmla="*/ 84 h 2991"/>
              <a:gd name="T94" fmla="*/ 972 w 1256"/>
              <a:gd name="T95" fmla="*/ 213 h 2991"/>
              <a:gd name="T96" fmla="*/ 1133 w 1256"/>
              <a:gd name="T97" fmla="*/ 506 h 2991"/>
              <a:gd name="T98" fmla="*/ 1110 w 1256"/>
              <a:gd name="T99" fmla="*/ 815 h 2991"/>
              <a:gd name="T100" fmla="*/ 899 w 1256"/>
              <a:gd name="T101" fmla="*/ 1004 h 2991"/>
              <a:gd name="T102" fmla="*/ 282 w 1256"/>
              <a:gd name="T103" fmla="*/ 1498 h 2991"/>
              <a:gd name="T104" fmla="*/ 136 w 1256"/>
              <a:gd name="T105" fmla="*/ 1538 h 2991"/>
              <a:gd name="T106" fmla="*/ 105 w 1256"/>
              <a:gd name="T107" fmla="*/ 1364 h 2991"/>
              <a:gd name="T108" fmla="*/ 101 w 1256"/>
              <a:gd name="T109" fmla="*/ 1073 h 2991"/>
              <a:gd name="T110" fmla="*/ 134 w 1256"/>
              <a:gd name="T111" fmla="*/ 875 h 2991"/>
              <a:gd name="T112" fmla="*/ 308 w 1256"/>
              <a:gd name="T113" fmla="*/ 838 h 2991"/>
              <a:gd name="T114" fmla="*/ 418 w 1256"/>
              <a:gd name="T115" fmla="*/ 1015 h 2991"/>
              <a:gd name="T116" fmla="*/ 313 w 1256"/>
              <a:gd name="T117" fmla="*/ 1153 h 2991"/>
              <a:gd name="T118" fmla="*/ 427 w 1256"/>
              <a:gd name="T119" fmla="*/ 1176 h 2991"/>
              <a:gd name="T120" fmla="*/ 593 w 1256"/>
              <a:gd name="T121" fmla="*/ 2670 h 2991"/>
              <a:gd name="T122" fmla="*/ 610 w 1256"/>
              <a:gd name="T123" fmla="*/ 2381 h 29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256" h="2991">
                <a:moveTo>
                  <a:pt x="1228" y="694"/>
                </a:moveTo>
                <a:lnTo>
                  <a:pt x="1228" y="694"/>
                </a:lnTo>
                <a:lnTo>
                  <a:pt x="1230" y="664"/>
                </a:lnTo>
                <a:lnTo>
                  <a:pt x="1230" y="634"/>
                </a:lnTo>
                <a:lnTo>
                  <a:pt x="1230" y="605"/>
                </a:lnTo>
                <a:lnTo>
                  <a:pt x="1228" y="575"/>
                </a:lnTo>
                <a:lnTo>
                  <a:pt x="1226" y="547"/>
                </a:lnTo>
                <a:lnTo>
                  <a:pt x="1220" y="517"/>
                </a:lnTo>
                <a:lnTo>
                  <a:pt x="1215" y="487"/>
                </a:lnTo>
                <a:lnTo>
                  <a:pt x="1209" y="459"/>
                </a:lnTo>
                <a:lnTo>
                  <a:pt x="1200" y="431"/>
                </a:lnTo>
                <a:lnTo>
                  <a:pt x="1190" y="401"/>
                </a:lnTo>
                <a:lnTo>
                  <a:pt x="1181" y="375"/>
                </a:lnTo>
                <a:lnTo>
                  <a:pt x="1168" y="347"/>
                </a:lnTo>
                <a:lnTo>
                  <a:pt x="1155" y="321"/>
                </a:lnTo>
                <a:lnTo>
                  <a:pt x="1142" y="295"/>
                </a:lnTo>
                <a:lnTo>
                  <a:pt x="1127" y="269"/>
                </a:lnTo>
                <a:lnTo>
                  <a:pt x="1110" y="244"/>
                </a:lnTo>
                <a:lnTo>
                  <a:pt x="1110" y="244"/>
                </a:lnTo>
                <a:lnTo>
                  <a:pt x="1092" y="218"/>
                </a:lnTo>
                <a:lnTo>
                  <a:pt x="1071" y="194"/>
                </a:lnTo>
                <a:lnTo>
                  <a:pt x="1051" y="172"/>
                </a:lnTo>
                <a:lnTo>
                  <a:pt x="1030" y="149"/>
                </a:lnTo>
                <a:lnTo>
                  <a:pt x="1006" y="131"/>
                </a:lnTo>
                <a:lnTo>
                  <a:pt x="983" y="110"/>
                </a:lnTo>
                <a:lnTo>
                  <a:pt x="959" y="93"/>
                </a:lnTo>
                <a:lnTo>
                  <a:pt x="933" y="76"/>
                </a:lnTo>
                <a:lnTo>
                  <a:pt x="907" y="61"/>
                </a:lnTo>
                <a:lnTo>
                  <a:pt x="881" y="48"/>
                </a:lnTo>
                <a:lnTo>
                  <a:pt x="853" y="37"/>
                </a:lnTo>
                <a:lnTo>
                  <a:pt x="825" y="28"/>
                </a:lnTo>
                <a:lnTo>
                  <a:pt x="797" y="19"/>
                </a:lnTo>
                <a:lnTo>
                  <a:pt x="767" y="11"/>
                </a:lnTo>
                <a:lnTo>
                  <a:pt x="737" y="5"/>
                </a:lnTo>
                <a:lnTo>
                  <a:pt x="707" y="2"/>
                </a:lnTo>
                <a:lnTo>
                  <a:pt x="707" y="2"/>
                </a:lnTo>
                <a:lnTo>
                  <a:pt x="677" y="0"/>
                </a:lnTo>
                <a:lnTo>
                  <a:pt x="648" y="0"/>
                </a:lnTo>
                <a:lnTo>
                  <a:pt x="648" y="0"/>
                </a:lnTo>
                <a:lnTo>
                  <a:pt x="620" y="0"/>
                </a:lnTo>
                <a:lnTo>
                  <a:pt x="590" y="2"/>
                </a:lnTo>
                <a:lnTo>
                  <a:pt x="562" y="5"/>
                </a:lnTo>
                <a:lnTo>
                  <a:pt x="534" y="11"/>
                </a:lnTo>
                <a:lnTo>
                  <a:pt x="508" y="17"/>
                </a:lnTo>
                <a:lnTo>
                  <a:pt x="480" y="24"/>
                </a:lnTo>
                <a:lnTo>
                  <a:pt x="453" y="32"/>
                </a:lnTo>
                <a:lnTo>
                  <a:pt x="427" y="43"/>
                </a:lnTo>
                <a:lnTo>
                  <a:pt x="401" y="54"/>
                </a:lnTo>
                <a:lnTo>
                  <a:pt x="377" y="65"/>
                </a:lnTo>
                <a:lnTo>
                  <a:pt x="353" y="78"/>
                </a:lnTo>
                <a:lnTo>
                  <a:pt x="328" y="93"/>
                </a:lnTo>
                <a:lnTo>
                  <a:pt x="306" y="108"/>
                </a:lnTo>
                <a:lnTo>
                  <a:pt x="284" y="125"/>
                </a:lnTo>
                <a:lnTo>
                  <a:pt x="261" y="142"/>
                </a:lnTo>
                <a:lnTo>
                  <a:pt x="241" y="160"/>
                </a:lnTo>
                <a:lnTo>
                  <a:pt x="222" y="179"/>
                </a:lnTo>
                <a:lnTo>
                  <a:pt x="202" y="200"/>
                </a:lnTo>
                <a:lnTo>
                  <a:pt x="185" y="220"/>
                </a:lnTo>
                <a:lnTo>
                  <a:pt x="166" y="242"/>
                </a:lnTo>
                <a:lnTo>
                  <a:pt x="149" y="265"/>
                </a:lnTo>
                <a:lnTo>
                  <a:pt x="134" y="287"/>
                </a:lnTo>
                <a:lnTo>
                  <a:pt x="119" y="312"/>
                </a:lnTo>
                <a:lnTo>
                  <a:pt x="106" y="336"/>
                </a:lnTo>
                <a:lnTo>
                  <a:pt x="95" y="362"/>
                </a:lnTo>
                <a:lnTo>
                  <a:pt x="84" y="388"/>
                </a:lnTo>
                <a:lnTo>
                  <a:pt x="73" y="414"/>
                </a:lnTo>
                <a:lnTo>
                  <a:pt x="65" y="440"/>
                </a:lnTo>
                <a:lnTo>
                  <a:pt x="58" y="468"/>
                </a:lnTo>
                <a:lnTo>
                  <a:pt x="50" y="496"/>
                </a:lnTo>
                <a:lnTo>
                  <a:pt x="47" y="524"/>
                </a:lnTo>
                <a:lnTo>
                  <a:pt x="43" y="554"/>
                </a:lnTo>
                <a:lnTo>
                  <a:pt x="43" y="554"/>
                </a:lnTo>
                <a:lnTo>
                  <a:pt x="39" y="588"/>
                </a:lnTo>
                <a:lnTo>
                  <a:pt x="39" y="623"/>
                </a:lnTo>
                <a:lnTo>
                  <a:pt x="41" y="655"/>
                </a:lnTo>
                <a:lnTo>
                  <a:pt x="47" y="687"/>
                </a:lnTo>
                <a:lnTo>
                  <a:pt x="52" y="718"/>
                </a:lnTo>
                <a:lnTo>
                  <a:pt x="62" y="750"/>
                </a:lnTo>
                <a:lnTo>
                  <a:pt x="71" y="780"/>
                </a:lnTo>
                <a:lnTo>
                  <a:pt x="84" y="808"/>
                </a:lnTo>
                <a:lnTo>
                  <a:pt x="84" y="808"/>
                </a:lnTo>
                <a:lnTo>
                  <a:pt x="67" y="825"/>
                </a:lnTo>
                <a:lnTo>
                  <a:pt x="52" y="842"/>
                </a:lnTo>
                <a:lnTo>
                  <a:pt x="39" y="860"/>
                </a:lnTo>
                <a:lnTo>
                  <a:pt x="28" y="879"/>
                </a:lnTo>
                <a:lnTo>
                  <a:pt x="19" y="899"/>
                </a:lnTo>
                <a:lnTo>
                  <a:pt x="11" y="922"/>
                </a:lnTo>
                <a:lnTo>
                  <a:pt x="6" y="944"/>
                </a:lnTo>
                <a:lnTo>
                  <a:pt x="2" y="967"/>
                </a:lnTo>
                <a:lnTo>
                  <a:pt x="2" y="967"/>
                </a:lnTo>
                <a:lnTo>
                  <a:pt x="0" y="991"/>
                </a:lnTo>
                <a:lnTo>
                  <a:pt x="0" y="1017"/>
                </a:lnTo>
                <a:lnTo>
                  <a:pt x="4" y="1041"/>
                </a:lnTo>
                <a:lnTo>
                  <a:pt x="9" y="1064"/>
                </a:lnTo>
                <a:lnTo>
                  <a:pt x="17" y="1088"/>
                </a:lnTo>
                <a:lnTo>
                  <a:pt x="26" y="1110"/>
                </a:lnTo>
                <a:lnTo>
                  <a:pt x="39" y="1131"/>
                </a:lnTo>
                <a:lnTo>
                  <a:pt x="54" y="1151"/>
                </a:lnTo>
                <a:lnTo>
                  <a:pt x="54" y="1151"/>
                </a:lnTo>
                <a:lnTo>
                  <a:pt x="73" y="1174"/>
                </a:lnTo>
                <a:lnTo>
                  <a:pt x="73" y="1174"/>
                </a:lnTo>
                <a:lnTo>
                  <a:pt x="50" y="1248"/>
                </a:lnTo>
                <a:lnTo>
                  <a:pt x="50" y="1248"/>
                </a:lnTo>
                <a:lnTo>
                  <a:pt x="24" y="1340"/>
                </a:lnTo>
                <a:lnTo>
                  <a:pt x="24" y="1340"/>
                </a:lnTo>
                <a:lnTo>
                  <a:pt x="19" y="1357"/>
                </a:lnTo>
                <a:lnTo>
                  <a:pt x="13" y="1377"/>
                </a:lnTo>
                <a:lnTo>
                  <a:pt x="9" y="1403"/>
                </a:lnTo>
                <a:lnTo>
                  <a:pt x="7" y="1431"/>
                </a:lnTo>
                <a:lnTo>
                  <a:pt x="7" y="1461"/>
                </a:lnTo>
                <a:lnTo>
                  <a:pt x="11" y="1493"/>
                </a:lnTo>
                <a:lnTo>
                  <a:pt x="15" y="1508"/>
                </a:lnTo>
                <a:lnTo>
                  <a:pt x="21" y="1523"/>
                </a:lnTo>
                <a:lnTo>
                  <a:pt x="28" y="1539"/>
                </a:lnTo>
                <a:lnTo>
                  <a:pt x="35" y="1554"/>
                </a:lnTo>
                <a:lnTo>
                  <a:pt x="35" y="1554"/>
                </a:lnTo>
                <a:lnTo>
                  <a:pt x="47" y="1569"/>
                </a:lnTo>
                <a:lnTo>
                  <a:pt x="58" y="1584"/>
                </a:lnTo>
                <a:lnTo>
                  <a:pt x="73" y="1595"/>
                </a:lnTo>
                <a:lnTo>
                  <a:pt x="88" y="1607"/>
                </a:lnTo>
                <a:lnTo>
                  <a:pt x="105" y="1618"/>
                </a:lnTo>
                <a:lnTo>
                  <a:pt x="123" y="1625"/>
                </a:lnTo>
                <a:lnTo>
                  <a:pt x="142" y="1631"/>
                </a:lnTo>
                <a:lnTo>
                  <a:pt x="164" y="1637"/>
                </a:lnTo>
                <a:lnTo>
                  <a:pt x="164" y="1637"/>
                </a:lnTo>
                <a:lnTo>
                  <a:pt x="183" y="1638"/>
                </a:lnTo>
                <a:lnTo>
                  <a:pt x="202" y="1640"/>
                </a:lnTo>
                <a:lnTo>
                  <a:pt x="202" y="1640"/>
                </a:lnTo>
                <a:lnTo>
                  <a:pt x="202" y="1640"/>
                </a:lnTo>
                <a:lnTo>
                  <a:pt x="216" y="1640"/>
                </a:lnTo>
                <a:lnTo>
                  <a:pt x="231" y="1638"/>
                </a:lnTo>
                <a:lnTo>
                  <a:pt x="246" y="1635"/>
                </a:lnTo>
                <a:lnTo>
                  <a:pt x="259" y="1631"/>
                </a:lnTo>
                <a:lnTo>
                  <a:pt x="272" y="1625"/>
                </a:lnTo>
                <a:lnTo>
                  <a:pt x="286" y="1618"/>
                </a:lnTo>
                <a:lnTo>
                  <a:pt x="297" y="1610"/>
                </a:lnTo>
                <a:lnTo>
                  <a:pt x="308" y="1601"/>
                </a:lnTo>
                <a:lnTo>
                  <a:pt x="308" y="1601"/>
                </a:lnTo>
                <a:lnTo>
                  <a:pt x="300" y="1661"/>
                </a:lnTo>
                <a:lnTo>
                  <a:pt x="295" y="1717"/>
                </a:lnTo>
                <a:lnTo>
                  <a:pt x="289" y="1814"/>
                </a:lnTo>
                <a:lnTo>
                  <a:pt x="287" y="1883"/>
                </a:lnTo>
                <a:lnTo>
                  <a:pt x="286" y="1913"/>
                </a:lnTo>
                <a:lnTo>
                  <a:pt x="286" y="1913"/>
                </a:lnTo>
                <a:lnTo>
                  <a:pt x="282" y="2105"/>
                </a:lnTo>
                <a:lnTo>
                  <a:pt x="280" y="2308"/>
                </a:lnTo>
                <a:lnTo>
                  <a:pt x="276" y="2618"/>
                </a:lnTo>
                <a:lnTo>
                  <a:pt x="276" y="2618"/>
                </a:lnTo>
                <a:lnTo>
                  <a:pt x="250" y="2622"/>
                </a:lnTo>
                <a:lnTo>
                  <a:pt x="220" y="2626"/>
                </a:lnTo>
                <a:lnTo>
                  <a:pt x="187" y="2635"/>
                </a:lnTo>
                <a:lnTo>
                  <a:pt x="155" y="2646"/>
                </a:lnTo>
                <a:lnTo>
                  <a:pt x="140" y="2652"/>
                </a:lnTo>
                <a:lnTo>
                  <a:pt x="125" y="2661"/>
                </a:lnTo>
                <a:lnTo>
                  <a:pt x="110" y="2670"/>
                </a:lnTo>
                <a:lnTo>
                  <a:pt x="97" y="2680"/>
                </a:lnTo>
                <a:lnTo>
                  <a:pt x="84" y="2691"/>
                </a:lnTo>
                <a:lnTo>
                  <a:pt x="75" y="2704"/>
                </a:lnTo>
                <a:lnTo>
                  <a:pt x="65" y="2719"/>
                </a:lnTo>
                <a:lnTo>
                  <a:pt x="58" y="2734"/>
                </a:lnTo>
                <a:lnTo>
                  <a:pt x="58" y="2734"/>
                </a:lnTo>
                <a:lnTo>
                  <a:pt x="50" y="2754"/>
                </a:lnTo>
                <a:lnTo>
                  <a:pt x="45" y="2773"/>
                </a:lnTo>
                <a:lnTo>
                  <a:pt x="41" y="2790"/>
                </a:lnTo>
                <a:lnTo>
                  <a:pt x="39" y="2805"/>
                </a:lnTo>
                <a:lnTo>
                  <a:pt x="37" y="2835"/>
                </a:lnTo>
                <a:lnTo>
                  <a:pt x="41" y="2859"/>
                </a:lnTo>
                <a:lnTo>
                  <a:pt x="47" y="2881"/>
                </a:lnTo>
                <a:lnTo>
                  <a:pt x="54" y="2900"/>
                </a:lnTo>
                <a:lnTo>
                  <a:pt x="62" y="2917"/>
                </a:lnTo>
                <a:lnTo>
                  <a:pt x="71" y="2932"/>
                </a:lnTo>
                <a:lnTo>
                  <a:pt x="75" y="2937"/>
                </a:lnTo>
                <a:lnTo>
                  <a:pt x="75" y="2937"/>
                </a:lnTo>
                <a:lnTo>
                  <a:pt x="80" y="2945"/>
                </a:lnTo>
                <a:lnTo>
                  <a:pt x="88" y="2952"/>
                </a:lnTo>
                <a:lnTo>
                  <a:pt x="101" y="2962"/>
                </a:lnTo>
                <a:lnTo>
                  <a:pt x="123" y="2969"/>
                </a:lnTo>
                <a:lnTo>
                  <a:pt x="155" y="2978"/>
                </a:lnTo>
                <a:lnTo>
                  <a:pt x="202" y="2984"/>
                </a:lnTo>
                <a:lnTo>
                  <a:pt x="261" y="2990"/>
                </a:lnTo>
                <a:lnTo>
                  <a:pt x="338" y="2991"/>
                </a:lnTo>
                <a:lnTo>
                  <a:pt x="338" y="2991"/>
                </a:lnTo>
                <a:lnTo>
                  <a:pt x="379" y="2991"/>
                </a:lnTo>
                <a:lnTo>
                  <a:pt x="429" y="2988"/>
                </a:lnTo>
                <a:lnTo>
                  <a:pt x="457" y="2986"/>
                </a:lnTo>
                <a:lnTo>
                  <a:pt x="483" y="2982"/>
                </a:lnTo>
                <a:lnTo>
                  <a:pt x="508" y="2976"/>
                </a:lnTo>
                <a:lnTo>
                  <a:pt x="528" y="2971"/>
                </a:lnTo>
                <a:lnTo>
                  <a:pt x="528" y="2971"/>
                </a:lnTo>
                <a:lnTo>
                  <a:pt x="547" y="2963"/>
                </a:lnTo>
                <a:lnTo>
                  <a:pt x="562" y="2952"/>
                </a:lnTo>
                <a:lnTo>
                  <a:pt x="573" y="2939"/>
                </a:lnTo>
                <a:lnTo>
                  <a:pt x="584" y="2926"/>
                </a:lnTo>
                <a:lnTo>
                  <a:pt x="593" y="2909"/>
                </a:lnTo>
                <a:lnTo>
                  <a:pt x="599" y="2891"/>
                </a:lnTo>
                <a:lnTo>
                  <a:pt x="605" y="2870"/>
                </a:lnTo>
                <a:lnTo>
                  <a:pt x="608" y="2850"/>
                </a:lnTo>
                <a:lnTo>
                  <a:pt x="608" y="2850"/>
                </a:lnTo>
                <a:lnTo>
                  <a:pt x="612" y="2864"/>
                </a:lnTo>
                <a:lnTo>
                  <a:pt x="618" y="2879"/>
                </a:lnTo>
                <a:lnTo>
                  <a:pt x="625" y="2892"/>
                </a:lnTo>
                <a:lnTo>
                  <a:pt x="633" y="2906"/>
                </a:lnTo>
                <a:lnTo>
                  <a:pt x="633" y="2906"/>
                </a:lnTo>
                <a:lnTo>
                  <a:pt x="642" y="2917"/>
                </a:lnTo>
                <a:lnTo>
                  <a:pt x="653" y="2928"/>
                </a:lnTo>
                <a:lnTo>
                  <a:pt x="664" y="2937"/>
                </a:lnTo>
                <a:lnTo>
                  <a:pt x="675" y="2945"/>
                </a:lnTo>
                <a:lnTo>
                  <a:pt x="689" y="2950"/>
                </a:lnTo>
                <a:lnTo>
                  <a:pt x="702" y="2956"/>
                </a:lnTo>
                <a:lnTo>
                  <a:pt x="717" y="2960"/>
                </a:lnTo>
                <a:lnTo>
                  <a:pt x="731" y="2963"/>
                </a:lnTo>
                <a:lnTo>
                  <a:pt x="731" y="2963"/>
                </a:lnTo>
                <a:lnTo>
                  <a:pt x="780" y="2969"/>
                </a:lnTo>
                <a:lnTo>
                  <a:pt x="830" y="2973"/>
                </a:lnTo>
                <a:lnTo>
                  <a:pt x="883" y="2975"/>
                </a:lnTo>
                <a:lnTo>
                  <a:pt x="937" y="2976"/>
                </a:lnTo>
                <a:lnTo>
                  <a:pt x="937" y="2976"/>
                </a:lnTo>
                <a:lnTo>
                  <a:pt x="937" y="2976"/>
                </a:lnTo>
                <a:lnTo>
                  <a:pt x="991" y="2975"/>
                </a:lnTo>
                <a:lnTo>
                  <a:pt x="1047" y="2971"/>
                </a:lnTo>
                <a:lnTo>
                  <a:pt x="1073" y="2969"/>
                </a:lnTo>
                <a:lnTo>
                  <a:pt x="1097" y="2963"/>
                </a:lnTo>
                <a:lnTo>
                  <a:pt x="1118" y="2958"/>
                </a:lnTo>
                <a:lnTo>
                  <a:pt x="1135" y="2948"/>
                </a:lnTo>
                <a:lnTo>
                  <a:pt x="1135" y="2948"/>
                </a:lnTo>
                <a:lnTo>
                  <a:pt x="1142" y="2943"/>
                </a:lnTo>
                <a:lnTo>
                  <a:pt x="1148" y="2937"/>
                </a:lnTo>
                <a:lnTo>
                  <a:pt x="1155" y="2928"/>
                </a:lnTo>
                <a:lnTo>
                  <a:pt x="1161" y="2919"/>
                </a:lnTo>
                <a:lnTo>
                  <a:pt x="1170" y="2898"/>
                </a:lnTo>
                <a:lnTo>
                  <a:pt x="1176" y="2874"/>
                </a:lnTo>
                <a:lnTo>
                  <a:pt x="1179" y="2850"/>
                </a:lnTo>
                <a:lnTo>
                  <a:pt x="1179" y="2822"/>
                </a:lnTo>
                <a:lnTo>
                  <a:pt x="1177" y="2794"/>
                </a:lnTo>
                <a:lnTo>
                  <a:pt x="1170" y="2766"/>
                </a:lnTo>
                <a:lnTo>
                  <a:pt x="1170" y="2766"/>
                </a:lnTo>
                <a:lnTo>
                  <a:pt x="1162" y="2741"/>
                </a:lnTo>
                <a:lnTo>
                  <a:pt x="1149" y="2715"/>
                </a:lnTo>
                <a:lnTo>
                  <a:pt x="1140" y="2700"/>
                </a:lnTo>
                <a:lnTo>
                  <a:pt x="1131" y="2687"/>
                </a:lnTo>
                <a:lnTo>
                  <a:pt x="1118" y="2674"/>
                </a:lnTo>
                <a:lnTo>
                  <a:pt x="1105" y="2661"/>
                </a:lnTo>
                <a:lnTo>
                  <a:pt x="1090" y="2650"/>
                </a:lnTo>
                <a:lnTo>
                  <a:pt x="1071" y="2637"/>
                </a:lnTo>
                <a:lnTo>
                  <a:pt x="1052" y="2627"/>
                </a:lnTo>
                <a:lnTo>
                  <a:pt x="1030" y="2618"/>
                </a:lnTo>
                <a:lnTo>
                  <a:pt x="1006" y="2609"/>
                </a:lnTo>
                <a:lnTo>
                  <a:pt x="980" y="2601"/>
                </a:lnTo>
                <a:lnTo>
                  <a:pt x="950" y="2598"/>
                </a:lnTo>
                <a:lnTo>
                  <a:pt x="916" y="2594"/>
                </a:lnTo>
                <a:lnTo>
                  <a:pt x="916" y="2594"/>
                </a:lnTo>
                <a:lnTo>
                  <a:pt x="896" y="1987"/>
                </a:lnTo>
                <a:lnTo>
                  <a:pt x="896" y="1987"/>
                </a:lnTo>
                <a:lnTo>
                  <a:pt x="896" y="1954"/>
                </a:lnTo>
                <a:lnTo>
                  <a:pt x="896" y="1954"/>
                </a:lnTo>
                <a:lnTo>
                  <a:pt x="924" y="1946"/>
                </a:lnTo>
                <a:lnTo>
                  <a:pt x="954" y="1937"/>
                </a:lnTo>
                <a:lnTo>
                  <a:pt x="983" y="1926"/>
                </a:lnTo>
                <a:lnTo>
                  <a:pt x="1011" y="1913"/>
                </a:lnTo>
                <a:lnTo>
                  <a:pt x="1039" y="1898"/>
                </a:lnTo>
                <a:lnTo>
                  <a:pt x="1065" y="1881"/>
                </a:lnTo>
                <a:lnTo>
                  <a:pt x="1092" y="1862"/>
                </a:lnTo>
                <a:lnTo>
                  <a:pt x="1114" y="1844"/>
                </a:lnTo>
                <a:lnTo>
                  <a:pt x="1114" y="1844"/>
                </a:lnTo>
                <a:lnTo>
                  <a:pt x="1131" y="1829"/>
                </a:lnTo>
                <a:lnTo>
                  <a:pt x="1148" y="1814"/>
                </a:lnTo>
                <a:lnTo>
                  <a:pt x="1162" y="1797"/>
                </a:lnTo>
                <a:lnTo>
                  <a:pt x="1176" y="1780"/>
                </a:lnTo>
                <a:lnTo>
                  <a:pt x="1189" y="1763"/>
                </a:lnTo>
                <a:lnTo>
                  <a:pt x="1200" y="1745"/>
                </a:lnTo>
                <a:lnTo>
                  <a:pt x="1211" y="1728"/>
                </a:lnTo>
                <a:lnTo>
                  <a:pt x="1220" y="1709"/>
                </a:lnTo>
                <a:lnTo>
                  <a:pt x="1228" y="1689"/>
                </a:lnTo>
                <a:lnTo>
                  <a:pt x="1235" y="1670"/>
                </a:lnTo>
                <a:lnTo>
                  <a:pt x="1241" y="1650"/>
                </a:lnTo>
                <a:lnTo>
                  <a:pt x="1246" y="1629"/>
                </a:lnTo>
                <a:lnTo>
                  <a:pt x="1250" y="1609"/>
                </a:lnTo>
                <a:lnTo>
                  <a:pt x="1254" y="1588"/>
                </a:lnTo>
                <a:lnTo>
                  <a:pt x="1254" y="1566"/>
                </a:lnTo>
                <a:lnTo>
                  <a:pt x="1256" y="1545"/>
                </a:lnTo>
                <a:lnTo>
                  <a:pt x="1256" y="1545"/>
                </a:lnTo>
                <a:lnTo>
                  <a:pt x="1254" y="1523"/>
                </a:lnTo>
                <a:lnTo>
                  <a:pt x="1252" y="1502"/>
                </a:lnTo>
                <a:lnTo>
                  <a:pt x="1250" y="1484"/>
                </a:lnTo>
                <a:lnTo>
                  <a:pt x="1245" y="1463"/>
                </a:lnTo>
                <a:lnTo>
                  <a:pt x="1233" y="1426"/>
                </a:lnTo>
                <a:lnTo>
                  <a:pt x="1218" y="1388"/>
                </a:lnTo>
                <a:lnTo>
                  <a:pt x="1200" y="1353"/>
                </a:lnTo>
                <a:lnTo>
                  <a:pt x="1179" y="1319"/>
                </a:lnTo>
                <a:lnTo>
                  <a:pt x="1153" y="1288"/>
                </a:lnTo>
                <a:lnTo>
                  <a:pt x="1127" y="1260"/>
                </a:lnTo>
                <a:lnTo>
                  <a:pt x="1097" y="1232"/>
                </a:lnTo>
                <a:lnTo>
                  <a:pt x="1065" y="1205"/>
                </a:lnTo>
                <a:lnTo>
                  <a:pt x="1034" y="1183"/>
                </a:lnTo>
                <a:lnTo>
                  <a:pt x="1000" y="1163"/>
                </a:lnTo>
                <a:lnTo>
                  <a:pt x="965" y="1144"/>
                </a:lnTo>
                <a:lnTo>
                  <a:pt x="929" y="1127"/>
                </a:lnTo>
                <a:lnTo>
                  <a:pt x="894" y="1112"/>
                </a:lnTo>
                <a:lnTo>
                  <a:pt x="858" y="1101"/>
                </a:lnTo>
                <a:lnTo>
                  <a:pt x="858" y="1101"/>
                </a:lnTo>
                <a:lnTo>
                  <a:pt x="903" y="1090"/>
                </a:lnTo>
                <a:lnTo>
                  <a:pt x="944" y="1077"/>
                </a:lnTo>
                <a:lnTo>
                  <a:pt x="983" y="1060"/>
                </a:lnTo>
                <a:lnTo>
                  <a:pt x="1021" y="1039"/>
                </a:lnTo>
                <a:lnTo>
                  <a:pt x="1021" y="1039"/>
                </a:lnTo>
                <a:lnTo>
                  <a:pt x="1041" y="1026"/>
                </a:lnTo>
                <a:lnTo>
                  <a:pt x="1062" y="1011"/>
                </a:lnTo>
                <a:lnTo>
                  <a:pt x="1082" y="995"/>
                </a:lnTo>
                <a:lnTo>
                  <a:pt x="1101" y="978"/>
                </a:lnTo>
                <a:lnTo>
                  <a:pt x="1118" y="959"/>
                </a:lnTo>
                <a:lnTo>
                  <a:pt x="1133" y="940"/>
                </a:lnTo>
                <a:lnTo>
                  <a:pt x="1148" y="920"/>
                </a:lnTo>
                <a:lnTo>
                  <a:pt x="1162" y="898"/>
                </a:lnTo>
                <a:lnTo>
                  <a:pt x="1176" y="875"/>
                </a:lnTo>
                <a:lnTo>
                  <a:pt x="1187" y="851"/>
                </a:lnTo>
                <a:lnTo>
                  <a:pt x="1196" y="827"/>
                </a:lnTo>
                <a:lnTo>
                  <a:pt x="1205" y="802"/>
                </a:lnTo>
                <a:lnTo>
                  <a:pt x="1213" y="776"/>
                </a:lnTo>
                <a:lnTo>
                  <a:pt x="1218" y="750"/>
                </a:lnTo>
                <a:lnTo>
                  <a:pt x="1224" y="722"/>
                </a:lnTo>
                <a:lnTo>
                  <a:pt x="1228" y="694"/>
                </a:lnTo>
                <a:lnTo>
                  <a:pt x="1228" y="694"/>
                </a:lnTo>
                <a:close/>
                <a:moveTo>
                  <a:pt x="810" y="1024"/>
                </a:moveTo>
                <a:lnTo>
                  <a:pt x="810" y="1024"/>
                </a:lnTo>
                <a:lnTo>
                  <a:pt x="797" y="1026"/>
                </a:lnTo>
                <a:lnTo>
                  <a:pt x="780" y="1026"/>
                </a:lnTo>
                <a:lnTo>
                  <a:pt x="780" y="1026"/>
                </a:lnTo>
                <a:lnTo>
                  <a:pt x="758" y="1026"/>
                </a:lnTo>
                <a:lnTo>
                  <a:pt x="733" y="1028"/>
                </a:lnTo>
                <a:lnTo>
                  <a:pt x="711" y="1034"/>
                </a:lnTo>
                <a:lnTo>
                  <a:pt x="702" y="1037"/>
                </a:lnTo>
                <a:lnTo>
                  <a:pt x="692" y="1043"/>
                </a:lnTo>
                <a:lnTo>
                  <a:pt x="692" y="1043"/>
                </a:lnTo>
                <a:lnTo>
                  <a:pt x="677" y="1054"/>
                </a:lnTo>
                <a:lnTo>
                  <a:pt x="666" y="1065"/>
                </a:lnTo>
                <a:lnTo>
                  <a:pt x="659" y="1077"/>
                </a:lnTo>
                <a:lnTo>
                  <a:pt x="655" y="1090"/>
                </a:lnTo>
                <a:lnTo>
                  <a:pt x="651" y="1101"/>
                </a:lnTo>
                <a:lnTo>
                  <a:pt x="651" y="1112"/>
                </a:lnTo>
                <a:lnTo>
                  <a:pt x="653" y="1129"/>
                </a:lnTo>
                <a:lnTo>
                  <a:pt x="653" y="1131"/>
                </a:lnTo>
                <a:lnTo>
                  <a:pt x="653" y="1131"/>
                </a:lnTo>
                <a:lnTo>
                  <a:pt x="655" y="1140"/>
                </a:lnTo>
                <a:lnTo>
                  <a:pt x="659" y="1148"/>
                </a:lnTo>
                <a:lnTo>
                  <a:pt x="664" y="1153"/>
                </a:lnTo>
                <a:lnTo>
                  <a:pt x="670" y="1161"/>
                </a:lnTo>
                <a:lnTo>
                  <a:pt x="670" y="1161"/>
                </a:lnTo>
                <a:lnTo>
                  <a:pt x="677" y="1164"/>
                </a:lnTo>
                <a:lnTo>
                  <a:pt x="685" y="1166"/>
                </a:lnTo>
                <a:lnTo>
                  <a:pt x="692" y="1168"/>
                </a:lnTo>
                <a:lnTo>
                  <a:pt x="702" y="1168"/>
                </a:lnTo>
                <a:lnTo>
                  <a:pt x="702" y="1168"/>
                </a:lnTo>
                <a:lnTo>
                  <a:pt x="730" y="1166"/>
                </a:lnTo>
                <a:lnTo>
                  <a:pt x="730" y="1166"/>
                </a:lnTo>
                <a:lnTo>
                  <a:pt x="763" y="1168"/>
                </a:lnTo>
                <a:lnTo>
                  <a:pt x="799" y="1174"/>
                </a:lnTo>
                <a:lnTo>
                  <a:pt x="834" y="1183"/>
                </a:lnTo>
                <a:lnTo>
                  <a:pt x="871" y="1194"/>
                </a:lnTo>
                <a:lnTo>
                  <a:pt x="909" y="1211"/>
                </a:lnTo>
                <a:lnTo>
                  <a:pt x="944" y="1228"/>
                </a:lnTo>
                <a:lnTo>
                  <a:pt x="980" y="1248"/>
                </a:lnTo>
                <a:lnTo>
                  <a:pt x="1013" y="1273"/>
                </a:lnTo>
                <a:lnTo>
                  <a:pt x="1013" y="1273"/>
                </a:lnTo>
                <a:lnTo>
                  <a:pt x="1036" y="1291"/>
                </a:lnTo>
                <a:lnTo>
                  <a:pt x="1062" y="1314"/>
                </a:lnTo>
                <a:lnTo>
                  <a:pt x="1088" y="1342"/>
                </a:lnTo>
                <a:lnTo>
                  <a:pt x="1114" y="1373"/>
                </a:lnTo>
                <a:lnTo>
                  <a:pt x="1125" y="1392"/>
                </a:lnTo>
                <a:lnTo>
                  <a:pt x="1136" y="1411"/>
                </a:lnTo>
                <a:lnTo>
                  <a:pt x="1146" y="1431"/>
                </a:lnTo>
                <a:lnTo>
                  <a:pt x="1155" y="1452"/>
                </a:lnTo>
                <a:lnTo>
                  <a:pt x="1161" y="1474"/>
                </a:lnTo>
                <a:lnTo>
                  <a:pt x="1166" y="1497"/>
                </a:lnTo>
                <a:lnTo>
                  <a:pt x="1170" y="1521"/>
                </a:lnTo>
                <a:lnTo>
                  <a:pt x="1172" y="1545"/>
                </a:lnTo>
                <a:lnTo>
                  <a:pt x="1172" y="1545"/>
                </a:lnTo>
                <a:lnTo>
                  <a:pt x="1170" y="1564"/>
                </a:lnTo>
                <a:lnTo>
                  <a:pt x="1170" y="1582"/>
                </a:lnTo>
                <a:lnTo>
                  <a:pt x="1166" y="1601"/>
                </a:lnTo>
                <a:lnTo>
                  <a:pt x="1162" y="1618"/>
                </a:lnTo>
                <a:lnTo>
                  <a:pt x="1153" y="1651"/>
                </a:lnTo>
                <a:lnTo>
                  <a:pt x="1138" y="1683"/>
                </a:lnTo>
                <a:lnTo>
                  <a:pt x="1121" y="1711"/>
                </a:lnTo>
                <a:lnTo>
                  <a:pt x="1103" y="1737"/>
                </a:lnTo>
                <a:lnTo>
                  <a:pt x="1080" y="1762"/>
                </a:lnTo>
                <a:lnTo>
                  <a:pt x="1056" y="1782"/>
                </a:lnTo>
                <a:lnTo>
                  <a:pt x="1030" y="1803"/>
                </a:lnTo>
                <a:lnTo>
                  <a:pt x="1004" y="1819"/>
                </a:lnTo>
                <a:lnTo>
                  <a:pt x="978" y="1834"/>
                </a:lnTo>
                <a:lnTo>
                  <a:pt x="950" y="1847"/>
                </a:lnTo>
                <a:lnTo>
                  <a:pt x="922" y="1859"/>
                </a:lnTo>
                <a:lnTo>
                  <a:pt x="896" y="1868"/>
                </a:lnTo>
                <a:lnTo>
                  <a:pt x="870" y="1874"/>
                </a:lnTo>
                <a:lnTo>
                  <a:pt x="845" y="1879"/>
                </a:lnTo>
                <a:lnTo>
                  <a:pt x="845" y="1879"/>
                </a:lnTo>
                <a:lnTo>
                  <a:pt x="836" y="1881"/>
                </a:lnTo>
                <a:lnTo>
                  <a:pt x="828" y="1885"/>
                </a:lnTo>
                <a:lnTo>
                  <a:pt x="823" y="1888"/>
                </a:lnTo>
                <a:lnTo>
                  <a:pt x="817" y="1894"/>
                </a:lnTo>
                <a:lnTo>
                  <a:pt x="814" y="1900"/>
                </a:lnTo>
                <a:lnTo>
                  <a:pt x="810" y="1907"/>
                </a:lnTo>
                <a:lnTo>
                  <a:pt x="808" y="1915"/>
                </a:lnTo>
                <a:lnTo>
                  <a:pt x="808" y="1924"/>
                </a:lnTo>
                <a:lnTo>
                  <a:pt x="808" y="1924"/>
                </a:lnTo>
                <a:lnTo>
                  <a:pt x="812" y="1991"/>
                </a:lnTo>
                <a:lnTo>
                  <a:pt x="812" y="1991"/>
                </a:lnTo>
                <a:lnTo>
                  <a:pt x="827" y="2381"/>
                </a:lnTo>
                <a:lnTo>
                  <a:pt x="834" y="2637"/>
                </a:lnTo>
                <a:lnTo>
                  <a:pt x="834" y="2637"/>
                </a:lnTo>
                <a:lnTo>
                  <a:pt x="836" y="2644"/>
                </a:lnTo>
                <a:lnTo>
                  <a:pt x="838" y="2652"/>
                </a:lnTo>
                <a:lnTo>
                  <a:pt x="842" y="2659"/>
                </a:lnTo>
                <a:lnTo>
                  <a:pt x="847" y="2665"/>
                </a:lnTo>
                <a:lnTo>
                  <a:pt x="853" y="2670"/>
                </a:lnTo>
                <a:lnTo>
                  <a:pt x="860" y="2674"/>
                </a:lnTo>
                <a:lnTo>
                  <a:pt x="868" y="2676"/>
                </a:lnTo>
                <a:lnTo>
                  <a:pt x="877" y="2676"/>
                </a:lnTo>
                <a:lnTo>
                  <a:pt x="877" y="2676"/>
                </a:lnTo>
                <a:lnTo>
                  <a:pt x="914" y="2678"/>
                </a:lnTo>
                <a:lnTo>
                  <a:pt x="950" y="2683"/>
                </a:lnTo>
                <a:lnTo>
                  <a:pt x="980" y="2691"/>
                </a:lnTo>
                <a:lnTo>
                  <a:pt x="1008" y="2700"/>
                </a:lnTo>
                <a:lnTo>
                  <a:pt x="1032" y="2713"/>
                </a:lnTo>
                <a:lnTo>
                  <a:pt x="1043" y="2721"/>
                </a:lnTo>
                <a:lnTo>
                  <a:pt x="1052" y="2730"/>
                </a:lnTo>
                <a:lnTo>
                  <a:pt x="1062" y="2738"/>
                </a:lnTo>
                <a:lnTo>
                  <a:pt x="1069" y="2749"/>
                </a:lnTo>
                <a:lnTo>
                  <a:pt x="1077" y="2758"/>
                </a:lnTo>
                <a:lnTo>
                  <a:pt x="1082" y="2769"/>
                </a:lnTo>
                <a:lnTo>
                  <a:pt x="1082" y="2769"/>
                </a:lnTo>
                <a:lnTo>
                  <a:pt x="1090" y="2788"/>
                </a:lnTo>
                <a:lnTo>
                  <a:pt x="1093" y="2807"/>
                </a:lnTo>
                <a:lnTo>
                  <a:pt x="1095" y="2823"/>
                </a:lnTo>
                <a:lnTo>
                  <a:pt x="1095" y="2838"/>
                </a:lnTo>
                <a:lnTo>
                  <a:pt x="1095" y="2853"/>
                </a:lnTo>
                <a:lnTo>
                  <a:pt x="1092" y="2866"/>
                </a:lnTo>
                <a:lnTo>
                  <a:pt x="1090" y="2876"/>
                </a:lnTo>
                <a:lnTo>
                  <a:pt x="1086" y="2881"/>
                </a:lnTo>
                <a:lnTo>
                  <a:pt x="1086" y="2881"/>
                </a:lnTo>
                <a:lnTo>
                  <a:pt x="1069" y="2887"/>
                </a:lnTo>
                <a:lnTo>
                  <a:pt x="1037" y="2891"/>
                </a:lnTo>
                <a:lnTo>
                  <a:pt x="995" y="2894"/>
                </a:lnTo>
                <a:lnTo>
                  <a:pt x="937" y="2896"/>
                </a:lnTo>
                <a:lnTo>
                  <a:pt x="937" y="2896"/>
                </a:lnTo>
                <a:lnTo>
                  <a:pt x="937" y="2896"/>
                </a:lnTo>
                <a:lnTo>
                  <a:pt x="886" y="2894"/>
                </a:lnTo>
                <a:lnTo>
                  <a:pt x="838" y="2892"/>
                </a:lnTo>
                <a:lnTo>
                  <a:pt x="789" y="2889"/>
                </a:lnTo>
                <a:lnTo>
                  <a:pt x="745" y="2883"/>
                </a:lnTo>
                <a:lnTo>
                  <a:pt x="745" y="2883"/>
                </a:lnTo>
                <a:lnTo>
                  <a:pt x="731" y="2879"/>
                </a:lnTo>
                <a:lnTo>
                  <a:pt x="720" y="2874"/>
                </a:lnTo>
                <a:lnTo>
                  <a:pt x="711" y="2866"/>
                </a:lnTo>
                <a:lnTo>
                  <a:pt x="702" y="2857"/>
                </a:lnTo>
                <a:lnTo>
                  <a:pt x="702" y="2857"/>
                </a:lnTo>
                <a:lnTo>
                  <a:pt x="698" y="2848"/>
                </a:lnTo>
                <a:lnTo>
                  <a:pt x="692" y="2838"/>
                </a:lnTo>
                <a:lnTo>
                  <a:pt x="687" y="2816"/>
                </a:lnTo>
                <a:lnTo>
                  <a:pt x="681" y="2794"/>
                </a:lnTo>
                <a:lnTo>
                  <a:pt x="679" y="2769"/>
                </a:lnTo>
                <a:lnTo>
                  <a:pt x="679" y="2747"/>
                </a:lnTo>
                <a:lnTo>
                  <a:pt x="681" y="2726"/>
                </a:lnTo>
                <a:lnTo>
                  <a:pt x="685" y="2693"/>
                </a:lnTo>
                <a:lnTo>
                  <a:pt x="685" y="2693"/>
                </a:lnTo>
                <a:lnTo>
                  <a:pt x="687" y="2685"/>
                </a:lnTo>
                <a:lnTo>
                  <a:pt x="687" y="2685"/>
                </a:lnTo>
                <a:lnTo>
                  <a:pt x="689" y="2579"/>
                </a:lnTo>
                <a:lnTo>
                  <a:pt x="690" y="2471"/>
                </a:lnTo>
                <a:lnTo>
                  <a:pt x="690" y="2471"/>
                </a:lnTo>
                <a:lnTo>
                  <a:pt x="694" y="2370"/>
                </a:lnTo>
                <a:lnTo>
                  <a:pt x="696" y="2278"/>
                </a:lnTo>
                <a:lnTo>
                  <a:pt x="694" y="2196"/>
                </a:lnTo>
                <a:lnTo>
                  <a:pt x="692" y="2161"/>
                </a:lnTo>
                <a:lnTo>
                  <a:pt x="689" y="2129"/>
                </a:lnTo>
                <a:lnTo>
                  <a:pt x="683" y="2099"/>
                </a:lnTo>
                <a:lnTo>
                  <a:pt x="677" y="2073"/>
                </a:lnTo>
                <a:lnTo>
                  <a:pt x="668" y="2051"/>
                </a:lnTo>
                <a:lnTo>
                  <a:pt x="659" y="2032"/>
                </a:lnTo>
                <a:lnTo>
                  <a:pt x="648" y="2017"/>
                </a:lnTo>
                <a:lnTo>
                  <a:pt x="640" y="2010"/>
                </a:lnTo>
                <a:lnTo>
                  <a:pt x="633" y="2006"/>
                </a:lnTo>
                <a:lnTo>
                  <a:pt x="625" y="2000"/>
                </a:lnTo>
                <a:lnTo>
                  <a:pt x="616" y="1999"/>
                </a:lnTo>
                <a:lnTo>
                  <a:pt x="606" y="1997"/>
                </a:lnTo>
                <a:lnTo>
                  <a:pt x="597" y="1995"/>
                </a:lnTo>
                <a:lnTo>
                  <a:pt x="597" y="1995"/>
                </a:lnTo>
                <a:lnTo>
                  <a:pt x="593" y="1995"/>
                </a:lnTo>
                <a:lnTo>
                  <a:pt x="593" y="1995"/>
                </a:lnTo>
                <a:lnTo>
                  <a:pt x="584" y="1997"/>
                </a:lnTo>
                <a:lnTo>
                  <a:pt x="575" y="2000"/>
                </a:lnTo>
                <a:lnTo>
                  <a:pt x="564" y="2006"/>
                </a:lnTo>
                <a:lnTo>
                  <a:pt x="552" y="2017"/>
                </a:lnTo>
                <a:lnTo>
                  <a:pt x="552" y="2017"/>
                </a:lnTo>
                <a:lnTo>
                  <a:pt x="547" y="2027"/>
                </a:lnTo>
                <a:lnTo>
                  <a:pt x="543" y="2038"/>
                </a:lnTo>
                <a:lnTo>
                  <a:pt x="534" y="2064"/>
                </a:lnTo>
                <a:lnTo>
                  <a:pt x="524" y="2097"/>
                </a:lnTo>
                <a:lnTo>
                  <a:pt x="519" y="2139"/>
                </a:lnTo>
                <a:lnTo>
                  <a:pt x="513" y="2183"/>
                </a:lnTo>
                <a:lnTo>
                  <a:pt x="508" y="2232"/>
                </a:lnTo>
                <a:lnTo>
                  <a:pt x="504" y="2282"/>
                </a:lnTo>
                <a:lnTo>
                  <a:pt x="500" y="2336"/>
                </a:lnTo>
                <a:lnTo>
                  <a:pt x="498" y="2443"/>
                </a:lnTo>
                <a:lnTo>
                  <a:pt x="498" y="2542"/>
                </a:lnTo>
                <a:lnTo>
                  <a:pt x="500" y="2586"/>
                </a:lnTo>
                <a:lnTo>
                  <a:pt x="504" y="2626"/>
                </a:lnTo>
                <a:lnTo>
                  <a:pt x="508" y="2661"/>
                </a:lnTo>
                <a:lnTo>
                  <a:pt x="511" y="2687"/>
                </a:lnTo>
                <a:lnTo>
                  <a:pt x="511" y="2687"/>
                </a:lnTo>
                <a:lnTo>
                  <a:pt x="519" y="2730"/>
                </a:lnTo>
                <a:lnTo>
                  <a:pt x="524" y="2769"/>
                </a:lnTo>
                <a:lnTo>
                  <a:pt x="526" y="2803"/>
                </a:lnTo>
                <a:lnTo>
                  <a:pt x="524" y="2833"/>
                </a:lnTo>
                <a:lnTo>
                  <a:pt x="521" y="2855"/>
                </a:lnTo>
                <a:lnTo>
                  <a:pt x="517" y="2874"/>
                </a:lnTo>
                <a:lnTo>
                  <a:pt x="509" y="2885"/>
                </a:lnTo>
                <a:lnTo>
                  <a:pt x="504" y="2891"/>
                </a:lnTo>
                <a:lnTo>
                  <a:pt x="500" y="2892"/>
                </a:lnTo>
                <a:lnTo>
                  <a:pt x="500" y="2892"/>
                </a:lnTo>
                <a:lnTo>
                  <a:pt x="474" y="2898"/>
                </a:lnTo>
                <a:lnTo>
                  <a:pt x="437" y="2904"/>
                </a:lnTo>
                <a:lnTo>
                  <a:pt x="392" y="2906"/>
                </a:lnTo>
                <a:lnTo>
                  <a:pt x="338" y="2907"/>
                </a:lnTo>
                <a:lnTo>
                  <a:pt x="338" y="2907"/>
                </a:lnTo>
                <a:lnTo>
                  <a:pt x="269" y="2906"/>
                </a:lnTo>
                <a:lnTo>
                  <a:pt x="211" y="2902"/>
                </a:lnTo>
                <a:lnTo>
                  <a:pt x="168" y="2894"/>
                </a:lnTo>
                <a:lnTo>
                  <a:pt x="153" y="2892"/>
                </a:lnTo>
                <a:lnTo>
                  <a:pt x="144" y="2889"/>
                </a:lnTo>
                <a:lnTo>
                  <a:pt x="144" y="2887"/>
                </a:lnTo>
                <a:lnTo>
                  <a:pt x="144" y="2887"/>
                </a:lnTo>
                <a:lnTo>
                  <a:pt x="131" y="2864"/>
                </a:lnTo>
                <a:lnTo>
                  <a:pt x="125" y="2853"/>
                </a:lnTo>
                <a:lnTo>
                  <a:pt x="123" y="2840"/>
                </a:lnTo>
                <a:lnTo>
                  <a:pt x="121" y="2825"/>
                </a:lnTo>
                <a:lnTo>
                  <a:pt x="123" y="2808"/>
                </a:lnTo>
                <a:lnTo>
                  <a:pt x="129" y="2788"/>
                </a:lnTo>
                <a:lnTo>
                  <a:pt x="136" y="2766"/>
                </a:lnTo>
                <a:lnTo>
                  <a:pt x="136" y="2766"/>
                </a:lnTo>
                <a:lnTo>
                  <a:pt x="140" y="2756"/>
                </a:lnTo>
                <a:lnTo>
                  <a:pt x="147" y="2749"/>
                </a:lnTo>
                <a:lnTo>
                  <a:pt x="155" y="2741"/>
                </a:lnTo>
                <a:lnTo>
                  <a:pt x="162" y="2734"/>
                </a:lnTo>
                <a:lnTo>
                  <a:pt x="185" y="2723"/>
                </a:lnTo>
                <a:lnTo>
                  <a:pt x="211" y="2715"/>
                </a:lnTo>
                <a:lnTo>
                  <a:pt x="237" y="2708"/>
                </a:lnTo>
                <a:lnTo>
                  <a:pt x="265" y="2704"/>
                </a:lnTo>
                <a:lnTo>
                  <a:pt x="293" y="2700"/>
                </a:lnTo>
                <a:lnTo>
                  <a:pt x="317" y="2700"/>
                </a:lnTo>
                <a:lnTo>
                  <a:pt x="317" y="2700"/>
                </a:lnTo>
                <a:lnTo>
                  <a:pt x="317" y="2700"/>
                </a:lnTo>
                <a:lnTo>
                  <a:pt x="317" y="2700"/>
                </a:lnTo>
                <a:lnTo>
                  <a:pt x="327" y="2700"/>
                </a:lnTo>
                <a:lnTo>
                  <a:pt x="334" y="2697"/>
                </a:lnTo>
                <a:lnTo>
                  <a:pt x="341" y="2693"/>
                </a:lnTo>
                <a:lnTo>
                  <a:pt x="347" y="2689"/>
                </a:lnTo>
                <a:lnTo>
                  <a:pt x="347" y="2689"/>
                </a:lnTo>
                <a:lnTo>
                  <a:pt x="353" y="2682"/>
                </a:lnTo>
                <a:lnTo>
                  <a:pt x="356" y="2674"/>
                </a:lnTo>
                <a:lnTo>
                  <a:pt x="360" y="2667"/>
                </a:lnTo>
                <a:lnTo>
                  <a:pt x="360" y="2659"/>
                </a:lnTo>
                <a:lnTo>
                  <a:pt x="360" y="2659"/>
                </a:lnTo>
                <a:lnTo>
                  <a:pt x="362" y="2390"/>
                </a:lnTo>
                <a:lnTo>
                  <a:pt x="366" y="2148"/>
                </a:lnTo>
                <a:lnTo>
                  <a:pt x="371" y="1915"/>
                </a:lnTo>
                <a:lnTo>
                  <a:pt x="371" y="1915"/>
                </a:lnTo>
                <a:lnTo>
                  <a:pt x="371" y="1887"/>
                </a:lnTo>
                <a:lnTo>
                  <a:pt x="373" y="1818"/>
                </a:lnTo>
                <a:lnTo>
                  <a:pt x="381" y="1717"/>
                </a:lnTo>
                <a:lnTo>
                  <a:pt x="386" y="1657"/>
                </a:lnTo>
                <a:lnTo>
                  <a:pt x="394" y="1595"/>
                </a:lnTo>
                <a:lnTo>
                  <a:pt x="403" y="1532"/>
                </a:lnTo>
                <a:lnTo>
                  <a:pt x="414" y="1467"/>
                </a:lnTo>
                <a:lnTo>
                  <a:pt x="429" y="1403"/>
                </a:lnTo>
                <a:lnTo>
                  <a:pt x="446" y="1344"/>
                </a:lnTo>
                <a:lnTo>
                  <a:pt x="457" y="1314"/>
                </a:lnTo>
                <a:lnTo>
                  <a:pt x="467" y="1286"/>
                </a:lnTo>
                <a:lnTo>
                  <a:pt x="478" y="1260"/>
                </a:lnTo>
                <a:lnTo>
                  <a:pt x="491" y="1233"/>
                </a:lnTo>
                <a:lnTo>
                  <a:pt x="504" y="1211"/>
                </a:lnTo>
                <a:lnTo>
                  <a:pt x="519" y="1189"/>
                </a:lnTo>
                <a:lnTo>
                  <a:pt x="534" y="1170"/>
                </a:lnTo>
                <a:lnTo>
                  <a:pt x="549" y="1153"/>
                </a:lnTo>
                <a:lnTo>
                  <a:pt x="549" y="1153"/>
                </a:lnTo>
                <a:lnTo>
                  <a:pt x="556" y="1146"/>
                </a:lnTo>
                <a:lnTo>
                  <a:pt x="560" y="1136"/>
                </a:lnTo>
                <a:lnTo>
                  <a:pt x="564" y="1127"/>
                </a:lnTo>
                <a:lnTo>
                  <a:pt x="567" y="1116"/>
                </a:lnTo>
                <a:lnTo>
                  <a:pt x="569" y="1097"/>
                </a:lnTo>
                <a:lnTo>
                  <a:pt x="571" y="1082"/>
                </a:lnTo>
                <a:lnTo>
                  <a:pt x="571" y="1082"/>
                </a:lnTo>
                <a:lnTo>
                  <a:pt x="569" y="1071"/>
                </a:lnTo>
                <a:lnTo>
                  <a:pt x="567" y="1062"/>
                </a:lnTo>
                <a:lnTo>
                  <a:pt x="562" y="1045"/>
                </a:lnTo>
                <a:lnTo>
                  <a:pt x="552" y="1034"/>
                </a:lnTo>
                <a:lnTo>
                  <a:pt x="545" y="1026"/>
                </a:lnTo>
                <a:lnTo>
                  <a:pt x="545" y="1026"/>
                </a:lnTo>
                <a:lnTo>
                  <a:pt x="536" y="1019"/>
                </a:lnTo>
                <a:lnTo>
                  <a:pt x="526" y="1015"/>
                </a:lnTo>
                <a:lnTo>
                  <a:pt x="504" y="1006"/>
                </a:lnTo>
                <a:lnTo>
                  <a:pt x="504" y="1006"/>
                </a:lnTo>
                <a:lnTo>
                  <a:pt x="504" y="983"/>
                </a:lnTo>
                <a:lnTo>
                  <a:pt x="502" y="961"/>
                </a:lnTo>
                <a:lnTo>
                  <a:pt x="496" y="940"/>
                </a:lnTo>
                <a:lnTo>
                  <a:pt x="491" y="918"/>
                </a:lnTo>
                <a:lnTo>
                  <a:pt x="483" y="898"/>
                </a:lnTo>
                <a:lnTo>
                  <a:pt x="474" y="877"/>
                </a:lnTo>
                <a:lnTo>
                  <a:pt x="463" y="858"/>
                </a:lnTo>
                <a:lnTo>
                  <a:pt x="450" y="840"/>
                </a:lnTo>
                <a:lnTo>
                  <a:pt x="450" y="840"/>
                </a:lnTo>
                <a:lnTo>
                  <a:pt x="431" y="817"/>
                </a:lnTo>
                <a:lnTo>
                  <a:pt x="409" y="799"/>
                </a:lnTo>
                <a:lnTo>
                  <a:pt x="386" y="782"/>
                </a:lnTo>
                <a:lnTo>
                  <a:pt x="362" y="769"/>
                </a:lnTo>
                <a:lnTo>
                  <a:pt x="336" y="758"/>
                </a:lnTo>
                <a:lnTo>
                  <a:pt x="308" y="750"/>
                </a:lnTo>
                <a:lnTo>
                  <a:pt x="280" y="746"/>
                </a:lnTo>
                <a:lnTo>
                  <a:pt x="252" y="744"/>
                </a:lnTo>
                <a:lnTo>
                  <a:pt x="252" y="744"/>
                </a:lnTo>
                <a:lnTo>
                  <a:pt x="226" y="744"/>
                </a:lnTo>
                <a:lnTo>
                  <a:pt x="202" y="748"/>
                </a:lnTo>
                <a:lnTo>
                  <a:pt x="179" y="754"/>
                </a:lnTo>
                <a:lnTo>
                  <a:pt x="155" y="763"/>
                </a:lnTo>
                <a:lnTo>
                  <a:pt x="155" y="763"/>
                </a:lnTo>
                <a:lnTo>
                  <a:pt x="146" y="741"/>
                </a:lnTo>
                <a:lnTo>
                  <a:pt x="138" y="717"/>
                </a:lnTo>
                <a:lnTo>
                  <a:pt x="133" y="692"/>
                </a:lnTo>
                <a:lnTo>
                  <a:pt x="129" y="668"/>
                </a:lnTo>
                <a:lnTo>
                  <a:pt x="125" y="642"/>
                </a:lnTo>
                <a:lnTo>
                  <a:pt x="123" y="616"/>
                </a:lnTo>
                <a:lnTo>
                  <a:pt x="123" y="590"/>
                </a:lnTo>
                <a:lnTo>
                  <a:pt x="125" y="563"/>
                </a:lnTo>
                <a:lnTo>
                  <a:pt x="125" y="563"/>
                </a:lnTo>
                <a:lnTo>
                  <a:pt x="129" y="537"/>
                </a:lnTo>
                <a:lnTo>
                  <a:pt x="133" y="513"/>
                </a:lnTo>
                <a:lnTo>
                  <a:pt x="138" y="489"/>
                </a:lnTo>
                <a:lnTo>
                  <a:pt x="146" y="465"/>
                </a:lnTo>
                <a:lnTo>
                  <a:pt x="153" y="442"/>
                </a:lnTo>
                <a:lnTo>
                  <a:pt x="162" y="418"/>
                </a:lnTo>
                <a:lnTo>
                  <a:pt x="181" y="375"/>
                </a:lnTo>
                <a:lnTo>
                  <a:pt x="205" y="332"/>
                </a:lnTo>
                <a:lnTo>
                  <a:pt x="233" y="293"/>
                </a:lnTo>
                <a:lnTo>
                  <a:pt x="263" y="256"/>
                </a:lnTo>
                <a:lnTo>
                  <a:pt x="297" y="222"/>
                </a:lnTo>
                <a:lnTo>
                  <a:pt x="334" y="192"/>
                </a:lnTo>
                <a:lnTo>
                  <a:pt x="373" y="164"/>
                </a:lnTo>
                <a:lnTo>
                  <a:pt x="414" y="140"/>
                </a:lnTo>
                <a:lnTo>
                  <a:pt x="457" y="121"/>
                </a:lnTo>
                <a:lnTo>
                  <a:pt x="480" y="112"/>
                </a:lnTo>
                <a:lnTo>
                  <a:pt x="504" y="104"/>
                </a:lnTo>
                <a:lnTo>
                  <a:pt x="526" y="99"/>
                </a:lnTo>
                <a:lnTo>
                  <a:pt x="550" y="93"/>
                </a:lnTo>
                <a:lnTo>
                  <a:pt x="575" y="89"/>
                </a:lnTo>
                <a:lnTo>
                  <a:pt x="599" y="86"/>
                </a:lnTo>
                <a:lnTo>
                  <a:pt x="623" y="84"/>
                </a:lnTo>
                <a:lnTo>
                  <a:pt x="648" y="84"/>
                </a:lnTo>
                <a:lnTo>
                  <a:pt x="648" y="84"/>
                </a:lnTo>
                <a:lnTo>
                  <a:pt x="674" y="84"/>
                </a:lnTo>
                <a:lnTo>
                  <a:pt x="700" y="86"/>
                </a:lnTo>
                <a:lnTo>
                  <a:pt x="700" y="86"/>
                </a:lnTo>
                <a:lnTo>
                  <a:pt x="724" y="89"/>
                </a:lnTo>
                <a:lnTo>
                  <a:pt x="750" y="93"/>
                </a:lnTo>
                <a:lnTo>
                  <a:pt x="774" y="101"/>
                </a:lnTo>
                <a:lnTo>
                  <a:pt x="799" y="108"/>
                </a:lnTo>
                <a:lnTo>
                  <a:pt x="823" y="116"/>
                </a:lnTo>
                <a:lnTo>
                  <a:pt x="845" y="127"/>
                </a:lnTo>
                <a:lnTo>
                  <a:pt x="868" y="138"/>
                </a:lnTo>
                <a:lnTo>
                  <a:pt x="890" y="149"/>
                </a:lnTo>
                <a:lnTo>
                  <a:pt x="912" y="164"/>
                </a:lnTo>
                <a:lnTo>
                  <a:pt x="933" y="179"/>
                </a:lnTo>
                <a:lnTo>
                  <a:pt x="954" y="194"/>
                </a:lnTo>
                <a:lnTo>
                  <a:pt x="972" y="213"/>
                </a:lnTo>
                <a:lnTo>
                  <a:pt x="991" y="229"/>
                </a:lnTo>
                <a:lnTo>
                  <a:pt x="1008" y="250"/>
                </a:lnTo>
                <a:lnTo>
                  <a:pt x="1026" y="270"/>
                </a:lnTo>
                <a:lnTo>
                  <a:pt x="1041" y="293"/>
                </a:lnTo>
                <a:lnTo>
                  <a:pt x="1041" y="293"/>
                </a:lnTo>
                <a:lnTo>
                  <a:pt x="1056" y="313"/>
                </a:lnTo>
                <a:lnTo>
                  <a:pt x="1069" y="336"/>
                </a:lnTo>
                <a:lnTo>
                  <a:pt x="1080" y="358"/>
                </a:lnTo>
                <a:lnTo>
                  <a:pt x="1093" y="382"/>
                </a:lnTo>
                <a:lnTo>
                  <a:pt x="1103" y="407"/>
                </a:lnTo>
                <a:lnTo>
                  <a:pt x="1112" y="431"/>
                </a:lnTo>
                <a:lnTo>
                  <a:pt x="1120" y="455"/>
                </a:lnTo>
                <a:lnTo>
                  <a:pt x="1127" y="479"/>
                </a:lnTo>
                <a:lnTo>
                  <a:pt x="1133" y="506"/>
                </a:lnTo>
                <a:lnTo>
                  <a:pt x="1138" y="530"/>
                </a:lnTo>
                <a:lnTo>
                  <a:pt x="1142" y="556"/>
                </a:lnTo>
                <a:lnTo>
                  <a:pt x="1144" y="582"/>
                </a:lnTo>
                <a:lnTo>
                  <a:pt x="1146" y="608"/>
                </a:lnTo>
                <a:lnTo>
                  <a:pt x="1146" y="634"/>
                </a:lnTo>
                <a:lnTo>
                  <a:pt x="1146" y="659"/>
                </a:lnTo>
                <a:lnTo>
                  <a:pt x="1144" y="685"/>
                </a:lnTo>
                <a:lnTo>
                  <a:pt x="1144" y="685"/>
                </a:lnTo>
                <a:lnTo>
                  <a:pt x="1140" y="709"/>
                </a:lnTo>
                <a:lnTo>
                  <a:pt x="1136" y="731"/>
                </a:lnTo>
                <a:lnTo>
                  <a:pt x="1131" y="754"/>
                </a:lnTo>
                <a:lnTo>
                  <a:pt x="1125" y="774"/>
                </a:lnTo>
                <a:lnTo>
                  <a:pt x="1118" y="795"/>
                </a:lnTo>
                <a:lnTo>
                  <a:pt x="1110" y="815"/>
                </a:lnTo>
                <a:lnTo>
                  <a:pt x="1101" y="834"/>
                </a:lnTo>
                <a:lnTo>
                  <a:pt x="1092" y="853"/>
                </a:lnTo>
                <a:lnTo>
                  <a:pt x="1080" y="870"/>
                </a:lnTo>
                <a:lnTo>
                  <a:pt x="1067" y="886"/>
                </a:lnTo>
                <a:lnTo>
                  <a:pt x="1054" y="903"/>
                </a:lnTo>
                <a:lnTo>
                  <a:pt x="1041" y="918"/>
                </a:lnTo>
                <a:lnTo>
                  <a:pt x="1026" y="931"/>
                </a:lnTo>
                <a:lnTo>
                  <a:pt x="1011" y="944"/>
                </a:lnTo>
                <a:lnTo>
                  <a:pt x="995" y="957"/>
                </a:lnTo>
                <a:lnTo>
                  <a:pt x="978" y="968"/>
                </a:lnTo>
                <a:lnTo>
                  <a:pt x="978" y="968"/>
                </a:lnTo>
                <a:lnTo>
                  <a:pt x="959" y="978"/>
                </a:lnTo>
                <a:lnTo>
                  <a:pt x="940" y="987"/>
                </a:lnTo>
                <a:lnTo>
                  <a:pt x="899" y="1004"/>
                </a:lnTo>
                <a:lnTo>
                  <a:pt x="856" y="1015"/>
                </a:lnTo>
                <a:lnTo>
                  <a:pt x="810" y="1024"/>
                </a:lnTo>
                <a:lnTo>
                  <a:pt x="810" y="1024"/>
                </a:lnTo>
                <a:close/>
                <a:moveTo>
                  <a:pt x="297" y="1196"/>
                </a:moveTo>
                <a:lnTo>
                  <a:pt x="297" y="1196"/>
                </a:lnTo>
                <a:lnTo>
                  <a:pt x="304" y="1241"/>
                </a:lnTo>
                <a:lnTo>
                  <a:pt x="308" y="1288"/>
                </a:lnTo>
                <a:lnTo>
                  <a:pt x="310" y="1334"/>
                </a:lnTo>
                <a:lnTo>
                  <a:pt x="308" y="1381"/>
                </a:lnTo>
                <a:lnTo>
                  <a:pt x="304" y="1426"/>
                </a:lnTo>
                <a:lnTo>
                  <a:pt x="299" y="1444"/>
                </a:lnTo>
                <a:lnTo>
                  <a:pt x="295" y="1465"/>
                </a:lnTo>
                <a:lnTo>
                  <a:pt x="289" y="1482"/>
                </a:lnTo>
                <a:lnTo>
                  <a:pt x="282" y="1498"/>
                </a:lnTo>
                <a:lnTo>
                  <a:pt x="274" y="1513"/>
                </a:lnTo>
                <a:lnTo>
                  <a:pt x="265" y="1526"/>
                </a:lnTo>
                <a:lnTo>
                  <a:pt x="265" y="1526"/>
                </a:lnTo>
                <a:lnTo>
                  <a:pt x="252" y="1539"/>
                </a:lnTo>
                <a:lnTo>
                  <a:pt x="237" y="1549"/>
                </a:lnTo>
                <a:lnTo>
                  <a:pt x="220" y="1554"/>
                </a:lnTo>
                <a:lnTo>
                  <a:pt x="202" y="1556"/>
                </a:lnTo>
                <a:lnTo>
                  <a:pt x="202" y="1556"/>
                </a:lnTo>
                <a:lnTo>
                  <a:pt x="202" y="1556"/>
                </a:lnTo>
                <a:lnTo>
                  <a:pt x="179" y="1554"/>
                </a:lnTo>
                <a:lnTo>
                  <a:pt x="179" y="1554"/>
                </a:lnTo>
                <a:lnTo>
                  <a:pt x="155" y="1547"/>
                </a:lnTo>
                <a:lnTo>
                  <a:pt x="146" y="1543"/>
                </a:lnTo>
                <a:lnTo>
                  <a:pt x="136" y="1538"/>
                </a:lnTo>
                <a:lnTo>
                  <a:pt x="127" y="1532"/>
                </a:lnTo>
                <a:lnTo>
                  <a:pt x="119" y="1526"/>
                </a:lnTo>
                <a:lnTo>
                  <a:pt x="112" y="1519"/>
                </a:lnTo>
                <a:lnTo>
                  <a:pt x="106" y="1510"/>
                </a:lnTo>
                <a:lnTo>
                  <a:pt x="106" y="1510"/>
                </a:lnTo>
                <a:lnTo>
                  <a:pt x="99" y="1495"/>
                </a:lnTo>
                <a:lnTo>
                  <a:pt x="95" y="1476"/>
                </a:lnTo>
                <a:lnTo>
                  <a:pt x="91" y="1459"/>
                </a:lnTo>
                <a:lnTo>
                  <a:pt x="91" y="1439"/>
                </a:lnTo>
                <a:lnTo>
                  <a:pt x="93" y="1420"/>
                </a:lnTo>
                <a:lnTo>
                  <a:pt x="95" y="1400"/>
                </a:lnTo>
                <a:lnTo>
                  <a:pt x="99" y="1381"/>
                </a:lnTo>
                <a:lnTo>
                  <a:pt x="105" y="1364"/>
                </a:lnTo>
                <a:lnTo>
                  <a:pt x="105" y="1364"/>
                </a:lnTo>
                <a:lnTo>
                  <a:pt x="131" y="1273"/>
                </a:lnTo>
                <a:lnTo>
                  <a:pt x="131" y="1273"/>
                </a:lnTo>
                <a:lnTo>
                  <a:pt x="162" y="1174"/>
                </a:lnTo>
                <a:lnTo>
                  <a:pt x="162" y="1174"/>
                </a:lnTo>
                <a:lnTo>
                  <a:pt x="164" y="1161"/>
                </a:lnTo>
                <a:lnTo>
                  <a:pt x="162" y="1148"/>
                </a:lnTo>
                <a:lnTo>
                  <a:pt x="157" y="1136"/>
                </a:lnTo>
                <a:lnTo>
                  <a:pt x="147" y="1127"/>
                </a:lnTo>
                <a:lnTo>
                  <a:pt x="147" y="1127"/>
                </a:lnTo>
                <a:lnTo>
                  <a:pt x="133" y="1114"/>
                </a:lnTo>
                <a:lnTo>
                  <a:pt x="119" y="1099"/>
                </a:lnTo>
                <a:lnTo>
                  <a:pt x="119" y="1099"/>
                </a:lnTo>
                <a:lnTo>
                  <a:pt x="110" y="1086"/>
                </a:lnTo>
                <a:lnTo>
                  <a:pt x="101" y="1073"/>
                </a:lnTo>
                <a:lnTo>
                  <a:pt x="95" y="1058"/>
                </a:lnTo>
                <a:lnTo>
                  <a:pt x="90" y="1041"/>
                </a:lnTo>
                <a:lnTo>
                  <a:pt x="86" y="1026"/>
                </a:lnTo>
                <a:lnTo>
                  <a:pt x="84" y="1009"/>
                </a:lnTo>
                <a:lnTo>
                  <a:pt x="84" y="993"/>
                </a:lnTo>
                <a:lnTo>
                  <a:pt x="84" y="976"/>
                </a:lnTo>
                <a:lnTo>
                  <a:pt x="84" y="976"/>
                </a:lnTo>
                <a:lnTo>
                  <a:pt x="88" y="959"/>
                </a:lnTo>
                <a:lnTo>
                  <a:pt x="91" y="944"/>
                </a:lnTo>
                <a:lnTo>
                  <a:pt x="97" y="929"/>
                </a:lnTo>
                <a:lnTo>
                  <a:pt x="105" y="914"/>
                </a:lnTo>
                <a:lnTo>
                  <a:pt x="114" y="899"/>
                </a:lnTo>
                <a:lnTo>
                  <a:pt x="123" y="886"/>
                </a:lnTo>
                <a:lnTo>
                  <a:pt x="134" y="875"/>
                </a:lnTo>
                <a:lnTo>
                  <a:pt x="147" y="864"/>
                </a:lnTo>
                <a:lnTo>
                  <a:pt x="147" y="864"/>
                </a:lnTo>
                <a:lnTo>
                  <a:pt x="159" y="856"/>
                </a:lnTo>
                <a:lnTo>
                  <a:pt x="172" y="849"/>
                </a:lnTo>
                <a:lnTo>
                  <a:pt x="183" y="842"/>
                </a:lnTo>
                <a:lnTo>
                  <a:pt x="196" y="838"/>
                </a:lnTo>
                <a:lnTo>
                  <a:pt x="209" y="832"/>
                </a:lnTo>
                <a:lnTo>
                  <a:pt x="224" y="830"/>
                </a:lnTo>
                <a:lnTo>
                  <a:pt x="237" y="828"/>
                </a:lnTo>
                <a:lnTo>
                  <a:pt x="252" y="828"/>
                </a:lnTo>
                <a:lnTo>
                  <a:pt x="252" y="828"/>
                </a:lnTo>
                <a:lnTo>
                  <a:pt x="271" y="828"/>
                </a:lnTo>
                <a:lnTo>
                  <a:pt x="289" y="832"/>
                </a:lnTo>
                <a:lnTo>
                  <a:pt x="308" y="838"/>
                </a:lnTo>
                <a:lnTo>
                  <a:pt x="325" y="845"/>
                </a:lnTo>
                <a:lnTo>
                  <a:pt x="341" y="855"/>
                </a:lnTo>
                <a:lnTo>
                  <a:pt x="356" y="864"/>
                </a:lnTo>
                <a:lnTo>
                  <a:pt x="371" y="877"/>
                </a:lnTo>
                <a:lnTo>
                  <a:pt x="384" y="892"/>
                </a:lnTo>
                <a:lnTo>
                  <a:pt x="384" y="892"/>
                </a:lnTo>
                <a:lnTo>
                  <a:pt x="394" y="905"/>
                </a:lnTo>
                <a:lnTo>
                  <a:pt x="401" y="920"/>
                </a:lnTo>
                <a:lnTo>
                  <a:pt x="409" y="935"/>
                </a:lnTo>
                <a:lnTo>
                  <a:pt x="414" y="950"/>
                </a:lnTo>
                <a:lnTo>
                  <a:pt x="416" y="967"/>
                </a:lnTo>
                <a:lnTo>
                  <a:pt x="420" y="983"/>
                </a:lnTo>
                <a:lnTo>
                  <a:pt x="420" y="998"/>
                </a:lnTo>
                <a:lnTo>
                  <a:pt x="418" y="1015"/>
                </a:lnTo>
                <a:lnTo>
                  <a:pt x="418" y="1015"/>
                </a:lnTo>
                <a:lnTo>
                  <a:pt x="416" y="1032"/>
                </a:lnTo>
                <a:lnTo>
                  <a:pt x="411" y="1049"/>
                </a:lnTo>
                <a:lnTo>
                  <a:pt x="405" y="1064"/>
                </a:lnTo>
                <a:lnTo>
                  <a:pt x="397" y="1079"/>
                </a:lnTo>
                <a:lnTo>
                  <a:pt x="390" y="1092"/>
                </a:lnTo>
                <a:lnTo>
                  <a:pt x="379" y="1105"/>
                </a:lnTo>
                <a:lnTo>
                  <a:pt x="368" y="1118"/>
                </a:lnTo>
                <a:lnTo>
                  <a:pt x="356" y="1127"/>
                </a:lnTo>
                <a:lnTo>
                  <a:pt x="356" y="1127"/>
                </a:lnTo>
                <a:lnTo>
                  <a:pt x="340" y="1140"/>
                </a:lnTo>
                <a:lnTo>
                  <a:pt x="321" y="1149"/>
                </a:lnTo>
                <a:lnTo>
                  <a:pt x="321" y="1149"/>
                </a:lnTo>
                <a:lnTo>
                  <a:pt x="313" y="1153"/>
                </a:lnTo>
                <a:lnTo>
                  <a:pt x="308" y="1157"/>
                </a:lnTo>
                <a:lnTo>
                  <a:pt x="304" y="1163"/>
                </a:lnTo>
                <a:lnTo>
                  <a:pt x="300" y="1168"/>
                </a:lnTo>
                <a:lnTo>
                  <a:pt x="297" y="1176"/>
                </a:lnTo>
                <a:lnTo>
                  <a:pt x="297" y="1181"/>
                </a:lnTo>
                <a:lnTo>
                  <a:pt x="295" y="1189"/>
                </a:lnTo>
                <a:lnTo>
                  <a:pt x="297" y="1196"/>
                </a:lnTo>
                <a:lnTo>
                  <a:pt x="297" y="1196"/>
                </a:lnTo>
                <a:close/>
                <a:moveTo>
                  <a:pt x="384" y="1211"/>
                </a:moveTo>
                <a:lnTo>
                  <a:pt x="384" y="1211"/>
                </a:lnTo>
                <a:lnTo>
                  <a:pt x="407" y="1194"/>
                </a:lnTo>
                <a:lnTo>
                  <a:pt x="407" y="1194"/>
                </a:lnTo>
                <a:lnTo>
                  <a:pt x="427" y="1176"/>
                </a:lnTo>
                <a:lnTo>
                  <a:pt x="427" y="1176"/>
                </a:lnTo>
                <a:lnTo>
                  <a:pt x="409" y="1215"/>
                </a:lnTo>
                <a:lnTo>
                  <a:pt x="390" y="1256"/>
                </a:lnTo>
                <a:lnTo>
                  <a:pt x="390" y="1256"/>
                </a:lnTo>
                <a:lnTo>
                  <a:pt x="384" y="1211"/>
                </a:lnTo>
                <a:lnTo>
                  <a:pt x="384" y="1211"/>
                </a:lnTo>
                <a:close/>
                <a:moveTo>
                  <a:pt x="606" y="2469"/>
                </a:moveTo>
                <a:lnTo>
                  <a:pt x="606" y="2469"/>
                </a:lnTo>
                <a:lnTo>
                  <a:pt x="605" y="2575"/>
                </a:lnTo>
                <a:lnTo>
                  <a:pt x="603" y="2682"/>
                </a:lnTo>
                <a:lnTo>
                  <a:pt x="603" y="2682"/>
                </a:lnTo>
                <a:lnTo>
                  <a:pt x="599" y="2700"/>
                </a:lnTo>
                <a:lnTo>
                  <a:pt x="599" y="2700"/>
                </a:lnTo>
                <a:lnTo>
                  <a:pt x="593" y="2670"/>
                </a:lnTo>
                <a:lnTo>
                  <a:pt x="593" y="2670"/>
                </a:lnTo>
                <a:lnTo>
                  <a:pt x="590" y="2648"/>
                </a:lnTo>
                <a:lnTo>
                  <a:pt x="586" y="2620"/>
                </a:lnTo>
                <a:lnTo>
                  <a:pt x="582" y="2558"/>
                </a:lnTo>
                <a:lnTo>
                  <a:pt x="582" y="2488"/>
                </a:lnTo>
                <a:lnTo>
                  <a:pt x="582" y="2409"/>
                </a:lnTo>
                <a:lnTo>
                  <a:pt x="586" y="2331"/>
                </a:lnTo>
                <a:lnTo>
                  <a:pt x="590" y="2256"/>
                </a:lnTo>
                <a:lnTo>
                  <a:pt x="597" y="2187"/>
                </a:lnTo>
                <a:lnTo>
                  <a:pt x="605" y="2131"/>
                </a:lnTo>
                <a:lnTo>
                  <a:pt x="605" y="2131"/>
                </a:lnTo>
                <a:lnTo>
                  <a:pt x="608" y="2163"/>
                </a:lnTo>
                <a:lnTo>
                  <a:pt x="610" y="2202"/>
                </a:lnTo>
                <a:lnTo>
                  <a:pt x="610" y="2290"/>
                </a:lnTo>
                <a:lnTo>
                  <a:pt x="610" y="2381"/>
                </a:lnTo>
                <a:lnTo>
                  <a:pt x="606" y="2469"/>
                </a:lnTo>
                <a:lnTo>
                  <a:pt x="606" y="2469"/>
                </a:lnTo>
                <a:close/>
              </a:path>
            </a:pathLst>
          </a:custGeom>
          <a:solidFill>
            <a:srgbClr val="000000">
              <a:lumMod val="75000"/>
              <a:lumOff val="25000"/>
            </a:srgbClr>
          </a:solidFill>
          <a:ln>
            <a:noFill/>
          </a:ln>
        </p:spPr>
        <p:txBody>
          <a:bodyPr lIns="67500" tIns="35100" rIns="67500" bIns="35100" anchor="ctr">
            <a:normAutofit/>
          </a:bodyPr>
          <a:lstStyle/>
          <a:p>
            <a:pPr algn="ctr">
              <a:lnSpc>
                <a:spcPct val="130000"/>
              </a:lnSpc>
            </a:pPr>
            <a:endParaRPr sz="1350">
              <a:latin typeface="Arial" panose="020B0604020202020204" pitchFamily="34" charset="0"/>
              <a:ea typeface="微软雅黑" panose="020B0503020204020204" pitchFamily="34" charset="-122"/>
              <a:sym typeface="Arial" panose="020B0604020202020204" pitchFamily="34" charset="0"/>
            </a:endParaRPr>
          </a:p>
        </p:txBody>
      </p:sp>
      <p:sp>
        <p:nvSpPr>
          <p:cNvPr id="62" name="任意多边形 34"/>
          <p:cNvSpPr/>
          <p:nvPr>
            <p:custDataLst>
              <p:tags r:id="rId39"/>
            </p:custDataLst>
          </p:nvPr>
        </p:nvSpPr>
        <p:spPr bwMode="auto">
          <a:xfrm>
            <a:off x="4184029" y="4137470"/>
            <a:ext cx="34752" cy="48405"/>
          </a:xfrm>
          <a:custGeom>
            <a:avLst/>
            <a:gdLst>
              <a:gd name="T0" fmla="*/ 6 w 280"/>
              <a:gd name="T1" fmla="*/ 71 h 390"/>
              <a:gd name="T2" fmla="*/ 6 w 280"/>
              <a:gd name="T3" fmla="*/ 75 h 390"/>
              <a:gd name="T4" fmla="*/ 30 w 280"/>
              <a:gd name="T5" fmla="*/ 205 h 390"/>
              <a:gd name="T6" fmla="*/ 53 w 280"/>
              <a:gd name="T7" fmla="*/ 355 h 390"/>
              <a:gd name="T8" fmla="*/ 54 w 280"/>
              <a:gd name="T9" fmla="*/ 362 h 390"/>
              <a:gd name="T10" fmla="*/ 64 w 280"/>
              <a:gd name="T11" fmla="*/ 379 h 390"/>
              <a:gd name="T12" fmla="*/ 71 w 280"/>
              <a:gd name="T13" fmla="*/ 385 h 390"/>
              <a:gd name="T14" fmla="*/ 94 w 280"/>
              <a:gd name="T15" fmla="*/ 390 h 390"/>
              <a:gd name="T16" fmla="*/ 107 w 280"/>
              <a:gd name="T17" fmla="*/ 388 h 390"/>
              <a:gd name="T18" fmla="*/ 133 w 280"/>
              <a:gd name="T19" fmla="*/ 379 h 390"/>
              <a:gd name="T20" fmla="*/ 176 w 280"/>
              <a:gd name="T21" fmla="*/ 360 h 390"/>
              <a:gd name="T22" fmla="*/ 211 w 280"/>
              <a:gd name="T23" fmla="*/ 338 h 390"/>
              <a:gd name="T24" fmla="*/ 237 w 280"/>
              <a:gd name="T25" fmla="*/ 315 h 390"/>
              <a:gd name="T26" fmla="*/ 256 w 280"/>
              <a:gd name="T27" fmla="*/ 293 h 390"/>
              <a:gd name="T28" fmla="*/ 269 w 280"/>
              <a:gd name="T29" fmla="*/ 271 h 390"/>
              <a:gd name="T30" fmla="*/ 278 w 280"/>
              <a:gd name="T31" fmla="*/ 239 h 390"/>
              <a:gd name="T32" fmla="*/ 280 w 280"/>
              <a:gd name="T33" fmla="*/ 218 h 390"/>
              <a:gd name="T34" fmla="*/ 275 w 280"/>
              <a:gd name="T35" fmla="*/ 179 h 390"/>
              <a:gd name="T36" fmla="*/ 263 w 280"/>
              <a:gd name="T37" fmla="*/ 144 h 390"/>
              <a:gd name="T38" fmla="*/ 245 w 280"/>
              <a:gd name="T39" fmla="*/ 110 h 390"/>
              <a:gd name="T40" fmla="*/ 219 w 280"/>
              <a:gd name="T41" fmla="*/ 80 h 390"/>
              <a:gd name="T42" fmla="*/ 187 w 280"/>
              <a:gd name="T43" fmla="*/ 54 h 390"/>
              <a:gd name="T44" fmla="*/ 148 w 280"/>
              <a:gd name="T45" fmla="*/ 32 h 390"/>
              <a:gd name="T46" fmla="*/ 103 w 280"/>
              <a:gd name="T47" fmla="*/ 15 h 390"/>
              <a:gd name="T48" fmla="*/ 51 w 280"/>
              <a:gd name="T49" fmla="*/ 2 h 390"/>
              <a:gd name="T50" fmla="*/ 41 w 280"/>
              <a:gd name="T51" fmla="*/ 0 h 390"/>
              <a:gd name="T52" fmla="*/ 21 w 280"/>
              <a:gd name="T53" fmla="*/ 6 h 390"/>
              <a:gd name="T54" fmla="*/ 13 w 280"/>
              <a:gd name="T55" fmla="*/ 13 h 390"/>
              <a:gd name="T56" fmla="*/ 2 w 280"/>
              <a:gd name="T57" fmla="*/ 30 h 390"/>
              <a:gd name="T58" fmla="*/ 2 w 280"/>
              <a:gd name="T59" fmla="*/ 50 h 390"/>
              <a:gd name="T60" fmla="*/ 6 w 280"/>
              <a:gd name="T61" fmla="*/ 71 h 390"/>
              <a:gd name="T62" fmla="*/ 129 w 280"/>
              <a:gd name="T63" fmla="*/ 289 h 390"/>
              <a:gd name="T64" fmla="*/ 114 w 280"/>
              <a:gd name="T65" fmla="*/ 192 h 390"/>
              <a:gd name="T66" fmla="*/ 97 w 280"/>
              <a:gd name="T67" fmla="*/ 103 h 390"/>
              <a:gd name="T68" fmla="*/ 140 w 280"/>
              <a:gd name="T69" fmla="*/ 123 h 390"/>
              <a:gd name="T70" fmla="*/ 170 w 280"/>
              <a:gd name="T71" fmla="*/ 151 h 390"/>
              <a:gd name="T72" fmla="*/ 189 w 280"/>
              <a:gd name="T73" fmla="*/ 183 h 390"/>
              <a:gd name="T74" fmla="*/ 196 w 280"/>
              <a:gd name="T75" fmla="*/ 220 h 390"/>
              <a:gd name="T76" fmla="*/ 194 w 280"/>
              <a:gd name="T77" fmla="*/ 231 h 390"/>
              <a:gd name="T78" fmla="*/ 183 w 280"/>
              <a:gd name="T79" fmla="*/ 252 h 390"/>
              <a:gd name="T80" fmla="*/ 165 w 280"/>
              <a:gd name="T81" fmla="*/ 269 h 390"/>
              <a:gd name="T82" fmla="*/ 129 w 280"/>
              <a:gd name="T83" fmla="*/ 289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80" h="390">
                <a:moveTo>
                  <a:pt x="6" y="71"/>
                </a:moveTo>
                <a:lnTo>
                  <a:pt x="6" y="71"/>
                </a:lnTo>
                <a:lnTo>
                  <a:pt x="6" y="75"/>
                </a:lnTo>
                <a:lnTo>
                  <a:pt x="6" y="75"/>
                </a:lnTo>
                <a:lnTo>
                  <a:pt x="19" y="136"/>
                </a:lnTo>
                <a:lnTo>
                  <a:pt x="30" y="205"/>
                </a:lnTo>
                <a:lnTo>
                  <a:pt x="41" y="276"/>
                </a:lnTo>
                <a:lnTo>
                  <a:pt x="53" y="355"/>
                </a:lnTo>
                <a:lnTo>
                  <a:pt x="53" y="355"/>
                </a:lnTo>
                <a:lnTo>
                  <a:pt x="54" y="362"/>
                </a:lnTo>
                <a:lnTo>
                  <a:pt x="58" y="371"/>
                </a:lnTo>
                <a:lnTo>
                  <a:pt x="64" y="379"/>
                </a:lnTo>
                <a:lnTo>
                  <a:pt x="71" y="385"/>
                </a:lnTo>
                <a:lnTo>
                  <a:pt x="71" y="385"/>
                </a:lnTo>
                <a:lnTo>
                  <a:pt x="82" y="388"/>
                </a:lnTo>
                <a:lnTo>
                  <a:pt x="94" y="390"/>
                </a:lnTo>
                <a:lnTo>
                  <a:pt x="94" y="390"/>
                </a:lnTo>
                <a:lnTo>
                  <a:pt x="107" y="388"/>
                </a:lnTo>
                <a:lnTo>
                  <a:pt x="107" y="388"/>
                </a:lnTo>
                <a:lnTo>
                  <a:pt x="133" y="379"/>
                </a:lnTo>
                <a:lnTo>
                  <a:pt x="155" y="370"/>
                </a:lnTo>
                <a:lnTo>
                  <a:pt x="176" y="360"/>
                </a:lnTo>
                <a:lnTo>
                  <a:pt x="194" y="349"/>
                </a:lnTo>
                <a:lnTo>
                  <a:pt x="211" y="338"/>
                </a:lnTo>
                <a:lnTo>
                  <a:pt x="226" y="327"/>
                </a:lnTo>
                <a:lnTo>
                  <a:pt x="237" y="315"/>
                </a:lnTo>
                <a:lnTo>
                  <a:pt x="249" y="304"/>
                </a:lnTo>
                <a:lnTo>
                  <a:pt x="256" y="293"/>
                </a:lnTo>
                <a:lnTo>
                  <a:pt x="263" y="282"/>
                </a:lnTo>
                <a:lnTo>
                  <a:pt x="269" y="271"/>
                </a:lnTo>
                <a:lnTo>
                  <a:pt x="273" y="259"/>
                </a:lnTo>
                <a:lnTo>
                  <a:pt x="278" y="239"/>
                </a:lnTo>
                <a:lnTo>
                  <a:pt x="280" y="218"/>
                </a:lnTo>
                <a:lnTo>
                  <a:pt x="280" y="218"/>
                </a:lnTo>
                <a:lnTo>
                  <a:pt x="278" y="200"/>
                </a:lnTo>
                <a:lnTo>
                  <a:pt x="275" y="179"/>
                </a:lnTo>
                <a:lnTo>
                  <a:pt x="271" y="161"/>
                </a:lnTo>
                <a:lnTo>
                  <a:pt x="263" y="144"/>
                </a:lnTo>
                <a:lnTo>
                  <a:pt x="254" y="125"/>
                </a:lnTo>
                <a:lnTo>
                  <a:pt x="245" y="110"/>
                </a:lnTo>
                <a:lnTo>
                  <a:pt x="234" y="95"/>
                </a:lnTo>
                <a:lnTo>
                  <a:pt x="219" y="80"/>
                </a:lnTo>
                <a:lnTo>
                  <a:pt x="204" y="67"/>
                </a:lnTo>
                <a:lnTo>
                  <a:pt x="187" y="54"/>
                </a:lnTo>
                <a:lnTo>
                  <a:pt x="168" y="43"/>
                </a:lnTo>
                <a:lnTo>
                  <a:pt x="148" y="32"/>
                </a:lnTo>
                <a:lnTo>
                  <a:pt x="125" y="22"/>
                </a:lnTo>
                <a:lnTo>
                  <a:pt x="103" y="15"/>
                </a:lnTo>
                <a:lnTo>
                  <a:pt x="79" y="8"/>
                </a:lnTo>
                <a:lnTo>
                  <a:pt x="51" y="2"/>
                </a:lnTo>
                <a:lnTo>
                  <a:pt x="51" y="2"/>
                </a:lnTo>
                <a:lnTo>
                  <a:pt x="41" y="0"/>
                </a:lnTo>
                <a:lnTo>
                  <a:pt x="30" y="2"/>
                </a:lnTo>
                <a:lnTo>
                  <a:pt x="21" y="6"/>
                </a:lnTo>
                <a:lnTo>
                  <a:pt x="13" y="13"/>
                </a:lnTo>
                <a:lnTo>
                  <a:pt x="13" y="13"/>
                </a:lnTo>
                <a:lnTo>
                  <a:pt x="8" y="21"/>
                </a:lnTo>
                <a:lnTo>
                  <a:pt x="2" y="30"/>
                </a:lnTo>
                <a:lnTo>
                  <a:pt x="0" y="39"/>
                </a:lnTo>
                <a:lnTo>
                  <a:pt x="2" y="50"/>
                </a:lnTo>
                <a:lnTo>
                  <a:pt x="2" y="50"/>
                </a:lnTo>
                <a:lnTo>
                  <a:pt x="6" y="71"/>
                </a:lnTo>
                <a:lnTo>
                  <a:pt x="6" y="71"/>
                </a:lnTo>
                <a:close/>
                <a:moveTo>
                  <a:pt x="129" y="289"/>
                </a:moveTo>
                <a:lnTo>
                  <a:pt x="129" y="289"/>
                </a:lnTo>
                <a:lnTo>
                  <a:pt x="114" y="192"/>
                </a:lnTo>
                <a:lnTo>
                  <a:pt x="97" y="103"/>
                </a:lnTo>
                <a:lnTo>
                  <a:pt x="97" y="103"/>
                </a:lnTo>
                <a:lnTo>
                  <a:pt x="120" y="112"/>
                </a:lnTo>
                <a:lnTo>
                  <a:pt x="140" y="123"/>
                </a:lnTo>
                <a:lnTo>
                  <a:pt x="157" y="136"/>
                </a:lnTo>
                <a:lnTo>
                  <a:pt x="170" y="151"/>
                </a:lnTo>
                <a:lnTo>
                  <a:pt x="181" y="166"/>
                </a:lnTo>
                <a:lnTo>
                  <a:pt x="189" y="183"/>
                </a:lnTo>
                <a:lnTo>
                  <a:pt x="194" y="202"/>
                </a:lnTo>
                <a:lnTo>
                  <a:pt x="196" y="220"/>
                </a:lnTo>
                <a:lnTo>
                  <a:pt x="196" y="220"/>
                </a:lnTo>
                <a:lnTo>
                  <a:pt x="194" y="231"/>
                </a:lnTo>
                <a:lnTo>
                  <a:pt x="191" y="241"/>
                </a:lnTo>
                <a:lnTo>
                  <a:pt x="183" y="252"/>
                </a:lnTo>
                <a:lnTo>
                  <a:pt x="174" y="259"/>
                </a:lnTo>
                <a:lnTo>
                  <a:pt x="165" y="269"/>
                </a:lnTo>
                <a:lnTo>
                  <a:pt x="153" y="276"/>
                </a:lnTo>
                <a:lnTo>
                  <a:pt x="129" y="289"/>
                </a:lnTo>
                <a:lnTo>
                  <a:pt x="129" y="289"/>
                </a:lnTo>
                <a:close/>
              </a:path>
            </a:pathLst>
          </a:custGeom>
          <a:solidFill>
            <a:srgbClr val="000000">
              <a:lumMod val="75000"/>
              <a:lumOff val="25000"/>
            </a:srgbClr>
          </a:solidFill>
          <a:ln>
            <a:noFill/>
          </a:ln>
        </p:spPr>
        <p:txBody>
          <a:bodyPr lIns="67500" tIns="35100" rIns="67500" bIns="35100" anchor="ctr">
            <a:normAutofit fontScale="25000" lnSpcReduction="20000"/>
          </a:bodyPr>
          <a:lstStyle/>
          <a:p>
            <a:pPr algn="ctr">
              <a:lnSpc>
                <a:spcPct val="130000"/>
              </a:lnSpc>
            </a:pPr>
            <a:endParaRPr sz="1350">
              <a:latin typeface="Arial" panose="020B0604020202020204" pitchFamily="34" charset="0"/>
              <a:ea typeface="微软雅黑" panose="020B0503020204020204" pitchFamily="34" charset="-122"/>
              <a:sym typeface="Arial" panose="020B0604020202020204" pitchFamily="34" charset="0"/>
            </a:endParaRPr>
          </a:p>
        </p:txBody>
      </p:sp>
      <p:sp>
        <p:nvSpPr>
          <p:cNvPr id="63" name="任意多边形 35"/>
          <p:cNvSpPr/>
          <p:nvPr>
            <p:custDataLst>
              <p:tags r:id="rId40"/>
            </p:custDataLst>
          </p:nvPr>
        </p:nvSpPr>
        <p:spPr bwMode="auto">
          <a:xfrm>
            <a:off x="4120979" y="4019313"/>
            <a:ext cx="15887" cy="25319"/>
          </a:xfrm>
          <a:custGeom>
            <a:avLst/>
            <a:gdLst>
              <a:gd name="T0" fmla="*/ 71 w 127"/>
              <a:gd name="T1" fmla="*/ 0 h 204"/>
              <a:gd name="T2" fmla="*/ 71 w 127"/>
              <a:gd name="T3" fmla="*/ 0 h 204"/>
              <a:gd name="T4" fmla="*/ 58 w 127"/>
              <a:gd name="T5" fmla="*/ 0 h 204"/>
              <a:gd name="T6" fmla="*/ 46 w 127"/>
              <a:gd name="T7" fmla="*/ 4 h 204"/>
              <a:gd name="T8" fmla="*/ 35 w 127"/>
              <a:gd name="T9" fmla="*/ 10 h 204"/>
              <a:gd name="T10" fmla="*/ 26 w 127"/>
              <a:gd name="T11" fmla="*/ 15 h 204"/>
              <a:gd name="T12" fmla="*/ 18 w 127"/>
              <a:gd name="T13" fmla="*/ 25 h 204"/>
              <a:gd name="T14" fmla="*/ 11 w 127"/>
              <a:gd name="T15" fmla="*/ 34 h 204"/>
              <a:gd name="T16" fmla="*/ 7 w 127"/>
              <a:gd name="T17" fmla="*/ 47 h 204"/>
              <a:gd name="T18" fmla="*/ 5 w 127"/>
              <a:gd name="T19" fmla="*/ 58 h 204"/>
              <a:gd name="T20" fmla="*/ 0 w 127"/>
              <a:gd name="T21" fmla="*/ 137 h 204"/>
              <a:gd name="T22" fmla="*/ 0 w 127"/>
              <a:gd name="T23" fmla="*/ 137 h 204"/>
              <a:gd name="T24" fmla="*/ 0 w 127"/>
              <a:gd name="T25" fmla="*/ 150 h 204"/>
              <a:gd name="T26" fmla="*/ 2 w 127"/>
              <a:gd name="T27" fmla="*/ 161 h 204"/>
              <a:gd name="T28" fmla="*/ 7 w 127"/>
              <a:gd name="T29" fmla="*/ 172 h 204"/>
              <a:gd name="T30" fmla="*/ 13 w 127"/>
              <a:gd name="T31" fmla="*/ 181 h 204"/>
              <a:gd name="T32" fmla="*/ 22 w 127"/>
              <a:gd name="T33" fmla="*/ 191 h 204"/>
              <a:gd name="T34" fmla="*/ 32 w 127"/>
              <a:gd name="T35" fmla="*/ 196 h 204"/>
              <a:gd name="T36" fmla="*/ 43 w 127"/>
              <a:gd name="T37" fmla="*/ 202 h 204"/>
              <a:gd name="T38" fmla="*/ 56 w 127"/>
              <a:gd name="T39" fmla="*/ 204 h 204"/>
              <a:gd name="T40" fmla="*/ 56 w 127"/>
              <a:gd name="T41" fmla="*/ 204 h 204"/>
              <a:gd name="T42" fmla="*/ 69 w 127"/>
              <a:gd name="T43" fmla="*/ 204 h 204"/>
              <a:gd name="T44" fmla="*/ 80 w 127"/>
              <a:gd name="T45" fmla="*/ 200 h 204"/>
              <a:gd name="T46" fmla="*/ 91 w 127"/>
              <a:gd name="T47" fmla="*/ 194 h 204"/>
              <a:gd name="T48" fmla="*/ 101 w 127"/>
              <a:gd name="T49" fmla="*/ 189 h 204"/>
              <a:gd name="T50" fmla="*/ 108 w 127"/>
              <a:gd name="T51" fmla="*/ 179 h 204"/>
              <a:gd name="T52" fmla="*/ 114 w 127"/>
              <a:gd name="T53" fmla="*/ 170 h 204"/>
              <a:gd name="T54" fmla="*/ 119 w 127"/>
              <a:gd name="T55" fmla="*/ 157 h 204"/>
              <a:gd name="T56" fmla="*/ 121 w 127"/>
              <a:gd name="T57" fmla="*/ 146 h 204"/>
              <a:gd name="T58" fmla="*/ 127 w 127"/>
              <a:gd name="T59" fmla="*/ 68 h 204"/>
              <a:gd name="T60" fmla="*/ 127 w 127"/>
              <a:gd name="T61" fmla="*/ 68 h 204"/>
              <a:gd name="T62" fmla="*/ 127 w 127"/>
              <a:gd name="T63" fmla="*/ 54 h 204"/>
              <a:gd name="T64" fmla="*/ 123 w 127"/>
              <a:gd name="T65" fmla="*/ 43 h 204"/>
              <a:gd name="T66" fmla="*/ 119 w 127"/>
              <a:gd name="T67" fmla="*/ 32 h 204"/>
              <a:gd name="T68" fmla="*/ 112 w 127"/>
              <a:gd name="T69" fmla="*/ 23 h 204"/>
              <a:gd name="T70" fmla="*/ 104 w 127"/>
              <a:gd name="T71" fmla="*/ 13 h 204"/>
              <a:gd name="T72" fmla="*/ 95 w 127"/>
              <a:gd name="T73" fmla="*/ 8 h 204"/>
              <a:gd name="T74" fmla="*/ 84 w 127"/>
              <a:gd name="T75" fmla="*/ 2 h 204"/>
              <a:gd name="T76" fmla="*/ 71 w 127"/>
              <a:gd name="T77" fmla="*/ 0 h 204"/>
              <a:gd name="T78" fmla="*/ 71 w 127"/>
              <a:gd name="T79" fmla="*/ 0 h 2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27" h="204">
                <a:moveTo>
                  <a:pt x="71" y="0"/>
                </a:moveTo>
                <a:lnTo>
                  <a:pt x="71" y="0"/>
                </a:lnTo>
                <a:lnTo>
                  <a:pt x="58" y="0"/>
                </a:lnTo>
                <a:lnTo>
                  <a:pt x="46" y="4"/>
                </a:lnTo>
                <a:lnTo>
                  <a:pt x="35" y="10"/>
                </a:lnTo>
                <a:lnTo>
                  <a:pt x="26" y="15"/>
                </a:lnTo>
                <a:lnTo>
                  <a:pt x="18" y="25"/>
                </a:lnTo>
                <a:lnTo>
                  <a:pt x="11" y="34"/>
                </a:lnTo>
                <a:lnTo>
                  <a:pt x="7" y="47"/>
                </a:lnTo>
                <a:lnTo>
                  <a:pt x="5" y="58"/>
                </a:lnTo>
                <a:lnTo>
                  <a:pt x="0" y="137"/>
                </a:lnTo>
                <a:lnTo>
                  <a:pt x="0" y="137"/>
                </a:lnTo>
                <a:lnTo>
                  <a:pt x="0" y="150"/>
                </a:lnTo>
                <a:lnTo>
                  <a:pt x="2" y="161"/>
                </a:lnTo>
                <a:lnTo>
                  <a:pt x="7" y="172"/>
                </a:lnTo>
                <a:lnTo>
                  <a:pt x="13" y="181"/>
                </a:lnTo>
                <a:lnTo>
                  <a:pt x="22" y="191"/>
                </a:lnTo>
                <a:lnTo>
                  <a:pt x="32" y="196"/>
                </a:lnTo>
                <a:lnTo>
                  <a:pt x="43" y="202"/>
                </a:lnTo>
                <a:lnTo>
                  <a:pt x="56" y="204"/>
                </a:lnTo>
                <a:lnTo>
                  <a:pt x="56" y="204"/>
                </a:lnTo>
                <a:lnTo>
                  <a:pt x="69" y="204"/>
                </a:lnTo>
                <a:lnTo>
                  <a:pt x="80" y="200"/>
                </a:lnTo>
                <a:lnTo>
                  <a:pt x="91" y="194"/>
                </a:lnTo>
                <a:lnTo>
                  <a:pt x="101" y="189"/>
                </a:lnTo>
                <a:lnTo>
                  <a:pt x="108" y="179"/>
                </a:lnTo>
                <a:lnTo>
                  <a:pt x="114" y="170"/>
                </a:lnTo>
                <a:lnTo>
                  <a:pt x="119" y="157"/>
                </a:lnTo>
                <a:lnTo>
                  <a:pt x="121" y="146"/>
                </a:lnTo>
                <a:lnTo>
                  <a:pt x="127" y="68"/>
                </a:lnTo>
                <a:lnTo>
                  <a:pt x="127" y="68"/>
                </a:lnTo>
                <a:lnTo>
                  <a:pt x="127" y="54"/>
                </a:lnTo>
                <a:lnTo>
                  <a:pt x="123" y="43"/>
                </a:lnTo>
                <a:lnTo>
                  <a:pt x="119" y="32"/>
                </a:lnTo>
                <a:lnTo>
                  <a:pt x="112" y="23"/>
                </a:lnTo>
                <a:lnTo>
                  <a:pt x="104" y="13"/>
                </a:lnTo>
                <a:lnTo>
                  <a:pt x="95" y="8"/>
                </a:lnTo>
                <a:lnTo>
                  <a:pt x="84" y="2"/>
                </a:lnTo>
                <a:lnTo>
                  <a:pt x="71" y="0"/>
                </a:lnTo>
                <a:lnTo>
                  <a:pt x="71" y="0"/>
                </a:lnTo>
                <a:close/>
              </a:path>
            </a:pathLst>
          </a:custGeom>
          <a:solidFill>
            <a:srgbClr val="000000">
              <a:lumMod val="75000"/>
              <a:lumOff val="25000"/>
            </a:srgbClr>
          </a:solidFill>
          <a:ln>
            <a:noFill/>
          </a:ln>
        </p:spPr>
        <p:txBody>
          <a:bodyPr lIns="67500" tIns="35100" rIns="67500" bIns="35100" anchor="ctr">
            <a:normAutofit fontScale="25000" lnSpcReduction="20000"/>
          </a:bodyPr>
          <a:lstStyle/>
          <a:p>
            <a:pPr algn="ctr">
              <a:lnSpc>
                <a:spcPct val="130000"/>
              </a:lnSpc>
            </a:pPr>
            <a:endParaRPr sz="1350">
              <a:latin typeface="Arial" panose="020B0604020202020204" pitchFamily="34" charset="0"/>
              <a:ea typeface="微软雅黑" panose="020B0503020204020204" pitchFamily="34" charset="-122"/>
              <a:sym typeface="Arial" panose="020B0604020202020204" pitchFamily="34" charset="0"/>
            </a:endParaRPr>
          </a:p>
        </p:txBody>
      </p:sp>
      <p:sp>
        <p:nvSpPr>
          <p:cNvPr id="64" name="任意多边形 36"/>
          <p:cNvSpPr/>
          <p:nvPr>
            <p:custDataLst>
              <p:tags r:id="rId41"/>
            </p:custDataLst>
          </p:nvPr>
        </p:nvSpPr>
        <p:spPr bwMode="auto">
          <a:xfrm>
            <a:off x="4181546" y="4019313"/>
            <a:ext cx="15638" cy="25319"/>
          </a:xfrm>
          <a:custGeom>
            <a:avLst/>
            <a:gdLst>
              <a:gd name="T0" fmla="*/ 56 w 127"/>
              <a:gd name="T1" fmla="*/ 0 h 204"/>
              <a:gd name="T2" fmla="*/ 56 w 127"/>
              <a:gd name="T3" fmla="*/ 0 h 204"/>
              <a:gd name="T4" fmla="*/ 43 w 127"/>
              <a:gd name="T5" fmla="*/ 2 h 204"/>
              <a:gd name="T6" fmla="*/ 32 w 127"/>
              <a:gd name="T7" fmla="*/ 8 h 204"/>
              <a:gd name="T8" fmla="*/ 22 w 127"/>
              <a:gd name="T9" fmla="*/ 13 h 204"/>
              <a:gd name="T10" fmla="*/ 13 w 127"/>
              <a:gd name="T11" fmla="*/ 23 h 204"/>
              <a:gd name="T12" fmla="*/ 7 w 127"/>
              <a:gd name="T13" fmla="*/ 32 h 204"/>
              <a:gd name="T14" fmla="*/ 4 w 127"/>
              <a:gd name="T15" fmla="*/ 43 h 204"/>
              <a:gd name="T16" fmla="*/ 0 w 127"/>
              <a:gd name="T17" fmla="*/ 54 h 204"/>
              <a:gd name="T18" fmla="*/ 0 w 127"/>
              <a:gd name="T19" fmla="*/ 68 h 204"/>
              <a:gd name="T20" fmla="*/ 5 w 127"/>
              <a:gd name="T21" fmla="*/ 146 h 204"/>
              <a:gd name="T22" fmla="*/ 5 w 127"/>
              <a:gd name="T23" fmla="*/ 146 h 204"/>
              <a:gd name="T24" fmla="*/ 7 w 127"/>
              <a:gd name="T25" fmla="*/ 157 h 204"/>
              <a:gd name="T26" fmla="*/ 13 w 127"/>
              <a:gd name="T27" fmla="*/ 170 h 204"/>
              <a:gd name="T28" fmla="*/ 18 w 127"/>
              <a:gd name="T29" fmla="*/ 179 h 204"/>
              <a:gd name="T30" fmla="*/ 26 w 127"/>
              <a:gd name="T31" fmla="*/ 189 h 204"/>
              <a:gd name="T32" fmla="*/ 35 w 127"/>
              <a:gd name="T33" fmla="*/ 194 h 204"/>
              <a:gd name="T34" fmla="*/ 46 w 127"/>
              <a:gd name="T35" fmla="*/ 200 h 204"/>
              <a:gd name="T36" fmla="*/ 58 w 127"/>
              <a:gd name="T37" fmla="*/ 204 h 204"/>
              <a:gd name="T38" fmla="*/ 71 w 127"/>
              <a:gd name="T39" fmla="*/ 204 h 204"/>
              <a:gd name="T40" fmla="*/ 71 w 127"/>
              <a:gd name="T41" fmla="*/ 204 h 204"/>
              <a:gd name="T42" fmla="*/ 84 w 127"/>
              <a:gd name="T43" fmla="*/ 202 h 204"/>
              <a:gd name="T44" fmla="*/ 95 w 127"/>
              <a:gd name="T45" fmla="*/ 196 h 204"/>
              <a:gd name="T46" fmla="*/ 104 w 127"/>
              <a:gd name="T47" fmla="*/ 191 h 204"/>
              <a:gd name="T48" fmla="*/ 114 w 127"/>
              <a:gd name="T49" fmla="*/ 181 h 204"/>
              <a:gd name="T50" fmla="*/ 119 w 127"/>
              <a:gd name="T51" fmla="*/ 172 h 204"/>
              <a:gd name="T52" fmla="*/ 125 w 127"/>
              <a:gd name="T53" fmla="*/ 161 h 204"/>
              <a:gd name="T54" fmla="*/ 127 w 127"/>
              <a:gd name="T55" fmla="*/ 150 h 204"/>
              <a:gd name="T56" fmla="*/ 127 w 127"/>
              <a:gd name="T57" fmla="*/ 137 h 204"/>
              <a:gd name="T58" fmla="*/ 121 w 127"/>
              <a:gd name="T59" fmla="*/ 58 h 204"/>
              <a:gd name="T60" fmla="*/ 121 w 127"/>
              <a:gd name="T61" fmla="*/ 58 h 204"/>
              <a:gd name="T62" fmla="*/ 119 w 127"/>
              <a:gd name="T63" fmla="*/ 47 h 204"/>
              <a:gd name="T64" fmla="*/ 114 w 127"/>
              <a:gd name="T65" fmla="*/ 34 h 204"/>
              <a:gd name="T66" fmla="*/ 108 w 127"/>
              <a:gd name="T67" fmla="*/ 25 h 204"/>
              <a:gd name="T68" fmla="*/ 101 w 127"/>
              <a:gd name="T69" fmla="*/ 15 h 204"/>
              <a:gd name="T70" fmla="*/ 91 w 127"/>
              <a:gd name="T71" fmla="*/ 10 h 204"/>
              <a:gd name="T72" fmla="*/ 80 w 127"/>
              <a:gd name="T73" fmla="*/ 4 h 204"/>
              <a:gd name="T74" fmla="*/ 69 w 127"/>
              <a:gd name="T75" fmla="*/ 0 h 204"/>
              <a:gd name="T76" fmla="*/ 56 w 127"/>
              <a:gd name="T77" fmla="*/ 0 h 204"/>
              <a:gd name="T78" fmla="*/ 56 w 127"/>
              <a:gd name="T79" fmla="*/ 0 h 2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27" h="204">
                <a:moveTo>
                  <a:pt x="56" y="0"/>
                </a:moveTo>
                <a:lnTo>
                  <a:pt x="56" y="0"/>
                </a:lnTo>
                <a:lnTo>
                  <a:pt x="43" y="2"/>
                </a:lnTo>
                <a:lnTo>
                  <a:pt x="32" y="8"/>
                </a:lnTo>
                <a:lnTo>
                  <a:pt x="22" y="13"/>
                </a:lnTo>
                <a:lnTo>
                  <a:pt x="13" y="23"/>
                </a:lnTo>
                <a:lnTo>
                  <a:pt x="7" y="32"/>
                </a:lnTo>
                <a:lnTo>
                  <a:pt x="4" y="43"/>
                </a:lnTo>
                <a:lnTo>
                  <a:pt x="0" y="54"/>
                </a:lnTo>
                <a:lnTo>
                  <a:pt x="0" y="68"/>
                </a:lnTo>
                <a:lnTo>
                  <a:pt x="5" y="146"/>
                </a:lnTo>
                <a:lnTo>
                  <a:pt x="5" y="146"/>
                </a:lnTo>
                <a:lnTo>
                  <a:pt x="7" y="157"/>
                </a:lnTo>
                <a:lnTo>
                  <a:pt x="13" y="170"/>
                </a:lnTo>
                <a:lnTo>
                  <a:pt x="18" y="179"/>
                </a:lnTo>
                <a:lnTo>
                  <a:pt x="26" y="189"/>
                </a:lnTo>
                <a:lnTo>
                  <a:pt x="35" y="194"/>
                </a:lnTo>
                <a:lnTo>
                  <a:pt x="46" y="200"/>
                </a:lnTo>
                <a:lnTo>
                  <a:pt x="58" y="204"/>
                </a:lnTo>
                <a:lnTo>
                  <a:pt x="71" y="204"/>
                </a:lnTo>
                <a:lnTo>
                  <a:pt x="71" y="204"/>
                </a:lnTo>
                <a:lnTo>
                  <a:pt x="84" y="202"/>
                </a:lnTo>
                <a:lnTo>
                  <a:pt x="95" y="196"/>
                </a:lnTo>
                <a:lnTo>
                  <a:pt x="104" y="191"/>
                </a:lnTo>
                <a:lnTo>
                  <a:pt x="114" y="181"/>
                </a:lnTo>
                <a:lnTo>
                  <a:pt x="119" y="172"/>
                </a:lnTo>
                <a:lnTo>
                  <a:pt x="125" y="161"/>
                </a:lnTo>
                <a:lnTo>
                  <a:pt x="127" y="150"/>
                </a:lnTo>
                <a:lnTo>
                  <a:pt x="127" y="137"/>
                </a:lnTo>
                <a:lnTo>
                  <a:pt x="121" y="58"/>
                </a:lnTo>
                <a:lnTo>
                  <a:pt x="121" y="58"/>
                </a:lnTo>
                <a:lnTo>
                  <a:pt x="119" y="47"/>
                </a:lnTo>
                <a:lnTo>
                  <a:pt x="114" y="34"/>
                </a:lnTo>
                <a:lnTo>
                  <a:pt x="108" y="25"/>
                </a:lnTo>
                <a:lnTo>
                  <a:pt x="101" y="15"/>
                </a:lnTo>
                <a:lnTo>
                  <a:pt x="91" y="10"/>
                </a:lnTo>
                <a:lnTo>
                  <a:pt x="80" y="4"/>
                </a:lnTo>
                <a:lnTo>
                  <a:pt x="69" y="0"/>
                </a:lnTo>
                <a:lnTo>
                  <a:pt x="56" y="0"/>
                </a:lnTo>
                <a:lnTo>
                  <a:pt x="56" y="0"/>
                </a:lnTo>
                <a:close/>
              </a:path>
            </a:pathLst>
          </a:custGeom>
          <a:solidFill>
            <a:srgbClr val="000000">
              <a:lumMod val="75000"/>
              <a:lumOff val="25000"/>
            </a:srgbClr>
          </a:solidFill>
          <a:ln>
            <a:noFill/>
          </a:ln>
        </p:spPr>
        <p:txBody>
          <a:bodyPr lIns="67500" tIns="35100" rIns="67500" bIns="35100" anchor="ctr">
            <a:normAutofit fontScale="25000" lnSpcReduction="20000"/>
          </a:bodyPr>
          <a:lstStyle/>
          <a:p>
            <a:pPr algn="ctr">
              <a:lnSpc>
                <a:spcPct val="130000"/>
              </a:lnSpc>
            </a:pPr>
            <a:endParaRPr sz="1350">
              <a:latin typeface="Arial" panose="020B0604020202020204" pitchFamily="34" charset="0"/>
              <a:ea typeface="微软雅黑" panose="020B0503020204020204" pitchFamily="34" charset="-122"/>
              <a:sym typeface="Arial" panose="020B0604020202020204" pitchFamily="34" charset="0"/>
            </a:endParaRPr>
          </a:p>
        </p:txBody>
      </p:sp>
      <p:sp>
        <p:nvSpPr>
          <p:cNvPr id="65" name="任意多边形 28"/>
          <p:cNvSpPr/>
          <p:nvPr>
            <p:custDataLst>
              <p:tags r:id="rId42"/>
            </p:custDataLst>
          </p:nvPr>
        </p:nvSpPr>
        <p:spPr bwMode="auto">
          <a:xfrm>
            <a:off x="4014354" y="3847894"/>
            <a:ext cx="130314" cy="112728"/>
          </a:xfrm>
          <a:custGeom>
            <a:avLst/>
            <a:gdLst>
              <a:gd name="T0" fmla="*/ 730 w 741"/>
              <a:gd name="T1" fmla="*/ 232 h 641"/>
              <a:gd name="T2" fmla="*/ 721 w 741"/>
              <a:gd name="T3" fmla="*/ 205 h 641"/>
              <a:gd name="T4" fmla="*/ 709 w 741"/>
              <a:gd name="T5" fmla="*/ 180 h 641"/>
              <a:gd name="T6" fmla="*/ 679 w 741"/>
              <a:gd name="T7" fmla="*/ 134 h 641"/>
              <a:gd name="T8" fmla="*/ 640 w 741"/>
              <a:gd name="T9" fmla="*/ 94 h 641"/>
              <a:gd name="T10" fmla="*/ 596 w 741"/>
              <a:gd name="T11" fmla="*/ 63 h 641"/>
              <a:gd name="T12" fmla="*/ 546 w 741"/>
              <a:gd name="T13" fmla="*/ 37 h 641"/>
              <a:gd name="T14" fmla="*/ 493 w 741"/>
              <a:gd name="T15" fmla="*/ 19 h 641"/>
              <a:gd name="T16" fmla="*/ 438 w 741"/>
              <a:gd name="T17" fmla="*/ 6 h 641"/>
              <a:gd name="T18" fmla="*/ 383 w 741"/>
              <a:gd name="T19" fmla="*/ 0 h 641"/>
              <a:gd name="T20" fmla="*/ 364 w 741"/>
              <a:gd name="T21" fmla="*/ 0 h 641"/>
              <a:gd name="T22" fmla="*/ 326 w 741"/>
              <a:gd name="T23" fmla="*/ 1 h 641"/>
              <a:gd name="T24" fmla="*/ 273 w 741"/>
              <a:gd name="T25" fmla="*/ 9 h 641"/>
              <a:gd name="T26" fmla="*/ 206 w 741"/>
              <a:gd name="T27" fmla="*/ 27 h 641"/>
              <a:gd name="T28" fmla="*/ 145 w 741"/>
              <a:gd name="T29" fmla="*/ 56 h 641"/>
              <a:gd name="T30" fmla="*/ 105 w 741"/>
              <a:gd name="T31" fmla="*/ 84 h 641"/>
              <a:gd name="T32" fmla="*/ 82 w 741"/>
              <a:gd name="T33" fmla="*/ 104 h 641"/>
              <a:gd name="T34" fmla="*/ 61 w 741"/>
              <a:gd name="T35" fmla="*/ 127 h 641"/>
              <a:gd name="T36" fmla="*/ 43 w 741"/>
              <a:gd name="T37" fmla="*/ 151 h 641"/>
              <a:gd name="T38" fmla="*/ 27 w 741"/>
              <a:gd name="T39" fmla="*/ 178 h 641"/>
              <a:gd name="T40" fmla="*/ 16 w 741"/>
              <a:gd name="T41" fmla="*/ 205 h 641"/>
              <a:gd name="T42" fmla="*/ 6 w 741"/>
              <a:gd name="T43" fmla="*/ 233 h 641"/>
              <a:gd name="T44" fmla="*/ 1 w 741"/>
              <a:gd name="T45" fmla="*/ 263 h 641"/>
              <a:gd name="T46" fmla="*/ 0 w 741"/>
              <a:gd name="T47" fmla="*/ 278 h 641"/>
              <a:gd name="T48" fmla="*/ 2 w 741"/>
              <a:gd name="T49" fmla="*/ 333 h 641"/>
              <a:gd name="T50" fmla="*/ 16 w 741"/>
              <a:gd name="T51" fmla="*/ 381 h 641"/>
              <a:gd name="T52" fmla="*/ 37 w 741"/>
              <a:gd name="T53" fmla="*/ 425 h 641"/>
              <a:gd name="T54" fmla="*/ 65 w 741"/>
              <a:gd name="T55" fmla="*/ 463 h 641"/>
              <a:gd name="T56" fmla="*/ 100 w 741"/>
              <a:gd name="T57" fmla="*/ 495 h 641"/>
              <a:gd name="T58" fmla="*/ 139 w 741"/>
              <a:gd name="T59" fmla="*/ 523 h 641"/>
              <a:gd name="T60" fmla="*/ 181 w 741"/>
              <a:gd name="T61" fmla="*/ 545 h 641"/>
              <a:gd name="T62" fmla="*/ 226 w 741"/>
              <a:gd name="T63" fmla="*/ 564 h 641"/>
              <a:gd name="T64" fmla="*/ 244 w 741"/>
              <a:gd name="T65" fmla="*/ 570 h 641"/>
              <a:gd name="T66" fmla="*/ 283 w 741"/>
              <a:gd name="T67" fmla="*/ 577 h 641"/>
              <a:gd name="T68" fmla="*/ 324 w 741"/>
              <a:gd name="T69" fmla="*/ 582 h 641"/>
              <a:gd name="T70" fmla="*/ 385 w 741"/>
              <a:gd name="T71" fmla="*/ 584 h 641"/>
              <a:gd name="T72" fmla="*/ 462 w 741"/>
              <a:gd name="T73" fmla="*/ 576 h 641"/>
              <a:gd name="T74" fmla="*/ 527 w 741"/>
              <a:gd name="T75" fmla="*/ 563 h 641"/>
              <a:gd name="T76" fmla="*/ 561 w 741"/>
              <a:gd name="T77" fmla="*/ 587 h 641"/>
              <a:gd name="T78" fmla="*/ 593 w 741"/>
              <a:gd name="T79" fmla="*/ 608 h 641"/>
              <a:gd name="T80" fmla="*/ 630 w 741"/>
              <a:gd name="T81" fmla="*/ 626 h 641"/>
              <a:gd name="T82" fmla="*/ 680 w 741"/>
              <a:gd name="T83" fmla="*/ 641 h 641"/>
              <a:gd name="T84" fmla="*/ 660 w 741"/>
              <a:gd name="T85" fmla="*/ 591 h 641"/>
              <a:gd name="T86" fmla="*/ 653 w 741"/>
              <a:gd name="T87" fmla="*/ 561 h 641"/>
              <a:gd name="T88" fmla="*/ 652 w 741"/>
              <a:gd name="T89" fmla="*/ 544 h 641"/>
              <a:gd name="T90" fmla="*/ 654 w 741"/>
              <a:gd name="T91" fmla="*/ 526 h 641"/>
              <a:gd name="T92" fmla="*/ 662 w 741"/>
              <a:gd name="T93" fmla="*/ 508 h 641"/>
              <a:gd name="T94" fmla="*/ 684 w 741"/>
              <a:gd name="T95" fmla="*/ 474 h 641"/>
              <a:gd name="T96" fmla="*/ 695 w 741"/>
              <a:gd name="T97" fmla="*/ 458 h 641"/>
              <a:gd name="T98" fmla="*/ 714 w 741"/>
              <a:gd name="T99" fmla="*/ 427 h 641"/>
              <a:gd name="T100" fmla="*/ 727 w 741"/>
              <a:gd name="T101" fmla="*/ 396 h 641"/>
              <a:gd name="T102" fmla="*/ 736 w 741"/>
              <a:gd name="T103" fmla="*/ 366 h 641"/>
              <a:gd name="T104" fmla="*/ 740 w 741"/>
              <a:gd name="T105" fmla="*/ 337 h 641"/>
              <a:gd name="T106" fmla="*/ 741 w 741"/>
              <a:gd name="T107" fmla="*/ 307 h 641"/>
              <a:gd name="T108" fmla="*/ 736 w 741"/>
              <a:gd name="T109" fmla="*/ 262 h 641"/>
              <a:gd name="T110" fmla="*/ 730 w 741"/>
              <a:gd name="T111" fmla="*/ 232 h 6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741" h="641">
                <a:moveTo>
                  <a:pt x="730" y="232"/>
                </a:moveTo>
                <a:lnTo>
                  <a:pt x="730" y="232"/>
                </a:lnTo>
                <a:lnTo>
                  <a:pt x="726" y="219"/>
                </a:lnTo>
                <a:lnTo>
                  <a:pt x="721" y="205"/>
                </a:lnTo>
                <a:lnTo>
                  <a:pt x="715" y="192"/>
                </a:lnTo>
                <a:lnTo>
                  <a:pt x="709" y="180"/>
                </a:lnTo>
                <a:lnTo>
                  <a:pt x="695" y="155"/>
                </a:lnTo>
                <a:lnTo>
                  <a:pt x="679" y="134"/>
                </a:lnTo>
                <a:lnTo>
                  <a:pt x="660" y="113"/>
                </a:lnTo>
                <a:lnTo>
                  <a:pt x="640" y="94"/>
                </a:lnTo>
                <a:lnTo>
                  <a:pt x="619" y="78"/>
                </a:lnTo>
                <a:lnTo>
                  <a:pt x="596" y="63"/>
                </a:lnTo>
                <a:lnTo>
                  <a:pt x="571" y="50"/>
                </a:lnTo>
                <a:lnTo>
                  <a:pt x="546" y="37"/>
                </a:lnTo>
                <a:lnTo>
                  <a:pt x="520" y="27"/>
                </a:lnTo>
                <a:lnTo>
                  <a:pt x="493" y="19"/>
                </a:lnTo>
                <a:lnTo>
                  <a:pt x="465" y="11"/>
                </a:lnTo>
                <a:lnTo>
                  <a:pt x="438" y="6"/>
                </a:lnTo>
                <a:lnTo>
                  <a:pt x="411" y="2"/>
                </a:lnTo>
                <a:lnTo>
                  <a:pt x="383" y="0"/>
                </a:lnTo>
                <a:lnTo>
                  <a:pt x="383" y="0"/>
                </a:lnTo>
                <a:lnTo>
                  <a:pt x="364" y="0"/>
                </a:lnTo>
                <a:lnTo>
                  <a:pt x="345" y="0"/>
                </a:lnTo>
                <a:lnTo>
                  <a:pt x="326" y="1"/>
                </a:lnTo>
                <a:lnTo>
                  <a:pt x="309" y="2"/>
                </a:lnTo>
                <a:lnTo>
                  <a:pt x="273" y="9"/>
                </a:lnTo>
                <a:lnTo>
                  <a:pt x="238" y="16"/>
                </a:lnTo>
                <a:lnTo>
                  <a:pt x="206" y="27"/>
                </a:lnTo>
                <a:lnTo>
                  <a:pt x="175" y="41"/>
                </a:lnTo>
                <a:lnTo>
                  <a:pt x="145" y="56"/>
                </a:lnTo>
                <a:lnTo>
                  <a:pt x="118" y="75"/>
                </a:lnTo>
                <a:lnTo>
                  <a:pt x="105" y="84"/>
                </a:lnTo>
                <a:lnTo>
                  <a:pt x="93" y="94"/>
                </a:lnTo>
                <a:lnTo>
                  <a:pt x="82" y="104"/>
                </a:lnTo>
                <a:lnTo>
                  <a:pt x="70" y="115"/>
                </a:lnTo>
                <a:lnTo>
                  <a:pt x="61" y="127"/>
                </a:lnTo>
                <a:lnTo>
                  <a:pt x="52" y="139"/>
                </a:lnTo>
                <a:lnTo>
                  <a:pt x="43" y="151"/>
                </a:lnTo>
                <a:lnTo>
                  <a:pt x="34" y="164"/>
                </a:lnTo>
                <a:lnTo>
                  <a:pt x="27" y="178"/>
                </a:lnTo>
                <a:lnTo>
                  <a:pt x="21" y="191"/>
                </a:lnTo>
                <a:lnTo>
                  <a:pt x="16" y="205"/>
                </a:lnTo>
                <a:lnTo>
                  <a:pt x="11" y="219"/>
                </a:lnTo>
                <a:lnTo>
                  <a:pt x="6" y="233"/>
                </a:lnTo>
                <a:lnTo>
                  <a:pt x="3" y="248"/>
                </a:lnTo>
                <a:lnTo>
                  <a:pt x="1" y="263"/>
                </a:lnTo>
                <a:lnTo>
                  <a:pt x="0" y="278"/>
                </a:lnTo>
                <a:lnTo>
                  <a:pt x="0" y="278"/>
                </a:lnTo>
                <a:lnTo>
                  <a:pt x="0" y="305"/>
                </a:lnTo>
                <a:lnTo>
                  <a:pt x="2" y="333"/>
                </a:lnTo>
                <a:lnTo>
                  <a:pt x="8" y="358"/>
                </a:lnTo>
                <a:lnTo>
                  <a:pt x="16" y="381"/>
                </a:lnTo>
                <a:lnTo>
                  <a:pt x="26" y="404"/>
                </a:lnTo>
                <a:lnTo>
                  <a:pt x="37" y="425"/>
                </a:lnTo>
                <a:lnTo>
                  <a:pt x="51" y="445"/>
                </a:lnTo>
                <a:lnTo>
                  <a:pt x="65" y="463"/>
                </a:lnTo>
                <a:lnTo>
                  <a:pt x="82" y="479"/>
                </a:lnTo>
                <a:lnTo>
                  <a:pt x="100" y="495"/>
                </a:lnTo>
                <a:lnTo>
                  <a:pt x="119" y="510"/>
                </a:lnTo>
                <a:lnTo>
                  <a:pt x="139" y="523"/>
                </a:lnTo>
                <a:lnTo>
                  <a:pt x="160" y="535"/>
                </a:lnTo>
                <a:lnTo>
                  <a:pt x="181" y="545"/>
                </a:lnTo>
                <a:lnTo>
                  <a:pt x="203" y="555"/>
                </a:lnTo>
                <a:lnTo>
                  <a:pt x="226" y="564"/>
                </a:lnTo>
                <a:lnTo>
                  <a:pt x="226" y="564"/>
                </a:lnTo>
                <a:lnTo>
                  <a:pt x="244" y="570"/>
                </a:lnTo>
                <a:lnTo>
                  <a:pt x="263" y="574"/>
                </a:lnTo>
                <a:lnTo>
                  <a:pt x="283" y="577"/>
                </a:lnTo>
                <a:lnTo>
                  <a:pt x="304" y="581"/>
                </a:lnTo>
                <a:lnTo>
                  <a:pt x="324" y="582"/>
                </a:lnTo>
                <a:lnTo>
                  <a:pt x="344" y="584"/>
                </a:lnTo>
                <a:lnTo>
                  <a:pt x="385" y="584"/>
                </a:lnTo>
                <a:lnTo>
                  <a:pt x="424" y="581"/>
                </a:lnTo>
                <a:lnTo>
                  <a:pt x="462" y="576"/>
                </a:lnTo>
                <a:lnTo>
                  <a:pt x="496" y="570"/>
                </a:lnTo>
                <a:lnTo>
                  <a:pt x="527" y="563"/>
                </a:lnTo>
                <a:lnTo>
                  <a:pt x="527" y="563"/>
                </a:lnTo>
                <a:lnTo>
                  <a:pt x="561" y="587"/>
                </a:lnTo>
                <a:lnTo>
                  <a:pt x="577" y="597"/>
                </a:lnTo>
                <a:lnTo>
                  <a:pt x="593" y="608"/>
                </a:lnTo>
                <a:lnTo>
                  <a:pt x="611" y="617"/>
                </a:lnTo>
                <a:lnTo>
                  <a:pt x="630" y="626"/>
                </a:lnTo>
                <a:lnTo>
                  <a:pt x="654" y="635"/>
                </a:lnTo>
                <a:lnTo>
                  <a:pt x="680" y="641"/>
                </a:lnTo>
                <a:lnTo>
                  <a:pt x="680" y="641"/>
                </a:lnTo>
                <a:lnTo>
                  <a:pt x="660" y="591"/>
                </a:lnTo>
                <a:lnTo>
                  <a:pt x="654" y="571"/>
                </a:lnTo>
                <a:lnTo>
                  <a:pt x="653" y="561"/>
                </a:lnTo>
                <a:lnTo>
                  <a:pt x="652" y="553"/>
                </a:lnTo>
                <a:lnTo>
                  <a:pt x="652" y="544"/>
                </a:lnTo>
                <a:lnTo>
                  <a:pt x="652" y="535"/>
                </a:lnTo>
                <a:lnTo>
                  <a:pt x="654" y="526"/>
                </a:lnTo>
                <a:lnTo>
                  <a:pt x="657" y="518"/>
                </a:lnTo>
                <a:lnTo>
                  <a:pt x="662" y="508"/>
                </a:lnTo>
                <a:lnTo>
                  <a:pt x="668" y="498"/>
                </a:lnTo>
                <a:lnTo>
                  <a:pt x="684" y="474"/>
                </a:lnTo>
                <a:lnTo>
                  <a:pt x="684" y="474"/>
                </a:lnTo>
                <a:lnTo>
                  <a:pt x="695" y="458"/>
                </a:lnTo>
                <a:lnTo>
                  <a:pt x="705" y="442"/>
                </a:lnTo>
                <a:lnTo>
                  <a:pt x="714" y="427"/>
                </a:lnTo>
                <a:lnTo>
                  <a:pt x="721" y="411"/>
                </a:lnTo>
                <a:lnTo>
                  <a:pt x="727" y="396"/>
                </a:lnTo>
                <a:lnTo>
                  <a:pt x="732" y="381"/>
                </a:lnTo>
                <a:lnTo>
                  <a:pt x="736" y="366"/>
                </a:lnTo>
                <a:lnTo>
                  <a:pt x="739" y="351"/>
                </a:lnTo>
                <a:lnTo>
                  <a:pt x="740" y="337"/>
                </a:lnTo>
                <a:lnTo>
                  <a:pt x="741" y="322"/>
                </a:lnTo>
                <a:lnTo>
                  <a:pt x="741" y="307"/>
                </a:lnTo>
                <a:lnTo>
                  <a:pt x="740" y="292"/>
                </a:lnTo>
                <a:lnTo>
                  <a:pt x="736" y="262"/>
                </a:lnTo>
                <a:lnTo>
                  <a:pt x="730" y="232"/>
                </a:lnTo>
                <a:lnTo>
                  <a:pt x="730" y="232"/>
                </a:lnTo>
                <a:close/>
              </a:path>
            </a:pathLst>
          </a:custGeom>
          <a:solidFill>
            <a:srgbClr val="000000">
              <a:lumMod val="75000"/>
              <a:lumOff val="25000"/>
            </a:srgbClr>
          </a:solidFill>
          <a:ln>
            <a:noFill/>
          </a:ln>
        </p:spPr>
        <p:txBody>
          <a:bodyPr lIns="67500" tIns="35100" rIns="67500" bIns="35100" anchor="ctr">
            <a:normAutofit fontScale="25000" lnSpcReduction="20000"/>
          </a:bodyPr>
          <a:lstStyle/>
          <a:p>
            <a:pPr algn="ctr">
              <a:lnSpc>
                <a:spcPct val="130000"/>
              </a:lnSpc>
            </a:pPr>
            <a:endParaRPr sz="1350">
              <a:latin typeface="Arial" panose="020B0604020202020204" pitchFamily="34" charset="0"/>
              <a:ea typeface="微软雅黑" panose="020B0503020204020204" pitchFamily="34" charset="-122"/>
              <a:sym typeface="Arial" panose="020B0604020202020204" pitchFamily="34" charset="0"/>
            </a:endParaRPr>
          </a:p>
        </p:txBody>
      </p:sp>
      <p:sp>
        <p:nvSpPr>
          <p:cNvPr id="66" name="任意多边形 30"/>
          <p:cNvSpPr/>
          <p:nvPr>
            <p:custDataLst>
              <p:tags r:id="rId43"/>
            </p:custDataLst>
          </p:nvPr>
        </p:nvSpPr>
        <p:spPr bwMode="auto">
          <a:xfrm>
            <a:off x="4071681" y="3924042"/>
            <a:ext cx="15476" cy="15652"/>
          </a:xfrm>
          <a:custGeom>
            <a:avLst/>
            <a:gdLst>
              <a:gd name="T0" fmla="*/ 76 w 88"/>
              <a:gd name="T1" fmla="*/ 76 h 89"/>
              <a:gd name="T2" fmla="*/ 76 w 88"/>
              <a:gd name="T3" fmla="*/ 76 h 89"/>
              <a:gd name="T4" fmla="*/ 70 w 88"/>
              <a:gd name="T5" fmla="*/ 81 h 89"/>
              <a:gd name="T6" fmla="*/ 62 w 88"/>
              <a:gd name="T7" fmla="*/ 85 h 89"/>
              <a:gd name="T8" fmla="*/ 54 w 88"/>
              <a:gd name="T9" fmla="*/ 87 h 89"/>
              <a:gd name="T10" fmla="*/ 45 w 88"/>
              <a:gd name="T11" fmla="*/ 89 h 89"/>
              <a:gd name="T12" fmla="*/ 45 w 88"/>
              <a:gd name="T13" fmla="*/ 89 h 89"/>
              <a:gd name="T14" fmla="*/ 36 w 88"/>
              <a:gd name="T15" fmla="*/ 87 h 89"/>
              <a:gd name="T16" fmla="*/ 29 w 88"/>
              <a:gd name="T17" fmla="*/ 86 h 89"/>
              <a:gd name="T18" fmla="*/ 21 w 88"/>
              <a:gd name="T19" fmla="*/ 82 h 89"/>
              <a:gd name="T20" fmla="*/ 14 w 88"/>
              <a:gd name="T21" fmla="*/ 77 h 89"/>
              <a:gd name="T22" fmla="*/ 14 w 88"/>
              <a:gd name="T23" fmla="*/ 77 h 89"/>
              <a:gd name="T24" fmla="*/ 8 w 88"/>
              <a:gd name="T25" fmla="*/ 71 h 89"/>
              <a:gd name="T26" fmla="*/ 4 w 88"/>
              <a:gd name="T27" fmla="*/ 64 h 89"/>
              <a:gd name="T28" fmla="*/ 2 w 88"/>
              <a:gd name="T29" fmla="*/ 55 h 89"/>
              <a:gd name="T30" fmla="*/ 0 w 88"/>
              <a:gd name="T31" fmla="*/ 45 h 89"/>
              <a:gd name="T32" fmla="*/ 0 w 88"/>
              <a:gd name="T33" fmla="*/ 45 h 89"/>
              <a:gd name="T34" fmla="*/ 0 w 88"/>
              <a:gd name="T35" fmla="*/ 36 h 89"/>
              <a:gd name="T36" fmla="*/ 3 w 88"/>
              <a:gd name="T37" fmla="*/ 28 h 89"/>
              <a:gd name="T38" fmla="*/ 6 w 88"/>
              <a:gd name="T39" fmla="*/ 20 h 89"/>
              <a:gd name="T40" fmla="*/ 13 w 88"/>
              <a:gd name="T41" fmla="*/ 13 h 89"/>
              <a:gd name="T42" fmla="*/ 13 w 88"/>
              <a:gd name="T43" fmla="*/ 13 h 89"/>
              <a:gd name="T44" fmla="*/ 19 w 88"/>
              <a:gd name="T45" fmla="*/ 8 h 89"/>
              <a:gd name="T46" fmla="*/ 28 w 88"/>
              <a:gd name="T47" fmla="*/ 4 h 89"/>
              <a:gd name="T48" fmla="*/ 35 w 88"/>
              <a:gd name="T49" fmla="*/ 2 h 89"/>
              <a:gd name="T50" fmla="*/ 44 w 88"/>
              <a:gd name="T51" fmla="*/ 0 h 89"/>
              <a:gd name="T52" fmla="*/ 44 w 88"/>
              <a:gd name="T53" fmla="*/ 0 h 89"/>
              <a:gd name="T54" fmla="*/ 54 w 88"/>
              <a:gd name="T55" fmla="*/ 0 h 89"/>
              <a:gd name="T56" fmla="*/ 61 w 88"/>
              <a:gd name="T57" fmla="*/ 3 h 89"/>
              <a:gd name="T58" fmla="*/ 69 w 88"/>
              <a:gd name="T59" fmla="*/ 7 h 89"/>
              <a:gd name="T60" fmla="*/ 76 w 88"/>
              <a:gd name="T61" fmla="*/ 13 h 89"/>
              <a:gd name="T62" fmla="*/ 76 w 88"/>
              <a:gd name="T63" fmla="*/ 13 h 89"/>
              <a:gd name="T64" fmla="*/ 81 w 88"/>
              <a:gd name="T65" fmla="*/ 19 h 89"/>
              <a:gd name="T66" fmla="*/ 86 w 88"/>
              <a:gd name="T67" fmla="*/ 26 h 89"/>
              <a:gd name="T68" fmla="*/ 88 w 88"/>
              <a:gd name="T69" fmla="*/ 35 h 89"/>
              <a:gd name="T70" fmla="*/ 88 w 88"/>
              <a:gd name="T71" fmla="*/ 44 h 89"/>
              <a:gd name="T72" fmla="*/ 88 w 88"/>
              <a:gd name="T73" fmla="*/ 44 h 89"/>
              <a:gd name="T74" fmla="*/ 88 w 88"/>
              <a:gd name="T75" fmla="*/ 54 h 89"/>
              <a:gd name="T76" fmla="*/ 86 w 88"/>
              <a:gd name="T77" fmla="*/ 62 h 89"/>
              <a:gd name="T78" fmla="*/ 82 w 88"/>
              <a:gd name="T79" fmla="*/ 70 h 89"/>
              <a:gd name="T80" fmla="*/ 76 w 88"/>
              <a:gd name="T81" fmla="*/ 76 h 89"/>
              <a:gd name="T82" fmla="*/ 76 w 88"/>
              <a:gd name="T83" fmla="*/ 76 h 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88" h="89">
                <a:moveTo>
                  <a:pt x="76" y="76"/>
                </a:moveTo>
                <a:lnTo>
                  <a:pt x="76" y="76"/>
                </a:lnTo>
                <a:lnTo>
                  <a:pt x="70" y="81"/>
                </a:lnTo>
                <a:lnTo>
                  <a:pt x="62" y="85"/>
                </a:lnTo>
                <a:lnTo>
                  <a:pt x="54" y="87"/>
                </a:lnTo>
                <a:lnTo>
                  <a:pt x="45" y="89"/>
                </a:lnTo>
                <a:lnTo>
                  <a:pt x="45" y="89"/>
                </a:lnTo>
                <a:lnTo>
                  <a:pt x="36" y="87"/>
                </a:lnTo>
                <a:lnTo>
                  <a:pt x="29" y="86"/>
                </a:lnTo>
                <a:lnTo>
                  <a:pt x="21" y="82"/>
                </a:lnTo>
                <a:lnTo>
                  <a:pt x="14" y="77"/>
                </a:lnTo>
                <a:lnTo>
                  <a:pt x="14" y="77"/>
                </a:lnTo>
                <a:lnTo>
                  <a:pt x="8" y="71"/>
                </a:lnTo>
                <a:lnTo>
                  <a:pt x="4" y="64"/>
                </a:lnTo>
                <a:lnTo>
                  <a:pt x="2" y="55"/>
                </a:lnTo>
                <a:lnTo>
                  <a:pt x="0" y="45"/>
                </a:lnTo>
                <a:lnTo>
                  <a:pt x="0" y="45"/>
                </a:lnTo>
                <a:lnTo>
                  <a:pt x="0" y="36"/>
                </a:lnTo>
                <a:lnTo>
                  <a:pt x="3" y="28"/>
                </a:lnTo>
                <a:lnTo>
                  <a:pt x="6" y="20"/>
                </a:lnTo>
                <a:lnTo>
                  <a:pt x="13" y="13"/>
                </a:lnTo>
                <a:lnTo>
                  <a:pt x="13" y="13"/>
                </a:lnTo>
                <a:lnTo>
                  <a:pt x="19" y="8"/>
                </a:lnTo>
                <a:lnTo>
                  <a:pt x="28" y="4"/>
                </a:lnTo>
                <a:lnTo>
                  <a:pt x="35" y="2"/>
                </a:lnTo>
                <a:lnTo>
                  <a:pt x="44" y="0"/>
                </a:lnTo>
                <a:lnTo>
                  <a:pt x="44" y="0"/>
                </a:lnTo>
                <a:lnTo>
                  <a:pt x="54" y="0"/>
                </a:lnTo>
                <a:lnTo>
                  <a:pt x="61" y="3"/>
                </a:lnTo>
                <a:lnTo>
                  <a:pt x="69" y="7"/>
                </a:lnTo>
                <a:lnTo>
                  <a:pt x="76" y="13"/>
                </a:lnTo>
                <a:lnTo>
                  <a:pt x="76" y="13"/>
                </a:lnTo>
                <a:lnTo>
                  <a:pt x="81" y="19"/>
                </a:lnTo>
                <a:lnTo>
                  <a:pt x="86" y="26"/>
                </a:lnTo>
                <a:lnTo>
                  <a:pt x="88" y="35"/>
                </a:lnTo>
                <a:lnTo>
                  <a:pt x="88" y="44"/>
                </a:lnTo>
                <a:lnTo>
                  <a:pt x="88" y="44"/>
                </a:lnTo>
                <a:lnTo>
                  <a:pt x="88" y="54"/>
                </a:lnTo>
                <a:lnTo>
                  <a:pt x="86" y="62"/>
                </a:lnTo>
                <a:lnTo>
                  <a:pt x="82" y="70"/>
                </a:lnTo>
                <a:lnTo>
                  <a:pt x="76" y="76"/>
                </a:lnTo>
                <a:lnTo>
                  <a:pt x="76" y="76"/>
                </a:lnTo>
                <a:close/>
              </a:path>
            </a:pathLst>
          </a:custGeom>
          <a:solidFill>
            <a:sysClr val="window" lastClr="FFFFFF"/>
          </a:solidFill>
          <a:ln>
            <a:noFill/>
          </a:ln>
          <a:extLst>
            <a:ext uri="{91240B29-F687-4F45-9708-019B960494DF}">
              <a14:hiddenLine xmlns:a14="http://schemas.microsoft.com/office/drawing/2010/main" w="9525">
                <a:solidFill>
                  <a:srgbClr val="000000"/>
                </a:solidFill>
                <a:round/>
              </a14:hiddenLine>
            </a:ext>
          </a:extLst>
        </p:spPr>
        <p:txBody>
          <a:bodyPr lIns="67500" tIns="35100" rIns="67500" bIns="35100" anchor="ctr">
            <a:normAutofit fontScale="25000" lnSpcReduction="20000"/>
          </a:bodyPr>
          <a:lstStyle/>
          <a:p>
            <a:pPr algn="ctr">
              <a:lnSpc>
                <a:spcPct val="130000"/>
              </a:lnSpc>
            </a:pPr>
            <a:endParaRPr sz="1350">
              <a:latin typeface="Arial" panose="020B0604020202020204" pitchFamily="34" charset="0"/>
              <a:ea typeface="微软雅黑" panose="020B0503020204020204" pitchFamily="34" charset="-122"/>
              <a:sym typeface="Arial" panose="020B0604020202020204" pitchFamily="34" charset="0"/>
            </a:endParaRPr>
          </a:p>
        </p:txBody>
      </p:sp>
      <p:sp>
        <p:nvSpPr>
          <p:cNvPr id="67" name="任意多边形 31"/>
          <p:cNvSpPr/>
          <p:nvPr>
            <p:custDataLst>
              <p:tags r:id="rId44"/>
            </p:custDataLst>
          </p:nvPr>
        </p:nvSpPr>
        <p:spPr bwMode="auto">
          <a:xfrm>
            <a:off x="4054447" y="3861083"/>
            <a:ext cx="51704" cy="58211"/>
          </a:xfrm>
          <a:custGeom>
            <a:avLst/>
            <a:gdLst>
              <a:gd name="T0" fmla="*/ 280 w 294"/>
              <a:gd name="T1" fmla="*/ 168 h 331"/>
              <a:gd name="T2" fmla="*/ 261 w 294"/>
              <a:gd name="T3" fmla="*/ 192 h 331"/>
              <a:gd name="T4" fmla="*/ 211 w 294"/>
              <a:gd name="T5" fmla="*/ 239 h 331"/>
              <a:gd name="T6" fmla="*/ 190 w 294"/>
              <a:gd name="T7" fmla="*/ 263 h 331"/>
              <a:gd name="T8" fmla="*/ 183 w 294"/>
              <a:gd name="T9" fmla="*/ 280 h 331"/>
              <a:gd name="T10" fmla="*/ 178 w 294"/>
              <a:gd name="T11" fmla="*/ 300 h 331"/>
              <a:gd name="T12" fmla="*/ 170 w 294"/>
              <a:gd name="T13" fmla="*/ 319 h 331"/>
              <a:gd name="T14" fmla="*/ 157 w 294"/>
              <a:gd name="T15" fmla="*/ 330 h 331"/>
              <a:gd name="T16" fmla="*/ 143 w 294"/>
              <a:gd name="T17" fmla="*/ 331 h 331"/>
              <a:gd name="T18" fmla="*/ 123 w 294"/>
              <a:gd name="T19" fmla="*/ 326 h 331"/>
              <a:gd name="T20" fmla="*/ 113 w 294"/>
              <a:gd name="T21" fmla="*/ 316 h 331"/>
              <a:gd name="T22" fmla="*/ 107 w 294"/>
              <a:gd name="T23" fmla="*/ 293 h 331"/>
              <a:gd name="T24" fmla="*/ 108 w 294"/>
              <a:gd name="T25" fmla="*/ 269 h 331"/>
              <a:gd name="T26" fmla="*/ 113 w 294"/>
              <a:gd name="T27" fmla="*/ 249 h 331"/>
              <a:gd name="T28" fmla="*/ 128 w 294"/>
              <a:gd name="T29" fmla="*/ 224 h 331"/>
              <a:gd name="T30" fmla="*/ 148 w 294"/>
              <a:gd name="T31" fmla="*/ 202 h 331"/>
              <a:gd name="T32" fmla="*/ 194 w 294"/>
              <a:gd name="T33" fmla="*/ 158 h 331"/>
              <a:gd name="T34" fmla="*/ 209 w 294"/>
              <a:gd name="T35" fmla="*/ 140 h 331"/>
              <a:gd name="T36" fmla="*/ 213 w 294"/>
              <a:gd name="T37" fmla="*/ 129 h 331"/>
              <a:gd name="T38" fmla="*/ 213 w 294"/>
              <a:gd name="T39" fmla="*/ 105 h 331"/>
              <a:gd name="T40" fmla="*/ 195 w 294"/>
              <a:gd name="T41" fmla="*/ 78 h 331"/>
              <a:gd name="T42" fmla="*/ 175 w 294"/>
              <a:gd name="T43" fmla="*/ 65 h 331"/>
              <a:gd name="T44" fmla="*/ 150 w 294"/>
              <a:gd name="T45" fmla="*/ 62 h 331"/>
              <a:gd name="T46" fmla="*/ 111 w 294"/>
              <a:gd name="T47" fmla="*/ 72 h 331"/>
              <a:gd name="T48" fmla="*/ 95 w 294"/>
              <a:gd name="T49" fmla="*/ 88 h 331"/>
              <a:gd name="T50" fmla="*/ 77 w 294"/>
              <a:gd name="T51" fmla="*/ 127 h 331"/>
              <a:gd name="T52" fmla="*/ 71 w 294"/>
              <a:gd name="T53" fmla="*/ 142 h 331"/>
              <a:gd name="T54" fmla="*/ 57 w 294"/>
              <a:gd name="T55" fmla="*/ 156 h 331"/>
              <a:gd name="T56" fmla="*/ 40 w 294"/>
              <a:gd name="T57" fmla="*/ 161 h 331"/>
              <a:gd name="T58" fmla="*/ 24 w 294"/>
              <a:gd name="T59" fmla="*/ 158 h 331"/>
              <a:gd name="T60" fmla="*/ 11 w 294"/>
              <a:gd name="T61" fmla="*/ 150 h 331"/>
              <a:gd name="T62" fmla="*/ 0 w 294"/>
              <a:gd name="T63" fmla="*/ 131 h 331"/>
              <a:gd name="T64" fmla="*/ 0 w 294"/>
              <a:gd name="T65" fmla="*/ 111 h 331"/>
              <a:gd name="T66" fmla="*/ 16 w 294"/>
              <a:gd name="T67" fmla="*/ 68 h 331"/>
              <a:gd name="T68" fmla="*/ 39 w 294"/>
              <a:gd name="T69" fmla="*/ 42 h 331"/>
              <a:gd name="T70" fmla="*/ 68 w 294"/>
              <a:gd name="T71" fmla="*/ 19 h 331"/>
              <a:gd name="T72" fmla="*/ 127 w 294"/>
              <a:gd name="T73" fmla="*/ 1 h 331"/>
              <a:gd name="T74" fmla="*/ 170 w 294"/>
              <a:gd name="T75" fmla="*/ 1 h 331"/>
              <a:gd name="T76" fmla="*/ 225 w 294"/>
              <a:gd name="T77" fmla="*/ 14 h 331"/>
              <a:gd name="T78" fmla="*/ 255 w 294"/>
              <a:gd name="T79" fmla="*/ 33 h 331"/>
              <a:gd name="T80" fmla="*/ 276 w 294"/>
              <a:gd name="T81" fmla="*/ 57 h 331"/>
              <a:gd name="T82" fmla="*/ 293 w 294"/>
              <a:gd name="T83" fmla="*/ 100 h 331"/>
              <a:gd name="T84" fmla="*/ 294 w 294"/>
              <a:gd name="T85" fmla="*/ 127 h 331"/>
              <a:gd name="T86" fmla="*/ 286 w 294"/>
              <a:gd name="T87" fmla="*/ 160 h 3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294" h="331">
                <a:moveTo>
                  <a:pt x="286" y="160"/>
                </a:moveTo>
                <a:lnTo>
                  <a:pt x="286" y="160"/>
                </a:lnTo>
                <a:lnTo>
                  <a:pt x="280" y="168"/>
                </a:lnTo>
                <a:lnTo>
                  <a:pt x="275" y="177"/>
                </a:lnTo>
                <a:lnTo>
                  <a:pt x="268" y="185"/>
                </a:lnTo>
                <a:lnTo>
                  <a:pt x="261" y="192"/>
                </a:lnTo>
                <a:lnTo>
                  <a:pt x="261" y="192"/>
                </a:lnTo>
                <a:lnTo>
                  <a:pt x="211" y="239"/>
                </a:lnTo>
                <a:lnTo>
                  <a:pt x="211" y="239"/>
                </a:lnTo>
                <a:lnTo>
                  <a:pt x="196" y="255"/>
                </a:lnTo>
                <a:lnTo>
                  <a:pt x="196" y="255"/>
                </a:lnTo>
                <a:lnTo>
                  <a:pt x="190" y="263"/>
                </a:lnTo>
                <a:lnTo>
                  <a:pt x="186" y="269"/>
                </a:lnTo>
                <a:lnTo>
                  <a:pt x="186" y="269"/>
                </a:lnTo>
                <a:lnTo>
                  <a:pt x="183" y="280"/>
                </a:lnTo>
                <a:lnTo>
                  <a:pt x="183" y="280"/>
                </a:lnTo>
                <a:lnTo>
                  <a:pt x="178" y="300"/>
                </a:lnTo>
                <a:lnTo>
                  <a:pt x="178" y="300"/>
                </a:lnTo>
                <a:lnTo>
                  <a:pt x="176" y="307"/>
                </a:lnTo>
                <a:lnTo>
                  <a:pt x="174" y="314"/>
                </a:lnTo>
                <a:lnTo>
                  <a:pt x="170" y="319"/>
                </a:lnTo>
                <a:lnTo>
                  <a:pt x="167" y="324"/>
                </a:lnTo>
                <a:lnTo>
                  <a:pt x="162" y="327"/>
                </a:lnTo>
                <a:lnTo>
                  <a:pt x="157" y="330"/>
                </a:lnTo>
                <a:lnTo>
                  <a:pt x="150" y="331"/>
                </a:lnTo>
                <a:lnTo>
                  <a:pt x="143" y="331"/>
                </a:lnTo>
                <a:lnTo>
                  <a:pt x="143" y="331"/>
                </a:lnTo>
                <a:lnTo>
                  <a:pt x="136" y="331"/>
                </a:lnTo>
                <a:lnTo>
                  <a:pt x="129" y="329"/>
                </a:lnTo>
                <a:lnTo>
                  <a:pt x="123" y="326"/>
                </a:lnTo>
                <a:lnTo>
                  <a:pt x="117" y="321"/>
                </a:lnTo>
                <a:lnTo>
                  <a:pt x="117" y="321"/>
                </a:lnTo>
                <a:lnTo>
                  <a:pt x="113" y="316"/>
                </a:lnTo>
                <a:lnTo>
                  <a:pt x="109" y="309"/>
                </a:lnTo>
                <a:lnTo>
                  <a:pt x="107" y="301"/>
                </a:lnTo>
                <a:lnTo>
                  <a:pt x="107" y="293"/>
                </a:lnTo>
                <a:lnTo>
                  <a:pt x="107" y="293"/>
                </a:lnTo>
                <a:lnTo>
                  <a:pt x="107" y="280"/>
                </a:lnTo>
                <a:lnTo>
                  <a:pt x="108" y="269"/>
                </a:lnTo>
                <a:lnTo>
                  <a:pt x="111" y="259"/>
                </a:lnTo>
                <a:lnTo>
                  <a:pt x="113" y="249"/>
                </a:lnTo>
                <a:lnTo>
                  <a:pt x="113" y="249"/>
                </a:lnTo>
                <a:lnTo>
                  <a:pt x="118" y="240"/>
                </a:lnTo>
                <a:lnTo>
                  <a:pt x="122" y="232"/>
                </a:lnTo>
                <a:lnTo>
                  <a:pt x="128" y="224"/>
                </a:lnTo>
                <a:lnTo>
                  <a:pt x="133" y="217"/>
                </a:lnTo>
                <a:lnTo>
                  <a:pt x="133" y="217"/>
                </a:lnTo>
                <a:lnTo>
                  <a:pt x="148" y="202"/>
                </a:lnTo>
                <a:lnTo>
                  <a:pt x="168" y="183"/>
                </a:lnTo>
                <a:lnTo>
                  <a:pt x="168" y="183"/>
                </a:lnTo>
                <a:lnTo>
                  <a:pt x="194" y="158"/>
                </a:lnTo>
                <a:lnTo>
                  <a:pt x="194" y="158"/>
                </a:lnTo>
                <a:lnTo>
                  <a:pt x="201" y="150"/>
                </a:lnTo>
                <a:lnTo>
                  <a:pt x="209" y="140"/>
                </a:lnTo>
                <a:lnTo>
                  <a:pt x="209" y="140"/>
                </a:lnTo>
                <a:lnTo>
                  <a:pt x="210" y="134"/>
                </a:lnTo>
                <a:lnTo>
                  <a:pt x="213" y="129"/>
                </a:lnTo>
                <a:lnTo>
                  <a:pt x="214" y="117"/>
                </a:lnTo>
                <a:lnTo>
                  <a:pt x="214" y="117"/>
                </a:lnTo>
                <a:lnTo>
                  <a:pt x="213" y="105"/>
                </a:lnTo>
                <a:lnTo>
                  <a:pt x="209" y="95"/>
                </a:lnTo>
                <a:lnTo>
                  <a:pt x="204" y="85"/>
                </a:lnTo>
                <a:lnTo>
                  <a:pt x="195" y="78"/>
                </a:lnTo>
                <a:lnTo>
                  <a:pt x="195" y="78"/>
                </a:lnTo>
                <a:lnTo>
                  <a:pt x="186" y="70"/>
                </a:lnTo>
                <a:lnTo>
                  <a:pt x="175" y="65"/>
                </a:lnTo>
                <a:lnTo>
                  <a:pt x="163" y="63"/>
                </a:lnTo>
                <a:lnTo>
                  <a:pt x="150" y="62"/>
                </a:lnTo>
                <a:lnTo>
                  <a:pt x="150" y="62"/>
                </a:lnTo>
                <a:lnTo>
                  <a:pt x="134" y="63"/>
                </a:lnTo>
                <a:lnTo>
                  <a:pt x="122" y="67"/>
                </a:lnTo>
                <a:lnTo>
                  <a:pt x="111" y="72"/>
                </a:lnTo>
                <a:lnTo>
                  <a:pt x="102" y="79"/>
                </a:lnTo>
                <a:lnTo>
                  <a:pt x="102" y="79"/>
                </a:lnTo>
                <a:lnTo>
                  <a:pt x="95" y="88"/>
                </a:lnTo>
                <a:lnTo>
                  <a:pt x="88" y="99"/>
                </a:lnTo>
                <a:lnTo>
                  <a:pt x="82" y="113"/>
                </a:lnTo>
                <a:lnTo>
                  <a:pt x="77" y="127"/>
                </a:lnTo>
                <a:lnTo>
                  <a:pt x="77" y="127"/>
                </a:lnTo>
                <a:lnTo>
                  <a:pt x="75" y="135"/>
                </a:lnTo>
                <a:lnTo>
                  <a:pt x="71" y="142"/>
                </a:lnTo>
                <a:lnTo>
                  <a:pt x="67" y="147"/>
                </a:lnTo>
                <a:lnTo>
                  <a:pt x="62" y="152"/>
                </a:lnTo>
                <a:lnTo>
                  <a:pt x="57" y="156"/>
                </a:lnTo>
                <a:lnTo>
                  <a:pt x="52" y="158"/>
                </a:lnTo>
                <a:lnTo>
                  <a:pt x="46" y="161"/>
                </a:lnTo>
                <a:lnTo>
                  <a:pt x="40" y="161"/>
                </a:lnTo>
                <a:lnTo>
                  <a:pt x="40" y="161"/>
                </a:lnTo>
                <a:lnTo>
                  <a:pt x="31" y="161"/>
                </a:lnTo>
                <a:lnTo>
                  <a:pt x="24" y="158"/>
                </a:lnTo>
                <a:lnTo>
                  <a:pt x="18" y="155"/>
                </a:lnTo>
                <a:lnTo>
                  <a:pt x="11" y="150"/>
                </a:lnTo>
                <a:lnTo>
                  <a:pt x="11" y="150"/>
                </a:lnTo>
                <a:lnTo>
                  <a:pt x="6" y="144"/>
                </a:lnTo>
                <a:lnTo>
                  <a:pt x="3" y="137"/>
                </a:lnTo>
                <a:lnTo>
                  <a:pt x="0" y="131"/>
                </a:lnTo>
                <a:lnTo>
                  <a:pt x="0" y="125"/>
                </a:lnTo>
                <a:lnTo>
                  <a:pt x="0" y="125"/>
                </a:lnTo>
                <a:lnTo>
                  <a:pt x="0" y="111"/>
                </a:lnTo>
                <a:lnTo>
                  <a:pt x="4" y="96"/>
                </a:lnTo>
                <a:lnTo>
                  <a:pt x="9" y="83"/>
                </a:lnTo>
                <a:lnTo>
                  <a:pt x="16" y="68"/>
                </a:lnTo>
                <a:lnTo>
                  <a:pt x="16" y="68"/>
                </a:lnTo>
                <a:lnTo>
                  <a:pt x="26" y="54"/>
                </a:lnTo>
                <a:lnTo>
                  <a:pt x="39" y="42"/>
                </a:lnTo>
                <a:lnTo>
                  <a:pt x="52" y="29"/>
                </a:lnTo>
                <a:lnTo>
                  <a:pt x="68" y="19"/>
                </a:lnTo>
                <a:lnTo>
                  <a:pt x="68" y="19"/>
                </a:lnTo>
                <a:lnTo>
                  <a:pt x="87" y="11"/>
                </a:lnTo>
                <a:lnTo>
                  <a:pt x="106" y="4"/>
                </a:lnTo>
                <a:lnTo>
                  <a:pt x="127" y="1"/>
                </a:lnTo>
                <a:lnTo>
                  <a:pt x="149" y="0"/>
                </a:lnTo>
                <a:lnTo>
                  <a:pt x="149" y="0"/>
                </a:lnTo>
                <a:lnTo>
                  <a:pt x="170" y="1"/>
                </a:lnTo>
                <a:lnTo>
                  <a:pt x="189" y="3"/>
                </a:lnTo>
                <a:lnTo>
                  <a:pt x="208" y="7"/>
                </a:lnTo>
                <a:lnTo>
                  <a:pt x="225" y="14"/>
                </a:lnTo>
                <a:lnTo>
                  <a:pt x="225" y="14"/>
                </a:lnTo>
                <a:lnTo>
                  <a:pt x="240" y="23"/>
                </a:lnTo>
                <a:lnTo>
                  <a:pt x="255" y="33"/>
                </a:lnTo>
                <a:lnTo>
                  <a:pt x="266" y="44"/>
                </a:lnTo>
                <a:lnTo>
                  <a:pt x="276" y="57"/>
                </a:lnTo>
                <a:lnTo>
                  <a:pt x="276" y="57"/>
                </a:lnTo>
                <a:lnTo>
                  <a:pt x="285" y="70"/>
                </a:lnTo>
                <a:lnTo>
                  <a:pt x="289" y="85"/>
                </a:lnTo>
                <a:lnTo>
                  <a:pt x="293" y="100"/>
                </a:lnTo>
                <a:lnTo>
                  <a:pt x="294" y="115"/>
                </a:lnTo>
                <a:lnTo>
                  <a:pt x="294" y="115"/>
                </a:lnTo>
                <a:lnTo>
                  <a:pt x="294" y="127"/>
                </a:lnTo>
                <a:lnTo>
                  <a:pt x="292" y="139"/>
                </a:lnTo>
                <a:lnTo>
                  <a:pt x="289" y="150"/>
                </a:lnTo>
                <a:lnTo>
                  <a:pt x="286" y="160"/>
                </a:lnTo>
                <a:lnTo>
                  <a:pt x="286" y="160"/>
                </a:lnTo>
                <a:close/>
              </a:path>
            </a:pathLst>
          </a:custGeom>
          <a:solidFill>
            <a:sysClr val="window" lastClr="FFFFFF"/>
          </a:solidFill>
          <a:ln>
            <a:noFill/>
          </a:ln>
        </p:spPr>
        <p:txBody>
          <a:bodyPr lIns="67500" tIns="35100" rIns="67500" bIns="35100" anchor="ctr">
            <a:normAutofit fontScale="25000" lnSpcReduction="20000"/>
          </a:bodyPr>
          <a:lstStyle/>
          <a:p>
            <a:pPr algn="ctr">
              <a:lnSpc>
                <a:spcPct val="130000"/>
              </a:lnSpc>
            </a:pPr>
            <a:endParaRPr sz="1350">
              <a:latin typeface="Arial" panose="020B0604020202020204" pitchFamily="34" charset="0"/>
              <a:ea typeface="微软雅黑" panose="020B0503020204020204" pitchFamily="34" charset="-122"/>
              <a:sym typeface="Arial" panose="020B0604020202020204" pitchFamily="34" charset="0"/>
            </a:endParaRPr>
          </a:p>
        </p:txBody>
      </p:sp>
      <p:sp>
        <p:nvSpPr>
          <p:cNvPr id="68" name="任意多边形 54"/>
          <p:cNvSpPr/>
          <p:nvPr>
            <p:custDataLst>
              <p:tags r:id="rId45"/>
            </p:custDataLst>
          </p:nvPr>
        </p:nvSpPr>
        <p:spPr bwMode="auto">
          <a:xfrm>
            <a:off x="5100826" y="3143826"/>
            <a:ext cx="203808" cy="203579"/>
          </a:xfrm>
          <a:custGeom>
            <a:avLst/>
            <a:gdLst>
              <a:gd name="T0" fmla="*/ 213 w 427"/>
              <a:gd name="T1" fmla="*/ 0 h 427"/>
              <a:gd name="T2" fmla="*/ 0 w 427"/>
              <a:gd name="T3" fmla="*/ 213 h 427"/>
              <a:gd name="T4" fmla="*/ 213 w 427"/>
              <a:gd name="T5" fmla="*/ 427 h 427"/>
              <a:gd name="T6" fmla="*/ 427 w 427"/>
              <a:gd name="T7" fmla="*/ 213 h 427"/>
              <a:gd name="T8" fmla="*/ 213 w 427"/>
              <a:gd name="T9" fmla="*/ 0 h 427"/>
              <a:gd name="T10" fmla="*/ 180 w 427"/>
              <a:gd name="T11" fmla="*/ 312 h 427"/>
              <a:gd name="T12" fmla="*/ 82 w 427"/>
              <a:gd name="T13" fmla="*/ 214 h 427"/>
              <a:gd name="T14" fmla="*/ 120 w 427"/>
              <a:gd name="T15" fmla="*/ 176 h 427"/>
              <a:gd name="T16" fmla="*/ 180 w 427"/>
              <a:gd name="T17" fmla="*/ 236 h 427"/>
              <a:gd name="T18" fmla="*/ 308 w 427"/>
              <a:gd name="T19" fmla="*/ 108 h 427"/>
              <a:gd name="T20" fmla="*/ 346 w 427"/>
              <a:gd name="T21" fmla="*/ 146 h 427"/>
              <a:gd name="T22" fmla="*/ 180 w 427"/>
              <a:gd name="T23" fmla="*/ 312 h 4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27" h="427">
                <a:moveTo>
                  <a:pt x="213" y="0"/>
                </a:moveTo>
                <a:cubicBezTo>
                  <a:pt x="96" y="0"/>
                  <a:pt x="0" y="96"/>
                  <a:pt x="0" y="213"/>
                </a:cubicBezTo>
                <a:cubicBezTo>
                  <a:pt x="0" y="331"/>
                  <a:pt x="96" y="427"/>
                  <a:pt x="213" y="427"/>
                </a:cubicBezTo>
                <a:cubicBezTo>
                  <a:pt x="331" y="427"/>
                  <a:pt x="427" y="331"/>
                  <a:pt x="427" y="213"/>
                </a:cubicBezTo>
                <a:cubicBezTo>
                  <a:pt x="427" y="96"/>
                  <a:pt x="331" y="0"/>
                  <a:pt x="213" y="0"/>
                </a:cubicBezTo>
                <a:close/>
                <a:moveTo>
                  <a:pt x="180" y="312"/>
                </a:moveTo>
                <a:lnTo>
                  <a:pt x="82" y="214"/>
                </a:lnTo>
                <a:lnTo>
                  <a:pt x="120" y="176"/>
                </a:lnTo>
                <a:lnTo>
                  <a:pt x="180" y="236"/>
                </a:lnTo>
                <a:lnTo>
                  <a:pt x="308" y="108"/>
                </a:lnTo>
                <a:lnTo>
                  <a:pt x="346" y="146"/>
                </a:lnTo>
                <a:lnTo>
                  <a:pt x="180" y="312"/>
                </a:lnTo>
                <a:close/>
              </a:path>
            </a:pathLst>
          </a:custGeom>
          <a:solidFill>
            <a:sysClr val="window" lastClr="FFFFFF"/>
          </a:solidFill>
          <a:ln>
            <a:noFill/>
          </a:ln>
        </p:spPr>
        <p:txBody>
          <a:bodyPr lIns="67500" tIns="35100" rIns="67500" bIns="35100" anchor="ctr">
            <a:normAutofit fontScale="60000" lnSpcReduction="20000"/>
          </a:bodyPr>
          <a:lstStyle>
            <a:defPPr>
              <a:defRPr lang="zh-CN"/>
            </a:defPPr>
            <a:lvl1pPr marL="0" algn="l" defTabSz="914400" rtl="0" eaLnBrk="1" latinLnBrk="0" hangingPunct="1">
              <a:defRPr sz="1800" kern="1200">
                <a:solidFill>
                  <a:srgbClr val="000000"/>
                </a:solidFill>
                <a:latin typeface="Arial" panose="020B0604020202020204" pitchFamily="34" charset="0"/>
                <a:ea typeface="微软雅黑" panose="020B0503020204020204" pitchFamily="34" charset="-122"/>
                <a:cs typeface="+mn-ea"/>
              </a:defRPr>
            </a:lvl1pPr>
            <a:lvl2pPr marL="457200" algn="l" defTabSz="914400" rtl="0" eaLnBrk="1" latinLnBrk="0" hangingPunct="1">
              <a:defRPr sz="1800" kern="1200">
                <a:solidFill>
                  <a:srgbClr val="000000"/>
                </a:solidFill>
                <a:latin typeface="Arial" panose="020B0604020202020204" pitchFamily="34" charset="0"/>
                <a:ea typeface="微软雅黑" panose="020B0503020204020204" pitchFamily="34" charset="-122"/>
                <a:cs typeface="+mn-ea"/>
              </a:defRPr>
            </a:lvl2pPr>
            <a:lvl3pPr marL="914400" algn="l" defTabSz="914400" rtl="0" eaLnBrk="1" latinLnBrk="0" hangingPunct="1">
              <a:defRPr sz="1800" kern="1200">
                <a:solidFill>
                  <a:srgbClr val="000000"/>
                </a:solidFill>
                <a:latin typeface="Arial" panose="020B0604020202020204" pitchFamily="34" charset="0"/>
                <a:ea typeface="微软雅黑" panose="020B0503020204020204" pitchFamily="34" charset="-122"/>
                <a:cs typeface="+mn-ea"/>
              </a:defRPr>
            </a:lvl3pPr>
            <a:lvl4pPr marL="1371600" algn="l" defTabSz="914400" rtl="0" eaLnBrk="1" latinLnBrk="0" hangingPunct="1">
              <a:defRPr sz="1800" kern="1200">
                <a:solidFill>
                  <a:srgbClr val="000000"/>
                </a:solidFill>
                <a:latin typeface="Arial" panose="020B0604020202020204" pitchFamily="34" charset="0"/>
                <a:ea typeface="微软雅黑" panose="020B0503020204020204" pitchFamily="34" charset="-122"/>
                <a:cs typeface="+mn-ea"/>
              </a:defRPr>
            </a:lvl4pPr>
            <a:lvl5pPr marL="1828800" algn="l" defTabSz="914400" rtl="0" eaLnBrk="1" latinLnBrk="0" hangingPunct="1">
              <a:defRPr sz="1800" kern="1200">
                <a:solidFill>
                  <a:srgbClr val="000000"/>
                </a:solidFill>
                <a:latin typeface="Arial" panose="020B0604020202020204" pitchFamily="34" charset="0"/>
                <a:ea typeface="微软雅黑" panose="020B0503020204020204" pitchFamily="34" charset="-122"/>
                <a:cs typeface="+mn-ea"/>
              </a:defRPr>
            </a:lvl5pPr>
            <a:lvl6pPr marL="2286000" algn="l" defTabSz="914400" rtl="0" eaLnBrk="1" latinLnBrk="0" hangingPunct="1">
              <a:defRPr sz="1800" kern="1200">
                <a:solidFill>
                  <a:srgbClr val="000000"/>
                </a:solidFill>
                <a:latin typeface="Arial" panose="020B0604020202020204" pitchFamily="34" charset="0"/>
                <a:ea typeface="微软雅黑" panose="020B0503020204020204" pitchFamily="34" charset="-122"/>
                <a:cs typeface="+mn-ea"/>
              </a:defRPr>
            </a:lvl6pPr>
            <a:lvl7pPr marL="2743200" algn="l" defTabSz="914400" rtl="0" eaLnBrk="1" latinLnBrk="0" hangingPunct="1">
              <a:defRPr sz="1800" kern="1200">
                <a:solidFill>
                  <a:srgbClr val="000000"/>
                </a:solidFill>
                <a:latin typeface="Arial" panose="020B0604020202020204" pitchFamily="34" charset="0"/>
                <a:ea typeface="微软雅黑" panose="020B0503020204020204" pitchFamily="34" charset="-122"/>
                <a:cs typeface="+mn-ea"/>
              </a:defRPr>
            </a:lvl7pPr>
            <a:lvl8pPr marL="3200400" algn="l" defTabSz="914400" rtl="0" eaLnBrk="1" latinLnBrk="0" hangingPunct="1">
              <a:defRPr sz="1800" kern="1200">
                <a:solidFill>
                  <a:srgbClr val="000000"/>
                </a:solidFill>
                <a:latin typeface="Arial" panose="020B0604020202020204" pitchFamily="34" charset="0"/>
                <a:ea typeface="微软雅黑" panose="020B0503020204020204" pitchFamily="34" charset="-122"/>
                <a:cs typeface="+mn-ea"/>
              </a:defRPr>
            </a:lvl8pPr>
            <a:lvl9pPr marL="3657600" algn="l" defTabSz="914400" rtl="0" eaLnBrk="1" latinLnBrk="0" hangingPunct="1">
              <a:defRPr sz="1800" kern="1200">
                <a:solidFill>
                  <a:srgbClr val="000000"/>
                </a:solidFill>
                <a:latin typeface="Arial" panose="020B0604020202020204" pitchFamily="34" charset="0"/>
                <a:ea typeface="微软雅黑" panose="020B0503020204020204" pitchFamily="34" charset="-122"/>
                <a:cs typeface="+mn-ea"/>
              </a:defRPr>
            </a:lvl9pPr>
          </a:lstStyle>
          <a:p>
            <a:pPr algn="ctr">
              <a:lnSpc>
                <a:spcPct val="130000"/>
              </a:lnSpc>
            </a:pPr>
            <a:endParaRPr sz="1350">
              <a:latin typeface="Arial" panose="020B0604020202020204" pitchFamily="34" charset="0"/>
              <a:ea typeface="微软雅黑" panose="020B0503020204020204" pitchFamily="34" charset="-122"/>
              <a:sym typeface="Arial" panose="020B0604020202020204" pitchFamily="34" charset="0"/>
            </a:endParaRPr>
          </a:p>
        </p:txBody>
      </p:sp>
      <p:sp>
        <p:nvSpPr>
          <p:cNvPr id="69" name="任意多边形 52"/>
          <p:cNvSpPr/>
          <p:nvPr>
            <p:custDataLst>
              <p:tags r:id="rId46"/>
            </p:custDataLst>
          </p:nvPr>
        </p:nvSpPr>
        <p:spPr bwMode="auto">
          <a:xfrm>
            <a:off x="5102584" y="3814291"/>
            <a:ext cx="203808" cy="189158"/>
          </a:xfrm>
          <a:custGeom>
            <a:avLst/>
            <a:gdLst>
              <a:gd name="T0" fmla="*/ 2004 w 4654"/>
              <a:gd name="T1" fmla="*/ 191 h 4326"/>
              <a:gd name="T2" fmla="*/ 2004 w 4654"/>
              <a:gd name="T3" fmla="*/ 968 h 4326"/>
              <a:gd name="T4" fmla="*/ 1813 w 4654"/>
              <a:gd name="T5" fmla="*/ 1158 h 4326"/>
              <a:gd name="T6" fmla="*/ 1205 w 4654"/>
              <a:gd name="T7" fmla="*/ 2305 h 4326"/>
              <a:gd name="T8" fmla="*/ 1813 w 4654"/>
              <a:gd name="T9" fmla="*/ 2305 h 4326"/>
              <a:gd name="T10" fmla="*/ 2004 w 4654"/>
              <a:gd name="T11" fmla="*/ 2495 h 4326"/>
              <a:gd name="T12" fmla="*/ 2004 w 4654"/>
              <a:gd name="T13" fmla="*/ 4135 h 4326"/>
              <a:gd name="T14" fmla="*/ 1813 w 4654"/>
              <a:gd name="T15" fmla="*/ 4326 h 4326"/>
              <a:gd name="T16" fmla="*/ 191 w 4654"/>
              <a:gd name="T17" fmla="*/ 4326 h 4326"/>
              <a:gd name="T18" fmla="*/ 0 w 4654"/>
              <a:gd name="T19" fmla="*/ 4135 h 4326"/>
              <a:gd name="T20" fmla="*/ 0 w 4654"/>
              <a:gd name="T21" fmla="*/ 2495 h 4326"/>
              <a:gd name="T22" fmla="*/ 109 w 4654"/>
              <a:gd name="T23" fmla="*/ 1501 h 4326"/>
              <a:gd name="T24" fmla="*/ 448 w 4654"/>
              <a:gd name="T25" fmla="*/ 713 h 4326"/>
              <a:gd name="T26" fmla="*/ 1023 w 4654"/>
              <a:gd name="T27" fmla="*/ 187 h 4326"/>
              <a:gd name="T28" fmla="*/ 1813 w 4654"/>
              <a:gd name="T29" fmla="*/ 0 h 4326"/>
              <a:gd name="T30" fmla="*/ 2004 w 4654"/>
              <a:gd name="T31" fmla="*/ 191 h 4326"/>
              <a:gd name="T32" fmla="*/ 4464 w 4654"/>
              <a:gd name="T33" fmla="*/ 1158 h 4326"/>
              <a:gd name="T34" fmla="*/ 4654 w 4654"/>
              <a:gd name="T35" fmla="*/ 968 h 4326"/>
              <a:gd name="T36" fmla="*/ 4654 w 4654"/>
              <a:gd name="T37" fmla="*/ 191 h 4326"/>
              <a:gd name="T38" fmla="*/ 4464 w 4654"/>
              <a:gd name="T39" fmla="*/ 0 h 4326"/>
              <a:gd name="T40" fmla="*/ 3674 w 4654"/>
              <a:gd name="T41" fmla="*/ 187 h 4326"/>
              <a:gd name="T42" fmla="*/ 3098 w 4654"/>
              <a:gd name="T43" fmla="*/ 713 h 4326"/>
              <a:gd name="T44" fmla="*/ 2759 w 4654"/>
              <a:gd name="T45" fmla="*/ 1501 h 4326"/>
              <a:gd name="T46" fmla="*/ 2650 w 4654"/>
              <a:gd name="T47" fmla="*/ 2495 h 4326"/>
              <a:gd name="T48" fmla="*/ 2650 w 4654"/>
              <a:gd name="T49" fmla="*/ 4135 h 4326"/>
              <a:gd name="T50" fmla="*/ 2841 w 4654"/>
              <a:gd name="T51" fmla="*/ 4326 h 4326"/>
              <a:gd name="T52" fmla="*/ 4464 w 4654"/>
              <a:gd name="T53" fmla="*/ 4326 h 4326"/>
              <a:gd name="T54" fmla="*/ 4654 w 4654"/>
              <a:gd name="T55" fmla="*/ 4135 h 4326"/>
              <a:gd name="T56" fmla="*/ 4654 w 4654"/>
              <a:gd name="T57" fmla="*/ 2495 h 4326"/>
              <a:gd name="T58" fmla="*/ 4464 w 4654"/>
              <a:gd name="T59" fmla="*/ 2305 h 4326"/>
              <a:gd name="T60" fmla="*/ 3864 w 4654"/>
              <a:gd name="T61" fmla="*/ 2305 h 4326"/>
              <a:gd name="T62" fmla="*/ 4464 w 4654"/>
              <a:gd name="T63" fmla="*/ 1158 h 43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4654" h="4326">
                <a:moveTo>
                  <a:pt x="2004" y="191"/>
                </a:moveTo>
                <a:lnTo>
                  <a:pt x="2004" y="968"/>
                </a:lnTo>
                <a:cubicBezTo>
                  <a:pt x="2004" y="1073"/>
                  <a:pt x="1919" y="1158"/>
                  <a:pt x="1813" y="1158"/>
                </a:cubicBezTo>
                <a:cubicBezTo>
                  <a:pt x="1437" y="1158"/>
                  <a:pt x="1233" y="1544"/>
                  <a:pt x="1205" y="2305"/>
                </a:cubicBezTo>
                <a:lnTo>
                  <a:pt x="1813" y="2305"/>
                </a:lnTo>
                <a:cubicBezTo>
                  <a:pt x="1919" y="2305"/>
                  <a:pt x="2004" y="2390"/>
                  <a:pt x="2004" y="2495"/>
                </a:cubicBezTo>
                <a:lnTo>
                  <a:pt x="2004" y="4135"/>
                </a:lnTo>
                <a:cubicBezTo>
                  <a:pt x="2004" y="4241"/>
                  <a:pt x="1919" y="4326"/>
                  <a:pt x="1813" y="4326"/>
                </a:cubicBezTo>
                <a:lnTo>
                  <a:pt x="191" y="4326"/>
                </a:lnTo>
                <a:cubicBezTo>
                  <a:pt x="85" y="4326"/>
                  <a:pt x="0" y="4241"/>
                  <a:pt x="0" y="4135"/>
                </a:cubicBezTo>
                <a:lnTo>
                  <a:pt x="0" y="2495"/>
                </a:lnTo>
                <a:cubicBezTo>
                  <a:pt x="0" y="2131"/>
                  <a:pt x="37" y="1796"/>
                  <a:pt x="109" y="1501"/>
                </a:cubicBezTo>
                <a:cubicBezTo>
                  <a:pt x="183" y="1198"/>
                  <a:pt x="297" y="933"/>
                  <a:pt x="448" y="713"/>
                </a:cubicBezTo>
                <a:cubicBezTo>
                  <a:pt x="602" y="488"/>
                  <a:pt x="796" y="311"/>
                  <a:pt x="1023" y="187"/>
                </a:cubicBezTo>
                <a:cubicBezTo>
                  <a:pt x="1252" y="63"/>
                  <a:pt x="1518" y="0"/>
                  <a:pt x="1813" y="0"/>
                </a:cubicBezTo>
                <a:cubicBezTo>
                  <a:pt x="1919" y="0"/>
                  <a:pt x="2004" y="86"/>
                  <a:pt x="2004" y="191"/>
                </a:cubicBezTo>
                <a:close/>
                <a:moveTo>
                  <a:pt x="4464" y="1158"/>
                </a:moveTo>
                <a:cubicBezTo>
                  <a:pt x="4569" y="1158"/>
                  <a:pt x="4654" y="1073"/>
                  <a:pt x="4654" y="968"/>
                </a:cubicBezTo>
                <a:lnTo>
                  <a:pt x="4654" y="191"/>
                </a:lnTo>
                <a:cubicBezTo>
                  <a:pt x="4654" y="86"/>
                  <a:pt x="4569" y="0"/>
                  <a:pt x="4464" y="0"/>
                </a:cubicBezTo>
                <a:cubicBezTo>
                  <a:pt x="4168" y="0"/>
                  <a:pt x="3902" y="63"/>
                  <a:pt x="3674" y="187"/>
                </a:cubicBezTo>
                <a:cubicBezTo>
                  <a:pt x="3447" y="311"/>
                  <a:pt x="3253" y="488"/>
                  <a:pt x="3098" y="713"/>
                </a:cubicBezTo>
                <a:cubicBezTo>
                  <a:pt x="2948" y="933"/>
                  <a:pt x="2834" y="1198"/>
                  <a:pt x="2759" y="1501"/>
                </a:cubicBezTo>
                <a:cubicBezTo>
                  <a:pt x="2687" y="1796"/>
                  <a:pt x="2650" y="2131"/>
                  <a:pt x="2650" y="2495"/>
                </a:cubicBezTo>
                <a:lnTo>
                  <a:pt x="2650" y="4135"/>
                </a:lnTo>
                <a:cubicBezTo>
                  <a:pt x="2650" y="4241"/>
                  <a:pt x="2736" y="4326"/>
                  <a:pt x="2841" y="4326"/>
                </a:cubicBezTo>
                <a:lnTo>
                  <a:pt x="4464" y="4326"/>
                </a:lnTo>
                <a:cubicBezTo>
                  <a:pt x="4569" y="4326"/>
                  <a:pt x="4654" y="4241"/>
                  <a:pt x="4654" y="4135"/>
                </a:cubicBezTo>
                <a:lnTo>
                  <a:pt x="4654" y="2495"/>
                </a:lnTo>
                <a:cubicBezTo>
                  <a:pt x="4654" y="2390"/>
                  <a:pt x="4569" y="2305"/>
                  <a:pt x="4464" y="2305"/>
                </a:cubicBezTo>
                <a:lnTo>
                  <a:pt x="3864" y="2305"/>
                </a:lnTo>
                <a:cubicBezTo>
                  <a:pt x="3892" y="1544"/>
                  <a:pt x="4093" y="1158"/>
                  <a:pt x="4464" y="1158"/>
                </a:cubicBezTo>
                <a:close/>
              </a:path>
            </a:pathLst>
          </a:custGeom>
          <a:solidFill>
            <a:sysClr val="window" lastClr="FFFFFF"/>
          </a:solidFill>
          <a:ln>
            <a:noFill/>
          </a:ln>
        </p:spPr>
        <p:txBody>
          <a:bodyPr lIns="67500" tIns="35100" rIns="67500" bIns="35100" anchor="ctr">
            <a:normAutofit fontScale="52500" lnSpcReduction="20000"/>
          </a:bodyPr>
          <a:lstStyle>
            <a:defPPr>
              <a:defRPr lang="zh-CN"/>
            </a:defPPr>
            <a:lvl1pPr marL="0" algn="l" defTabSz="914400" rtl="0" eaLnBrk="1" latinLnBrk="0" hangingPunct="1">
              <a:defRPr sz="1800" kern="1200">
                <a:solidFill>
                  <a:srgbClr val="000000"/>
                </a:solidFill>
                <a:latin typeface="Arial" panose="020B0604020202020204" pitchFamily="34" charset="0"/>
                <a:ea typeface="微软雅黑" panose="020B0503020204020204" pitchFamily="34" charset="-122"/>
                <a:cs typeface="+mn-ea"/>
              </a:defRPr>
            </a:lvl1pPr>
            <a:lvl2pPr marL="457200" algn="l" defTabSz="914400" rtl="0" eaLnBrk="1" latinLnBrk="0" hangingPunct="1">
              <a:defRPr sz="1800" kern="1200">
                <a:solidFill>
                  <a:srgbClr val="000000"/>
                </a:solidFill>
                <a:latin typeface="Arial" panose="020B0604020202020204" pitchFamily="34" charset="0"/>
                <a:ea typeface="微软雅黑" panose="020B0503020204020204" pitchFamily="34" charset="-122"/>
                <a:cs typeface="+mn-ea"/>
              </a:defRPr>
            </a:lvl2pPr>
            <a:lvl3pPr marL="914400" algn="l" defTabSz="914400" rtl="0" eaLnBrk="1" latinLnBrk="0" hangingPunct="1">
              <a:defRPr sz="1800" kern="1200">
                <a:solidFill>
                  <a:srgbClr val="000000"/>
                </a:solidFill>
                <a:latin typeface="Arial" panose="020B0604020202020204" pitchFamily="34" charset="0"/>
                <a:ea typeface="微软雅黑" panose="020B0503020204020204" pitchFamily="34" charset="-122"/>
                <a:cs typeface="+mn-ea"/>
              </a:defRPr>
            </a:lvl3pPr>
            <a:lvl4pPr marL="1371600" algn="l" defTabSz="914400" rtl="0" eaLnBrk="1" latinLnBrk="0" hangingPunct="1">
              <a:defRPr sz="1800" kern="1200">
                <a:solidFill>
                  <a:srgbClr val="000000"/>
                </a:solidFill>
                <a:latin typeface="Arial" panose="020B0604020202020204" pitchFamily="34" charset="0"/>
                <a:ea typeface="微软雅黑" panose="020B0503020204020204" pitchFamily="34" charset="-122"/>
                <a:cs typeface="+mn-ea"/>
              </a:defRPr>
            </a:lvl4pPr>
            <a:lvl5pPr marL="1828800" algn="l" defTabSz="914400" rtl="0" eaLnBrk="1" latinLnBrk="0" hangingPunct="1">
              <a:defRPr sz="1800" kern="1200">
                <a:solidFill>
                  <a:srgbClr val="000000"/>
                </a:solidFill>
                <a:latin typeface="Arial" panose="020B0604020202020204" pitchFamily="34" charset="0"/>
                <a:ea typeface="微软雅黑" panose="020B0503020204020204" pitchFamily="34" charset="-122"/>
                <a:cs typeface="+mn-ea"/>
              </a:defRPr>
            </a:lvl5pPr>
            <a:lvl6pPr marL="2286000" algn="l" defTabSz="914400" rtl="0" eaLnBrk="1" latinLnBrk="0" hangingPunct="1">
              <a:defRPr sz="1800" kern="1200">
                <a:solidFill>
                  <a:srgbClr val="000000"/>
                </a:solidFill>
                <a:latin typeface="Arial" panose="020B0604020202020204" pitchFamily="34" charset="0"/>
                <a:ea typeface="微软雅黑" panose="020B0503020204020204" pitchFamily="34" charset="-122"/>
                <a:cs typeface="+mn-ea"/>
              </a:defRPr>
            </a:lvl6pPr>
            <a:lvl7pPr marL="2743200" algn="l" defTabSz="914400" rtl="0" eaLnBrk="1" latinLnBrk="0" hangingPunct="1">
              <a:defRPr sz="1800" kern="1200">
                <a:solidFill>
                  <a:srgbClr val="000000"/>
                </a:solidFill>
                <a:latin typeface="Arial" panose="020B0604020202020204" pitchFamily="34" charset="0"/>
                <a:ea typeface="微软雅黑" panose="020B0503020204020204" pitchFamily="34" charset="-122"/>
                <a:cs typeface="+mn-ea"/>
              </a:defRPr>
            </a:lvl7pPr>
            <a:lvl8pPr marL="3200400" algn="l" defTabSz="914400" rtl="0" eaLnBrk="1" latinLnBrk="0" hangingPunct="1">
              <a:defRPr sz="1800" kern="1200">
                <a:solidFill>
                  <a:srgbClr val="000000"/>
                </a:solidFill>
                <a:latin typeface="Arial" panose="020B0604020202020204" pitchFamily="34" charset="0"/>
                <a:ea typeface="微软雅黑" panose="020B0503020204020204" pitchFamily="34" charset="-122"/>
                <a:cs typeface="+mn-ea"/>
              </a:defRPr>
            </a:lvl8pPr>
            <a:lvl9pPr marL="3657600" algn="l" defTabSz="914400" rtl="0" eaLnBrk="1" latinLnBrk="0" hangingPunct="1">
              <a:defRPr sz="1800" kern="1200">
                <a:solidFill>
                  <a:srgbClr val="000000"/>
                </a:solidFill>
                <a:latin typeface="Arial" panose="020B0604020202020204" pitchFamily="34" charset="0"/>
                <a:ea typeface="微软雅黑" panose="020B0503020204020204" pitchFamily="34" charset="-122"/>
                <a:cs typeface="+mn-ea"/>
              </a:defRPr>
            </a:lvl9pPr>
          </a:lstStyle>
          <a:p>
            <a:pPr algn="ctr">
              <a:lnSpc>
                <a:spcPct val="130000"/>
              </a:lnSpc>
            </a:pPr>
            <a:endParaRPr sz="1350">
              <a:latin typeface="Arial" panose="020B0604020202020204" pitchFamily="34" charset="0"/>
              <a:ea typeface="微软雅黑" panose="020B0503020204020204" pitchFamily="34" charset="-122"/>
              <a:sym typeface="Arial" panose="020B0604020202020204" pitchFamily="34" charset="0"/>
            </a:endParaRPr>
          </a:p>
        </p:txBody>
      </p:sp>
      <p:sp>
        <p:nvSpPr>
          <p:cNvPr id="2" name="文本框 1"/>
          <p:cNvSpPr txBox="1"/>
          <p:nvPr/>
        </p:nvSpPr>
        <p:spPr>
          <a:xfrm>
            <a:off x="904240" y="4584700"/>
            <a:ext cx="3173730" cy="368300"/>
          </a:xfrm>
          <a:prstGeom prst="rect">
            <a:avLst/>
          </a:prstGeom>
          <a:noFill/>
        </p:spPr>
        <p:txBody>
          <a:bodyPr wrap="square" rtlCol="0" anchor="t">
            <a:spAutoFit/>
          </a:bodyPr>
          <a:lstStyle/>
          <a:p>
            <a:pPr algn="ctr"/>
            <a:r>
              <a:rPr lang="zh-CN" altLang="en-US"/>
              <a:t>计算机网络的五个发展阶段</a:t>
            </a:r>
            <a:endParaRPr lang="zh-CN" altLang="en-US"/>
          </a:p>
        </p:txBody>
      </p:sp>
    </p:spTree>
    <p:custDataLst>
      <p:tags r:id="rId47"/>
    </p:custData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矩形 31"/>
          <p:cNvSpPr/>
          <p:nvPr>
            <p:custDataLst>
              <p:tags r:id="rId1"/>
            </p:custDataLst>
          </p:nvPr>
        </p:nvSpPr>
        <p:spPr bwMode="auto">
          <a:xfrm>
            <a:off x="799415" y="2822194"/>
            <a:ext cx="49288" cy="978361"/>
          </a:xfrm>
          <a:prstGeom prst="rect">
            <a:avLst/>
          </a:prstGeom>
          <a:solidFill>
            <a:srgbClr val="54545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lstStyle/>
          <a:p>
            <a:pPr>
              <a:lnSpc>
                <a:spcPct val="130000"/>
              </a:lnSpc>
            </a:pPr>
            <a:endParaRPr lang="zh-CN" altLang="en-US" sz="1350">
              <a:latin typeface="微软雅黑" panose="020B0503020204020204" pitchFamily="34" charset="-122"/>
              <a:ea typeface="微软雅黑" panose="020B0503020204020204" pitchFamily="34" charset="-122"/>
            </a:endParaRPr>
          </a:p>
        </p:txBody>
      </p:sp>
      <p:sp>
        <p:nvSpPr>
          <p:cNvPr id="33" name="矩形 32"/>
          <p:cNvSpPr/>
          <p:nvPr>
            <p:custDataLst>
              <p:tags r:id="rId2"/>
            </p:custDataLst>
          </p:nvPr>
        </p:nvSpPr>
        <p:spPr bwMode="auto">
          <a:xfrm>
            <a:off x="1068034" y="2822194"/>
            <a:ext cx="49288" cy="978361"/>
          </a:xfrm>
          <a:prstGeom prst="rect">
            <a:avLst/>
          </a:prstGeom>
          <a:solidFill>
            <a:srgbClr val="54545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lstStyle/>
          <a:p>
            <a:pPr>
              <a:lnSpc>
                <a:spcPct val="130000"/>
              </a:lnSpc>
            </a:pPr>
            <a:endParaRPr lang="zh-CN" altLang="en-US" sz="1350">
              <a:latin typeface="微软雅黑" panose="020B0503020204020204" pitchFamily="34" charset="-122"/>
              <a:ea typeface="微软雅黑" panose="020B0503020204020204" pitchFamily="34" charset="-122"/>
            </a:endParaRPr>
          </a:p>
        </p:txBody>
      </p:sp>
      <p:sp>
        <p:nvSpPr>
          <p:cNvPr id="34" name="矩形 33"/>
          <p:cNvSpPr/>
          <p:nvPr>
            <p:custDataLst>
              <p:tags r:id="rId3"/>
            </p:custDataLst>
          </p:nvPr>
        </p:nvSpPr>
        <p:spPr bwMode="auto">
          <a:xfrm>
            <a:off x="1336654" y="2822194"/>
            <a:ext cx="49288" cy="978361"/>
          </a:xfrm>
          <a:prstGeom prst="rect">
            <a:avLst/>
          </a:prstGeom>
          <a:solidFill>
            <a:srgbClr val="54545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lstStyle/>
          <a:p>
            <a:pPr>
              <a:lnSpc>
                <a:spcPct val="130000"/>
              </a:lnSpc>
            </a:pPr>
            <a:endParaRPr lang="zh-CN" altLang="en-US" sz="1350">
              <a:latin typeface="微软雅黑" panose="020B0503020204020204" pitchFamily="34" charset="-122"/>
              <a:ea typeface="微软雅黑" panose="020B0503020204020204" pitchFamily="34" charset="-122"/>
            </a:endParaRPr>
          </a:p>
        </p:txBody>
      </p:sp>
      <p:sp>
        <p:nvSpPr>
          <p:cNvPr id="35" name="矩形 34"/>
          <p:cNvSpPr/>
          <p:nvPr>
            <p:custDataLst>
              <p:tags r:id="rId4"/>
            </p:custDataLst>
          </p:nvPr>
        </p:nvSpPr>
        <p:spPr bwMode="auto">
          <a:xfrm>
            <a:off x="18200" y="2861624"/>
            <a:ext cx="135543" cy="268619"/>
          </a:xfrm>
          <a:prstGeom prst="rect">
            <a:avLst/>
          </a:prstGeom>
          <a:solidFill>
            <a:srgbClr val="08C5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lstStyle/>
          <a:p>
            <a:pPr>
              <a:lnSpc>
                <a:spcPct val="130000"/>
              </a:lnSpc>
            </a:pPr>
            <a:endParaRPr lang="zh-CN" altLang="en-US" sz="1350">
              <a:latin typeface="微软雅黑" panose="020B0503020204020204" pitchFamily="34" charset="-122"/>
              <a:ea typeface="微软雅黑" panose="020B0503020204020204" pitchFamily="34" charset="-122"/>
            </a:endParaRPr>
          </a:p>
        </p:txBody>
      </p:sp>
      <p:sp>
        <p:nvSpPr>
          <p:cNvPr id="36" name="任意多边形 35"/>
          <p:cNvSpPr/>
          <p:nvPr>
            <p:custDataLst>
              <p:tags r:id="rId5"/>
            </p:custDataLst>
          </p:nvPr>
        </p:nvSpPr>
        <p:spPr bwMode="auto">
          <a:xfrm>
            <a:off x="-6444" y="2836980"/>
            <a:ext cx="184831" cy="317906"/>
          </a:xfrm>
          <a:custGeom>
            <a:avLst/>
            <a:gdLst>
              <a:gd name="T0" fmla="*/ 75 w 75"/>
              <a:gd name="T1" fmla="*/ 129 h 129"/>
              <a:gd name="T2" fmla="*/ 0 w 75"/>
              <a:gd name="T3" fmla="*/ 129 h 129"/>
              <a:gd name="T4" fmla="*/ 0 w 75"/>
              <a:gd name="T5" fmla="*/ 0 h 129"/>
              <a:gd name="T6" fmla="*/ 75 w 75"/>
              <a:gd name="T7" fmla="*/ 0 h 129"/>
              <a:gd name="T8" fmla="*/ 75 w 75"/>
              <a:gd name="T9" fmla="*/ 129 h 129"/>
              <a:gd name="T10" fmla="*/ 20 w 75"/>
              <a:gd name="T11" fmla="*/ 109 h 129"/>
              <a:gd name="T12" fmla="*/ 54 w 75"/>
              <a:gd name="T13" fmla="*/ 109 h 129"/>
              <a:gd name="T14" fmla="*/ 54 w 75"/>
              <a:gd name="T15" fmla="*/ 21 h 129"/>
              <a:gd name="T16" fmla="*/ 20 w 75"/>
              <a:gd name="T17" fmla="*/ 21 h 129"/>
              <a:gd name="T18" fmla="*/ 20 w 75"/>
              <a:gd name="T19" fmla="*/ 109 h 1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5" h="129">
                <a:moveTo>
                  <a:pt x="75" y="129"/>
                </a:moveTo>
                <a:lnTo>
                  <a:pt x="0" y="129"/>
                </a:lnTo>
                <a:lnTo>
                  <a:pt x="0" y="0"/>
                </a:lnTo>
                <a:lnTo>
                  <a:pt x="75" y="0"/>
                </a:lnTo>
                <a:lnTo>
                  <a:pt x="75" y="129"/>
                </a:lnTo>
                <a:close/>
                <a:moveTo>
                  <a:pt x="20" y="109"/>
                </a:moveTo>
                <a:lnTo>
                  <a:pt x="54" y="109"/>
                </a:lnTo>
                <a:lnTo>
                  <a:pt x="54" y="21"/>
                </a:lnTo>
                <a:lnTo>
                  <a:pt x="20" y="21"/>
                </a:lnTo>
                <a:lnTo>
                  <a:pt x="20" y="109"/>
                </a:lnTo>
                <a:close/>
              </a:path>
            </a:pathLst>
          </a:custGeom>
          <a:solidFill>
            <a:srgbClr val="545454"/>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pPr>
              <a:lnSpc>
                <a:spcPct val="130000"/>
              </a:lnSpc>
            </a:pPr>
            <a:endParaRPr lang="zh-CN" altLang="en-US" sz="1350">
              <a:latin typeface="微软雅黑" panose="020B0503020204020204" pitchFamily="34" charset="-122"/>
              <a:ea typeface="微软雅黑" panose="020B0503020204020204" pitchFamily="34" charset="-122"/>
            </a:endParaRPr>
          </a:p>
        </p:txBody>
      </p:sp>
      <p:sp>
        <p:nvSpPr>
          <p:cNvPr id="37" name="任意多边形 36"/>
          <p:cNvSpPr/>
          <p:nvPr>
            <p:custDataLst>
              <p:tags r:id="rId6"/>
            </p:custDataLst>
          </p:nvPr>
        </p:nvSpPr>
        <p:spPr bwMode="auto">
          <a:xfrm>
            <a:off x="153743" y="2238134"/>
            <a:ext cx="2146492" cy="1518059"/>
          </a:xfrm>
          <a:custGeom>
            <a:avLst/>
            <a:gdLst>
              <a:gd name="T0" fmla="*/ 1024 w 1024"/>
              <a:gd name="T1" fmla="*/ 326 h 725"/>
              <a:gd name="T2" fmla="*/ 1024 w 1024"/>
              <a:gd name="T3" fmla="*/ 0 h 725"/>
              <a:gd name="T4" fmla="*/ 698 w 1024"/>
              <a:gd name="T5" fmla="*/ 326 h 725"/>
              <a:gd name="T6" fmla="*/ 0 w 1024"/>
              <a:gd name="T7" fmla="*/ 326 h 725"/>
              <a:gd name="T8" fmla="*/ 0 w 1024"/>
              <a:gd name="T9" fmla="*/ 399 h 725"/>
              <a:gd name="T10" fmla="*/ 698 w 1024"/>
              <a:gd name="T11" fmla="*/ 399 h 725"/>
              <a:gd name="T12" fmla="*/ 1024 w 1024"/>
              <a:gd name="T13" fmla="*/ 725 h 725"/>
              <a:gd name="T14" fmla="*/ 1024 w 1024"/>
              <a:gd name="T15" fmla="*/ 399 h 725"/>
              <a:gd name="T16" fmla="*/ 1024 w 1024"/>
              <a:gd name="T17" fmla="*/ 399 h 725"/>
              <a:gd name="T18" fmla="*/ 1024 w 1024"/>
              <a:gd name="T19" fmla="*/ 326 h 7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24" h="725">
                <a:moveTo>
                  <a:pt x="1024" y="326"/>
                </a:moveTo>
                <a:cubicBezTo>
                  <a:pt x="1024" y="0"/>
                  <a:pt x="1024" y="0"/>
                  <a:pt x="1024" y="0"/>
                </a:cubicBezTo>
                <a:cubicBezTo>
                  <a:pt x="1024" y="180"/>
                  <a:pt x="878" y="326"/>
                  <a:pt x="698" y="326"/>
                </a:cubicBezTo>
                <a:cubicBezTo>
                  <a:pt x="0" y="326"/>
                  <a:pt x="0" y="326"/>
                  <a:pt x="0" y="326"/>
                </a:cubicBezTo>
                <a:cubicBezTo>
                  <a:pt x="0" y="399"/>
                  <a:pt x="0" y="399"/>
                  <a:pt x="0" y="399"/>
                </a:cubicBezTo>
                <a:cubicBezTo>
                  <a:pt x="698" y="399"/>
                  <a:pt x="698" y="399"/>
                  <a:pt x="698" y="399"/>
                </a:cubicBezTo>
                <a:cubicBezTo>
                  <a:pt x="878" y="399"/>
                  <a:pt x="1024" y="545"/>
                  <a:pt x="1024" y="725"/>
                </a:cubicBezTo>
                <a:cubicBezTo>
                  <a:pt x="1024" y="399"/>
                  <a:pt x="1024" y="399"/>
                  <a:pt x="1024" y="399"/>
                </a:cubicBezTo>
                <a:cubicBezTo>
                  <a:pt x="1024" y="399"/>
                  <a:pt x="1024" y="399"/>
                  <a:pt x="1024" y="399"/>
                </a:cubicBezTo>
                <a:cubicBezTo>
                  <a:pt x="1024" y="326"/>
                  <a:pt x="1024" y="326"/>
                  <a:pt x="1024" y="326"/>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pPr>
              <a:lnSpc>
                <a:spcPct val="130000"/>
              </a:lnSpc>
            </a:pPr>
            <a:endParaRPr lang="zh-CN" altLang="en-US" sz="1350">
              <a:latin typeface="微软雅黑" panose="020B0503020204020204" pitchFamily="34" charset="-122"/>
              <a:ea typeface="微软雅黑" panose="020B0503020204020204" pitchFamily="34" charset="-122"/>
            </a:endParaRPr>
          </a:p>
        </p:txBody>
      </p:sp>
      <p:sp>
        <p:nvSpPr>
          <p:cNvPr id="38" name="任意多边形 37"/>
          <p:cNvSpPr/>
          <p:nvPr>
            <p:custDataLst>
              <p:tags r:id="rId7"/>
            </p:custDataLst>
          </p:nvPr>
        </p:nvSpPr>
        <p:spPr bwMode="auto">
          <a:xfrm>
            <a:off x="126634" y="2238134"/>
            <a:ext cx="2200709" cy="1518059"/>
          </a:xfrm>
          <a:custGeom>
            <a:avLst/>
            <a:gdLst>
              <a:gd name="T0" fmla="*/ 1048 w 1048"/>
              <a:gd name="T1" fmla="*/ 725 h 725"/>
              <a:gd name="T2" fmla="*/ 1024 w 1048"/>
              <a:gd name="T3" fmla="*/ 725 h 725"/>
              <a:gd name="T4" fmla="*/ 710 w 1048"/>
              <a:gd name="T5" fmla="*/ 411 h 725"/>
              <a:gd name="T6" fmla="*/ 0 w 1048"/>
              <a:gd name="T7" fmla="*/ 411 h 725"/>
              <a:gd name="T8" fmla="*/ 0 w 1048"/>
              <a:gd name="T9" fmla="*/ 314 h 725"/>
              <a:gd name="T10" fmla="*/ 710 w 1048"/>
              <a:gd name="T11" fmla="*/ 314 h 725"/>
              <a:gd name="T12" fmla="*/ 1024 w 1048"/>
              <a:gd name="T13" fmla="*/ 0 h 725"/>
              <a:gd name="T14" fmla="*/ 1048 w 1048"/>
              <a:gd name="T15" fmla="*/ 0 h 725"/>
              <a:gd name="T16" fmla="*/ 1048 w 1048"/>
              <a:gd name="T17" fmla="*/ 725 h 725"/>
              <a:gd name="T18" fmla="*/ 24 w 1048"/>
              <a:gd name="T19" fmla="*/ 387 h 725"/>
              <a:gd name="T20" fmla="*/ 710 w 1048"/>
              <a:gd name="T21" fmla="*/ 387 h 725"/>
              <a:gd name="T22" fmla="*/ 1024 w 1048"/>
              <a:gd name="T23" fmla="*/ 600 h 725"/>
              <a:gd name="T24" fmla="*/ 1024 w 1048"/>
              <a:gd name="T25" fmla="*/ 125 h 725"/>
              <a:gd name="T26" fmla="*/ 710 w 1048"/>
              <a:gd name="T27" fmla="*/ 338 h 725"/>
              <a:gd name="T28" fmla="*/ 24 w 1048"/>
              <a:gd name="T29" fmla="*/ 338 h 725"/>
              <a:gd name="T30" fmla="*/ 24 w 1048"/>
              <a:gd name="T31" fmla="*/ 387 h 7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048" h="725">
                <a:moveTo>
                  <a:pt x="1048" y="725"/>
                </a:moveTo>
                <a:cubicBezTo>
                  <a:pt x="1024" y="725"/>
                  <a:pt x="1024" y="725"/>
                  <a:pt x="1024" y="725"/>
                </a:cubicBezTo>
                <a:cubicBezTo>
                  <a:pt x="1024" y="552"/>
                  <a:pt x="883" y="411"/>
                  <a:pt x="710" y="411"/>
                </a:cubicBezTo>
                <a:cubicBezTo>
                  <a:pt x="0" y="411"/>
                  <a:pt x="0" y="411"/>
                  <a:pt x="0" y="411"/>
                </a:cubicBezTo>
                <a:cubicBezTo>
                  <a:pt x="0" y="314"/>
                  <a:pt x="0" y="314"/>
                  <a:pt x="0" y="314"/>
                </a:cubicBezTo>
                <a:cubicBezTo>
                  <a:pt x="710" y="314"/>
                  <a:pt x="710" y="314"/>
                  <a:pt x="710" y="314"/>
                </a:cubicBezTo>
                <a:cubicBezTo>
                  <a:pt x="883" y="314"/>
                  <a:pt x="1024" y="173"/>
                  <a:pt x="1024" y="0"/>
                </a:cubicBezTo>
                <a:cubicBezTo>
                  <a:pt x="1048" y="0"/>
                  <a:pt x="1048" y="0"/>
                  <a:pt x="1048" y="0"/>
                </a:cubicBezTo>
                <a:lnTo>
                  <a:pt x="1048" y="725"/>
                </a:lnTo>
                <a:close/>
                <a:moveTo>
                  <a:pt x="24" y="387"/>
                </a:moveTo>
                <a:cubicBezTo>
                  <a:pt x="710" y="387"/>
                  <a:pt x="710" y="387"/>
                  <a:pt x="710" y="387"/>
                </a:cubicBezTo>
                <a:cubicBezTo>
                  <a:pt x="852" y="387"/>
                  <a:pt x="974" y="475"/>
                  <a:pt x="1024" y="600"/>
                </a:cubicBezTo>
                <a:cubicBezTo>
                  <a:pt x="1024" y="125"/>
                  <a:pt x="1024" y="125"/>
                  <a:pt x="1024" y="125"/>
                </a:cubicBezTo>
                <a:cubicBezTo>
                  <a:pt x="974" y="250"/>
                  <a:pt x="852" y="338"/>
                  <a:pt x="710" y="338"/>
                </a:cubicBezTo>
                <a:cubicBezTo>
                  <a:pt x="24" y="338"/>
                  <a:pt x="24" y="338"/>
                  <a:pt x="24" y="338"/>
                </a:cubicBezTo>
                <a:lnTo>
                  <a:pt x="24" y="387"/>
                </a:lnTo>
                <a:close/>
              </a:path>
            </a:pathLst>
          </a:custGeom>
          <a:solidFill>
            <a:srgbClr val="545454"/>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pPr>
              <a:lnSpc>
                <a:spcPct val="130000"/>
              </a:lnSpc>
            </a:pPr>
            <a:endParaRPr lang="zh-CN" altLang="en-US" sz="1350">
              <a:latin typeface="微软雅黑" panose="020B0503020204020204" pitchFamily="34" charset="-122"/>
              <a:ea typeface="微软雅黑" panose="020B0503020204020204" pitchFamily="34" charset="-122"/>
            </a:endParaRPr>
          </a:p>
        </p:txBody>
      </p:sp>
      <p:sp>
        <p:nvSpPr>
          <p:cNvPr id="39" name="任意多边形 38"/>
          <p:cNvSpPr/>
          <p:nvPr>
            <p:custDataLst>
              <p:tags r:id="rId8"/>
            </p:custDataLst>
          </p:nvPr>
        </p:nvSpPr>
        <p:spPr bwMode="auto">
          <a:xfrm>
            <a:off x="422361" y="3073561"/>
            <a:ext cx="1370205" cy="593917"/>
          </a:xfrm>
          <a:custGeom>
            <a:avLst/>
            <a:gdLst>
              <a:gd name="T0" fmla="*/ 512 w 654"/>
              <a:gd name="T1" fmla="*/ 0 h 283"/>
              <a:gd name="T2" fmla="*/ 142 w 654"/>
              <a:gd name="T3" fmla="*/ 0 h 283"/>
              <a:gd name="T4" fmla="*/ 0 w 654"/>
              <a:gd name="T5" fmla="*/ 142 h 283"/>
              <a:gd name="T6" fmla="*/ 142 w 654"/>
              <a:gd name="T7" fmla="*/ 283 h 283"/>
              <a:gd name="T8" fmla="*/ 512 w 654"/>
              <a:gd name="T9" fmla="*/ 283 h 283"/>
              <a:gd name="T10" fmla="*/ 654 w 654"/>
              <a:gd name="T11" fmla="*/ 142 h 283"/>
              <a:gd name="T12" fmla="*/ 512 w 654"/>
              <a:gd name="T13" fmla="*/ 0 h 283"/>
              <a:gd name="T14" fmla="*/ 512 w 654"/>
              <a:gd name="T15" fmla="*/ 241 h 283"/>
              <a:gd name="T16" fmla="*/ 411 w 654"/>
              <a:gd name="T17" fmla="*/ 241 h 283"/>
              <a:gd name="T18" fmla="*/ 242 w 654"/>
              <a:gd name="T19" fmla="*/ 241 h 283"/>
              <a:gd name="T20" fmla="*/ 142 w 654"/>
              <a:gd name="T21" fmla="*/ 241 h 283"/>
              <a:gd name="T22" fmla="*/ 42 w 654"/>
              <a:gd name="T23" fmla="*/ 142 h 283"/>
              <a:gd name="T24" fmla="*/ 142 w 654"/>
              <a:gd name="T25" fmla="*/ 42 h 283"/>
              <a:gd name="T26" fmla="*/ 242 w 654"/>
              <a:gd name="T27" fmla="*/ 42 h 283"/>
              <a:gd name="T28" fmla="*/ 411 w 654"/>
              <a:gd name="T29" fmla="*/ 42 h 283"/>
              <a:gd name="T30" fmla="*/ 512 w 654"/>
              <a:gd name="T31" fmla="*/ 42 h 283"/>
              <a:gd name="T32" fmla="*/ 612 w 654"/>
              <a:gd name="T33" fmla="*/ 142 h 283"/>
              <a:gd name="T34" fmla="*/ 512 w 654"/>
              <a:gd name="T35" fmla="*/ 241 h 2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54" h="283">
                <a:moveTo>
                  <a:pt x="512" y="0"/>
                </a:moveTo>
                <a:cubicBezTo>
                  <a:pt x="142" y="0"/>
                  <a:pt x="142" y="0"/>
                  <a:pt x="142" y="0"/>
                </a:cubicBezTo>
                <a:cubicBezTo>
                  <a:pt x="63" y="0"/>
                  <a:pt x="0" y="63"/>
                  <a:pt x="0" y="142"/>
                </a:cubicBezTo>
                <a:cubicBezTo>
                  <a:pt x="0" y="220"/>
                  <a:pt x="63" y="283"/>
                  <a:pt x="142" y="283"/>
                </a:cubicBezTo>
                <a:cubicBezTo>
                  <a:pt x="512" y="283"/>
                  <a:pt x="512" y="283"/>
                  <a:pt x="512" y="283"/>
                </a:cubicBezTo>
                <a:cubicBezTo>
                  <a:pt x="590" y="283"/>
                  <a:pt x="654" y="220"/>
                  <a:pt x="654" y="142"/>
                </a:cubicBezTo>
                <a:cubicBezTo>
                  <a:pt x="654" y="63"/>
                  <a:pt x="590" y="0"/>
                  <a:pt x="512" y="0"/>
                </a:cubicBezTo>
                <a:close/>
                <a:moveTo>
                  <a:pt x="512" y="241"/>
                </a:moveTo>
                <a:cubicBezTo>
                  <a:pt x="411" y="241"/>
                  <a:pt x="411" y="241"/>
                  <a:pt x="411" y="241"/>
                </a:cubicBezTo>
                <a:cubicBezTo>
                  <a:pt x="242" y="241"/>
                  <a:pt x="242" y="241"/>
                  <a:pt x="242" y="241"/>
                </a:cubicBezTo>
                <a:cubicBezTo>
                  <a:pt x="142" y="241"/>
                  <a:pt x="142" y="241"/>
                  <a:pt x="142" y="241"/>
                </a:cubicBezTo>
                <a:cubicBezTo>
                  <a:pt x="87" y="241"/>
                  <a:pt x="42" y="197"/>
                  <a:pt x="42" y="142"/>
                </a:cubicBezTo>
                <a:cubicBezTo>
                  <a:pt x="42" y="87"/>
                  <a:pt x="87" y="42"/>
                  <a:pt x="142" y="42"/>
                </a:cubicBezTo>
                <a:cubicBezTo>
                  <a:pt x="242" y="42"/>
                  <a:pt x="242" y="42"/>
                  <a:pt x="242" y="42"/>
                </a:cubicBezTo>
                <a:cubicBezTo>
                  <a:pt x="411" y="42"/>
                  <a:pt x="411" y="42"/>
                  <a:pt x="411" y="42"/>
                </a:cubicBezTo>
                <a:cubicBezTo>
                  <a:pt x="512" y="42"/>
                  <a:pt x="512" y="42"/>
                  <a:pt x="512" y="42"/>
                </a:cubicBezTo>
                <a:cubicBezTo>
                  <a:pt x="567" y="42"/>
                  <a:pt x="612" y="87"/>
                  <a:pt x="612" y="142"/>
                </a:cubicBezTo>
                <a:cubicBezTo>
                  <a:pt x="612" y="197"/>
                  <a:pt x="567" y="241"/>
                  <a:pt x="512" y="241"/>
                </a:cubicBezTo>
                <a:close/>
              </a:path>
            </a:pathLst>
          </a:custGeom>
          <a:solidFill>
            <a:srgbClr val="EF5E5E"/>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pPr>
              <a:lnSpc>
                <a:spcPct val="130000"/>
              </a:lnSpc>
            </a:pPr>
            <a:endParaRPr lang="zh-CN" altLang="en-US" sz="1350">
              <a:latin typeface="微软雅黑" panose="020B0503020204020204" pitchFamily="34" charset="-122"/>
              <a:ea typeface="微软雅黑" panose="020B0503020204020204" pitchFamily="34" charset="-122"/>
            </a:endParaRPr>
          </a:p>
        </p:txBody>
      </p:sp>
      <p:sp>
        <p:nvSpPr>
          <p:cNvPr id="40" name="任意多边形 39"/>
          <p:cNvSpPr/>
          <p:nvPr>
            <p:custDataLst>
              <p:tags r:id="rId9"/>
            </p:custDataLst>
          </p:nvPr>
        </p:nvSpPr>
        <p:spPr bwMode="auto">
          <a:xfrm>
            <a:off x="395254" y="3048917"/>
            <a:ext cx="1424422" cy="643205"/>
          </a:xfrm>
          <a:custGeom>
            <a:avLst/>
            <a:gdLst>
              <a:gd name="T0" fmla="*/ 524 w 678"/>
              <a:gd name="T1" fmla="*/ 307 h 307"/>
              <a:gd name="T2" fmla="*/ 154 w 678"/>
              <a:gd name="T3" fmla="*/ 307 h 307"/>
              <a:gd name="T4" fmla="*/ 0 w 678"/>
              <a:gd name="T5" fmla="*/ 154 h 307"/>
              <a:gd name="T6" fmla="*/ 154 w 678"/>
              <a:gd name="T7" fmla="*/ 0 h 307"/>
              <a:gd name="T8" fmla="*/ 524 w 678"/>
              <a:gd name="T9" fmla="*/ 0 h 307"/>
              <a:gd name="T10" fmla="*/ 678 w 678"/>
              <a:gd name="T11" fmla="*/ 154 h 307"/>
              <a:gd name="T12" fmla="*/ 524 w 678"/>
              <a:gd name="T13" fmla="*/ 307 h 307"/>
              <a:gd name="T14" fmla="*/ 154 w 678"/>
              <a:gd name="T15" fmla="*/ 24 h 307"/>
              <a:gd name="T16" fmla="*/ 24 w 678"/>
              <a:gd name="T17" fmla="*/ 154 h 307"/>
              <a:gd name="T18" fmla="*/ 154 w 678"/>
              <a:gd name="T19" fmla="*/ 283 h 307"/>
              <a:gd name="T20" fmla="*/ 524 w 678"/>
              <a:gd name="T21" fmla="*/ 283 h 307"/>
              <a:gd name="T22" fmla="*/ 654 w 678"/>
              <a:gd name="T23" fmla="*/ 154 h 307"/>
              <a:gd name="T24" fmla="*/ 524 w 678"/>
              <a:gd name="T25" fmla="*/ 24 h 307"/>
              <a:gd name="T26" fmla="*/ 154 w 678"/>
              <a:gd name="T27" fmla="*/ 24 h 307"/>
              <a:gd name="T28" fmla="*/ 524 w 678"/>
              <a:gd name="T29" fmla="*/ 265 h 307"/>
              <a:gd name="T30" fmla="*/ 154 w 678"/>
              <a:gd name="T31" fmla="*/ 265 h 307"/>
              <a:gd name="T32" fmla="*/ 42 w 678"/>
              <a:gd name="T33" fmla="*/ 154 h 307"/>
              <a:gd name="T34" fmla="*/ 154 w 678"/>
              <a:gd name="T35" fmla="*/ 42 h 307"/>
              <a:gd name="T36" fmla="*/ 524 w 678"/>
              <a:gd name="T37" fmla="*/ 42 h 307"/>
              <a:gd name="T38" fmla="*/ 636 w 678"/>
              <a:gd name="T39" fmla="*/ 154 h 307"/>
              <a:gd name="T40" fmla="*/ 524 w 678"/>
              <a:gd name="T41" fmla="*/ 265 h 307"/>
              <a:gd name="T42" fmla="*/ 154 w 678"/>
              <a:gd name="T43" fmla="*/ 66 h 307"/>
              <a:gd name="T44" fmla="*/ 66 w 678"/>
              <a:gd name="T45" fmla="*/ 154 h 307"/>
              <a:gd name="T46" fmla="*/ 154 w 678"/>
              <a:gd name="T47" fmla="*/ 241 h 307"/>
              <a:gd name="T48" fmla="*/ 524 w 678"/>
              <a:gd name="T49" fmla="*/ 241 h 307"/>
              <a:gd name="T50" fmla="*/ 612 w 678"/>
              <a:gd name="T51" fmla="*/ 154 h 307"/>
              <a:gd name="T52" fmla="*/ 524 w 678"/>
              <a:gd name="T53" fmla="*/ 66 h 307"/>
              <a:gd name="T54" fmla="*/ 154 w 678"/>
              <a:gd name="T55" fmla="*/ 66 h 3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78" h="307">
                <a:moveTo>
                  <a:pt x="524" y="307"/>
                </a:moveTo>
                <a:cubicBezTo>
                  <a:pt x="154" y="307"/>
                  <a:pt x="154" y="307"/>
                  <a:pt x="154" y="307"/>
                </a:cubicBezTo>
                <a:cubicBezTo>
                  <a:pt x="69" y="307"/>
                  <a:pt x="0" y="239"/>
                  <a:pt x="0" y="154"/>
                </a:cubicBezTo>
                <a:cubicBezTo>
                  <a:pt x="0" y="69"/>
                  <a:pt x="69" y="0"/>
                  <a:pt x="154" y="0"/>
                </a:cubicBezTo>
                <a:cubicBezTo>
                  <a:pt x="524" y="0"/>
                  <a:pt x="524" y="0"/>
                  <a:pt x="524" y="0"/>
                </a:cubicBezTo>
                <a:cubicBezTo>
                  <a:pt x="609" y="0"/>
                  <a:pt x="678" y="69"/>
                  <a:pt x="678" y="154"/>
                </a:cubicBezTo>
                <a:cubicBezTo>
                  <a:pt x="678" y="239"/>
                  <a:pt x="609" y="307"/>
                  <a:pt x="524" y="307"/>
                </a:cubicBezTo>
                <a:close/>
                <a:moveTo>
                  <a:pt x="154" y="24"/>
                </a:moveTo>
                <a:cubicBezTo>
                  <a:pt x="82" y="24"/>
                  <a:pt x="24" y="82"/>
                  <a:pt x="24" y="154"/>
                </a:cubicBezTo>
                <a:cubicBezTo>
                  <a:pt x="24" y="225"/>
                  <a:pt x="82" y="283"/>
                  <a:pt x="154" y="283"/>
                </a:cubicBezTo>
                <a:cubicBezTo>
                  <a:pt x="524" y="283"/>
                  <a:pt x="524" y="283"/>
                  <a:pt x="524" y="283"/>
                </a:cubicBezTo>
                <a:cubicBezTo>
                  <a:pt x="595" y="283"/>
                  <a:pt x="654" y="225"/>
                  <a:pt x="654" y="154"/>
                </a:cubicBezTo>
                <a:cubicBezTo>
                  <a:pt x="654" y="82"/>
                  <a:pt x="595" y="24"/>
                  <a:pt x="524" y="24"/>
                </a:cubicBezTo>
                <a:lnTo>
                  <a:pt x="154" y="24"/>
                </a:lnTo>
                <a:close/>
                <a:moveTo>
                  <a:pt x="524" y="265"/>
                </a:moveTo>
                <a:cubicBezTo>
                  <a:pt x="154" y="265"/>
                  <a:pt x="154" y="265"/>
                  <a:pt x="154" y="265"/>
                </a:cubicBezTo>
                <a:cubicBezTo>
                  <a:pt x="92" y="265"/>
                  <a:pt x="42" y="215"/>
                  <a:pt x="42" y="154"/>
                </a:cubicBezTo>
                <a:cubicBezTo>
                  <a:pt x="42" y="92"/>
                  <a:pt x="92" y="42"/>
                  <a:pt x="154" y="42"/>
                </a:cubicBezTo>
                <a:cubicBezTo>
                  <a:pt x="524" y="42"/>
                  <a:pt x="524" y="42"/>
                  <a:pt x="524" y="42"/>
                </a:cubicBezTo>
                <a:cubicBezTo>
                  <a:pt x="586" y="42"/>
                  <a:pt x="636" y="92"/>
                  <a:pt x="636" y="154"/>
                </a:cubicBezTo>
                <a:cubicBezTo>
                  <a:pt x="636" y="215"/>
                  <a:pt x="586" y="265"/>
                  <a:pt x="524" y="265"/>
                </a:cubicBezTo>
                <a:close/>
                <a:moveTo>
                  <a:pt x="154" y="66"/>
                </a:moveTo>
                <a:cubicBezTo>
                  <a:pt x="105" y="66"/>
                  <a:pt x="66" y="105"/>
                  <a:pt x="66" y="154"/>
                </a:cubicBezTo>
                <a:cubicBezTo>
                  <a:pt x="66" y="202"/>
                  <a:pt x="105" y="241"/>
                  <a:pt x="154" y="241"/>
                </a:cubicBezTo>
                <a:cubicBezTo>
                  <a:pt x="524" y="241"/>
                  <a:pt x="524" y="241"/>
                  <a:pt x="524" y="241"/>
                </a:cubicBezTo>
                <a:cubicBezTo>
                  <a:pt x="572" y="241"/>
                  <a:pt x="612" y="202"/>
                  <a:pt x="612" y="154"/>
                </a:cubicBezTo>
                <a:cubicBezTo>
                  <a:pt x="612" y="105"/>
                  <a:pt x="572" y="66"/>
                  <a:pt x="524" y="66"/>
                </a:cubicBezTo>
                <a:lnTo>
                  <a:pt x="154" y="66"/>
                </a:lnTo>
                <a:close/>
              </a:path>
            </a:pathLst>
          </a:custGeom>
          <a:solidFill>
            <a:srgbClr val="545454"/>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pPr>
              <a:lnSpc>
                <a:spcPct val="130000"/>
              </a:lnSpc>
            </a:pPr>
            <a:endParaRPr lang="zh-CN" altLang="en-US" sz="1350">
              <a:latin typeface="微软雅黑" panose="020B0503020204020204" pitchFamily="34" charset="-122"/>
              <a:ea typeface="微软雅黑" panose="020B0503020204020204" pitchFamily="34" charset="-122"/>
            </a:endParaRPr>
          </a:p>
        </p:txBody>
      </p:sp>
      <p:sp>
        <p:nvSpPr>
          <p:cNvPr id="41" name="矩形 40"/>
          <p:cNvSpPr/>
          <p:nvPr>
            <p:custDataLst>
              <p:tags r:id="rId10"/>
            </p:custDataLst>
          </p:nvPr>
        </p:nvSpPr>
        <p:spPr bwMode="auto">
          <a:xfrm>
            <a:off x="757520" y="3775909"/>
            <a:ext cx="133078" cy="49288"/>
          </a:xfrm>
          <a:prstGeom prst="rect">
            <a:avLst/>
          </a:prstGeom>
          <a:solidFill>
            <a:srgbClr val="54545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lstStyle/>
          <a:p>
            <a:pPr>
              <a:lnSpc>
                <a:spcPct val="130000"/>
              </a:lnSpc>
            </a:pPr>
            <a:endParaRPr lang="zh-CN" altLang="en-US" sz="1350">
              <a:latin typeface="微软雅黑" panose="020B0503020204020204" pitchFamily="34" charset="-122"/>
              <a:ea typeface="微软雅黑" panose="020B0503020204020204" pitchFamily="34" charset="-122"/>
            </a:endParaRPr>
          </a:p>
        </p:txBody>
      </p:sp>
      <p:sp>
        <p:nvSpPr>
          <p:cNvPr id="42" name="矩形 41"/>
          <p:cNvSpPr/>
          <p:nvPr>
            <p:custDataLst>
              <p:tags r:id="rId11"/>
            </p:custDataLst>
          </p:nvPr>
        </p:nvSpPr>
        <p:spPr bwMode="auto">
          <a:xfrm>
            <a:off x="1026140" y="3775909"/>
            <a:ext cx="133078" cy="49288"/>
          </a:xfrm>
          <a:prstGeom prst="rect">
            <a:avLst/>
          </a:prstGeom>
          <a:solidFill>
            <a:srgbClr val="54545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lstStyle/>
          <a:p>
            <a:pPr>
              <a:lnSpc>
                <a:spcPct val="130000"/>
              </a:lnSpc>
            </a:pPr>
            <a:endParaRPr lang="zh-CN" altLang="en-US" sz="1350">
              <a:latin typeface="微软雅黑" panose="020B0503020204020204" pitchFamily="34" charset="-122"/>
              <a:ea typeface="微软雅黑" panose="020B0503020204020204" pitchFamily="34" charset="-122"/>
            </a:endParaRPr>
          </a:p>
        </p:txBody>
      </p:sp>
      <p:sp>
        <p:nvSpPr>
          <p:cNvPr id="43" name="矩形 42"/>
          <p:cNvSpPr/>
          <p:nvPr>
            <p:custDataLst>
              <p:tags r:id="rId12"/>
            </p:custDataLst>
          </p:nvPr>
        </p:nvSpPr>
        <p:spPr bwMode="auto">
          <a:xfrm>
            <a:off x="1294758" y="3775909"/>
            <a:ext cx="133078" cy="49288"/>
          </a:xfrm>
          <a:prstGeom prst="rect">
            <a:avLst/>
          </a:prstGeom>
          <a:solidFill>
            <a:srgbClr val="54545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lstStyle/>
          <a:p>
            <a:pPr>
              <a:lnSpc>
                <a:spcPct val="130000"/>
              </a:lnSpc>
            </a:pPr>
            <a:endParaRPr lang="zh-CN" altLang="en-US" sz="1350">
              <a:latin typeface="微软雅黑" panose="020B0503020204020204" pitchFamily="34" charset="-122"/>
              <a:ea typeface="微软雅黑" panose="020B0503020204020204" pitchFamily="34" charset="-122"/>
            </a:endParaRPr>
          </a:p>
        </p:txBody>
      </p:sp>
      <p:sp>
        <p:nvSpPr>
          <p:cNvPr id="44" name="矩形 43"/>
          <p:cNvSpPr/>
          <p:nvPr>
            <p:custDataLst>
              <p:tags r:id="rId13"/>
            </p:custDataLst>
          </p:nvPr>
        </p:nvSpPr>
        <p:spPr bwMode="auto">
          <a:xfrm>
            <a:off x="757520" y="2797550"/>
            <a:ext cx="133078" cy="49288"/>
          </a:xfrm>
          <a:prstGeom prst="rect">
            <a:avLst/>
          </a:prstGeom>
          <a:solidFill>
            <a:srgbClr val="54545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lstStyle/>
          <a:p>
            <a:pPr>
              <a:lnSpc>
                <a:spcPct val="130000"/>
              </a:lnSpc>
            </a:pPr>
            <a:endParaRPr lang="zh-CN" altLang="en-US" sz="1350">
              <a:latin typeface="微软雅黑" panose="020B0503020204020204" pitchFamily="34" charset="-122"/>
              <a:ea typeface="微软雅黑" panose="020B0503020204020204" pitchFamily="34" charset="-122"/>
            </a:endParaRPr>
          </a:p>
        </p:txBody>
      </p:sp>
      <p:sp>
        <p:nvSpPr>
          <p:cNvPr id="45" name="矩形 44"/>
          <p:cNvSpPr/>
          <p:nvPr>
            <p:custDataLst>
              <p:tags r:id="rId14"/>
            </p:custDataLst>
          </p:nvPr>
        </p:nvSpPr>
        <p:spPr bwMode="auto">
          <a:xfrm>
            <a:off x="1026140" y="2797550"/>
            <a:ext cx="133078" cy="49288"/>
          </a:xfrm>
          <a:prstGeom prst="rect">
            <a:avLst/>
          </a:prstGeom>
          <a:solidFill>
            <a:srgbClr val="54545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lstStyle/>
          <a:p>
            <a:pPr>
              <a:lnSpc>
                <a:spcPct val="130000"/>
              </a:lnSpc>
            </a:pPr>
            <a:endParaRPr lang="zh-CN" altLang="en-US" sz="1350">
              <a:latin typeface="微软雅黑" panose="020B0503020204020204" pitchFamily="34" charset="-122"/>
              <a:ea typeface="微软雅黑" panose="020B0503020204020204" pitchFamily="34" charset="-122"/>
            </a:endParaRPr>
          </a:p>
        </p:txBody>
      </p:sp>
      <p:sp>
        <p:nvSpPr>
          <p:cNvPr id="46" name="矩形 45"/>
          <p:cNvSpPr/>
          <p:nvPr>
            <p:custDataLst>
              <p:tags r:id="rId15"/>
            </p:custDataLst>
          </p:nvPr>
        </p:nvSpPr>
        <p:spPr bwMode="auto">
          <a:xfrm>
            <a:off x="1294758" y="2797550"/>
            <a:ext cx="133078" cy="49288"/>
          </a:xfrm>
          <a:prstGeom prst="rect">
            <a:avLst/>
          </a:prstGeom>
          <a:solidFill>
            <a:srgbClr val="54545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lstStyle/>
          <a:p>
            <a:pPr>
              <a:lnSpc>
                <a:spcPct val="130000"/>
              </a:lnSpc>
            </a:pPr>
            <a:endParaRPr lang="zh-CN" altLang="en-US" sz="1350">
              <a:latin typeface="微软雅黑" panose="020B0503020204020204" pitchFamily="34" charset="-122"/>
              <a:ea typeface="微软雅黑" panose="020B0503020204020204" pitchFamily="34" charset="-122"/>
            </a:endParaRPr>
          </a:p>
        </p:txBody>
      </p:sp>
      <p:sp>
        <p:nvSpPr>
          <p:cNvPr id="47" name="矩形 46"/>
          <p:cNvSpPr/>
          <p:nvPr>
            <p:custDataLst>
              <p:tags r:id="rId16"/>
            </p:custDataLst>
          </p:nvPr>
        </p:nvSpPr>
        <p:spPr bwMode="auto">
          <a:xfrm>
            <a:off x="2300233" y="2191312"/>
            <a:ext cx="135543" cy="1609242"/>
          </a:xfrm>
          <a:prstGeom prst="rect">
            <a:avLst/>
          </a:prstGeom>
          <a:solidFill>
            <a:srgbClr val="08C5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lstStyle/>
          <a:p>
            <a:pPr>
              <a:lnSpc>
                <a:spcPct val="130000"/>
              </a:lnSpc>
            </a:pPr>
            <a:endParaRPr lang="zh-CN" altLang="en-US" sz="1350">
              <a:latin typeface="微软雅黑" panose="020B0503020204020204" pitchFamily="34" charset="-122"/>
              <a:ea typeface="微软雅黑" panose="020B0503020204020204" pitchFamily="34" charset="-122"/>
            </a:endParaRPr>
          </a:p>
        </p:txBody>
      </p:sp>
      <p:sp>
        <p:nvSpPr>
          <p:cNvPr id="48" name="任意多边形 47"/>
          <p:cNvSpPr/>
          <p:nvPr>
            <p:custDataLst>
              <p:tags r:id="rId17"/>
            </p:custDataLst>
          </p:nvPr>
        </p:nvSpPr>
        <p:spPr bwMode="auto">
          <a:xfrm>
            <a:off x="2275589" y="2166668"/>
            <a:ext cx="184831" cy="1658530"/>
          </a:xfrm>
          <a:custGeom>
            <a:avLst/>
            <a:gdLst>
              <a:gd name="T0" fmla="*/ 75 w 75"/>
              <a:gd name="T1" fmla="*/ 673 h 673"/>
              <a:gd name="T2" fmla="*/ 0 w 75"/>
              <a:gd name="T3" fmla="*/ 673 h 673"/>
              <a:gd name="T4" fmla="*/ 0 w 75"/>
              <a:gd name="T5" fmla="*/ 0 h 673"/>
              <a:gd name="T6" fmla="*/ 75 w 75"/>
              <a:gd name="T7" fmla="*/ 0 h 673"/>
              <a:gd name="T8" fmla="*/ 75 w 75"/>
              <a:gd name="T9" fmla="*/ 673 h 673"/>
              <a:gd name="T10" fmla="*/ 21 w 75"/>
              <a:gd name="T11" fmla="*/ 653 h 673"/>
              <a:gd name="T12" fmla="*/ 55 w 75"/>
              <a:gd name="T13" fmla="*/ 653 h 673"/>
              <a:gd name="T14" fmla="*/ 55 w 75"/>
              <a:gd name="T15" fmla="*/ 21 h 673"/>
              <a:gd name="T16" fmla="*/ 21 w 75"/>
              <a:gd name="T17" fmla="*/ 21 h 673"/>
              <a:gd name="T18" fmla="*/ 21 w 75"/>
              <a:gd name="T19" fmla="*/ 653 h 6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5" h="673">
                <a:moveTo>
                  <a:pt x="75" y="673"/>
                </a:moveTo>
                <a:lnTo>
                  <a:pt x="0" y="673"/>
                </a:lnTo>
                <a:lnTo>
                  <a:pt x="0" y="0"/>
                </a:lnTo>
                <a:lnTo>
                  <a:pt x="75" y="0"/>
                </a:lnTo>
                <a:lnTo>
                  <a:pt x="75" y="673"/>
                </a:lnTo>
                <a:close/>
                <a:moveTo>
                  <a:pt x="21" y="653"/>
                </a:moveTo>
                <a:lnTo>
                  <a:pt x="55" y="653"/>
                </a:lnTo>
                <a:lnTo>
                  <a:pt x="55" y="21"/>
                </a:lnTo>
                <a:lnTo>
                  <a:pt x="21" y="21"/>
                </a:lnTo>
                <a:lnTo>
                  <a:pt x="21" y="653"/>
                </a:lnTo>
                <a:close/>
              </a:path>
            </a:pathLst>
          </a:custGeom>
          <a:solidFill>
            <a:srgbClr val="545454"/>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pPr>
              <a:lnSpc>
                <a:spcPct val="130000"/>
              </a:lnSpc>
            </a:pPr>
            <a:endParaRPr lang="zh-CN" altLang="en-US" sz="1350">
              <a:latin typeface="微软雅黑" panose="020B0503020204020204" pitchFamily="34" charset="-122"/>
              <a:ea typeface="微软雅黑" panose="020B0503020204020204" pitchFamily="34" charset="-122"/>
            </a:endParaRPr>
          </a:p>
        </p:txBody>
      </p:sp>
      <p:sp>
        <p:nvSpPr>
          <p:cNvPr id="49" name="任意多边形 48"/>
          <p:cNvSpPr/>
          <p:nvPr>
            <p:custDataLst>
              <p:tags r:id="rId18"/>
            </p:custDataLst>
          </p:nvPr>
        </p:nvSpPr>
        <p:spPr bwMode="auto">
          <a:xfrm>
            <a:off x="178387" y="1994162"/>
            <a:ext cx="1200163" cy="214402"/>
          </a:xfrm>
          <a:custGeom>
            <a:avLst/>
            <a:gdLst>
              <a:gd name="T0" fmla="*/ 495 w 572"/>
              <a:gd name="T1" fmla="*/ 92 h 103"/>
              <a:gd name="T2" fmla="*/ 417 w 572"/>
              <a:gd name="T3" fmla="*/ 60 h 103"/>
              <a:gd name="T4" fmla="*/ 295 w 572"/>
              <a:gd name="T5" fmla="*/ 60 h 103"/>
              <a:gd name="T6" fmla="*/ 292 w 572"/>
              <a:gd name="T7" fmla="*/ 64 h 103"/>
              <a:gd name="T8" fmla="*/ 291 w 572"/>
              <a:gd name="T9" fmla="*/ 64 h 103"/>
              <a:gd name="T10" fmla="*/ 139 w 572"/>
              <a:gd name="T11" fmla="*/ 60 h 103"/>
              <a:gd name="T12" fmla="*/ 17 w 572"/>
              <a:gd name="T13" fmla="*/ 60 h 103"/>
              <a:gd name="T14" fmla="*/ 0 w 572"/>
              <a:gd name="T15" fmla="*/ 43 h 103"/>
              <a:gd name="T16" fmla="*/ 156 w 572"/>
              <a:gd name="T17" fmla="*/ 43 h 103"/>
              <a:gd name="T18" fmla="*/ 278 w 572"/>
              <a:gd name="T19" fmla="*/ 43 h 103"/>
              <a:gd name="T20" fmla="*/ 281 w 572"/>
              <a:gd name="T21" fmla="*/ 39 h 103"/>
              <a:gd name="T22" fmla="*/ 282 w 572"/>
              <a:gd name="T23" fmla="*/ 39 h 103"/>
              <a:gd name="T24" fmla="*/ 434 w 572"/>
              <a:gd name="T25" fmla="*/ 43 h 103"/>
              <a:gd name="T26" fmla="*/ 555 w 572"/>
              <a:gd name="T27" fmla="*/ 43 h 103"/>
              <a:gd name="T28" fmla="*/ 572 w 572"/>
              <a:gd name="T29" fmla="*/ 60 h 103"/>
              <a:gd name="T30" fmla="*/ 495 w 572"/>
              <a:gd name="T31" fmla="*/ 92 h 1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572" h="103">
                <a:moveTo>
                  <a:pt x="495" y="92"/>
                </a:moveTo>
                <a:cubicBezTo>
                  <a:pt x="466" y="92"/>
                  <a:pt x="438" y="81"/>
                  <a:pt x="417" y="60"/>
                </a:cubicBezTo>
                <a:cubicBezTo>
                  <a:pt x="383" y="26"/>
                  <a:pt x="329" y="26"/>
                  <a:pt x="295" y="60"/>
                </a:cubicBezTo>
                <a:cubicBezTo>
                  <a:pt x="292" y="64"/>
                  <a:pt x="292" y="64"/>
                  <a:pt x="292" y="64"/>
                </a:cubicBezTo>
                <a:cubicBezTo>
                  <a:pt x="291" y="64"/>
                  <a:pt x="291" y="64"/>
                  <a:pt x="291" y="64"/>
                </a:cubicBezTo>
                <a:cubicBezTo>
                  <a:pt x="248" y="103"/>
                  <a:pt x="181" y="102"/>
                  <a:pt x="139" y="60"/>
                </a:cubicBezTo>
                <a:cubicBezTo>
                  <a:pt x="106" y="26"/>
                  <a:pt x="51" y="26"/>
                  <a:pt x="17" y="60"/>
                </a:cubicBezTo>
                <a:cubicBezTo>
                  <a:pt x="0" y="43"/>
                  <a:pt x="0" y="43"/>
                  <a:pt x="0" y="43"/>
                </a:cubicBezTo>
                <a:cubicBezTo>
                  <a:pt x="43" y="0"/>
                  <a:pt x="113" y="0"/>
                  <a:pt x="156" y="43"/>
                </a:cubicBezTo>
                <a:cubicBezTo>
                  <a:pt x="190" y="77"/>
                  <a:pt x="244" y="77"/>
                  <a:pt x="278" y="43"/>
                </a:cubicBezTo>
                <a:cubicBezTo>
                  <a:pt x="281" y="39"/>
                  <a:pt x="281" y="39"/>
                  <a:pt x="281" y="39"/>
                </a:cubicBezTo>
                <a:cubicBezTo>
                  <a:pt x="282" y="39"/>
                  <a:pt x="282" y="39"/>
                  <a:pt x="282" y="39"/>
                </a:cubicBezTo>
                <a:cubicBezTo>
                  <a:pt x="325" y="0"/>
                  <a:pt x="392" y="1"/>
                  <a:pt x="434" y="43"/>
                </a:cubicBezTo>
                <a:cubicBezTo>
                  <a:pt x="467" y="77"/>
                  <a:pt x="522" y="77"/>
                  <a:pt x="555" y="43"/>
                </a:cubicBezTo>
                <a:cubicBezTo>
                  <a:pt x="572" y="60"/>
                  <a:pt x="572" y="60"/>
                  <a:pt x="572" y="60"/>
                </a:cubicBezTo>
                <a:cubicBezTo>
                  <a:pt x="551" y="81"/>
                  <a:pt x="523" y="92"/>
                  <a:pt x="495" y="92"/>
                </a:cubicBezTo>
                <a:close/>
              </a:path>
            </a:pathLst>
          </a:custGeom>
          <a:solidFill>
            <a:srgbClr val="545454"/>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pPr>
              <a:lnSpc>
                <a:spcPct val="130000"/>
              </a:lnSpc>
            </a:pPr>
            <a:endParaRPr lang="zh-CN" altLang="en-US" sz="1350">
              <a:latin typeface="微软雅黑" panose="020B0503020204020204" pitchFamily="34" charset="-122"/>
              <a:ea typeface="微软雅黑" panose="020B0503020204020204" pitchFamily="34" charset="-122"/>
            </a:endParaRPr>
          </a:p>
        </p:txBody>
      </p:sp>
      <p:sp>
        <p:nvSpPr>
          <p:cNvPr id="50" name="任意多边形 49"/>
          <p:cNvSpPr/>
          <p:nvPr>
            <p:custDataLst>
              <p:tags r:id="rId19"/>
            </p:custDataLst>
          </p:nvPr>
        </p:nvSpPr>
        <p:spPr bwMode="auto">
          <a:xfrm>
            <a:off x="178387" y="2223348"/>
            <a:ext cx="1200163" cy="214402"/>
          </a:xfrm>
          <a:custGeom>
            <a:avLst/>
            <a:gdLst>
              <a:gd name="T0" fmla="*/ 495 w 572"/>
              <a:gd name="T1" fmla="*/ 92 h 102"/>
              <a:gd name="T2" fmla="*/ 417 w 572"/>
              <a:gd name="T3" fmla="*/ 60 h 102"/>
              <a:gd name="T4" fmla="*/ 295 w 572"/>
              <a:gd name="T5" fmla="*/ 60 h 102"/>
              <a:gd name="T6" fmla="*/ 292 w 572"/>
              <a:gd name="T7" fmla="*/ 63 h 102"/>
              <a:gd name="T8" fmla="*/ 291 w 572"/>
              <a:gd name="T9" fmla="*/ 63 h 102"/>
              <a:gd name="T10" fmla="*/ 139 w 572"/>
              <a:gd name="T11" fmla="*/ 60 h 102"/>
              <a:gd name="T12" fmla="*/ 17 w 572"/>
              <a:gd name="T13" fmla="*/ 60 h 102"/>
              <a:gd name="T14" fmla="*/ 0 w 572"/>
              <a:gd name="T15" fmla="*/ 43 h 102"/>
              <a:gd name="T16" fmla="*/ 156 w 572"/>
              <a:gd name="T17" fmla="*/ 43 h 102"/>
              <a:gd name="T18" fmla="*/ 278 w 572"/>
              <a:gd name="T19" fmla="*/ 43 h 102"/>
              <a:gd name="T20" fmla="*/ 281 w 572"/>
              <a:gd name="T21" fmla="*/ 39 h 102"/>
              <a:gd name="T22" fmla="*/ 282 w 572"/>
              <a:gd name="T23" fmla="*/ 39 h 102"/>
              <a:gd name="T24" fmla="*/ 434 w 572"/>
              <a:gd name="T25" fmla="*/ 43 h 102"/>
              <a:gd name="T26" fmla="*/ 555 w 572"/>
              <a:gd name="T27" fmla="*/ 43 h 102"/>
              <a:gd name="T28" fmla="*/ 572 w 572"/>
              <a:gd name="T29" fmla="*/ 60 h 102"/>
              <a:gd name="T30" fmla="*/ 495 w 572"/>
              <a:gd name="T31" fmla="*/ 92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572" h="102">
                <a:moveTo>
                  <a:pt x="495" y="92"/>
                </a:moveTo>
                <a:cubicBezTo>
                  <a:pt x="466" y="92"/>
                  <a:pt x="438" y="81"/>
                  <a:pt x="417" y="60"/>
                </a:cubicBezTo>
                <a:cubicBezTo>
                  <a:pt x="383" y="26"/>
                  <a:pt x="329" y="26"/>
                  <a:pt x="295" y="60"/>
                </a:cubicBezTo>
                <a:cubicBezTo>
                  <a:pt x="292" y="63"/>
                  <a:pt x="292" y="63"/>
                  <a:pt x="292" y="63"/>
                </a:cubicBezTo>
                <a:cubicBezTo>
                  <a:pt x="291" y="63"/>
                  <a:pt x="291" y="63"/>
                  <a:pt x="291" y="63"/>
                </a:cubicBezTo>
                <a:cubicBezTo>
                  <a:pt x="248" y="102"/>
                  <a:pt x="181" y="101"/>
                  <a:pt x="139" y="60"/>
                </a:cubicBezTo>
                <a:cubicBezTo>
                  <a:pt x="106" y="26"/>
                  <a:pt x="51" y="26"/>
                  <a:pt x="17" y="60"/>
                </a:cubicBezTo>
                <a:cubicBezTo>
                  <a:pt x="0" y="43"/>
                  <a:pt x="0" y="43"/>
                  <a:pt x="0" y="43"/>
                </a:cubicBezTo>
                <a:cubicBezTo>
                  <a:pt x="43" y="0"/>
                  <a:pt x="113" y="0"/>
                  <a:pt x="156" y="43"/>
                </a:cubicBezTo>
                <a:cubicBezTo>
                  <a:pt x="190" y="76"/>
                  <a:pt x="244" y="76"/>
                  <a:pt x="278" y="43"/>
                </a:cubicBezTo>
                <a:cubicBezTo>
                  <a:pt x="281" y="39"/>
                  <a:pt x="281" y="39"/>
                  <a:pt x="281" y="39"/>
                </a:cubicBezTo>
                <a:cubicBezTo>
                  <a:pt x="282" y="39"/>
                  <a:pt x="282" y="39"/>
                  <a:pt x="282" y="39"/>
                </a:cubicBezTo>
                <a:cubicBezTo>
                  <a:pt x="325" y="0"/>
                  <a:pt x="392" y="1"/>
                  <a:pt x="434" y="43"/>
                </a:cubicBezTo>
                <a:cubicBezTo>
                  <a:pt x="467" y="76"/>
                  <a:pt x="522" y="76"/>
                  <a:pt x="555" y="43"/>
                </a:cubicBezTo>
                <a:cubicBezTo>
                  <a:pt x="572" y="60"/>
                  <a:pt x="572" y="60"/>
                  <a:pt x="572" y="60"/>
                </a:cubicBezTo>
                <a:cubicBezTo>
                  <a:pt x="551" y="81"/>
                  <a:pt x="523" y="92"/>
                  <a:pt x="495" y="92"/>
                </a:cubicBezTo>
                <a:close/>
              </a:path>
            </a:pathLst>
          </a:custGeom>
          <a:solidFill>
            <a:srgbClr val="545454"/>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pPr>
              <a:lnSpc>
                <a:spcPct val="130000"/>
              </a:lnSpc>
            </a:pPr>
            <a:endParaRPr lang="zh-CN" altLang="en-US" sz="1350">
              <a:latin typeface="微软雅黑" panose="020B0503020204020204" pitchFamily="34" charset="-122"/>
              <a:ea typeface="微软雅黑" panose="020B0503020204020204" pitchFamily="34" charset="-122"/>
            </a:endParaRPr>
          </a:p>
        </p:txBody>
      </p:sp>
      <p:cxnSp>
        <p:nvCxnSpPr>
          <p:cNvPr id="4" name="直接连接符 3"/>
          <p:cNvCxnSpPr/>
          <p:nvPr>
            <p:custDataLst>
              <p:tags r:id="rId20"/>
            </p:custDataLst>
          </p:nvPr>
        </p:nvCxnSpPr>
        <p:spPr>
          <a:xfrm>
            <a:off x="2816983" y="2006475"/>
            <a:ext cx="5864845" cy="0"/>
          </a:xfrm>
          <a:prstGeom prst="line">
            <a:avLst/>
          </a:prstGeom>
          <a:ln w="9525" cap="rnd">
            <a:solidFill>
              <a:srgbClr val="000000">
                <a:lumMod val="50000"/>
                <a:lumOff val="50000"/>
              </a:srgbClr>
            </a:solidFill>
            <a:round/>
            <a:headEnd type="none"/>
            <a:tailEnd type="none" w="med" len="med"/>
          </a:ln>
        </p:spPr>
        <p:style>
          <a:lnRef idx="1">
            <a:srgbClr val="1F74AD"/>
          </a:lnRef>
          <a:fillRef idx="0">
            <a:srgbClr val="1F74AD"/>
          </a:fillRef>
          <a:effectRef idx="0">
            <a:srgbClr val="1F74AD"/>
          </a:effectRef>
          <a:fontRef idx="minor">
            <a:srgbClr val="000000"/>
          </a:fontRef>
        </p:style>
      </p:cxnSp>
      <p:sp>
        <p:nvSpPr>
          <p:cNvPr id="52" name="文本框 51"/>
          <p:cNvSpPr txBox="1"/>
          <p:nvPr>
            <p:custDataLst>
              <p:tags r:id="rId21"/>
            </p:custDataLst>
          </p:nvPr>
        </p:nvSpPr>
        <p:spPr>
          <a:xfrm>
            <a:off x="2749482" y="978642"/>
            <a:ext cx="6200381" cy="843915"/>
          </a:xfrm>
          <a:prstGeom prst="rect">
            <a:avLst/>
          </a:prstGeom>
          <a:noFill/>
        </p:spPr>
        <p:txBody>
          <a:bodyPr wrap="square" lIns="67500" tIns="35100" rIns="67500" bIns="35100" rtlCol="0">
            <a:spAutoFit/>
          </a:bodyPr>
          <a:lstStyle/>
          <a:p>
            <a:pPr algn="just">
              <a:lnSpc>
                <a:spcPct val="120000"/>
              </a:lnSpc>
            </a:pPr>
            <a:r>
              <a:rPr lang="zh-CN" altLang="en-US" sz="1050" spc="150" dirty="0">
                <a:latin typeface="微软雅黑" panose="020B0503020204020204" pitchFamily="34" charset="-122"/>
                <a:ea typeface="微软雅黑" panose="020B0503020204020204" pitchFamily="34" charset="-122"/>
              </a:rPr>
              <a:t>因特网（Internet）是由遍布全球的各种网络系统、主机系统，通过TCP/IP 协议连接在一起所组成的世界性的计算机网络系统。计算机网络是传输信息的载体，而因特网（Internet）的魅力在于它所提供的信息交流和资源共享环境。</a:t>
            </a:r>
            <a:endParaRPr lang="zh-CN" altLang="en-US" sz="1050" spc="150" dirty="0">
              <a:latin typeface="微软雅黑" panose="020B0503020204020204" pitchFamily="34" charset="-122"/>
              <a:ea typeface="微软雅黑" panose="020B0503020204020204" pitchFamily="34" charset="-122"/>
            </a:endParaRPr>
          </a:p>
          <a:p>
            <a:pPr algn="just">
              <a:lnSpc>
                <a:spcPct val="120000"/>
              </a:lnSpc>
            </a:pPr>
            <a:r>
              <a:rPr lang="zh-CN" altLang="en-US" sz="1050" spc="150" dirty="0">
                <a:latin typeface="微软雅黑" panose="020B0503020204020204" pitchFamily="34" charset="-122"/>
                <a:ea typeface="微软雅黑" panose="020B0503020204020204" pitchFamily="34" charset="-122"/>
              </a:rPr>
              <a:t>Internet 的定义一般包括以下内容。</a:t>
            </a:r>
            <a:endParaRPr lang="zh-CN" altLang="en-US" sz="1050" spc="150" dirty="0">
              <a:latin typeface="微软雅黑" panose="020B0503020204020204" pitchFamily="34" charset="-122"/>
              <a:ea typeface="微软雅黑" panose="020B0503020204020204" pitchFamily="34" charset="-122"/>
            </a:endParaRPr>
          </a:p>
        </p:txBody>
      </p:sp>
      <p:cxnSp>
        <p:nvCxnSpPr>
          <p:cNvPr id="70" name="直接连接符 69"/>
          <p:cNvCxnSpPr/>
          <p:nvPr>
            <p:custDataLst>
              <p:tags r:id="rId22"/>
            </p:custDataLst>
          </p:nvPr>
        </p:nvCxnSpPr>
        <p:spPr>
          <a:xfrm>
            <a:off x="2794658" y="3280767"/>
            <a:ext cx="6222707" cy="112"/>
          </a:xfrm>
          <a:prstGeom prst="line">
            <a:avLst/>
          </a:prstGeom>
          <a:ln w="3175" cap="rnd">
            <a:solidFill>
              <a:sysClr val="window" lastClr="FFFFFF">
                <a:lumMod val="85000"/>
              </a:sysClr>
            </a:solidFill>
            <a:round/>
            <a:headEnd type="none"/>
            <a:tailEnd type="none" w="med" len="med"/>
          </a:ln>
        </p:spPr>
        <p:style>
          <a:lnRef idx="1">
            <a:srgbClr val="1F74AD"/>
          </a:lnRef>
          <a:fillRef idx="0">
            <a:srgbClr val="1F74AD"/>
          </a:fillRef>
          <a:effectRef idx="0">
            <a:srgbClr val="1F74AD"/>
          </a:effectRef>
          <a:fontRef idx="minor">
            <a:srgbClr val="000000"/>
          </a:fontRef>
        </p:style>
      </p:cxnSp>
      <p:sp>
        <p:nvSpPr>
          <p:cNvPr id="72" name="文本框 71"/>
          <p:cNvSpPr txBox="1"/>
          <p:nvPr>
            <p:custDataLst>
              <p:tags r:id="rId23"/>
            </p:custDataLst>
          </p:nvPr>
        </p:nvSpPr>
        <p:spPr>
          <a:xfrm>
            <a:off x="3343937" y="2251721"/>
            <a:ext cx="2293655" cy="588645"/>
          </a:xfrm>
          <a:prstGeom prst="rect">
            <a:avLst/>
          </a:prstGeom>
          <a:noFill/>
        </p:spPr>
        <p:txBody>
          <a:bodyPr wrap="square" lIns="67500" tIns="35100" rIns="67500" bIns="0" rtlCol="0" anchor="ctr" anchorCtr="0">
            <a:spAutoFit/>
          </a:bodyPr>
          <a:lstStyle/>
          <a:p>
            <a:pPr>
              <a:lnSpc>
                <a:spcPct val="100000"/>
              </a:lnSpc>
            </a:pPr>
            <a:r>
              <a:rPr lang="zh-CN" altLang="en-US" sz="1200" b="1" spc="300" dirty="0">
                <a:solidFill>
                  <a:srgbClr val="6969C7"/>
                </a:solidFill>
                <a:latin typeface="微软雅黑" panose="020B0503020204020204" pitchFamily="34" charset="-122"/>
                <a:ea typeface="微软雅黑" panose="020B0503020204020204" pitchFamily="34" charset="-122"/>
                <a:cs typeface="+mn-ea"/>
              </a:rPr>
              <a:t>Internet 是一个基于TCP/IP 协议族的国际互联网络。</a:t>
            </a:r>
            <a:endParaRPr lang="zh-CN" altLang="en-US" sz="1200" b="1" spc="300" dirty="0">
              <a:solidFill>
                <a:srgbClr val="6969C7"/>
              </a:solidFill>
              <a:latin typeface="微软雅黑" panose="020B0503020204020204" pitchFamily="34" charset="-122"/>
              <a:ea typeface="微软雅黑" panose="020B0503020204020204" pitchFamily="34" charset="-122"/>
              <a:cs typeface="+mn-ea"/>
            </a:endParaRPr>
          </a:p>
        </p:txBody>
      </p:sp>
      <p:sp>
        <p:nvSpPr>
          <p:cNvPr id="73" name="椭圆 72"/>
          <p:cNvSpPr/>
          <p:nvPr>
            <p:custDataLst>
              <p:tags r:id="rId24"/>
            </p:custDataLst>
          </p:nvPr>
        </p:nvSpPr>
        <p:spPr>
          <a:xfrm>
            <a:off x="2816114" y="2328030"/>
            <a:ext cx="436961" cy="436964"/>
          </a:xfrm>
          <a:prstGeom prst="ellipse">
            <a:avLst/>
          </a:prstGeom>
          <a:solidFill>
            <a:srgbClr val="6969C7"/>
          </a:solidFill>
          <a:ln w="38100">
            <a:noFill/>
          </a:ln>
        </p:spPr>
        <p:style>
          <a:lnRef idx="2">
            <a:srgbClr val="1F74AD">
              <a:shade val="50000"/>
            </a:srgbClr>
          </a:lnRef>
          <a:fillRef idx="1">
            <a:srgbClr val="1F74AD"/>
          </a:fillRef>
          <a:effectRef idx="0">
            <a:srgbClr val="1F74AD"/>
          </a:effectRef>
          <a:fontRef idx="minor">
            <a:sysClr val="window" lastClr="FFFFFF"/>
          </a:fontRef>
        </p:style>
        <p:txBody>
          <a:bodyPr rtlCol="0" anchor="ctr"/>
          <a:lstStyle>
            <a:defPPr>
              <a:defRPr lang="zh-CN"/>
            </a:defPPr>
            <a:lvl1pPr marL="0" algn="l" defTabSz="913765" rtl="0" eaLnBrk="1" latinLnBrk="0" hangingPunct="1">
              <a:defRPr sz="1800" kern="1200">
                <a:solidFill>
                  <a:sysClr val="window" lastClr="FFFFFF"/>
                </a:solidFill>
              </a:defRPr>
            </a:lvl1pPr>
            <a:lvl2pPr marL="457200" algn="l" defTabSz="913765" rtl="0" eaLnBrk="1" latinLnBrk="0" hangingPunct="1">
              <a:defRPr sz="1800" kern="1200">
                <a:solidFill>
                  <a:sysClr val="window" lastClr="FFFFFF"/>
                </a:solidFill>
              </a:defRPr>
            </a:lvl2pPr>
            <a:lvl3pPr marL="914400" algn="l" defTabSz="913765" rtl="0" eaLnBrk="1" latinLnBrk="0" hangingPunct="1">
              <a:defRPr sz="1800" kern="1200">
                <a:solidFill>
                  <a:sysClr val="window" lastClr="FFFFFF"/>
                </a:solidFill>
              </a:defRPr>
            </a:lvl3pPr>
            <a:lvl4pPr marL="1371600" algn="l" defTabSz="913765" rtl="0" eaLnBrk="1" latinLnBrk="0" hangingPunct="1">
              <a:defRPr sz="1800" kern="1200">
                <a:solidFill>
                  <a:sysClr val="window" lastClr="FFFFFF"/>
                </a:solidFill>
              </a:defRPr>
            </a:lvl4pPr>
            <a:lvl5pPr marL="1828800" algn="l" defTabSz="913765" rtl="0" eaLnBrk="1" latinLnBrk="0" hangingPunct="1">
              <a:defRPr sz="1800" kern="1200">
                <a:solidFill>
                  <a:sysClr val="window" lastClr="FFFFFF"/>
                </a:solidFill>
              </a:defRPr>
            </a:lvl5pPr>
            <a:lvl6pPr marL="2286000" algn="l" defTabSz="913765" rtl="0" eaLnBrk="1" latinLnBrk="0" hangingPunct="1">
              <a:defRPr sz="1800" kern="1200">
                <a:solidFill>
                  <a:sysClr val="window" lastClr="FFFFFF"/>
                </a:solidFill>
              </a:defRPr>
            </a:lvl6pPr>
            <a:lvl7pPr marL="2743200" algn="l" defTabSz="913765" rtl="0" eaLnBrk="1" latinLnBrk="0" hangingPunct="1">
              <a:defRPr sz="1800" kern="1200">
                <a:solidFill>
                  <a:sysClr val="window" lastClr="FFFFFF"/>
                </a:solidFill>
              </a:defRPr>
            </a:lvl7pPr>
            <a:lvl8pPr marL="3200400" algn="l" defTabSz="913765" rtl="0" eaLnBrk="1" latinLnBrk="0" hangingPunct="1">
              <a:defRPr sz="1800" kern="1200">
                <a:solidFill>
                  <a:sysClr val="window" lastClr="FFFFFF"/>
                </a:solidFill>
              </a:defRPr>
            </a:lvl8pPr>
            <a:lvl9pPr marL="3657600" algn="l" defTabSz="913765" rtl="0" eaLnBrk="1" latinLnBrk="0" hangingPunct="1">
              <a:defRPr sz="1800" kern="1200">
                <a:solidFill>
                  <a:sysClr val="window" lastClr="FFFFFF"/>
                </a:solidFill>
              </a:defRPr>
            </a:lvl9pPr>
          </a:lstStyle>
          <a:p>
            <a:pPr algn="ctr">
              <a:lnSpc>
                <a:spcPct val="130000"/>
              </a:lnSpc>
            </a:pPr>
            <a:r>
              <a:rPr lang="en-US" altLang="zh-CN" sz="1350" dirty="0">
                <a:latin typeface="微软雅黑" panose="020B0503020204020204" pitchFamily="34" charset="-122"/>
                <a:ea typeface="微软雅黑" panose="020B0503020204020204" pitchFamily="34" charset="-122"/>
              </a:rPr>
              <a:t>1</a:t>
            </a:r>
            <a:endParaRPr lang="en-US" altLang="zh-CN" sz="1350" dirty="0">
              <a:latin typeface="微软雅黑" panose="020B0503020204020204" pitchFamily="34" charset="-122"/>
              <a:ea typeface="微软雅黑" panose="020B0503020204020204" pitchFamily="34" charset="-122"/>
            </a:endParaRPr>
          </a:p>
        </p:txBody>
      </p:sp>
      <p:sp>
        <p:nvSpPr>
          <p:cNvPr id="76" name="文本框 75"/>
          <p:cNvSpPr txBox="1"/>
          <p:nvPr>
            <p:custDataLst>
              <p:tags r:id="rId25"/>
            </p:custDataLst>
          </p:nvPr>
        </p:nvSpPr>
        <p:spPr>
          <a:xfrm>
            <a:off x="3343937" y="3500766"/>
            <a:ext cx="2293655" cy="958215"/>
          </a:xfrm>
          <a:prstGeom prst="rect">
            <a:avLst/>
          </a:prstGeom>
          <a:noFill/>
        </p:spPr>
        <p:txBody>
          <a:bodyPr wrap="square" lIns="67500" tIns="35100" rIns="67500" bIns="0" rtlCol="0" anchor="ctr" anchorCtr="0">
            <a:spAutoFit/>
          </a:bodyPr>
          <a:lstStyle/>
          <a:p>
            <a:pPr>
              <a:lnSpc>
                <a:spcPct val="100000"/>
              </a:lnSpc>
            </a:pPr>
            <a:r>
              <a:rPr lang="zh-CN" altLang="en-US" sz="1200" b="1" spc="300" dirty="0">
                <a:solidFill>
                  <a:srgbClr val="DB63A3"/>
                </a:solidFill>
                <a:latin typeface="微软雅黑" panose="020B0503020204020204" pitchFamily="34" charset="-122"/>
                <a:ea typeface="微软雅黑" panose="020B0503020204020204" pitchFamily="34" charset="-122"/>
                <a:cs typeface="+mn-ea"/>
              </a:rPr>
              <a:t>Internet 是所有可以被访问和利用的信息资源的集合。人们可以从网络上获得大量的各方面的信息资源。</a:t>
            </a:r>
            <a:endParaRPr lang="zh-CN" altLang="en-US" sz="1200" b="1" spc="300" dirty="0">
              <a:solidFill>
                <a:srgbClr val="DB63A3"/>
              </a:solidFill>
              <a:latin typeface="微软雅黑" panose="020B0503020204020204" pitchFamily="34" charset="-122"/>
              <a:ea typeface="微软雅黑" panose="020B0503020204020204" pitchFamily="34" charset="-122"/>
              <a:cs typeface="+mn-ea"/>
            </a:endParaRPr>
          </a:p>
        </p:txBody>
      </p:sp>
      <p:sp>
        <p:nvSpPr>
          <p:cNvPr id="77" name="椭圆 76"/>
          <p:cNvSpPr/>
          <p:nvPr>
            <p:custDataLst>
              <p:tags r:id="rId26"/>
            </p:custDataLst>
          </p:nvPr>
        </p:nvSpPr>
        <p:spPr>
          <a:xfrm>
            <a:off x="2816114" y="3761861"/>
            <a:ext cx="436961" cy="436964"/>
          </a:xfrm>
          <a:prstGeom prst="ellipse">
            <a:avLst/>
          </a:prstGeom>
          <a:solidFill>
            <a:srgbClr val="DB63A3"/>
          </a:solidFill>
          <a:ln w="38100">
            <a:noFill/>
          </a:ln>
        </p:spPr>
        <p:style>
          <a:lnRef idx="2">
            <a:srgbClr val="1F74AD">
              <a:shade val="50000"/>
            </a:srgbClr>
          </a:lnRef>
          <a:fillRef idx="1">
            <a:srgbClr val="1F74AD"/>
          </a:fillRef>
          <a:effectRef idx="0">
            <a:srgbClr val="1F74AD"/>
          </a:effectRef>
          <a:fontRef idx="minor">
            <a:sysClr val="window" lastClr="FFFFFF"/>
          </a:fontRef>
        </p:style>
        <p:txBody>
          <a:bodyPr rtlCol="0" anchor="ctr"/>
          <a:lstStyle>
            <a:defPPr>
              <a:defRPr lang="zh-CN"/>
            </a:defPPr>
            <a:lvl1pPr marL="0" algn="l" defTabSz="913765" rtl="0" eaLnBrk="1" latinLnBrk="0" hangingPunct="1">
              <a:defRPr sz="1800" kern="1200">
                <a:solidFill>
                  <a:sysClr val="window" lastClr="FFFFFF"/>
                </a:solidFill>
              </a:defRPr>
            </a:lvl1pPr>
            <a:lvl2pPr marL="457200" algn="l" defTabSz="913765" rtl="0" eaLnBrk="1" latinLnBrk="0" hangingPunct="1">
              <a:defRPr sz="1800" kern="1200">
                <a:solidFill>
                  <a:sysClr val="window" lastClr="FFFFFF"/>
                </a:solidFill>
              </a:defRPr>
            </a:lvl2pPr>
            <a:lvl3pPr marL="914400" algn="l" defTabSz="913765" rtl="0" eaLnBrk="1" latinLnBrk="0" hangingPunct="1">
              <a:defRPr sz="1800" kern="1200">
                <a:solidFill>
                  <a:sysClr val="window" lastClr="FFFFFF"/>
                </a:solidFill>
              </a:defRPr>
            </a:lvl3pPr>
            <a:lvl4pPr marL="1371600" algn="l" defTabSz="913765" rtl="0" eaLnBrk="1" latinLnBrk="0" hangingPunct="1">
              <a:defRPr sz="1800" kern="1200">
                <a:solidFill>
                  <a:sysClr val="window" lastClr="FFFFFF"/>
                </a:solidFill>
              </a:defRPr>
            </a:lvl4pPr>
            <a:lvl5pPr marL="1828800" algn="l" defTabSz="913765" rtl="0" eaLnBrk="1" latinLnBrk="0" hangingPunct="1">
              <a:defRPr sz="1800" kern="1200">
                <a:solidFill>
                  <a:sysClr val="window" lastClr="FFFFFF"/>
                </a:solidFill>
              </a:defRPr>
            </a:lvl5pPr>
            <a:lvl6pPr marL="2286000" algn="l" defTabSz="913765" rtl="0" eaLnBrk="1" latinLnBrk="0" hangingPunct="1">
              <a:defRPr sz="1800" kern="1200">
                <a:solidFill>
                  <a:sysClr val="window" lastClr="FFFFFF"/>
                </a:solidFill>
              </a:defRPr>
            </a:lvl6pPr>
            <a:lvl7pPr marL="2743200" algn="l" defTabSz="913765" rtl="0" eaLnBrk="1" latinLnBrk="0" hangingPunct="1">
              <a:defRPr sz="1800" kern="1200">
                <a:solidFill>
                  <a:sysClr val="window" lastClr="FFFFFF"/>
                </a:solidFill>
              </a:defRPr>
            </a:lvl7pPr>
            <a:lvl8pPr marL="3200400" algn="l" defTabSz="913765" rtl="0" eaLnBrk="1" latinLnBrk="0" hangingPunct="1">
              <a:defRPr sz="1800" kern="1200">
                <a:solidFill>
                  <a:sysClr val="window" lastClr="FFFFFF"/>
                </a:solidFill>
              </a:defRPr>
            </a:lvl8pPr>
            <a:lvl9pPr marL="3657600" algn="l" defTabSz="913765" rtl="0" eaLnBrk="1" latinLnBrk="0" hangingPunct="1">
              <a:defRPr sz="1800" kern="1200">
                <a:solidFill>
                  <a:sysClr val="window" lastClr="FFFFFF"/>
                </a:solidFill>
              </a:defRPr>
            </a:lvl9pPr>
          </a:lstStyle>
          <a:p>
            <a:pPr algn="ctr">
              <a:lnSpc>
                <a:spcPct val="130000"/>
              </a:lnSpc>
            </a:pPr>
            <a:r>
              <a:rPr lang="en-US" altLang="zh-CN" sz="1350" dirty="0">
                <a:solidFill>
                  <a:srgbClr val="DB63A3"/>
                </a:solidFill>
                <a:latin typeface="微软雅黑" panose="020B0503020204020204" pitchFamily="34" charset="-122"/>
                <a:ea typeface="微软雅黑" panose="020B0503020204020204" pitchFamily="34" charset="-122"/>
              </a:rPr>
              <a:t>3</a:t>
            </a:r>
            <a:endParaRPr lang="en-US" altLang="zh-CN" sz="1350" dirty="0">
              <a:solidFill>
                <a:srgbClr val="DB63A3"/>
              </a:solidFill>
              <a:latin typeface="微软雅黑" panose="020B0503020204020204" pitchFamily="34" charset="-122"/>
              <a:ea typeface="微软雅黑" panose="020B0503020204020204" pitchFamily="34" charset="-122"/>
            </a:endParaRPr>
          </a:p>
        </p:txBody>
      </p:sp>
      <p:cxnSp>
        <p:nvCxnSpPr>
          <p:cNvPr id="79" name="直接连接符 78"/>
          <p:cNvCxnSpPr/>
          <p:nvPr>
            <p:custDataLst>
              <p:tags r:id="rId27"/>
            </p:custDataLst>
          </p:nvPr>
        </p:nvCxnSpPr>
        <p:spPr>
          <a:xfrm>
            <a:off x="5906012" y="2108603"/>
            <a:ext cx="0" cy="2279543"/>
          </a:xfrm>
          <a:prstGeom prst="line">
            <a:avLst/>
          </a:prstGeom>
          <a:ln w="3175" cap="rnd">
            <a:solidFill>
              <a:sysClr val="window" lastClr="FFFFFF">
                <a:lumMod val="85000"/>
              </a:sysClr>
            </a:solidFill>
            <a:round/>
            <a:headEnd type="none"/>
            <a:tailEnd type="none" w="med" len="med"/>
          </a:ln>
        </p:spPr>
        <p:style>
          <a:lnRef idx="1">
            <a:srgbClr val="1F74AD"/>
          </a:lnRef>
          <a:fillRef idx="0">
            <a:srgbClr val="1F74AD"/>
          </a:fillRef>
          <a:effectRef idx="0">
            <a:srgbClr val="1F74AD"/>
          </a:effectRef>
          <a:fontRef idx="minor">
            <a:srgbClr val="000000"/>
          </a:fontRef>
        </p:style>
      </p:cxnSp>
      <p:sp>
        <p:nvSpPr>
          <p:cNvPr id="81" name="文本框 80"/>
          <p:cNvSpPr txBox="1"/>
          <p:nvPr>
            <p:custDataLst>
              <p:tags r:id="rId28"/>
            </p:custDataLst>
          </p:nvPr>
        </p:nvSpPr>
        <p:spPr>
          <a:xfrm>
            <a:off x="6724102" y="2184728"/>
            <a:ext cx="2293655" cy="773430"/>
          </a:xfrm>
          <a:prstGeom prst="rect">
            <a:avLst/>
          </a:prstGeom>
          <a:noFill/>
        </p:spPr>
        <p:txBody>
          <a:bodyPr wrap="square" lIns="67500" tIns="35100" rIns="67500" bIns="0" rtlCol="0" anchor="ctr" anchorCtr="0">
            <a:spAutoFit/>
          </a:bodyPr>
          <a:lstStyle/>
          <a:p>
            <a:pPr>
              <a:lnSpc>
                <a:spcPct val="100000"/>
              </a:lnSpc>
            </a:pPr>
            <a:r>
              <a:rPr lang="zh-CN" altLang="en-US" sz="1200" b="1" spc="300" dirty="0">
                <a:solidFill>
                  <a:srgbClr val="AE64B8"/>
                </a:solidFill>
                <a:latin typeface="微软雅黑" panose="020B0503020204020204" pitchFamily="34" charset="-122"/>
                <a:ea typeface="微软雅黑" panose="020B0503020204020204" pitchFamily="34" charset="-122"/>
                <a:cs typeface="+mn-ea"/>
              </a:rPr>
              <a:t>Internet 是一个网络用户的团体。用户使用网络资源，同时也为网络的发展提供技术支持和开发。</a:t>
            </a:r>
            <a:endParaRPr lang="zh-CN" altLang="en-US" sz="1200" b="1" spc="300" dirty="0">
              <a:solidFill>
                <a:srgbClr val="AE64B8"/>
              </a:solidFill>
              <a:latin typeface="微软雅黑" panose="020B0503020204020204" pitchFamily="34" charset="-122"/>
              <a:ea typeface="微软雅黑" panose="020B0503020204020204" pitchFamily="34" charset="-122"/>
              <a:cs typeface="+mn-ea"/>
            </a:endParaRPr>
          </a:p>
        </p:txBody>
      </p:sp>
      <p:sp>
        <p:nvSpPr>
          <p:cNvPr id="82" name="椭圆 81"/>
          <p:cNvSpPr/>
          <p:nvPr>
            <p:custDataLst>
              <p:tags r:id="rId29"/>
            </p:custDataLst>
          </p:nvPr>
        </p:nvSpPr>
        <p:spPr>
          <a:xfrm>
            <a:off x="6201360" y="2328030"/>
            <a:ext cx="436961" cy="436964"/>
          </a:xfrm>
          <a:prstGeom prst="ellipse">
            <a:avLst/>
          </a:prstGeom>
          <a:solidFill>
            <a:srgbClr val="AE64B8"/>
          </a:solidFill>
          <a:ln w="38100">
            <a:noFill/>
          </a:ln>
        </p:spPr>
        <p:style>
          <a:lnRef idx="2">
            <a:srgbClr val="1F74AD">
              <a:shade val="50000"/>
            </a:srgbClr>
          </a:lnRef>
          <a:fillRef idx="1">
            <a:srgbClr val="1F74AD"/>
          </a:fillRef>
          <a:effectRef idx="0">
            <a:srgbClr val="1F74AD"/>
          </a:effectRef>
          <a:fontRef idx="minor">
            <a:sysClr val="window" lastClr="FFFFFF"/>
          </a:fontRef>
        </p:style>
        <p:txBody>
          <a:bodyPr rtlCol="0" anchor="ctr"/>
          <a:lstStyle>
            <a:defPPr>
              <a:defRPr lang="zh-CN"/>
            </a:defPPr>
            <a:lvl1pPr marL="0" algn="l" defTabSz="913765" rtl="0" eaLnBrk="1" latinLnBrk="0" hangingPunct="1">
              <a:defRPr sz="1800" kern="1200">
                <a:solidFill>
                  <a:sysClr val="window" lastClr="FFFFFF"/>
                </a:solidFill>
              </a:defRPr>
            </a:lvl1pPr>
            <a:lvl2pPr marL="457200" algn="l" defTabSz="913765" rtl="0" eaLnBrk="1" latinLnBrk="0" hangingPunct="1">
              <a:defRPr sz="1800" kern="1200">
                <a:solidFill>
                  <a:sysClr val="window" lastClr="FFFFFF"/>
                </a:solidFill>
              </a:defRPr>
            </a:lvl2pPr>
            <a:lvl3pPr marL="914400" algn="l" defTabSz="913765" rtl="0" eaLnBrk="1" latinLnBrk="0" hangingPunct="1">
              <a:defRPr sz="1800" kern="1200">
                <a:solidFill>
                  <a:sysClr val="window" lastClr="FFFFFF"/>
                </a:solidFill>
              </a:defRPr>
            </a:lvl3pPr>
            <a:lvl4pPr marL="1371600" algn="l" defTabSz="913765" rtl="0" eaLnBrk="1" latinLnBrk="0" hangingPunct="1">
              <a:defRPr sz="1800" kern="1200">
                <a:solidFill>
                  <a:sysClr val="window" lastClr="FFFFFF"/>
                </a:solidFill>
              </a:defRPr>
            </a:lvl4pPr>
            <a:lvl5pPr marL="1828800" algn="l" defTabSz="913765" rtl="0" eaLnBrk="1" latinLnBrk="0" hangingPunct="1">
              <a:defRPr sz="1800" kern="1200">
                <a:solidFill>
                  <a:sysClr val="window" lastClr="FFFFFF"/>
                </a:solidFill>
              </a:defRPr>
            </a:lvl5pPr>
            <a:lvl6pPr marL="2286000" algn="l" defTabSz="913765" rtl="0" eaLnBrk="1" latinLnBrk="0" hangingPunct="1">
              <a:defRPr sz="1800" kern="1200">
                <a:solidFill>
                  <a:sysClr val="window" lastClr="FFFFFF"/>
                </a:solidFill>
              </a:defRPr>
            </a:lvl6pPr>
            <a:lvl7pPr marL="2743200" algn="l" defTabSz="913765" rtl="0" eaLnBrk="1" latinLnBrk="0" hangingPunct="1">
              <a:defRPr sz="1800" kern="1200">
                <a:solidFill>
                  <a:sysClr val="window" lastClr="FFFFFF"/>
                </a:solidFill>
              </a:defRPr>
            </a:lvl7pPr>
            <a:lvl8pPr marL="3200400" algn="l" defTabSz="913765" rtl="0" eaLnBrk="1" latinLnBrk="0" hangingPunct="1">
              <a:defRPr sz="1800" kern="1200">
                <a:solidFill>
                  <a:sysClr val="window" lastClr="FFFFFF"/>
                </a:solidFill>
              </a:defRPr>
            </a:lvl8pPr>
            <a:lvl9pPr marL="3657600" algn="l" defTabSz="913765" rtl="0" eaLnBrk="1" latinLnBrk="0" hangingPunct="1">
              <a:defRPr sz="1800" kern="1200">
                <a:solidFill>
                  <a:sysClr val="window" lastClr="FFFFFF"/>
                </a:solidFill>
              </a:defRPr>
            </a:lvl9pPr>
          </a:lstStyle>
          <a:p>
            <a:pPr algn="ctr">
              <a:lnSpc>
                <a:spcPct val="130000"/>
              </a:lnSpc>
            </a:pPr>
            <a:r>
              <a:rPr lang="en-US" altLang="zh-CN" sz="1350" dirty="0">
                <a:latin typeface="微软雅黑" panose="020B0503020204020204" pitchFamily="34" charset="-122"/>
                <a:ea typeface="微软雅黑" panose="020B0503020204020204" pitchFamily="34" charset="-122"/>
              </a:rPr>
              <a:t>2</a:t>
            </a:r>
            <a:endParaRPr lang="en-US" altLang="zh-CN" sz="1350" dirty="0">
              <a:latin typeface="微软雅黑" panose="020B0503020204020204" pitchFamily="34" charset="-122"/>
              <a:ea typeface="微软雅黑" panose="020B0503020204020204" pitchFamily="34" charset="-122"/>
            </a:endParaRPr>
          </a:p>
        </p:txBody>
      </p:sp>
      <p:sp>
        <p:nvSpPr>
          <p:cNvPr id="2" name="文本框 1"/>
          <p:cNvSpPr txBox="1"/>
          <p:nvPr/>
        </p:nvSpPr>
        <p:spPr>
          <a:xfrm>
            <a:off x="605790" y="372745"/>
            <a:ext cx="2540000" cy="368300"/>
          </a:xfrm>
          <a:prstGeom prst="rect">
            <a:avLst/>
          </a:prstGeom>
          <a:noFill/>
        </p:spPr>
        <p:txBody>
          <a:bodyPr wrap="square" rtlCol="0" anchor="t">
            <a:spAutoFit/>
          </a:bodyPr>
          <a:lstStyle/>
          <a:p>
            <a:r>
              <a:rPr lang="zh-CN" altLang="en-US"/>
              <a:t>因特网的基本概念</a:t>
            </a:r>
            <a:endParaRPr lang="zh-CN" altLang="en-US"/>
          </a:p>
        </p:txBody>
      </p:sp>
    </p:spTree>
    <p:custDataLst>
      <p:tags r:id="rId30"/>
    </p:custData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cxnSp>
        <p:nvCxnSpPr>
          <p:cNvPr id="36" name="直接连接符 35"/>
          <p:cNvCxnSpPr/>
          <p:nvPr>
            <p:custDataLst>
              <p:tags r:id="rId1"/>
            </p:custDataLst>
          </p:nvPr>
        </p:nvCxnSpPr>
        <p:spPr>
          <a:xfrm flipH="1">
            <a:off x="7694777" y="3314700"/>
            <a:ext cx="1213573" cy="1770970"/>
          </a:xfrm>
          <a:prstGeom prst="line">
            <a:avLst/>
          </a:prstGeom>
          <a:ln w="12700">
            <a:solidFill>
              <a:srgbClr val="6969C7"/>
            </a:solidFill>
          </a:ln>
        </p:spPr>
        <p:style>
          <a:lnRef idx="1">
            <a:schemeClr val="accent1"/>
          </a:lnRef>
          <a:fillRef idx="0">
            <a:schemeClr val="accent1"/>
          </a:fillRef>
          <a:effectRef idx="0">
            <a:schemeClr val="accent1"/>
          </a:effectRef>
          <a:fontRef idx="minor">
            <a:schemeClr val="tx1"/>
          </a:fontRef>
        </p:style>
      </p:cxnSp>
      <p:cxnSp>
        <p:nvCxnSpPr>
          <p:cNvPr id="37" name="直接连接符 36"/>
          <p:cNvCxnSpPr/>
          <p:nvPr>
            <p:custDataLst>
              <p:tags r:id="rId2"/>
            </p:custDataLst>
          </p:nvPr>
        </p:nvCxnSpPr>
        <p:spPr>
          <a:xfrm flipH="1">
            <a:off x="8418312" y="4123971"/>
            <a:ext cx="659013" cy="961699"/>
          </a:xfrm>
          <a:prstGeom prst="line">
            <a:avLst/>
          </a:prstGeom>
          <a:ln w="12700">
            <a:solidFill>
              <a:srgbClr val="6969C7"/>
            </a:solidFill>
          </a:ln>
        </p:spPr>
        <p:style>
          <a:lnRef idx="1">
            <a:schemeClr val="accent1"/>
          </a:lnRef>
          <a:fillRef idx="0">
            <a:schemeClr val="accent1"/>
          </a:fillRef>
          <a:effectRef idx="0">
            <a:schemeClr val="accent1"/>
          </a:effectRef>
          <a:fontRef idx="minor">
            <a:schemeClr val="tx1"/>
          </a:fontRef>
        </p:style>
      </p:cxnSp>
      <p:cxnSp>
        <p:nvCxnSpPr>
          <p:cNvPr id="33" name="直接连接符 32"/>
          <p:cNvCxnSpPr/>
          <p:nvPr>
            <p:custDataLst>
              <p:tags r:id="rId3"/>
            </p:custDataLst>
          </p:nvPr>
        </p:nvCxnSpPr>
        <p:spPr>
          <a:xfrm flipH="1">
            <a:off x="128667" y="809"/>
            <a:ext cx="1128633" cy="1647017"/>
          </a:xfrm>
          <a:prstGeom prst="line">
            <a:avLst/>
          </a:prstGeom>
          <a:ln w="12700">
            <a:solidFill>
              <a:srgbClr val="6969C7"/>
            </a:solidFill>
          </a:ln>
        </p:spPr>
        <p:style>
          <a:lnRef idx="1">
            <a:schemeClr val="accent1"/>
          </a:lnRef>
          <a:fillRef idx="0">
            <a:schemeClr val="accent1"/>
          </a:fillRef>
          <a:effectRef idx="0">
            <a:schemeClr val="accent1"/>
          </a:effectRef>
          <a:fontRef idx="minor">
            <a:schemeClr val="tx1"/>
          </a:fontRef>
        </p:style>
      </p:cxnSp>
      <p:cxnSp>
        <p:nvCxnSpPr>
          <p:cNvPr id="32" name="直接连接符 31"/>
          <p:cNvCxnSpPr/>
          <p:nvPr>
            <p:custDataLst>
              <p:tags r:id="rId4"/>
            </p:custDataLst>
          </p:nvPr>
        </p:nvCxnSpPr>
        <p:spPr>
          <a:xfrm flipH="1">
            <a:off x="219075" y="180975"/>
            <a:ext cx="1638300" cy="2390775"/>
          </a:xfrm>
          <a:prstGeom prst="line">
            <a:avLst/>
          </a:prstGeom>
          <a:ln w="12700">
            <a:solidFill>
              <a:srgbClr val="6969C7"/>
            </a:solidFill>
          </a:ln>
        </p:spPr>
        <p:style>
          <a:lnRef idx="1">
            <a:schemeClr val="accent1"/>
          </a:lnRef>
          <a:fillRef idx="0">
            <a:schemeClr val="accent1"/>
          </a:fillRef>
          <a:effectRef idx="0">
            <a:schemeClr val="accent1"/>
          </a:effectRef>
          <a:fontRef idx="minor">
            <a:schemeClr val="tx1"/>
          </a:fontRef>
        </p:style>
      </p:cxnSp>
      <p:sp>
        <p:nvSpPr>
          <p:cNvPr id="29" name="任意多边形: 形状 28"/>
          <p:cNvSpPr/>
          <p:nvPr>
            <p:custDataLst>
              <p:tags r:id="rId5"/>
            </p:custDataLst>
          </p:nvPr>
        </p:nvSpPr>
        <p:spPr>
          <a:xfrm rot="18257799">
            <a:off x="-86509" y="28862"/>
            <a:ext cx="9401646" cy="5143500"/>
          </a:xfrm>
          <a:custGeom>
            <a:avLst/>
            <a:gdLst>
              <a:gd name="connsiteX0" fmla="*/ 8126205 w 12535528"/>
              <a:gd name="connsiteY0" fmla="*/ 0 h 6858000"/>
              <a:gd name="connsiteX1" fmla="*/ 12535528 w 12535528"/>
              <a:gd name="connsiteY1" fmla="*/ 6464639 h 6858000"/>
              <a:gd name="connsiteX2" fmla="*/ 11958810 w 12535528"/>
              <a:gd name="connsiteY2" fmla="*/ 6858000 h 6858000"/>
              <a:gd name="connsiteX3" fmla="*/ 4502485 w 12535528"/>
              <a:gd name="connsiteY3" fmla="*/ 6858000 h 6858000"/>
              <a:gd name="connsiteX4" fmla="*/ 0 w 12535528"/>
              <a:gd name="connsiteY4" fmla="*/ 256777 h 6858000"/>
              <a:gd name="connsiteX5" fmla="*/ 376469 w 12535528"/>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535528" h="6858000">
                <a:moveTo>
                  <a:pt x="8126205" y="0"/>
                </a:moveTo>
                <a:lnTo>
                  <a:pt x="12535528" y="6464639"/>
                </a:lnTo>
                <a:lnTo>
                  <a:pt x="11958810" y="6858000"/>
                </a:lnTo>
                <a:lnTo>
                  <a:pt x="4502485" y="6858000"/>
                </a:lnTo>
                <a:lnTo>
                  <a:pt x="0" y="256777"/>
                </a:lnTo>
                <a:lnTo>
                  <a:pt x="376469" y="0"/>
                </a:lnTo>
                <a:close/>
              </a:path>
            </a:pathLst>
          </a:custGeom>
          <a:solidFill>
            <a:srgbClr val="C3C3E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1350">
              <a:solidFill>
                <a:srgbClr val="FFFFFF"/>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8" name="矩形 7"/>
          <p:cNvSpPr/>
          <p:nvPr>
            <p:custDataLst>
              <p:tags r:id="rId6"/>
            </p:custDataLst>
          </p:nvPr>
        </p:nvSpPr>
        <p:spPr>
          <a:xfrm>
            <a:off x="375557" y="329293"/>
            <a:ext cx="8392886" cy="4484915"/>
          </a:xfrm>
          <a:prstGeom prst="rect">
            <a:avLst/>
          </a:prstGeom>
          <a:solidFill>
            <a:srgbClr val="FFFFFF"/>
          </a:solidFill>
          <a:ln w="38100">
            <a:solidFill>
              <a:srgbClr val="6969C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1350">
              <a:solidFill>
                <a:srgbClr val="FFFFFF"/>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42" name="文本框 41"/>
          <p:cNvSpPr txBox="1"/>
          <p:nvPr>
            <p:custDataLst>
              <p:tags r:id="rId7"/>
            </p:custDataLst>
          </p:nvPr>
        </p:nvSpPr>
        <p:spPr>
          <a:xfrm>
            <a:off x="909295" y="1019748"/>
            <a:ext cx="7411135" cy="626133"/>
          </a:xfrm>
          <a:prstGeom prst="rect">
            <a:avLst/>
          </a:prstGeom>
          <a:noFill/>
        </p:spPr>
        <p:txBody>
          <a:bodyPr wrap="square" rtlCol="0">
            <a:normAutofit/>
          </a:bodyPr>
          <a:lstStyle/>
          <a:p>
            <a:pPr marL="0" indent="0" algn="l">
              <a:lnSpc>
                <a:spcPct val="120000"/>
              </a:lnSpc>
              <a:spcBef>
                <a:spcPts val="0"/>
              </a:spcBef>
              <a:spcAft>
                <a:spcPts val="0"/>
              </a:spcAft>
              <a:buSzPct val="100000"/>
              <a:buNone/>
            </a:pPr>
            <a:r>
              <a:rPr lang="zh-CN" altLang="en-US" sz="2700" b="1" spc="30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IP 地址</a:t>
            </a:r>
            <a:endParaRPr lang="zh-CN" altLang="en-US" sz="2700" b="1" spc="300">
              <a:solidFill>
                <a:srgbClr val="404040"/>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3" name="文本框 42"/>
          <p:cNvSpPr txBox="1"/>
          <p:nvPr>
            <p:custDataLst>
              <p:tags r:id="rId8"/>
            </p:custDataLst>
          </p:nvPr>
        </p:nvSpPr>
        <p:spPr>
          <a:xfrm>
            <a:off x="909295" y="1784632"/>
            <a:ext cx="7411134" cy="2295980"/>
          </a:xfrm>
          <a:prstGeom prst="rect">
            <a:avLst/>
          </a:prstGeom>
          <a:noFill/>
        </p:spPr>
        <p:txBody>
          <a:bodyPr wrap="square" rtlCol="0">
            <a:normAutofit lnSpcReduction="10000"/>
          </a:bodyPr>
          <a:lstStyle/>
          <a:p>
            <a:pPr marL="0" lvl="0" indent="-285750" algn="l" fontAlgn="ctr">
              <a:lnSpc>
                <a:spcPct val="130000"/>
              </a:lnSpc>
              <a:spcBef>
                <a:spcPts val="1000"/>
              </a:spcBef>
              <a:spcAft>
                <a:spcPts val="0"/>
              </a:spcAft>
              <a:buSzPct val="100000"/>
              <a:buFont typeface="Wingdings" panose="05000000000000000000" charset="0"/>
              <a:buNone/>
            </a:pPr>
            <a:r>
              <a:rPr lang="zh-CN" altLang="en-US" sz="1500" spc="15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Internet 的网络地址是指连入Internet 网络的计算机的地址编号，类似于电话号码。在Internet 中，网络地址唯一标识一台计算机。由于Internet 中把用户信息的数据包从一处传送到另一处采用的是网间协议IP，所以Internet 中计算机的地址编号就称为IP地址。每一个连入Internet 的计算机都需要一个这样的IP 地址来标识自己。</a:t>
            </a:r>
            <a:endParaRPr lang="zh-CN" altLang="en-US" sz="1500" spc="150">
              <a:solidFill>
                <a:srgbClr val="404040"/>
              </a:solidFill>
              <a:latin typeface="微软雅黑" panose="020B0503020204020204" pitchFamily="34" charset="-122"/>
              <a:ea typeface="微软雅黑" panose="020B0503020204020204" pitchFamily="34" charset="-122"/>
              <a:cs typeface="微软雅黑" panose="020B0503020204020204" pitchFamily="34" charset="-122"/>
            </a:endParaRPr>
          </a:p>
          <a:p>
            <a:pPr marL="0" lvl="0" indent="-285750" algn="l" fontAlgn="ctr">
              <a:lnSpc>
                <a:spcPct val="130000"/>
              </a:lnSpc>
              <a:spcBef>
                <a:spcPts val="1000"/>
              </a:spcBef>
              <a:spcAft>
                <a:spcPts val="0"/>
              </a:spcAft>
              <a:buSzPct val="100000"/>
              <a:buFont typeface="Wingdings" panose="05000000000000000000" charset="0"/>
              <a:buNone/>
            </a:pPr>
            <a:r>
              <a:rPr lang="zh-CN" altLang="en-US" sz="1500" spc="15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IP 地址是网上的通信地址，是计算机、服务器、路由器的端口地址。每一个IP 地址在全球是唯一的，是运行TCP/IP 协议的唯一标识。</a:t>
            </a:r>
            <a:endParaRPr lang="zh-CN" altLang="en-US" sz="1500" spc="150">
              <a:solidFill>
                <a:srgbClr val="404040"/>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ustDataLst>
      <p:tags r:id="rId9"/>
    </p:custData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任意多边形 14"/>
          <p:cNvSpPr/>
          <p:nvPr>
            <p:custDataLst>
              <p:tags r:id="rId1"/>
            </p:custDataLst>
          </p:nvPr>
        </p:nvSpPr>
        <p:spPr bwMode="auto">
          <a:xfrm>
            <a:off x="4634687" y="1896666"/>
            <a:ext cx="64294" cy="294085"/>
          </a:xfrm>
          <a:custGeom>
            <a:avLst/>
            <a:gdLst>
              <a:gd name="T0" fmla="*/ 0 w 25"/>
              <a:gd name="T1" fmla="*/ 116 h 116"/>
              <a:gd name="T2" fmla="*/ 16 w 25"/>
              <a:gd name="T3" fmla="*/ 95 h 116"/>
              <a:gd name="T4" fmla="*/ 0 w 25"/>
              <a:gd name="T5" fmla="*/ 0 h 116"/>
              <a:gd name="T6" fmla="*/ 23 w 25"/>
              <a:gd name="T7" fmla="*/ 37 h 116"/>
              <a:gd name="T8" fmla="*/ 23 w 25"/>
              <a:gd name="T9" fmla="*/ 37 h 116"/>
              <a:gd name="T10" fmla="*/ 23 w 25"/>
              <a:gd name="T11" fmla="*/ 38 h 116"/>
              <a:gd name="T12" fmla="*/ 23 w 25"/>
              <a:gd name="T13" fmla="*/ 38 h 116"/>
              <a:gd name="T14" fmla="*/ 23 w 25"/>
              <a:gd name="T15" fmla="*/ 38 h 116"/>
              <a:gd name="T16" fmla="*/ 23 w 25"/>
              <a:gd name="T17" fmla="*/ 38 h 116"/>
              <a:gd name="T18" fmla="*/ 23 w 25"/>
              <a:gd name="T19" fmla="*/ 39 h 116"/>
              <a:gd name="T20" fmla="*/ 25 w 25"/>
              <a:gd name="T21" fmla="*/ 52 h 116"/>
              <a:gd name="T22" fmla="*/ 25 w 25"/>
              <a:gd name="T23" fmla="*/ 53 h 116"/>
              <a:gd name="T24" fmla="*/ 25 w 25"/>
              <a:gd name="T25" fmla="*/ 53 h 116"/>
              <a:gd name="T26" fmla="*/ 25 w 25"/>
              <a:gd name="T27" fmla="*/ 53 h 116"/>
              <a:gd name="T28" fmla="*/ 25 w 25"/>
              <a:gd name="T29" fmla="*/ 53 h 116"/>
              <a:gd name="T30" fmla="*/ 25 w 25"/>
              <a:gd name="T31" fmla="*/ 54 h 116"/>
              <a:gd name="T32" fmla="*/ 25 w 25"/>
              <a:gd name="T33" fmla="*/ 54 h 116"/>
              <a:gd name="T34" fmla="*/ 25 w 25"/>
              <a:gd name="T35" fmla="*/ 54 h 116"/>
              <a:gd name="T36" fmla="*/ 25 w 25"/>
              <a:gd name="T37" fmla="*/ 54 h 116"/>
              <a:gd name="T38" fmla="*/ 25 w 25"/>
              <a:gd name="T39" fmla="*/ 55 h 116"/>
              <a:gd name="T40" fmla="*/ 25 w 25"/>
              <a:gd name="T41" fmla="*/ 55 h 116"/>
              <a:gd name="T42" fmla="*/ 25 w 25"/>
              <a:gd name="T43" fmla="*/ 55 h 116"/>
              <a:gd name="T44" fmla="*/ 25 w 25"/>
              <a:gd name="T45" fmla="*/ 55 h 116"/>
              <a:gd name="T46" fmla="*/ 25 w 25"/>
              <a:gd name="T47" fmla="*/ 56 h 116"/>
              <a:gd name="T48" fmla="*/ 25 w 25"/>
              <a:gd name="T49" fmla="*/ 56 h 116"/>
              <a:gd name="T50" fmla="*/ 25 w 25"/>
              <a:gd name="T51" fmla="*/ 56 h 116"/>
              <a:gd name="T52" fmla="*/ 25 w 25"/>
              <a:gd name="T53" fmla="*/ 56 h 116"/>
              <a:gd name="T54" fmla="*/ 25 w 25"/>
              <a:gd name="T55" fmla="*/ 57 h 116"/>
              <a:gd name="T56" fmla="*/ 25 w 25"/>
              <a:gd name="T57" fmla="*/ 57 h 116"/>
              <a:gd name="T58" fmla="*/ 25 w 25"/>
              <a:gd name="T59" fmla="*/ 57 h 116"/>
              <a:gd name="T60" fmla="*/ 25 w 25"/>
              <a:gd name="T61" fmla="*/ 58 h 116"/>
              <a:gd name="T62" fmla="*/ 25 w 25"/>
              <a:gd name="T63" fmla="*/ 58 h 116"/>
              <a:gd name="T64" fmla="*/ 25 w 25"/>
              <a:gd name="T65" fmla="*/ 58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5" h="116">
                <a:moveTo>
                  <a:pt x="16" y="95"/>
                </a:moveTo>
                <a:cubicBezTo>
                  <a:pt x="12" y="103"/>
                  <a:pt x="7" y="110"/>
                  <a:pt x="0" y="116"/>
                </a:cubicBezTo>
                <a:cubicBezTo>
                  <a:pt x="0" y="116"/>
                  <a:pt x="0" y="116"/>
                  <a:pt x="0" y="116"/>
                </a:cubicBezTo>
                <a:cubicBezTo>
                  <a:pt x="7" y="110"/>
                  <a:pt x="12" y="103"/>
                  <a:pt x="16" y="95"/>
                </a:cubicBezTo>
                <a:moveTo>
                  <a:pt x="0" y="0"/>
                </a:moveTo>
                <a:cubicBezTo>
                  <a:pt x="0" y="0"/>
                  <a:pt x="0" y="0"/>
                  <a:pt x="0" y="0"/>
                </a:cubicBezTo>
                <a:cubicBezTo>
                  <a:pt x="11" y="10"/>
                  <a:pt x="19" y="23"/>
                  <a:pt x="23" y="37"/>
                </a:cubicBezTo>
                <a:cubicBezTo>
                  <a:pt x="23" y="37"/>
                  <a:pt x="23" y="37"/>
                  <a:pt x="23" y="37"/>
                </a:cubicBezTo>
                <a:cubicBezTo>
                  <a:pt x="23" y="37"/>
                  <a:pt x="23" y="37"/>
                  <a:pt x="23" y="37"/>
                </a:cubicBezTo>
                <a:cubicBezTo>
                  <a:pt x="23" y="37"/>
                  <a:pt x="23" y="37"/>
                  <a:pt x="23" y="37"/>
                </a:cubicBezTo>
                <a:cubicBezTo>
                  <a:pt x="23" y="37"/>
                  <a:pt x="23" y="37"/>
                  <a:pt x="23" y="37"/>
                </a:cubicBezTo>
                <a:cubicBezTo>
                  <a:pt x="23" y="38"/>
                  <a:pt x="23" y="38"/>
                  <a:pt x="23" y="38"/>
                </a:cubicBezTo>
                <a:cubicBezTo>
                  <a:pt x="23" y="38"/>
                  <a:pt x="23" y="38"/>
                  <a:pt x="23" y="38"/>
                </a:cubicBezTo>
                <a:cubicBezTo>
                  <a:pt x="23" y="38"/>
                  <a:pt x="23" y="38"/>
                  <a:pt x="23" y="38"/>
                </a:cubicBezTo>
                <a:cubicBezTo>
                  <a:pt x="23" y="38"/>
                  <a:pt x="23" y="38"/>
                  <a:pt x="23" y="38"/>
                </a:cubicBezTo>
                <a:cubicBezTo>
                  <a:pt x="23" y="38"/>
                  <a:pt x="23" y="38"/>
                  <a:pt x="23" y="38"/>
                </a:cubicBezTo>
                <a:cubicBezTo>
                  <a:pt x="23" y="38"/>
                  <a:pt x="23" y="38"/>
                  <a:pt x="23" y="38"/>
                </a:cubicBezTo>
                <a:cubicBezTo>
                  <a:pt x="23" y="38"/>
                  <a:pt x="23" y="38"/>
                  <a:pt x="23" y="38"/>
                </a:cubicBezTo>
                <a:cubicBezTo>
                  <a:pt x="23" y="38"/>
                  <a:pt x="23" y="38"/>
                  <a:pt x="23" y="38"/>
                </a:cubicBezTo>
                <a:cubicBezTo>
                  <a:pt x="23" y="39"/>
                  <a:pt x="23" y="39"/>
                  <a:pt x="23" y="39"/>
                </a:cubicBezTo>
                <a:cubicBezTo>
                  <a:pt x="23" y="39"/>
                  <a:pt x="23" y="39"/>
                  <a:pt x="23" y="39"/>
                </a:cubicBezTo>
                <a:cubicBezTo>
                  <a:pt x="24" y="43"/>
                  <a:pt x="25" y="48"/>
                  <a:pt x="25" y="52"/>
                </a:cubicBezTo>
                <a:cubicBezTo>
                  <a:pt x="25" y="52"/>
                  <a:pt x="25" y="52"/>
                  <a:pt x="25" y="52"/>
                </a:cubicBezTo>
                <a:cubicBezTo>
                  <a:pt x="25" y="53"/>
                  <a:pt x="25" y="53"/>
                  <a:pt x="25" y="53"/>
                </a:cubicBezTo>
                <a:cubicBezTo>
                  <a:pt x="25" y="53"/>
                  <a:pt x="25" y="53"/>
                  <a:pt x="25" y="53"/>
                </a:cubicBezTo>
                <a:cubicBezTo>
                  <a:pt x="25" y="53"/>
                  <a:pt x="25" y="53"/>
                  <a:pt x="25" y="53"/>
                </a:cubicBezTo>
                <a:cubicBezTo>
                  <a:pt x="25" y="53"/>
                  <a:pt x="25" y="53"/>
                  <a:pt x="25" y="53"/>
                </a:cubicBezTo>
                <a:cubicBezTo>
                  <a:pt x="25" y="53"/>
                  <a:pt x="25" y="53"/>
                  <a:pt x="25" y="53"/>
                </a:cubicBezTo>
                <a:cubicBezTo>
                  <a:pt x="25" y="53"/>
                  <a:pt x="25" y="53"/>
                  <a:pt x="25" y="53"/>
                </a:cubicBezTo>
                <a:cubicBezTo>
                  <a:pt x="25" y="53"/>
                  <a:pt x="25" y="53"/>
                  <a:pt x="25" y="53"/>
                </a:cubicBezTo>
                <a:cubicBezTo>
                  <a:pt x="25" y="53"/>
                  <a:pt x="25" y="53"/>
                  <a:pt x="25" y="53"/>
                </a:cubicBezTo>
                <a:cubicBezTo>
                  <a:pt x="25" y="54"/>
                  <a:pt x="25" y="54"/>
                  <a:pt x="25" y="54"/>
                </a:cubicBezTo>
                <a:cubicBezTo>
                  <a:pt x="25" y="54"/>
                  <a:pt x="25" y="54"/>
                  <a:pt x="25" y="54"/>
                </a:cubicBezTo>
                <a:cubicBezTo>
                  <a:pt x="25" y="54"/>
                  <a:pt x="25" y="54"/>
                  <a:pt x="25" y="54"/>
                </a:cubicBezTo>
                <a:cubicBezTo>
                  <a:pt x="25" y="54"/>
                  <a:pt x="25" y="54"/>
                  <a:pt x="25" y="54"/>
                </a:cubicBezTo>
                <a:cubicBezTo>
                  <a:pt x="25" y="54"/>
                  <a:pt x="25" y="54"/>
                  <a:pt x="25" y="54"/>
                </a:cubicBezTo>
                <a:cubicBezTo>
                  <a:pt x="25" y="54"/>
                  <a:pt x="25" y="54"/>
                  <a:pt x="25" y="54"/>
                </a:cubicBezTo>
                <a:cubicBezTo>
                  <a:pt x="25" y="54"/>
                  <a:pt x="25" y="54"/>
                  <a:pt x="25" y="54"/>
                </a:cubicBezTo>
                <a:cubicBezTo>
                  <a:pt x="25" y="54"/>
                  <a:pt x="25" y="54"/>
                  <a:pt x="25" y="55"/>
                </a:cubicBezTo>
                <a:cubicBezTo>
                  <a:pt x="25" y="55"/>
                  <a:pt x="25" y="55"/>
                  <a:pt x="25" y="55"/>
                </a:cubicBezTo>
                <a:cubicBezTo>
                  <a:pt x="25" y="55"/>
                  <a:pt x="25" y="55"/>
                  <a:pt x="25" y="55"/>
                </a:cubicBezTo>
                <a:cubicBezTo>
                  <a:pt x="25" y="55"/>
                  <a:pt x="25" y="55"/>
                  <a:pt x="25" y="55"/>
                </a:cubicBezTo>
                <a:cubicBezTo>
                  <a:pt x="25" y="55"/>
                  <a:pt x="25" y="55"/>
                  <a:pt x="25" y="55"/>
                </a:cubicBezTo>
                <a:cubicBezTo>
                  <a:pt x="25" y="55"/>
                  <a:pt x="25" y="55"/>
                  <a:pt x="25" y="55"/>
                </a:cubicBezTo>
                <a:cubicBezTo>
                  <a:pt x="25" y="55"/>
                  <a:pt x="25" y="55"/>
                  <a:pt x="25" y="55"/>
                </a:cubicBezTo>
                <a:cubicBezTo>
                  <a:pt x="25" y="55"/>
                  <a:pt x="25" y="55"/>
                  <a:pt x="25" y="55"/>
                </a:cubicBezTo>
                <a:cubicBezTo>
                  <a:pt x="25" y="55"/>
                  <a:pt x="25" y="56"/>
                  <a:pt x="25" y="56"/>
                </a:cubicBezTo>
                <a:cubicBezTo>
                  <a:pt x="25" y="56"/>
                  <a:pt x="25" y="56"/>
                  <a:pt x="25" y="56"/>
                </a:cubicBezTo>
                <a:cubicBezTo>
                  <a:pt x="25" y="56"/>
                  <a:pt x="25" y="56"/>
                  <a:pt x="25" y="56"/>
                </a:cubicBezTo>
                <a:cubicBezTo>
                  <a:pt x="25" y="56"/>
                  <a:pt x="25" y="56"/>
                  <a:pt x="25" y="56"/>
                </a:cubicBezTo>
                <a:cubicBezTo>
                  <a:pt x="25" y="56"/>
                  <a:pt x="25" y="56"/>
                  <a:pt x="25" y="56"/>
                </a:cubicBezTo>
                <a:cubicBezTo>
                  <a:pt x="25" y="56"/>
                  <a:pt x="25" y="56"/>
                  <a:pt x="25" y="56"/>
                </a:cubicBezTo>
                <a:cubicBezTo>
                  <a:pt x="25" y="56"/>
                  <a:pt x="25" y="56"/>
                  <a:pt x="25" y="56"/>
                </a:cubicBezTo>
                <a:cubicBezTo>
                  <a:pt x="25" y="56"/>
                  <a:pt x="25" y="56"/>
                  <a:pt x="25" y="56"/>
                </a:cubicBezTo>
                <a:cubicBezTo>
                  <a:pt x="25" y="57"/>
                  <a:pt x="25" y="57"/>
                  <a:pt x="25" y="57"/>
                </a:cubicBezTo>
                <a:cubicBezTo>
                  <a:pt x="25" y="57"/>
                  <a:pt x="25" y="57"/>
                  <a:pt x="25" y="57"/>
                </a:cubicBezTo>
                <a:cubicBezTo>
                  <a:pt x="25" y="57"/>
                  <a:pt x="25" y="57"/>
                  <a:pt x="25" y="57"/>
                </a:cubicBezTo>
                <a:cubicBezTo>
                  <a:pt x="25" y="57"/>
                  <a:pt x="25" y="57"/>
                  <a:pt x="25" y="57"/>
                </a:cubicBezTo>
                <a:cubicBezTo>
                  <a:pt x="25" y="57"/>
                  <a:pt x="25" y="57"/>
                  <a:pt x="25" y="57"/>
                </a:cubicBezTo>
                <a:cubicBezTo>
                  <a:pt x="25" y="57"/>
                  <a:pt x="25" y="57"/>
                  <a:pt x="25" y="57"/>
                </a:cubicBezTo>
                <a:cubicBezTo>
                  <a:pt x="25" y="57"/>
                  <a:pt x="25" y="57"/>
                  <a:pt x="25" y="57"/>
                </a:cubicBezTo>
                <a:cubicBezTo>
                  <a:pt x="25" y="57"/>
                  <a:pt x="25" y="57"/>
                  <a:pt x="25" y="58"/>
                </a:cubicBezTo>
                <a:cubicBezTo>
                  <a:pt x="25" y="58"/>
                  <a:pt x="25" y="58"/>
                  <a:pt x="25" y="58"/>
                </a:cubicBezTo>
                <a:cubicBezTo>
                  <a:pt x="25" y="58"/>
                  <a:pt x="25" y="58"/>
                  <a:pt x="25" y="58"/>
                </a:cubicBezTo>
                <a:cubicBezTo>
                  <a:pt x="25" y="58"/>
                  <a:pt x="25" y="58"/>
                  <a:pt x="25" y="58"/>
                </a:cubicBezTo>
                <a:cubicBezTo>
                  <a:pt x="25" y="58"/>
                  <a:pt x="25" y="58"/>
                  <a:pt x="25" y="58"/>
                </a:cubicBezTo>
                <a:cubicBezTo>
                  <a:pt x="25" y="35"/>
                  <a:pt x="16" y="14"/>
                  <a:pt x="0" y="0"/>
                </a:cubicBezTo>
              </a:path>
            </a:pathLst>
          </a:custGeom>
          <a:solidFill>
            <a:srgbClr val="D3D1D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lnSpc>
                <a:spcPct val="130000"/>
              </a:lnSpc>
            </a:pPr>
            <a:endParaRPr sz="1350">
              <a:latin typeface="微软雅黑" panose="020B0503020204020204" pitchFamily="34" charset="-122"/>
              <a:ea typeface="微软雅黑" panose="020B0503020204020204" pitchFamily="34" charset="-122"/>
            </a:endParaRPr>
          </a:p>
        </p:txBody>
      </p:sp>
      <p:sp>
        <p:nvSpPr>
          <p:cNvPr id="4" name="任意多边形 15"/>
          <p:cNvSpPr/>
          <p:nvPr>
            <p:custDataLst>
              <p:tags r:id="rId2"/>
            </p:custDataLst>
          </p:nvPr>
        </p:nvSpPr>
        <p:spPr bwMode="auto">
          <a:xfrm>
            <a:off x="4634687" y="1896666"/>
            <a:ext cx="64294" cy="294085"/>
          </a:xfrm>
          <a:custGeom>
            <a:avLst/>
            <a:gdLst>
              <a:gd name="T0" fmla="*/ 1 w 25"/>
              <a:gd name="T1" fmla="*/ 116 h 116"/>
              <a:gd name="T2" fmla="*/ 0 w 25"/>
              <a:gd name="T3" fmla="*/ 116 h 116"/>
              <a:gd name="T4" fmla="*/ 20 w 25"/>
              <a:gd name="T5" fmla="*/ 86 h 116"/>
              <a:gd name="T6" fmla="*/ 25 w 25"/>
              <a:gd name="T7" fmla="*/ 58 h 116"/>
              <a:gd name="T8" fmla="*/ 25 w 25"/>
              <a:gd name="T9" fmla="*/ 58 h 116"/>
              <a:gd name="T10" fmla="*/ 25 w 25"/>
              <a:gd name="T11" fmla="*/ 58 h 116"/>
              <a:gd name="T12" fmla="*/ 25 w 25"/>
              <a:gd name="T13" fmla="*/ 57 h 116"/>
              <a:gd name="T14" fmla="*/ 25 w 25"/>
              <a:gd name="T15" fmla="*/ 57 h 116"/>
              <a:gd name="T16" fmla="*/ 25 w 25"/>
              <a:gd name="T17" fmla="*/ 57 h 116"/>
              <a:gd name="T18" fmla="*/ 25 w 25"/>
              <a:gd name="T19" fmla="*/ 57 h 116"/>
              <a:gd name="T20" fmla="*/ 25 w 25"/>
              <a:gd name="T21" fmla="*/ 57 h 116"/>
              <a:gd name="T22" fmla="*/ 25 w 25"/>
              <a:gd name="T23" fmla="*/ 57 h 116"/>
              <a:gd name="T24" fmla="*/ 25 w 25"/>
              <a:gd name="T25" fmla="*/ 56 h 116"/>
              <a:gd name="T26" fmla="*/ 25 w 25"/>
              <a:gd name="T27" fmla="*/ 56 h 116"/>
              <a:gd name="T28" fmla="*/ 25 w 25"/>
              <a:gd name="T29" fmla="*/ 56 h 116"/>
              <a:gd name="T30" fmla="*/ 25 w 25"/>
              <a:gd name="T31" fmla="*/ 56 h 116"/>
              <a:gd name="T32" fmla="*/ 25 w 25"/>
              <a:gd name="T33" fmla="*/ 56 h 116"/>
              <a:gd name="T34" fmla="*/ 25 w 25"/>
              <a:gd name="T35" fmla="*/ 56 h 116"/>
              <a:gd name="T36" fmla="*/ 25 w 25"/>
              <a:gd name="T37" fmla="*/ 55 h 116"/>
              <a:gd name="T38" fmla="*/ 25 w 25"/>
              <a:gd name="T39" fmla="*/ 55 h 116"/>
              <a:gd name="T40" fmla="*/ 25 w 25"/>
              <a:gd name="T41" fmla="*/ 55 h 116"/>
              <a:gd name="T42" fmla="*/ 25 w 25"/>
              <a:gd name="T43" fmla="*/ 55 h 116"/>
              <a:gd name="T44" fmla="*/ 25 w 25"/>
              <a:gd name="T45" fmla="*/ 55 h 116"/>
              <a:gd name="T46" fmla="*/ 25 w 25"/>
              <a:gd name="T47" fmla="*/ 55 h 116"/>
              <a:gd name="T48" fmla="*/ 25 w 25"/>
              <a:gd name="T49" fmla="*/ 54 h 116"/>
              <a:gd name="T50" fmla="*/ 25 w 25"/>
              <a:gd name="T51" fmla="*/ 54 h 116"/>
              <a:gd name="T52" fmla="*/ 25 w 25"/>
              <a:gd name="T53" fmla="*/ 54 h 116"/>
              <a:gd name="T54" fmla="*/ 25 w 25"/>
              <a:gd name="T55" fmla="*/ 54 h 116"/>
              <a:gd name="T56" fmla="*/ 25 w 25"/>
              <a:gd name="T57" fmla="*/ 54 h 116"/>
              <a:gd name="T58" fmla="*/ 25 w 25"/>
              <a:gd name="T59" fmla="*/ 53 h 116"/>
              <a:gd name="T60" fmla="*/ 25 w 25"/>
              <a:gd name="T61" fmla="*/ 53 h 116"/>
              <a:gd name="T62" fmla="*/ 25 w 25"/>
              <a:gd name="T63" fmla="*/ 53 h 116"/>
              <a:gd name="T64" fmla="*/ 25 w 25"/>
              <a:gd name="T65" fmla="*/ 53 h 116"/>
              <a:gd name="T66" fmla="*/ 25 w 25"/>
              <a:gd name="T67" fmla="*/ 53 h 116"/>
              <a:gd name="T68" fmla="*/ 25 w 25"/>
              <a:gd name="T69" fmla="*/ 53 h 116"/>
              <a:gd name="T70" fmla="*/ 25 w 25"/>
              <a:gd name="T71" fmla="*/ 52 h 116"/>
              <a:gd name="T72" fmla="*/ 23 w 25"/>
              <a:gd name="T73" fmla="*/ 39 h 116"/>
              <a:gd name="T74" fmla="*/ 23 w 25"/>
              <a:gd name="T75" fmla="*/ 39 h 116"/>
              <a:gd name="T76" fmla="*/ 23 w 25"/>
              <a:gd name="T77" fmla="*/ 38 h 116"/>
              <a:gd name="T78" fmla="*/ 23 w 25"/>
              <a:gd name="T79" fmla="*/ 38 h 116"/>
              <a:gd name="T80" fmla="*/ 23 w 25"/>
              <a:gd name="T81" fmla="*/ 38 h 116"/>
              <a:gd name="T82" fmla="*/ 23 w 25"/>
              <a:gd name="T83" fmla="*/ 38 h 116"/>
              <a:gd name="T84" fmla="*/ 23 w 25"/>
              <a:gd name="T85" fmla="*/ 38 h 116"/>
              <a:gd name="T86" fmla="*/ 23 w 25"/>
              <a:gd name="T87" fmla="*/ 38 h 116"/>
              <a:gd name="T88" fmla="*/ 23 w 25"/>
              <a:gd name="T89" fmla="*/ 37 h 116"/>
              <a:gd name="T90" fmla="*/ 23 w 25"/>
              <a:gd name="T91" fmla="*/ 37 h 116"/>
              <a:gd name="T92" fmla="*/ 23 w 25"/>
              <a:gd name="T93" fmla="*/ 37 h 116"/>
              <a:gd name="T94" fmla="*/ 0 w 25"/>
              <a:gd name="T95" fmla="*/ 0 h 116"/>
              <a:gd name="T96" fmla="*/ 23 w 25"/>
              <a:gd name="T97" fmla="*/ 37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5" h="116">
                <a:moveTo>
                  <a:pt x="20" y="86"/>
                </a:moveTo>
                <a:cubicBezTo>
                  <a:pt x="16" y="97"/>
                  <a:pt x="9" y="107"/>
                  <a:pt x="1" y="116"/>
                </a:cubicBezTo>
                <a:cubicBezTo>
                  <a:pt x="0" y="116"/>
                  <a:pt x="0" y="116"/>
                  <a:pt x="0" y="116"/>
                </a:cubicBezTo>
                <a:cubicBezTo>
                  <a:pt x="0" y="116"/>
                  <a:pt x="0" y="116"/>
                  <a:pt x="0" y="116"/>
                </a:cubicBezTo>
                <a:cubicBezTo>
                  <a:pt x="7" y="110"/>
                  <a:pt x="12" y="103"/>
                  <a:pt x="16" y="95"/>
                </a:cubicBezTo>
                <a:cubicBezTo>
                  <a:pt x="18" y="92"/>
                  <a:pt x="19" y="89"/>
                  <a:pt x="20" y="86"/>
                </a:cubicBezTo>
                <a:moveTo>
                  <a:pt x="25" y="58"/>
                </a:moveTo>
                <a:cubicBezTo>
                  <a:pt x="25" y="58"/>
                  <a:pt x="25" y="58"/>
                  <a:pt x="25" y="58"/>
                </a:cubicBezTo>
                <a:cubicBezTo>
                  <a:pt x="25" y="58"/>
                  <a:pt x="25" y="58"/>
                  <a:pt x="25" y="58"/>
                </a:cubicBezTo>
                <a:cubicBezTo>
                  <a:pt x="25" y="58"/>
                  <a:pt x="25" y="58"/>
                  <a:pt x="25" y="58"/>
                </a:cubicBezTo>
                <a:moveTo>
                  <a:pt x="25" y="58"/>
                </a:moveTo>
                <a:cubicBezTo>
                  <a:pt x="25" y="58"/>
                  <a:pt x="25" y="58"/>
                  <a:pt x="25" y="58"/>
                </a:cubicBezTo>
                <a:cubicBezTo>
                  <a:pt x="25" y="58"/>
                  <a:pt x="25" y="58"/>
                  <a:pt x="25" y="58"/>
                </a:cubicBezTo>
                <a:moveTo>
                  <a:pt x="25" y="57"/>
                </a:moveTo>
                <a:cubicBezTo>
                  <a:pt x="25" y="57"/>
                  <a:pt x="25" y="57"/>
                  <a:pt x="25" y="57"/>
                </a:cubicBezTo>
                <a:cubicBezTo>
                  <a:pt x="25" y="57"/>
                  <a:pt x="25" y="57"/>
                  <a:pt x="25" y="57"/>
                </a:cubicBezTo>
                <a:moveTo>
                  <a:pt x="25" y="57"/>
                </a:moveTo>
                <a:cubicBezTo>
                  <a:pt x="25" y="57"/>
                  <a:pt x="25" y="57"/>
                  <a:pt x="25" y="57"/>
                </a:cubicBezTo>
                <a:cubicBezTo>
                  <a:pt x="25" y="57"/>
                  <a:pt x="25" y="57"/>
                  <a:pt x="25" y="57"/>
                </a:cubicBezTo>
                <a:moveTo>
                  <a:pt x="25" y="57"/>
                </a:moveTo>
                <a:cubicBezTo>
                  <a:pt x="25" y="57"/>
                  <a:pt x="25" y="57"/>
                  <a:pt x="25" y="57"/>
                </a:cubicBezTo>
                <a:cubicBezTo>
                  <a:pt x="25" y="57"/>
                  <a:pt x="25" y="57"/>
                  <a:pt x="25" y="57"/>
                </a:cubicBezTo>
                <a:moveTo>
                  <a:pt x="25" y="56"/>
                </a:moveTo>
                <a:cubicBezTo>
                  <a:pt x="25" y="57"/>
                  <a:pt x="25" y="57"/>
                  <a:pt x="25" y="57"/>
                </a:cubicBezTo>
                <a:cubicBezTo>
                  <a:pt x="25" y="57"/>
                  <a:pt x="25" y="57"/>
                  <a:pt x="25" y="56"/>
                </a:cubicBezTo>
                <a:moveTo>
                  <a:pt x="25" y="56"/>
                </a:moveTo>
                <a:cubicBezTo>
                  <a:pt x="25" y="56"/>
                  <a:pt x="25" y="56"/>
                  <a:pt x="25" y="56"/>
                </a:cubicBezTo>
                <a:cubicBezTo>
                  <a:pt x="25" y="56"/>
                  <a:pt x="25" y="56"/>
                  <a:pt x="25" y="56"/>
                </a:cubicBezTo>
                <a:moveTo>
                  <a:pt x="25" y="56"/>
                </a:moveTo>
                <a:cubicBezTo>
                  <a:pt x="25" y="56"/>
                  <a:pt x="25" y="56"/>
                  <a:pt x="25" y="56"/>
                </a:cubicBezTo>
                <a:cubicBezTo>
                  <a:pt x="25" y="56"/>
                  <a:pt x="25" y="56"/>
                  <a:pt x="25" y="56"/>
                </a:cubicBezTo>
                <a:moveTo>
                  <a:pt x="25" y="56"/>
                </a:moveTo>
                <a:cubicBezTo>
                  <a:pt x="25" y="56"/>
                  <a:pt x="25" y="56"/>
                  <a:pt x="25" y="56"/>
                </a:cubicBezTo>
                <a:cubicBezTo>
                  <a:pt x="25" y="56"/>
                  <a:pt x="25" y="56"/>
                  <a:pt x="25" y="56"/>
                </a:cubicBezTo>
                <a:moveTo>
                  <a:pt x="25" y="55"/>
                </a:moveTo>
                <a:cubicBezTo>
                  <a:pt x="25" y="55"/>
                  <a:pt x="25" y="56"/>
                  <a:pt x="25" y="56"/>
                </a:cubicBezTo>
                <a:cubicBezTo>
                  <a:pt x="25" y="56"/>
                  <a:pt x="25" y="55"/>
                  <a:pt x="25" y="55"/>
                </a:cubicBezTo>
                <a:moveTo>
                  <a:pt x="25" y="55"/>
                </a:moveTo>
                <a:cubicBezTo>
                  <a:pt x="25" y="55"/>
                  <a:pt x="25" y="55"/>
                  <a:pt x="25" y="55"/>
                </a:cubicBezTo>
                <a:cubicBezTo>
                  <a:pt x="25" y="55"/>
                  <a:pt x="25" y="55"/>
                  <a:pt x="25" y="55"/>
                </a:cubicBezTo>
                <a:moveTo>
                  <a:pt x="25" y="55"/>
                </a:moveTo>
                <a:cubicBezTo>
                  <a:pt x="25" y="55"/>
                  <a:pt x="25" y="55"/>
                  <a:pt x="25" y="55"/>
                </a:cubicBezTo>
                <a:cubicBezTo>
                  <a:pt x="25" y="55"/>
                  <a:pt x="25" y="55"/>
                  <a:pt x="25" y="55"/>
                </a:cubicBezTo>
                <a:moveTo>
                  <a:pt x="25" y="55"/>
                </a:moveTo>
                <a:cubicBezTo>
                  <a:pt x="25" y="55"/>
                  <a:pt x="25" y="55"/>
                  <a:pt x="25" y="55"/>
                </a:cubicBezTo>
                <a:cubicBezTo>
                  <a:pt x="25" y="55"/>
                  <a:pt x="25" y="55"/>
                  <a:pt x="25" y="55"/>
                </a:cubicBezTo>
                <a:moveTo>
                  <a:pt x="25" y="54"/>
                </a:moveTo>
                <a:cubicBezTo>
                  <a:pt x="25" y="54"/>
                  <a:pt x="25" y="54"/>
                  <a:pt x="25" y="55"/>
                </a:cubicBezTo>
                <a:cubicBezTo>
                  <a:pt x="25" y="54"/>
                  <a:pt x="25" y="54"/>
                  <a:pt x="25" y="54"/>
                </a:cubicBezTo>
                <a:moveTo>
                  <a:pt x="25" y="54"/>
                </a:moveTo>
                <a:cubicBezTo>
                  <a:pt x="25" y="54"/>
                  <a:pt x="25" y="54"/>
                  <a:pt x="25" y="54"/>
                </a:cubicBezTo>
                <a:cubicBezTo>
                  <a:pt x="25" y="54"/>
                  <a:pt x="25" y="54"/>
                  <a:pt x="25" y="54"/>
                </a:cubicBezTo>
                <a:moveTo>
                  <a:pt x="25" y="54"/>
                </a:moveTo>
                <a:cubicBezTo>
                  <a:pt x="25" y="54"/>
                  <a:pt x="25" y="54"/>
                  <a:pt x="25" y="54"/>
                </a:cubicBezTo>
                <a:cubicBezTo>
                  <a:pt x="25" y="54"/>
                  <a:pt x="25" y="54"/>
                  <a:pt x="25" y="54"/>
                </a:cubicBezTo>
                <a:moveTo>
                  <a:pt x="25" y="54"/>
                </a:moveTo>
                <a:cubicBezTo>
                  <a:pt x="25" y="54"/>
                  <a:pt x="25" y="54"/>
                  <a:pt x="25" y="54"/>
                </a:cubicBezTo>
                <a:cubicBezTo>
                  <a:pt x="25" y="54"/>
                  <a:pt x="25" y="54"/>
                  <a:pt x="25" y="54"/>
                </a:cubicBezTo>
                <a:moveTo>
                  <a:pt x="25" y="53"/>
                </a:moveTo>
                <a:cubicBezTo>
                  <a:pt x="25" y="53"/>
                  <a:pt x="25" y="53"/>
                  <a:pt x="25" y="53"/>
                </a:cubicBezTo>
                <a:cubicBezTo>
                  <a:pt x="25" y="53"/>
                  <a:pt x="25" y="53"/>
                  <a:pt x="25" y="53"/>
                </a:cubicBezTo>
                <a:moveTo>
                  <a:pt x="25" y="53"/>
                </a:moveTo>
                <a:cubicBezTo>
                  <a:pt x="25" y="53"/>
                  <a:pt x="25" y="53"/>
                  <a:pt x="25" y="53"/>
                </a:cubicBezTo>
                <a:cubicBezTo>
                  <a:pt x="25" y="53"/>
                  <a:pt x="25" y="53"/>
                  <a:pt x="25" y="53"/>
                </a:cubicBezTo>
                <a:moveTo>
                  <a:pt x="25" y="53"/>
                </a:moveTo>
                <a:cubicBezTo>
                  <a:pt x="25" y="53"/>
                  <a:pt x="25" y="53"/>
                  <a:pt x="25" y="53"/>
                </a:cubicBezTo>
                <a:cubicBezTo>
                  <a:pt x="25" y="53"/>
                  <a:pt x="25" y="53"/>
                  <a:pt x="25" y="53"/>
                </a:cubicBezTo>
                <a:moveTo>
                  <a:pt x="25" y="53"/>
                </a:moveTo>
                <a:cubicBezTo>
                  <a:pt x="25" y="53"/>
                  <a:pt x="25" y="53"/>
                  <a:pt x="25" y="53"/>
                </a:cubicBezTo>
                <a:cubicBezTo>
                  <a:pt x="25" y="53"/>
                  <a:pt x="25" y="53"/>
                  <a:pt x="25" y="53"/>
                </a:cubicBezTo>
                <a:moveTo>
                  <a:pt x="25" y="52"/>
                </a:moveTo>
                <a:cubicBezTo>
                  <a:pt x="25" y="52"/>
                  <a:pt x="25" y="52"/>
                  <a:pt x="25" y="52"/>
                </a:cubicBezTo>
                <a:cubicBezTo>
                  <a:pt x="25" y="52"/>
                  <a:pt x="25" y="52"/>
                  <a:pt x="25" y="52"/>
                </a:cubicBezTo>
                <a:moveTo>
                  <a:pt x="23" y="39"/>
                </a:moveTo>
                <a:cubicBezTo>
                  <a:pt x="23" y="39"/>
                  <a:pt x="23" y="39"/>
                  <a:pt x="23" y="39"/>
                </a:cubicBezTo>
                <a:cubicBezTo>
                  <a:pt x="23" y="39"/>
                  <a:pt x="23" y="39"/>
                  <a:pt x="23" y="39"/>
                </a:cubicBezTo>
                <a:moveTo>
                  <a:pt x="23" y="38"/>
                </a:moveTo>
                <a:cubicBezTo>
                  <a:pt x="23" y="38"/>
                  <a:pt x="23" y="38"/>
                  <a:pt x="23" y="38"/>
                </a:cubicBezTo>
                <a:cubicBezTo>
                  <a:pt x="23" y="38"/>
                  <a:pt x="23" y="38"/>
                  <a:pt x="23" y="38"/>
                </a:cubicBezTo>
                <a:moveTo>
                  <a:pt x="23" y="38"/>
                </a:moveTo>
                <a:cubicBezTo>
                  <a:pt x="23" y="38"/>
                  <a:pt x="23" y="38"/>
                  <a:pt x="23" y="38"/>
                </a:cubicBezTo>
                <a:cubicBezTo>
                  <a:pt x="23" y="38"/>
                  <a:pt x="23" y="38"/>
                  <a:pt x="23" y="38"/>
                </a:cubicBezTo>
                <a:moveTo>
                  <a:pt x="23" y="38"/>
                </a:moveTo>
                <a:cubicBezTo>
                  <a:pt x="23" y="38"/>
                  <a:pt x="23" y="38"/>
                  <a:pt x="23" y="38"/>
                </a:cubicBezTo>
                <a:cubicBezTo>
                  <a:pt x="23" y="38"/>
                  <a:pt x="23" y="38"/>
                  <a:pt x="23" y="38"/>
                </a:cubicBezTo>
                <a:moveTo>
                  <a:pt x="23" y="38"/>
                </a:moveTo>
                <a:cubicBezTo>
                  <a:pt x="23" y="38"/>
                  <a:pt x="23" y="38"/>
                  <a:pt x="23" y="38"/>
                </a:cubicBezTo>
                <a:cubicBezTo>
                  <a:pt x="23" y="38"/>
                  <a:pt x="23" y="38"/>
                  <a:pt x="23" y="38"/>
                </a:cubicBezTo>
                <a:moveTo>
                  <a:pt x="23" y="37"/>
                </a:moveTo>
                <a:cubicBezTo>
                  <a:pt x="23" y="37"/>
                  <a:pt x="23" y="37"/>
                  <a:pt x="23" y="37"/>
                </a:cubicBezTo>
                <a:cubicBezTo>
                  <a:pt x="23" y="37"/>
                  <a:pt x="23" y="37"/>
                  <a:pt x="23" y="37"/>
                </a:cubicBezTo>
                <a:moveTo>
                  <a:pt x="23" y="37"/>
                </a:moveTo>
                <a:cubicBezTo>
                  <a:pt x="23" y="37"/>
                  <a:pt x="23" y="37"/>
                  <a:pt x="23" y="37"/>
                </a:cubicBezTo>
                <a:cubicBezTo>
                  <a:pt x="23" y="37"/>
                  <a:pt x="23" y="37"/>
                  <a:pt x="23" y="37"/>
                </a:cubicBezTo>
                <a:moveTo>
                  <a:pt x="0" y="0"/>
                </a:moveTo>
                <a:cubicBezTo>
                  <a:pt x="0" y="0"/>
                  <a:pt x="0" y="0"/>
                  <a:pt x="0" y="0"/>
                </a:cubicBezTo>
                <a:cubicBezTo>
                  <a:pt x="1" y="0"/>
                  <a:pt x="1" y="0"/>
                  <a:pt x="1" y="0"/>
                </a:cubicBezTo>
                <a:cubicBezTo>
                  <a:pt x="11" y="10"/>
                  <a:pt x="19" y="23"/>
                  <a:pt x="23" y="37"/>
                </a:cubicBezTo>
                <a:cubicBezTo>
                  <a:pt x="19" y="23"/>
                  <a:pt x="11" y="10"/>
                  <a:pt x="0" y="0"/>
                </a:cubicBezTo>
              </a:path>
            </a:pathLst>
          </a:custGeom>
          <a:solidFill>
            <a:srgbClr val="CFA446"/>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lnSpc>
                <a:spcPct val="130000"/>
              </a:lnSpc>
            </a:pPr>
            <a:endParaRPr sz="1350">
              <a:latin typeface="微软雅黑" panose="020B0503020204020204" pitchFamily="34" charset="-122"/>
              <a:ea typeface="微软雅黑" panose="020B0503020204020204" pitchFamily="34" charset="-122"/>
            </a:endParaRPr>
          </a:p>
        </p:txBody>
      </p:sp>
      <p:sp>
        <p:nvSpPr>
          <p:cNvPr id="5" name="任意多边形 16"/>
          <p:cNvSpPr/>
          <p:nvPr>
            <p:custDataLst>
              <p:tags r:id="rId3"/>
            </p:custDataLst>
          </p:nvPr>
        </p:nvSpPr>
        <p:spPr bwMode="auto">
          <a:xfrm>
            <a:off x="4013181" y="1844279"/>
            <a:ext cx="202406" cy="198835"/>
          </a:xfrm>
          <a:custGeom>
            <a:avLst/>
            <a:gdLst>
              <a:gd name="T0" fmla="*/ 0 w 170"/>
              <a:gd name="T1" fmla="*/ 0 h 167"/>
              <a:gd name="T2" fmla="*/ 0 w 170"/>
              <a:gd name="T3" fmla="*/ 0 h 167"/>
              <a:gd name="T4" fmla="*/ 170 w 170"/>
              <a:gd name="T5" fmla="*/ 167 h 167"/>
              <a:gd name="T6" fmla="*/ 170 w 170"/>
              <a:gd name="T7" fmla="*/ 167 h 167"/>
              <a:gd name="T8" fmla="*/ 0 w 170"/>
              <a:gd name="T9" fmla="*/ 0 h 167"/>
            </a:gdLst>
            <a:ahLst/>
            <a:cxnLst>
              <a:cxn ang="0">
                <a:pos x="T0" y="T1"/>
              </a:cxn>
              <a:cxn ang="0">
                <a:pos x="T2" y="T3"/>
              </a:cxn>
              <a:cxn ang="0">
                <a:pos x="T4" y="T5"/>
              </a:cxn>
              <a:cxn ang="0">
                <a:pos x="T6" y="T7"/>
              </a:cxn>
              <a:cxn ang="0">
                <a:pos x="T8" y="T9"/>
              </a:cxn>
            </a:cxnLst>
            <a:rect l="0" t="0" r="r" b="b"/>
            <a:pathLst>
              <a:path w="170" h="167">
                <a:moveTo>
                  <a:pt x="0" y="0"/>
                </a:moveTo>
                <a:lnTo>
                  <a:pt x="0" y="0"/>
                </a:lnTo>
                <a:lnTo>
                  <a:pt x="170" y="167"/>
                </a:lnTo>
                <a:lnTo>
                  <a:pt x="170" y="167"/>
                </a:lnTo>
                <a:lnTo>
                  <a:pt x="0" y="0"/>
                </a:lnTo>
                <a:close/>
              </a:path>
            </a:pathLst>
          </a:custGeom>
          <a:solidFill>
            <a:srgbClr val="E4B54C"/>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lnSpc>
                <a:spcPct val="130000"/>
              </a:lnSpc>
            </a:pPr>
            <a:endParaRPr sz="1350">
              <a:latin typeface="微软雅黑" panose="020B0503020204020204" pitchFamily="34" charset="-122"/>
              <a:ea typeface="微软雅黑" panose="020B0503020204020204" pitchFamily="34" charset="-122"/>
            </a:endParaRPr>
          </a:p>
        </p:txBody>
      </p:sp>
      <p:sp>
        <p:nvSpPr>
          <p:cNvPr id="6" name="任意多边形 17"/>
          <p:cNvSpPr/>
          <p:nvPr>
            <p:custDataLst>
              <p:tags r:id="rId4"/>
            </p:custDataLst>
          </p:nvPr>
        </p:nvSpPr>
        <p:spPr bwMode="auto">
          <a:xfrm>
            <a:off x="4013181" y="1844279"/>
            <a:ext cx="202406" cy="198835"/>
          </a:xfrm>
          <a:custGeom>
            <a:avLst/>
            <a:gdLst>
              <a:gd name="T0" fmla="*/ 0 w 170"/>
              <a:gd name="T1" fmla="*/ 0 h 167"/>
              <a:gd name="T2" fmla="*/ 0 w 170"/>
              <a:gd name="T3" fmla="*/ 0 h 167"/>
              <a:gd name="T4" fmla="*/ 170 w 170"/>
              <a:gd name="T5" fmla="*/ 167 h 167"/>
              <a:gd name="T6" fmla="*/ 170 w 170"/>
              <a:gd name="T7" fmla="*/ 167 h 167"/>
              <a:gd name="T8" fmla="*/ 0 w 170"/>
              <a:gd name="T9" fmla="*/ 0 h 167"/>
            </a:gdLst>
            <a:ahLst/>
            <a:cxnLst>
              <a:cxn ang="0">
                <a:pos x="T0" y="T1"/>
              </a:cxn>
              <a:cxn ang="0">
                <a:pos x="T2" y="T3"/>
              </a:cxn>
              <a:cxn ang="0">
                <a:pos x="T4" y="T5"/>
              </a:cxn>
              <a:cxn ang="0">
                <a:pos x="T6" y="T7"/>
              </a:cxn>
              <a:cxn ang="0">
                <a:pos x="T8" y="T9"/>
              </a:cxn>
            </a:cxnLst>
            <a:rect l="0" t="0" r="r" b="b"/>
            <a:pathLst>
              <a:path w="170" h="167">
                <a:moveTo>
                  <a:pt x="0" y="0"/>
                </a:moveTo>
                <a:lnTo>
                  <a:pt x="0" y="0"/>
                </a:lnTo>
                <a:lnTo>
                  <a:pt x="170" y="167"/>
                </a:lnTo>
                <a:lnTo>
                  <a:pt x="170" y="167"/>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nchor="ctr"/>
          <a:lstStyle/>
          <a:p>
            <a:pPr algn="ctr">
              <a:lnSpc>
                <a:spcPct val="130000"/>
              </a:lnSpc>
            </a:pPr>
            <a:endParaRPr sz="1350">
              <a:latin typeface="微软雅黑" panose="020B0503020204020204" pitchFamily="34" charset="-122"/>
              <a:ea typeface="微软雅黑" panose="020B0503020204020204" pitchFamily="34" charset="-122"/>
            </a:endParaRPr>
          </a:p>
        </p:txBody>
      </p:sp>
      <p:sp>
        <p:nvSpPr>
          <p:cNvPr id="7" name="任意多边形 18"/>
          <p:cNvSpPr/>
          <p:nvPr>
            <p:custDataLst>
              <p:tags r:id="rId5"/>
            </p:custDataLst>
          </p:nvPr>
        </p:nvSpPr>
        <p:spPr bwMode="auto">
          <a:xfrm>
            <a:off x="4215587" y="1884760"/>
            <a:ext cx="159544" cy="158354"/>
          </a:xfrm>
          <a:custGeom>
            <a:avLst/>
            <a:gdLst>
              <a:gd name="T0" fmla="*/ 63 w 63"/>
              <a:gd name="T1" fmla="*/ 0 h 63"/>
              <a:gd name="T2" fmla="*/ 62 w 63"/>
              <a:gd name="T3" fmla="*/ 2 h 63"/>
              <a:gd name="T4" fmla="*/ 50 w 63"/>
              <a:gd name="T5" fmla="*/ 13 h 63"/>
              <a:gd name="T6" fmla="*/ 0 w 63"/>
              <a:gd name="T7" fmla="*/ 63 h 63"/>
              <a:gd name="T8" fmla="*/ 0 w 63"/>
              <a:gd name="T9" fmla="*/ 63 h 63"/>
              <a:gd name="T10" fmla="*/ 50 w 63"/>
              <a:gd name="T11" fmla="*/ 13 h 63"/>
              <a:gd name="T12" fmla="*/ 62 w 63"/>
              <a:gd name="T13" fmla="*/ 1 h 63"/>
              <a:gd name="T14" fmla="*/ 63 w 63"/>
              <a:gd name="T15" fmla="*/ 0 h 6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3" h="63">
                <a:moveTo>
                  <a:pt x="63" y="0"/>
                </a:moveTo>
                <a:cubicBezTo>
                  <a:pt x="63" y="1"/>
                  <a:pt x="62" y="1"/>
                  <a:pt x="62" y="2"/>
                </a:cubicBezTo>
                <a:cubicBezTo>
                  <a:pt x="50" y="13"/>
                  <a:pt x="50" y="13"/>
                  <a:pt x="50" y="13"/>
                </a:cubicBezTo>
                <a:cubicBezTo>
                  <a:pt x="0" y="63"/>
                  <a:pt x="0" y="63"/>
                  <a:pt x="0" y="63"/>
                </a:cubicBezTo>
                <a:cubicBezTo>
                  <a:pt x="0" y="63"/>
                  <a:pt x="0" y="63"/>
                  <a:pt x="0" y="63"/>
                </a:cubicBezTo>
                <a:cubicBezTo>
                  <a:pt x="50" y="13"/>
                  <a:pt x="50" y="13"/>
                  <a:pt x="50" y="13"/>
                </a:cubicBezTo>
                <a:cubicBezTo>
                  <a:pt x="62" y="1"/>
                  <a:pt x="62" y="1"/>
                  <a:pt x="62" y="1"/>
                </a:cubicBezTo>
                <a:cubicBezTo>
                  <a:pt x="62" y="1"/>
                  <a:pt x="63" y="1"/>
                  <a:pt x="63" y="0"/>
                </a:cubicBezTo>
              </a:path>
            </a:pathLst>
          </a:custGeom>
          <a:solidFill>
            <a:srgbClr val="BD9641"/>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lnSpc>
                <a:spcPct val="130000"/>
              </a:lnSpc>
            </a:pPr>
            <a:endParaRPr sz="1350">
              <a:latin typeface="微软雅黑" panose="020B0503020204020204" pitchFamily="34" charset="-122"/>
              <a:ea typeface="微软雅黑" panose="020B0503020204020204" pitchFamily="34" charset="-122"/>
            </a:endParaRPr>
          </a:p>
        </p:txBody>
      </p:sp>
      <p:sp>
        <p:nvSpPr>
          <p:cNvPr id="8" name="任意多边形 19"/>
          <p:cNvSpPr/>
          <p:nvPr>
            <p:custDataLst>
              <p:tags r:id="rId6"/>
            </p:custDataLst>
          </p:nvPr>
        </p:nvSpPr>
        <p:spPr bwMode="auto">
          <a:xfrm>
            <a:off x="4013181" y="2043113"/>
            <a:ext cx="202406" cy="200025"/>
          </a:xfrm>
          <a:custGeom>
            <a:avLst/>
            <a:gdLst>
              <a:gd name="T0" fmla="*/ 170 w 170"/>
              <a:gd name="T1" fmla="*/ 0 h 168"/>
              <a:gd name="T2" fmla="*/ 170 w 170"/>
              <a:gd name="T3" fmla="*/ 0 h 168"/>
              <a:gd name="T4" fmla="*/ 0 w 170"/>
              <a:gd name="T5" fmla="*/ 168 h 168"/>
              <a:gd name="T6" fmla="*/ 0 w 170"/>
              <a:gd name="T7" fmla="*/ 168 h 168"/>
              <a:gd name="T8" fmla="*/ 170 w 170"/>
              <a:gd name="T9" fmla="*/ 0 h 168"/>
              <a:gd name="T10" fmla="*/ 170 w 170"/>
              <a:gd name="T11" fmla="*/ 0 h 168"/>
            </a:gdLst>
            <a:ahLst/>
            <a:cxnLst>
              <a:cxn ang="0">
                <a:pos x="T0" y="T1"/>
              </a:cxn>
              <a:cxn ang="0">
                <a:pos x="T2" y="T3"/>
              </a:cxn>
              <a:cxn ang="0">
                <a:pos x="T4" y="T5"/>
              </a:cxn>
              <a:cxn ang="0">
                <a:pos x="T6" y="T7"/>
              </a:cxn>
              <a:cxn ang="0">
                <a:pos x="T8" y="T9"/>
              </a:cxn>
              <a:cxn ang="0">
                <a:pos x="T10" y="T11"/>
              </a:cxn>
            </a:cxnLst>
            <a:rect l="0" t="0" r="r" b="b"/>
            <a:pathLst>
              <a:path w="170" h="168">
                <a:moveTo>
                  <a:pt x="170" y="0"/>
                </a:moveTo>
                <a:lnTo>
                  <a:pt x="170" y="0"/>
                </a:lnTo>
                <a:lnTo>
                  <a:pt x="0" y="168"/>
                </a:lnTo>
                <a:lnTo>
                  <a:pt x="0" y="168"/>
                </a:lnTo>
                <a:lnTo>
                  <a:pt x="170" y="0"/>
                </a:lnTo>
                <a:lnTo>
                  <a:pt x="170" y="0"/>
                </a:lnTo>
                <a:close/>
              </a:path>
            </a:pathLst>
          </a:custGeom>
          <a:solidFill>
            <a:srgbClr val="E4B54C"/>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lnSpc>
                <a:spcPct val="130000"/>
              </a:lnSpc>
            </a:pPr>
            <a:endParaRPr sz="1350">
              <a:latin typeface="微软雅黑" panose="020B0503020204020204" pitchFamily="34" charset="-122"/>
              <a:ea typeface="微软雅黑" panose="020B0503020204020204" pitchFamily="34" charset="-122"/>
            </a:endParaRPr>
          </a:p>
        </p:txBody>
      </p:sp>
      <p:sp>
        <p:nvSpPr>
          <p:cNvPr id="9" name="任意多边形 20"/>
          <p:cNvSpPr/>
          <p:nvPr>
            <p:custDataLst>
              <p:tags r:id="rId7"/>
            </p:custDataLst>
          </p:nvPr>
        </p:nvSpPr>
        <p:spPr bwMode="auto">
          <a:xfrm>
            <a:off x="4013181" y="2043113"/>
            <a:ext cx="202406" cy="200025"/>
          </a:xfrm>
          <a:custGeom>
            <a:avLst/>
            <a:gdLst>
              <a:gd name="T0" fmla="*/ 170 w 170"/>
              <a:gd name="T1" fmla="*/ 0 h 168"/>
              <a:gd name="T2" fmla="*/ 170 w 170"/>
              <a:gd name="T3" fmla="*/ 0 h 168"/>
              <a:gd name="T4" fmla="*/ 0 w 170"/>
              <a:gd name="T5" fmla="*/ 168 h 168"/>
              <a:gd name="T6" fmla="*/ 0 w 170"/>
              <a:gd name="T7" fmla="*/ 168 h 168"/>
              <a:gd name="T8" fmla="*/ 170 w 170"/>
              <a:gd name="T9" fmla="*/ 0 h 168"/>
              <a:gd name="T10" fmla="*/ 170 w 170"/>
              <a:gd name="T11" fmla="*/ 0 h 168"/>
            </a:gdLst>
            <a:ahLst/>
            <a:cxnLst>
              <a:cxn ang="0">
                <a:pos x="T0" y="T1"/>
              </a:cxn>
              <a:cxn ang="0">
                <a:pos x="T2" y="T3"/>
              </a:cxn>
              <a:cxn ang="0">
                <a:pos x="T4" y="T5"/>
              </a:cxn>
              <a:cxn ang="0">
                <a:pos x="T6" y="T7"/>
              </a:cxn>
              <a:cxn ang="0">
                <a:pos x="T8" y="T9"/>
              </a:cxn>
              <a:cxn ang="0">
                <a:pos x="T10" y="T11"/>
              </a:cxn>
            </a:cxnLst>
            <a:rect l="0" t="0" r="r" b="b"/>
            <a:pathLst>
              <a:path w="170" h="168">
                <a:moveTo>
                  <a:pt x="170" y="0"/>
                </a:moveTo>
                <a:lnTo>
                  <a:pt x="170" y="0"/>
                </a:lnTo>
                <a:lnTo>
                  <a:pt x="0" y="168"/>
                </a:lnTo>
                <a:lnTo>
                  <a:pt x="0" y="168"/>
                </a:lnTo>
                <a:lnTo>
                  <a:pt x="170" y="0"/>
                </a:lnTo>
                <a:lnTo>
                  <a:pt x="17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nchor="ctr"/>
          <a:lstStyle/>
          <a:p>
            <a:pPr algn="ctr">
              <a:lnSpc>
                <a:spcPct val="130000"/>
              </a:lnSpc>
            </a:pPr>
            <a:endParaRPr sz="1350">
              <a:latin typeface="微软雅黑" panose="020B0503020204020204" pitchFamily="34" charset="-122"/>
              <a:ea typeface="微软雅黑" panose="020B0503020204020204" pitchFamily="34" charset="-122"/>
            </a:endParaRPr>
          </a:p>
        </p:txBody>
      </p:sp>
      <p:sp>
        <p:nvSpPr>
          <p:cNvPr id="10" name="任意多边形 21"/>
          <p:cNvSpPr/>
          <p:nvPr>
            <p:custDataLst>
              <p:tags r:id="rId8"/>
            </p:custDataLst>
          </p:nvPr>
        </p:nvSpPr>
        <p:spPr bwMode="auto">
          <a:xfrm>
            <a:off x="4288216" y="2114550"/>
            <a:ext cx="210741" cy="128588"/>
          </a:xfrm>
          <a:custGeom>
            <a:avLst/>
            <a:gdLst>
              <a:gd name="T0" fmla="*/ 83 w 83"/>
              <a:gd name="T1" fmla="*/ 51 h 51"/>
              <a:gd name="T2" fmla="*/ 83 w 83"/>
              <a:gd name="T3" fmla="*/ 51 h 51"/>
              <a:gd name="T4" fmla="*/ 83 w 83"/>
              <a:gd name="T5" fmla="*/ 51 h 51"/>
              <a:gd name="T6" fmla="*/ 0 w 83"/>
              <a:gd name="T7" fmla="*/ 0 h 51"/>
              <a:gd name="T8" fmla="*/ 21 w 83"/>
              <a:gd name="T9" fmla="*/ 22 h 51"/>
              <a:gd name="T10" fmla="*/ 33 w 83"/>
              <a:gd name="T11" fmla="*/ 34 h 51"/>
              <a:gd name="T12" fmla="*/ 44 w 83"/>
              <a:gd name="T13" fmla="*/ 41 h 51"/>
              <a:gd name="T14" fmla="*/ 33 w 83"/>
              <a:gd name="T15" fmla="*/ 34 h 51"/>
              <a:gd name="T16" fmla="*/ 21 w 83"/>
              <a:gd name="T17" fmla="*/ 22 h 51"/>
              <a:gd name="T18" fmla="*/ 0 w 83"/>
              <a:gd name="T19" fmla="*/ 0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3" h="51">
                <a:moveTo>
                  <a:pt x="83" y="51"/>
                </a:moveTo>
                <a:cubicBezTo>
                  <a:pt x="83" y="51"/>
                  <a:pt x="83" y="51"/>
                  <a:pt x="83" y="51"/>
                </a:cubicBezTo>
                <a:cubicBezTo>
                  <a:pt x="83" y="51"/>
                  <a:pt x="83" y="51"/>
                  <a:pt x="83" y="51"/>
                </a:cubicBezTo>
                <a:moveTo>
                  <a:pt x="0" y="0"/>
                </a:moveTo>
                <a:cubicBezTo>
                  <a:pt x="21" y="22"/>
                  <a:pt x="21" y="22"/>
                  <a:pt x="21" y="22"/>
                </a:cubicBezTo>
                <a:cubicBezTo>
                  <a:pt x="33" y="34"/>
                  <a:pt x="33" y="34"/>
                  <a:pt x="33" y="34"/>
                </a:cubicBezTo>
                <a:cubicBezTo>
                  <a:pt x="36" y="37"/>
                  <a:pt x="40" y="39"/>
                  <a:pt x="44" y="41"/>
                </a:cubicBezTo>
                <a:cubicBezTo>
                  <a:pt x="40" y="39"/>
                  <a:pt x="36" y="37"/>
                  <a:pt x="33" y="34"/>
                </a:cubicBezTo>
                <a:cubicBezTo>
                  <a:pt x="21" y="22"/>
                  <a:pt x="21" y="22"/>
                  <a:pt x="21" y="22"/>
                </a:cubicBezTo>
                <a:cubicBezTo>
                  <a:pt x="0" y="0"/>
                  <a:pt x="0" y="0"/>
                  <a:pt x="0" y="0"/>
                </a:cubicBezTo>
              </a:path>
            </a:pathLst>
          </a:custGeom>
          <a:solidFill>
            <a:srgbClr val="BD9641"/>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lnSpc>
                <a:spcPct val="130000"/>
              </a:lnSpc>
            </a:pPr>
            <a:endParaRPr sz="1350">
              <a:latin typeface="微软雅黑" panose="020B0503020204020204" pitchFamily="34" charset="-122"/>
              <a:ea typeface="微软雅黑" panose="020B0503020204020204" pitchFamily="34" charset="-122"/>
            </a:endParaRPr>
          </a:p>
        </p:txBody>
      </p:sp>
      <p:sp>
        <p:nvSpPr>
          <p:cNvPr id="19" name="任意多边形 30"/>
          <p:cNvSpPr/>
          <p:nvPr>
            <p:custDataLst>
              <p:tags r:id="rId9"/>
            </p:custDataLst>
          </p:nvPr>
        </p:nvSpPr>
        <p:spPr bwMode="auto">
          <a:xfrm>
            <a:off x="4470381" y="2647950"/>
            <a:ext cx="64294" cy="146447"/>
          </a:xfrm>
          <a:custGeom>
            <a:avLst/>
            <a:gdLst>
              <a:gd name="T0" fmla="*/ 25 w 25"/>
              <a:gd name="T1" fmla="*/ 0 h 58"/>
              <a:gd name="T2" fmla="*/ 0 w 25"/>
              <a:gd name="T3" fmla="*/ 58 h 58"/>
              <a:gd name="T4" fmla="*/ 0 w 25"/>
              <a:gd name="T5" fmla="*/ 58 h 58"/>
              <a:gd name="T6" fmla="*/ 0 w 25"/>
              <a:gd name="T7" fmla="*/ 57 h 58"/>
              <a:gd name="T8" fmla="*/ 0 w 25"/>
              <a:gd name="T9" fmla="*/ 57 h 58"/>
              <a:gd name="T10" fmla="*/ 0 w 25"/>
              <a:gd name="T11" fmla="*/ 57 h 58"/>
              <a:gd name="T12" fmla="*/ 0 w 25"/>
              <a:gd name="T13" fmla="*/ 57 h 58"/>
              <a:gd name="T14" fmla="*/ 0 w 25"/>
              <a:gd name="T15" fmla="*/ 57 h 58"/>
              <a:gd name="T16" fmla="*/ 0 w 25"/>
              <a:gd name="T17" fmla="*/ 57 h 58"/>
              <a:gd name="T18" fmla="*/ 0 w 25"/>
              <a:gd name="T19" fmla="*/ 57 h 58"/>
              <a:gd name="T20" fmla="*/ 0 w 25"/>
              <a:gd name="T21" fmla="*/ 57 h 58"/>
              <a:gd name="T22" fmla="*/ 0 w 25"/>
              <a:gd name="T23" fmla="*/ 56 h 58"/>
              <a:gd name="T24" fmla="*/ 0 w 25"/>
              <a:gd name="T25" fmla="*/ 56 h 58"/>
              <a:gd name="T26" fmla="*/ 0 w 25"/>
              <a:gd name="T27" fmla="*/ 56 h 58"/>
              <a:gd name="T28" fmla="*/ 0 w 25"/>
              <a:gd name="T29" fmla="*/ 56 h 58"/>
              <a:gd name="T30" fmla="*/ 0 w 25"/>
              <a:gd name="T31" fmla="*/ 56 h 58"/>
              <a:gd name="T32" fmla="*/ 0 w 25"/>
              <a:gd name="T33" fmla="*/ 56 h 58"/>
              <a:gd name="T34" fmla="*/ 0 w 25"/>
              <a:gd name="T35" fmla="*/ 56 h 58"/>
              <a:gd name="T36" fmla="*/ 0 w 25"/>
              <a:gd name="T37" fmla="*/ 56 h 58"/>
              <a:gd name="T38" fmla="*/ 0 w 25"/>
              <a:gd name="T39" fmla="*/ 55 h 58"/>
              <a:gd name="T40" fmla="*/ 0 w 25"/>
              <a:gd name="T41" fmla="*/ 55 h 58"/>
              <a:gd name="T42" fmla="*/ 0 w 25"/>
              <a:gd name="T43" fmla="*/ 55 h 58"/>
              <a:gd name="T44" fmla="*/ 0 w 25"/>
              <a:gd name="T45" fmla="*/ 55 h 58"/>
              <a:gd name="T46" fmla="*/ 0 w 25"/>
              <a:gd name="T47" fmla="*/ 55 h 58"/>
              <a:gd name="T48" fmla="*/ 0 w 25"/>
              <a:gd name="T49" fmla="*/ 55 h 58"/>
              <a:gd name="T50" fmla="*/ 0 w 25"/>
              <a:gd name="T51" fmla="*/ 55 h 58"/>
              <a:gd name="T52" fmla="*/ 0 w 25"/>
              <a:gd name="T53" fmla="*/ 54 h 58"/>
              <a:gd name="T54" fmla="*/ 0 w 25"/>
              <a:gd name="T55" fmla="*/ 54 h 58"/>
              <a:gd name="T56" fmla="*/ 0 w 25"/>
              <a:gd name="T57" fmla="*/ 54 h 58"/>
              <a:gd name="T58" fmla="*/ 0 w 25"/>
              <a:gd name="T59" fmla="*/ 54 h 58"/>
              <a:gd name="T60" fmla="*/ 0 w 25"/>
              <a:gd name="T61" fmla="*/ 54 h 58"/>
              <a:gd name="T62" fmla="*/ 0 w 25"/>
              <a:gd name="T63" fmla="*/ 54 h 58"/>
              <a:gd name="T64" fmla="*/ 0 w 25"/>
              <a:gd name="T65" fmla="*/ 54 h 58"/>
              <a:gd name="T66" fmla="*/ 0 w 25"/>
              <a:gd name="T67" fmla="*/ 54 h 58"/>
              <a:gd name="T68" fmla="*/ 0 w 25"/>
              <a:gd name="T69" fmla="*/ 53 h 58"/>
              <a:gd name="T70" fmla="*/ 0 w 25"/>
              <a:gd name="T71" fmla="*/ 53 h 58"/>
              <a:gd name="T72" fmla="*/ 0 w 25"/>
              <a:gd name="T73" fmla="*/ 53 h 58"/>
              <a:gd name="T74" fmla="*/ 0 w 25"/>
              <a:gd name="T75" fmla="*/ 53 h 58"/>
              <a:gd name="T76" fmla="*/ 0 w 25"/>
              <a:gd name="T77" fmla="*/ 53 h 58"/>
              <a:gd name="T78" fmla="*/ 0 w 25"/>
              <a:gd name="T79" fmla="*/ 53 h 58"/>
              <a:gd name="T80" fmla="*/ 0 w 25"/>
              <a:gd name="T81" fmla="*/ 53 h 58"/>
              <a:gd name="T82" fmla="*/ 0 w 25"/>
              <a:gd name="T83" fmla="*/ 53 h 58"/>
              <a:gd name="T84" fmla="*/ 0 w 25"/>
              <a:gd name="T85" fmla="*/ 52 h 58"/>
              <a:gd name="T86" fmla="*/ 0 w 25"/>
              <a:gd name="T87" fmla="*/ 52 h 58"/>
              <a:gd name="T88" fmla="*/ 3 w 25"/>
              <a:gd name="T89" fmla="*/ 36 h 58"/>
              <a:gd name="T90" fmla="*/ 3 w 25"/>
              <a:gd name="T91" fmla="*/ 36 h 58"/>
              <a:gd name="T92" fmla="*/ 3 w 25"/>
              <a:gd name="T93" fmla="*/ 36 h 58"/>
              <a:gd name="T94" fmla="*/ 3 w 25"/>
              <a:gd name="T95" fmla="*/ 36 h 58"/>
              <a:gd name="T96" fmla="*/ 3 w 25"/>
              <a:gd name="T97" fmla="*/ 35 h 58"/>
              <a:gd name="T98" fmla="*/ 3 w 25"/>
              <a:gd name="T99" fmla="*/ 35 h 58"/>
              <a:gd name="T100" fmla="*/ 3 w 25"/>
              <a:gd name="T101" fmla="*/ 35 h 58"/>
              <a:gd name="T102" fmla="*/ 3 w 25"/>
              <a:gd name="T103" fmla="*/ 35 h 58"/>
              <a:gd name="T104" fmla="*/ 3 w 25"/>
              <a:gd name="T105" fmla="*/ 35 h 58"/>
              <a:gd name="T106" fmla="*/ 25 w 25"/>
              <a:gd name="T107" fmla="*/ 0 h 58"/>
              <a:gd name="T108" fmla="*/ 25 w 25"/>
              <a:gd name="T109" fmla="*/ 0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25" h="58">
                <a:moveTo>
                  <a:pt x="25" y="0"/>
                </a:moveTo>
                <a:cubicBezTo>
                  <a:pt x="9" y="14"/>
                  <a:pt x="0" y="35"/>
                  <a:pt x="0" y="58"/>
                </a:cubicBezTo>
                <a:cubicBezTo>
                  <a:pt x="0" y="58"/>
                  <a:pt x="0" y="58"/>
                  <a:pt x="0" y="58"/>
                </a:cubicBezTo>
                <a:cubicBezTo>
                  <a:pt x="0" y="58"/>
                  <a:pt x="0" y="58"/>
                  <a:pt x="0" y="57"/>
                </a:cubicBezTo>
                <a:cubicBezTo>
                  <a:pt x="0" y="57"/>
                  <a:pt x="0" y="57"/>
                  <a:pt x="0" y="57"/>
                </a:cubicBezTo>
                <a:cubicBezTo>
                  <a:pt x="0" y="57"/>
                  <a:pt x="0" y="57"/>
                  <a:pt x="0" y="57"/>
                </a:cubicBezTo>
                <a:cubicBezTo>
                  <a:pt x="0" y="57"/>
                  <a:pt x="0" y="57"/>
                  <a:pt x="0" y="57"/>
                </a:cubicBezTo>
                <a:cubicBezTo>
                  <a:pt x="0" y="57"/>
                  <a:pt x="0" y="57"/>
                  <a:pt x="0" y="57"/>
                </a:cubicBezTo>
                <a:cubicBezTo>
                  <a:pt x="0" y="57"/>
                  <a:pt x="0" y="57"/>
                  <a:pt x="0" y="57"/>
                </a:cubicBezTo>
                <a:cubicBezTo>
                  <a:pt x="0" y="57"/>
                  <a:pt x="0" y="57"/>
                  <a:pt x="0" y="57"/>
                </a:cubicBezTo>
                <a:cubicBezTo>
                  <a:pt x="0" y="57"/>
                  <a:pt x="0" y="57"/>
                  <a:pt x="0" y="57"/>
                </a:cubicBezTo>
                <a:cubicBezTo>
                  <a:pt x="0" y="57"/>
                  <a:pt x="0" y="56"/>
                  <a:pt x="0" y="56"/>
                </a:cubicBezTo>
                <a:cubicBezTo>
                  <a:pt x="0" y="56"/>
                  <a:pt x="0" y="56"/>
                  <a:pt x="0" y="56"/>
                </a:cubicBezTo>
                <a:cubicBezTo>
                  <a:pt x="0" y="56"/>
                  <a:pt x="0" y="56"/>
                  <a:pt x="0" y="56"/>
                </a:cubicBezTo>
                <a:cubicBezTo>
                  <a:pt x="0" y="56"/>
                  <a:pt x="0" y="56"/>
                  <a:pt x="0" y="56"/>
                </a:cubicBezTo>
                <a:cubicBezTo>
                  <a:pt x="0" y="56"/>
                  <a:pt x="0" y="56"/>
                  <a:pt x="0" y="56"/>
                </a:cubicBezTo>
                <a:cubicBezTo>
                  <a:pt x="0" y="56"/>
                  <a:pt x="0" y="56"/>
                  <a:pt x="0" y="56"/>
                </a:cubicBezTo>
                <a:cubicBezTo>
                  <a:pt x="0" y="56"/>
                  <a:pt x="0" y="56"/>
                  <a:pt x="0" y="56"/>
                </a:cubicBezTo>
                <a:cubicBezTo>
                  <a:pt x="0" y="56"/>
                  <a:pt x="0" y="56"/>
                  <a:pt x="0" y="56"/>
                </a:cubicBezTo>
                <a:cubicBezTo>
                  <a:pt x="0" y="55"/>
                  <a:pt x="0" y="55"/>
                  <a:pt x="0" y="55"/>
                </a:cubicBezTo>
                <a:cubicBezTo>
                  <a:pt x="0" y="55"/>
                  <a:pt x="0" y="55"/>
                  <a:pt x="0" y="55"/>
                </a:cubicBezTo>
                <a:cubicBezTo>
                  <a:pt x="0" y="55"/>
                  <a:pt x="0" y="55"/>
                  <a:pt x="0" y="55"/>
                </a:cubicBezTo>
                <a:cubicBezTo>
                  <a:pt x="0" y="55"/>
                  <a:pt x="0" y="55"/>
                  <a:pt x="0" y="55"/>
                </a:cubicBezTo>
                <a:cubicBezTo>
                  <a:pt x="0" y="55"/>
                  <a:pt x="0" y="55"/>
                  <a:pt x="0" y="55"/>
                </a:cubicBezTo>
                <a:cubicBezTo>
                  <a:pt x="0" y="55"/>
                  <a:pt x="0" y="55"/>
                  <a:pt x="0" y="55"/>
                </a:cubicBezTo>
                <a:cubicBezTo>
                  <a:pt x="0" y="55"/>
                  <a:pt x="0" y="55"/>
                  <a:pt x="0" y="55"/>
                </a:cubicBezTo>
                <a:cubicBezTo>
                  <a:pt x="0" y="55"/>
                  <a:pt x="0" y="55"/>
                  <a:pt x="0" y="54"/>
                </a:cubicBezTo>
                <a:cubicBezTo>
                  <a:pt x="0" y="54"/>
                  <a:pt x="0" y="54"/>
                  <a:pt x="0" y="54"/>
                </a:cubicBezTo>
                <a:cubicBezTo>
                  <a:pt x="0" y="54"/>
                  <a:pt x="0" y="54"/>
                  <a:pt x="0" y="54"/>
                </a:cubicBezTo>
                <a:cubicBezTo>
                  <a:pt x="0" y="54"/>
                  <a:pt x="0" y="54"/>
                  <a:pt x="0" y="54"/>
                </a:cubicBezTo>
                <a:cubicBezTo>
                  <a:pt x="0" y="54"/>
                  <a:pt x="0" y="54"/>
                  <a:pt x="0" y="54"/>
                </a:cubicBezTo>
                <a:cubicBezTo>
                  <a:pt x="0" y="54"/>
                  <a:pt x="0" y="54"/>
                  <a:pt x="0" y="54"/>
                </a:cubicBezTo>
                <a:cubicBezTo>
                  <a:pt x="0" y="54"/>
                  <a:pt x="0" y="54"/>
                  <a:pt x="0" y="54"/>
                </a:cubicBezTo>
                <a:cubicBezTo>
                  <a:pt x="0" y="54"/>
                  <a:pt x="0" y="54"/>
                  <a:pt x="0" y="54"/>
                </a:cubicBezTo>
                <a:cubicBezTo>
                  <a:pt x="0" y="54"/>
                  <a:pt x="0" y="53"/>
                  <a:pt x="0" y="53"/>
                </a:cubicBezTo>
                <a:cubicBezTo>
                  <a:pt x="0" y="53"/>
                  <a:pt x="0" y="53"/>
                  <a:pt x="0" y="53"/>
                </a:cubicBezTo>
                <a:cubicBezTo>
                  <a:pt x="0" y="53"/>
                  <a:pt x="0" y="53"/>
                  <a:pt x="0" y="53"/>
                </a:cubicBezTo>
                <a:cubicBezTo>
                  <a:pt x="0" y="53"/>
                  <a:pt x="0" y="53"/>
                  <a:pt x="0" y="53"/>
                </a:cubicBezTo>
                <a:cubicBezTo>
                  <a:pt x="0" y="53"/>
                  <a:pt x="0" y="53"/>
                  <a:pt x="0" y="53"/>
                </a:cubicBezTo>
                <a:cubicBezTo>
                  <a:pt x="0" y="53"/>
                  <a:pt x="0" y="53"/>
                  <a:pt x="0" y="53"/>
                </a:cubicBezTo>
                <a:cubicBezTo>
                  <a:pt x="0" y="53"/>
                  <a:pt x="0" y="53"/>
                  <a:pt x="0" y="53"/>
                </a:cubicBezTo>
                <a:cubicBezTo>
                  <a:pt x="0" y="53"/>
                  <a:pt x="0" y="53"/>
                  <a:pt x="0" y="53"/>
                </a:cubicBezTo>
                <a:cubicBezTo>
                  <a:pt x="0" y="53"/>
                  <a:pt x="0" y="52"/>
                  <a:pt x="0" y="52"/>
                </a:cubicBezTo>
                <a:cubicBezTo>
                  <a:pt x="0" y="52"/>
                  <a:pt x="0" y="52"/>
                  <a:pt x="0" y="52"/>
                </a:cubicBezTo>
                <a:cubicBezTo>
                  <a:pt x="0" y="47"/>
                  <a:pt x="1" y="41"/>
                  <a:pt x="3" y="36"/>
                </a:cubicBezTo>
                <a:cubicBezTo>
                  <a:pt x="3" y="36"/>
                  <a:pt x="3" y="36"/>
                  <a:pt x="3" y="36"/>
                </a:cubicBezTo>
                <a:cubicBezTo>
                  <a:pt x="3" y="36"/>
                  <a:pt x="3" y="36"/>
                  <a:pt x="3" y="36"/>
                </a:cubicBezTo>
                <a:cubicBezTo>
                  <a:pt x="3" y="36"/>
                  <a:pt x="3" y="36"/>
                  <a:pt x="3" y="36"/>
                </a:cubicBezTo>
                <a:cubicBezTo>
                  <a:pt x="3" y="35"/>
                  <a:pt x="3" y="35"/>
                  <a:pt x="3" y="35"/>
                </a:cubicBezTo>
                <a:cubicBezTo>
                  <a:pt x="3" y="35"/>
                  <a:pt x="3" y="35"/>
                  <a:pt x="3" y="35"/>
                </a:cubicBezTo>
                <a:cubicBezTo>
                  <a:pt x="3" y="35"/>
                  <a:pt x="3" y="35"/>
                  <a:pt x="3" y="35"/>
                </a:cubicBezTo>
                <a:cubicBezTo>
                  <a:pt x="3" y="35"/>
                  <a:pt x="3" y="35"/>
                  <a:pt x="3" y="35"/>
                </a:cubicBezTo>
                <a:cubicBezTo>
                  <a:pt x="3" y="35"/>
                  <a:pt x="3" y="35"/>
                  <a:pt x="3" y="35"/>
                </a:cubicBezTo>
                <a:cubicBezTo>
                  <a:pt x="7" y="21"/>
                  <a:pt x="15" y="9"/>
                  <a:pt x="25" y="0"/>
                </a:cubicBezTo>
                <a:cubicBezTo>
                  <a:pt x="25" y="0"/>
                  <a:pt x="25" y="0"/>
                  <a:pt x="25" y="0"/>
                </a:cubicBezTo>
              </a:path>
            </a:pathLst>
          </a:custGeom>
          <a:solidFill>
            <a:srgbClr val="D3D1D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lnSpc>
                <a:spcPct val="130000"/>
              </a:lnSpc>
            </a:pPr>
            <a:endParaRPr sz="1350">
              <a:latin typeface="微软雅黑" panose="020B0503020204020204" pitchFamily="34" charset="-122"/>
              <a:ea typeface="微软雅黑" panose="020B0503020204020204" pitchFamily="34" charset="-122"/>
            </a:endParaRPr>
          </a:p>
        </p:txBody>
      </p:sp>
      <p:sp>
        <p:nvSpPr>
          <p:cNvPr id="20" name="任意多边形 31"/>
          <p:cNvSpPr/>
          <p:nvPr>
            <p:custDataLst>
              <p:tags r:id="rId10"/>
            </p:custDataLst>
          </p:nvPr>
        </p:nvSpPr>
        <p:spPr bwMode="auto">
          <a:xfrm>
            <a:off x="4470381" y="2647950"/>
            <a:ext cx="64294" cy="146447"/>
          </a:xfrm>
          <a:custGeom>
            <a:avLst/>
            <a:gdLst>
              <a:gd name="T0" fmla="*/ 0 w 25"/>
              <a:gd name="T1" fmla="*/ 58 h 58"/>
              <a:gd name="T2" fmla="*/ 0 w 25"/>
              <a:gd name="T3" fmla="*/ 57 h 58"/>
              <a:gd name="T4" fmla="*/ 0 w 25"/>
              <a:gd name="T5" fmla="*/ 57 h 58"/>
              <a:gd name="T6" fmla="*/ 0 w 25"/>
              <a:gd name="T7" fmla="*/ 57 h 58"/>
              <a:gd name="T8" fmla="*/ 0 w 25"/>
              <a:gd name="T9" fmla="*/ 57 h 58"/>
              <a:gd name="T10" fmla="*/ 0 w 25"/>
              <a:gd name="T11" fmla="*/ 57 h 58"/>
              <a:gd name="T12" fmla="*/ 0 w 25"/>
              <a:gd name="T13" fmla="*/ 56 h 58"/>
              <a:gd name="T14" fmla="*/ 0 w 25"/>
              <a:gd name="T15" fmla="*/ 56 h 58"/>
              <a:gd name="T16" fmla="*/ 0 w 25"/>
              <a:gd name="T17" fmla="*/ 56 h 58"/>
              <a:gd name="T18" fmla="*/ 0 w 25"/>
              <a:gd name="T19" fmla="*/ 56 h 58"/>
              <a:gd name="T20" fmla="*/ 0 w 25"/>
              <a:gd name="T21" fmla="*/ 56 h 58"/>
              <a:gd name="T22" fmla="*/ 0 w 25"/>
              <a:gd name="T23" fmla="*/ 56 h 58"/>
              <a:gd name="T24" fmla="*/ 0 w 25"/>
              <a:gd name="T25" fmla="*/ 55 h 58"/>
              <a:gd name="T26" fmla="*/ 0 w 25"/>
              <a:gd name="T27" fmla="*/ 55 h 58"/>
              <a:gd name="T28" fmla="*/ 0 w 25"/>
              <a:gd name="T29" fmla="*/ 55 h 58"/>
              <a:gd name="T30" fmla="*/ 0 w 25"/>
              <a:gd name="T31" fmla="*/ 55 h 58"/>
              <a:gd name="T32" fmla="*/ 0 w 25"/>
              <a:gd name="T33" fmla="*/ 55 h 58"/>
              <a:gd name="T34" fmla="*/ 0 w 25"/>
              <a:gd name="T35" fmla="*/ 55 h 58"/>
              <a:gd name="T36" fmla="*/ 0 w 25"/>
              <a:gd name="T37" fmla="*/ 54 h 58"/>
              <a:gd name="T38" fmla="*/ 0 w 25"/>
              <a:gd name="T39" fmla="*/ 54 h 58"/>
              <a:gd name="T40" fmla="*/ 0 w 25"/>
              <a:gd name="T41" fmla="*/ 54 h 58"/>
              <a:gd name="T42" fmla="*/ 0 w 25"/>
              <a:gd name="T43" fmla="*/ 54 h 58"/>
              <a:gd name="T44" fmla="*/ 0 w 25"/>
              <a:gd name="T45" fmla="*/ 54 h 58"/>
              <a:gd name="T46" fmla="*/ 0 w 25"/>
              <a:gd name="T47" fmla="*/ 54 h 58"/>
              <a:gd name="T48" fmla="*/ 0 w 25"/>
              <a:gd name="T49" fmla="*/ 53 h 58"/>
              <a:gd name="T50" fmla="*/ 0 w 25"/>
              <a:gd name="T51" fmla="*/ 53 h 58"/>
              <a:gd name="T52" fmla="*/ 0 w 25"/>
              <a:gd name="T53" fmla="*/ 53 h 58"/>
              <a:gd name="T54" fmla="*/ 0 w 25"/>
              <a:gd name="T55" fmla="*/ 53 h 58"/>
              <a:gd name="T56" fmla="*/ 0 w 25"/>
              <a:gd name="T57" fmla="*/ 53 h 58"/>
              <a:gd name="T58" fmla="*/ 0 w 25"/>
              <a:gd name="T59" fmla="*/ 53 h 58"/>
              <a:gd name="T60" fmla="*/ 0 w 25"/>
              <a:gd name="T61" fmla="*/ 52 h 58"/>
              <a:gd name="T62" fmla="*/ 0 w 25"/>
              <a:gd name="T63" fmla="*/ 52 h 58"/>
              <a:gd name="T64" fmla="*/ 3 w 25"/>
              <a:gd name="T65" fmla="*/ 36 h 58"/>
              <a:gd name="T66" fmla="*/ 3 w 25"/>
              <a:gd name="T67" fmla="*/ 36 h 58"/>
              <a:gd name="T68" fmla="*/ 3 w 25"/>
              <a:gd name="T69" fmla="*/ 36 h 58"/>
              <a:gd name="T70" fmla="*/ 3 w 25"/>
              <a:gd name="T71" fmla="*/ 35 h 58"/>
              <a:gd name="T72" fmla="*/ 3 w 25"/>
              <a:gd name="T73" fmla="*/ 35 h 58"/>
              <a:gd name="T74" fmla="*/ 3 w 25"/>
              <a:gd name="T75" fmla="*/ 35 h 58"/>
              <a:gd name="T76" fmla="*/ 3 w 25"/>
              <a:gd name="T77" fmla="*/ 35 h 58"/>
              <a:gd name="T78" fmla="*/ 25 w 25"/>
              <a:gd name="T79" fmla="*/ 0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5" h="58">
                <a:moveTo>
                  <a:pt x="0" y="57"/>
                </a:moveTo>
                <a:cubicBezTo>
                  <a:pt x="0" y="58"/>
                  <a:pt x="0" y="58"/>
                  <a:pt x="0" y="58"/>
                </a:cubicBezTo>
                <a:cubicBezTo>
                  <a:pt x="0" y="58"/>
                  <a:pt x="0" y="58"/>
                  <a:pt x="0" y="58"/>
                </a:cubicBezTo>
                <a:cubicBezTo>
                  <a:pt x="0" y="58"/>
                  <a:pt x="0" y="58"/>
                  <a:pt x="0" y="57"/>
                </a:cubicBezTo>
                <a:moveTo>
                  <a:pt x="0" y="57"/>
                </a:moveTo>
                <a:cubicBezTo>
                  <a:pt x="0" y="57"/>
                  <a:pt x="0" y="57"/>
                  <a:pt x="0" y="57"/>
                </a:cubicBezTo>
                <a:cubicBezTo>
                  <a:pt x="0" y="57"/>
                  <a:pt x="0" y="57"/>
                  <a:pt x="0" y="57"/>
                </a:cubicBezTo>
                <a:moveTo>
                  <a:pt x="0" y="57"/>
                </a:moveTo>
                <a:cubicBezTo>
                  <a:pt x="0" y="57"/>
                  <a:pt x="0" y="57"/>
                  <a:pt x="0" y="57"/>
                </a:cubicBezTo>
                <a:cubicBezTo>
                  <a:pt x="0" y="57"/>
                  <a:pt x="0" y="57"/>
                  <a:pt x="0" y="57"/>
                </a:cubicBezTo>
                <a:moveTo>
                  <a:pt x="0" y="57"/>
                </a:moveTo>
                <a:cubicBezTo>
                  <a:pt x="0" y="57"/>
                  <a:pt x="0" y="57"/>
                  <a:pt x="0" y="57"/>
                </a:cubicBezTo>
                <a:cubicBezTo>
                  <a:pt x="0" y="57"/>
                  <a:pt x="0" y="57"/>
                  <a:pt x="0" y="57"/>
                </a:cubicBezTo>
                <a:moveTo>
                  <a:pt x="0" y="56"/>
                </a:moveTo>
                <a:cubicBezTo>
                  <a:pt x="0" y="56"/>
                  <a:pt x="0" y="57"/>
                  <a:pt x="0" y="57"/>
                </a:cubicBezTo>
                <a:cubicBezTo>
                  <a:pt x="0" y="57"/>
                  <a:pt x="0" y="56"/>
                  <a:pt x="0" y="56"/>
                </a:cubicBezTo>
                <a:moveTo>
                  <a:pt x="0" y="56"/>
                </a:moveTo>
                <a:cubicBezTo>
                  <a:pt x="0" y="56"/>
                  <a:pt x="0" y="56"/>
                  <a:pt x="0" y="56"/>
                </a:cubicBezTo>
                <a:cubicBezTo>
                  <a:pt x="0" y="56"/>
                  <a:pt x="0" y="56"/>
                  <a:pt x="0" y="56"/>
                </a:cubicBezTo>
                <a:moveTo>
                  <a:pt x="0" y="56"/>
                </a:moveTo>
                <a:cubicBezTo>
                  <a:pt x="0" y="56"/>
                  <a:pt x="0" y="56"/>
                  <a:pt x="0" y="56"/>
                </a:cubicBezTo>
                <a:cubicBezTo>
                  <a:pt x="0" y="56"/>
                  <a:pt x="0" y="56"/>
                  <a:pt x="0" y="56"/>
                </a:cubicBezTo>
                <a:moveTo>
                  <a:pt x="0" y="56"/>
                </a:moveTo>
                <a:cubicBezTo>
                  <a:pt x="0" y="56"/>
                  <a:pt x="0" y="56"/>
                  <a:pt x="0" y="56"/>
                </a:cubicBezTo>
                <a:cubicBezTo>
                  <a:pt x="0" y="56"/>
                  <a:pt x="0" y="56"/>
                  <a:pt x="0" y="56"/>
                </a:cubicBezTo>
                <a:moveTo>
                  <a:pt x="0" y="55"/>
                </a:moveTo>
                <a:cubicBezTo>
                  <a:pt x="0" y="55"/>
                  <a:pt x="0" y="55"/>
                  <a:pt x="0" y="56"/>
                </a:cubicBezTo>
                <a:cubicBezTo>
                  <a:pt x="0" y="55"/>
                  <a:pt x="0" y="55"/>
                  <a:pt x="0" y="55"/>
                </a:cubicBezTo>
                <a:moveTo>
                  <a:pt x="0" y="55"/>
                </a:moveTo>
                <a:cubicBezTo>
                  <a:pt x="0" y="55"/>
                  <a:pt x="0" y="55"/>
                  <a:pt x="0" y="55"/>
                </a:cubicBezTo>
                <a:cubicBezTo>
                  <a:pt x="0" y="55"/>
                  <a:pt x="0" y="55"/>
                  <a:pt x="0" y="55"/>
                </a:cubicBezTo>
                <a:moveTo>
                  <a:pt x="0" y="55"/>
                </a:moveTo>
                <a:cubicBezTo>
                  <a:pt x="0" y="55"/>
                  <a:pt x="0" y="55"/>
                  <a:pt x="0" y="55"/>
                </a:cubicBezTo>
                <a:cubicBezTo>
                  <a:pt x="0" y="55"/>
                  <a:pt x="0" y="55"/>
                  <a:pt x="0" y="55"/>
                </a:cubicBezTo>
                <a:moveTo>
                  <a:pt x="0" y="55"/>
                </a:moveTo>
                <a:cubicBezTo>
                  <a:pt x="0" y="55"/>
                  <a:pt x="0" y="55"/>
                  <a:pt x="0" y="55"/>
                </a:cubicBezTo>
                <a:cubicBezTo>
                  <a:pt x="0" y="55"/>
                  <a:pt x="0" y="55"/>
                  <a:pt x="0" y="55"/>
                </a:cubicBezTo>
                <a:moveTo>
                  <a:pt x="0" y="54"/>
                </a:moveTo>
                <a:cubicBezTo>
                  <a:pt x="0" y="54"/>
                  <a:pt x="0" y="54"/>
                  <a:pt x="0" y="54"/>
                </a:cubicBezTo>
                <a:cubicBezTo>
                  <a:pt x="0" y="54"/>
                  <a:pt x="0" y="54"/>
                  <a:pt x="0" y="54"/>
                </a:cubicBezTo>
                <a:moveTo>
                  <a:pt x="0" y="54"/>
                </a:moveTo>
                <a:cubicBezTo>
                  <a:pt x="0" y="54"/>
                  <a:pt x="0" y="54"/>
                  <a:pt x="0" y="54"/>
                </a:cubicBezTo>
                <a:cubicBezTo>
                  <a:pt x="0" y="54"/>
                  <a:pt x="0" y="54"/>
                  <a:pt x="0" y="54"/>
                </a:cubicBezTo>
                <a:moveTo>
                  <a:pt x="0" y="54"/>
                </a:moveTo>
                <a:cubicBezTo>
                  <a:pt x="0" y="54"/>
                  <a:pt x="0" y="54"/>
                  <a:pt x="0" y="54"/>
                </a:cubicBezTo>
                <a:cubicBezTo>
                  <a:pt x="0" y="54"/>
                  <a:pt x="0" y="54"/>
                  <a:pt x="0" y="54"/>
                </a:cubicBezTo>
                <a:moveTo>
                  <a:pt x="0" y="54"/>
                </a:moveTo>
                <a:cubicBezTo>
                  <a:pt x="0" y="54"/>
                  <a:pt x="0" y="54"/>
                  <a:pt x="0" y="54"/>
                </a:cubicBezTo>
                <a:cubicBezTo>
                  <a:pt x="0" y="54"/>
                  <a:pt x="0" y="54"/>
                  <a:pt x="0" y="54"/>
                </a:cubicBezTo>
                <a:moveTo>
                  <a:pt x="0" y="53"/>
                </a:moveTo>
                <a:cubicBezTo>
                  <a:pt x="0" y="53"/>
                  <a:pt x="0" y="53"/>
                  <a:pt x="0" y="53"/>
                </a:cubicBezTo>
                <a:cubicBezTo>
                  <a:pt x="0" y="53"/>
                  <a:pt x="0" y="53"/>
                  <a:pt x="0" y="53"/>
                </a:cubicBezTo>
                <a:moveTo>
                  <a:pt x="0" y="53"/>
                </a:moveTo>
                <a:cubicBezTo>
                  <a:pt x="0" y="53"/>
                  <a:pt x="0" y="53"/>
                  <a:pt x="0" y="53"/>
                </a:cubicBezTo>
                <a:cubicBezTo>
                  <a:pt x="0" y="53"/>
                  <a:pt x="0" y="53"/>
                  <a:pt x="0" y="53"/>
                </a:cubicBezTo>
                <a:moveTo>
                  <a:pt x="0" y="53"/>
                </a:moveTo>
                <a:cubicBezTo>
                  <a:pt x="0" y="53"/>
                  <a:pt x="0" y="53"/>
                  <a:pt x="0" y="53"/>
                </a:cubicBezTo>
                <a:cubicBezTo>
                  <a:pt x="0" y="53"/>
                  <a:pt x="0" y="53"/>
                  <a:pt x="0" y="53"/>
                </a:cubicBezTo>
                <a:moveTo>
                  <a:pt x="0" y="53"/>
                </a:moveTo>
                <a:cubicBezTo>
                  <a:pt x="0" y="53"/>
                  <a:pt x="0" y="53"/>
                  <a:pt x="0" y="53"/>
                </a:cubicBezTo>
                <a:cubicBezTo>
                  <a:pt x="0" y="53"/>
                  <a:pt x="0" y="53"/>
                  <a:pt x="0" y="53"/>
                </a:cubicBezTo>
                <a:moveTo>
                  <a:pt x="0" y="52"/>
                </a:moveTo>
                <a:cubicBezTo>
                  <a:pt x="0" y="52"/>
                  <a:pt x="0" y="52"/>
                  <a:pt x="0" y="52"/>
                </a:cubicBezTo>
                <a:cubicBezTo>
                  <a:pt x="0" y="52"/>
                  <a:pt x="0" y="52"/>
                  <a:pt x="0" y="52"/>
                </a:cubicBezTo>
                <a:moveTo>
                  <a:pt x="3" y="36"/>
                </a:moveTo>
                <a:cubicBezTo>
                  <a:pt x="3" y="36"/>
                  <a:pt x="3" y="36"/>
                  <a:pt x="3" y="36"/>
                </a:cubicBezTo>
                <a:cubicBezTo>
                  <a:pt x="3" y="36"/>
                  <a:pt x="3" y="36"/>
                  <a:pt x="3" y="36"/>
                </a:cubicBezTo>
                <a:moveTo>
                  <a:pt x="3" y="36"/>
                </a:moveTo>
                <a:cubicBezTo>
                  <a:pt x="3" y="36"/>
                  <a:pt x="3" y="36"/>
                  <a:pt x="3" y="36"/>
                </a:cubicBezTo>
                <a:cubicBezTo>
                  <a:pt x="3" y="36"/>
                  <a:pt x="3" y="36"/>
                  <a:pt x="3" y="36"/>
                </a:cubicBezTo>
                <a:moveTo>
                  <a:pt x="3" y="35"/>
                </a:moveTo>
                <a:cubicBezTo>
                  <a:pt x="3" y="35"/>
                  <a:pt x="3" y="35"/>
                  <a:pt x="3" y="35"/>
                </a:cubicBezTo>
                <a:cubicBezTo>
                  <a:pt x="3" y="35"/>
                  <a:pt x="3" y="35"/>
                  <a:pt x="3" y="35"/>
                </a:cubicBezTo>
                <a:moveTo>
                  <a:pt x="3" y="35"/>
                </a:moveTo>
                <a:cubicBezTo>
                  <a:pt x="3" y="35"/>
                  <a:pt x="3" y="35"/>
                  <a:pt x="3" y="35"/>
                </a:cubicBezTo>
                <a:cubicBezTo>
                  <a:pt x="3" y="35"/>
                  <a:pt x="3" y="35"/>
                  <a:pt x="3" y="35"/>
                </a:cubicBezTo>
                <a:moveTo>
                  <a:pt x="25" y="0"/>
                </a:moveTo>
                <a:cubicBezTo>
                  <a:pt x="15" y="9"/>
                  <a:pt x="7" y="21"/>
                  <a:pt x="3" y="35"/>
                </a:cubicBezTo>
                <a:cubicBezTo>
                  <a:pt x="7" y="22"/>
                  <a:pt x="14" y="10"/>
                  <a:pt x="24" y="0"/>
                </a:cubicBezTo>
                <a:cubicBezTo>
                  <a:pt x="25" y="0"/>
                  <a:pt x="25" y="0"/>
                  <a:pt x="25" y="0"/>
                </a:cubicBezTo>
                <a:cubicBezTo>
                  <a:pt x="25" y="0"/>
                  <a:pt x="25" y="0"/>
                  <a:pt x="25" y="0"/>
                </a:cubicBezTo>
              </a:path>
            </a:pathLst>
          </a:custGeom>
          <a:solidFill>
            <a:srgbClr val="C1493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lnSpc>
                <a:spcPct val="130000"/>
              </a:lnSpc>
            </a:pPr>
            <a:endParaRPr sz="1350">
              <a:latin typeface="微软雅黑" panose="020B0503020204020204" pitchFamily="34" charset="-122"/>
              <a:ea typeface="微软雅黑" panose="020B0503020204020204" pitchFamily="34" charset="-122"/>
            </a:endParaRPr>
          </a:p>
        </p:txBody>
      </p:sp>
      <p:sp>
        <p:nvSpPr>
          <p:cNvPr id="21" name="任意多边形 32"/>
          <p:cNvSpPr/>
          <p:nvPr>
            <p:custDataLst>
              <p:tags r:id="rId11"/>
            </p:custDataLst>
          </p:nvPr>
        </p:nvSpPr>
        <p:spPr bwMode="auto">
          <a:xfrm>
            <a:off x="4490622" y="2882504"/>
            <a:ext cx="44054" cy="58341"/>
          </a:xfrm>
          <a:custGeom>
            <a:avLst/>
            <a:gdLst>
              <a:gd name="T0" fmla="*/ 0 w 17"/>
              <a:gd name="T1" fmla="*/ 0 h 23"/>
              <a:gd name="T2" fmla="*/ 17 w 17"/>
              <a:gd name="T3" fmla="*/ 23 h 23"/>
              <a:gd name="T4" fmla="*/ 17 w 17"/>
              <a:gd name="T5" fmla="*/ 23 h 23"/>
              <a:gd name="T6" fmla="*/ 0 w 17"/>
              <a:gd name="T7" fmla="*/ 0 h 23"/>
              <a:gd name="T8" fmla="*/ 0 w 17"/>
              <a:gd name="T9" fmla="*/ 0 h 23"/>
              <a:gd name="T10" fmla="*/ 0 w 17"/>
              <a:gd name="T11" fmla="*/ 0 h 23"/>
              <a:gd name="T12" fmla="*/ 0 w 17"/>
              <a:gd name="T13" fmla="*/ 0 h 23"/>
            </a:gdLst>
            <a:ahLst/>
            <a:cxnLst>
              <a:cxn ang="0">
                <a:pos x="T0" y="T1"/>
              </a:cxn>
              <a:cxn ang="0">
                <a:pos x="T2" y="T3"/>
              </a:cxn>
              <a:cxn ang="0">
                <a:pos x="T4" y="T5"/>
              </a:cxn>
              <a:cxn ang="0">
                <a:pos x="T6" y="T7"/>
              </a:cxn>
              <a:cxn ang="0">
                <a:pos x="T8" y="T9"/>
              </a:cxn>
              <a:cxn ang="0">
                <a:pos x="T10" y="T11"/>
              </a:cxn>
              <a:cxn ang="0">
                <a:pos x="T12" y="T13"/>
              </a:cxn>
            </a:cxnLst>
            <a:rect l="0" t="0" r="r" b="b"/>
            <a:pathLst>
              <a:path w="17" h="23">
                <a:moveTo>
                  <a:pt x="0" y="0"/>
                </a:moveTo>
                <a:cubicBezTo>
                  <a:pt x="4" y="9"/>
                  <a:pt x="10" y="16"/>
                  <a:pt x="17" y="23"/>
                </a:cubicBezTo>
                <a:cubicBezTo>
                  <a:pt x="17" y="23"/>
                  <a:pt x="17" y="23"/>
                  <a:pt x="17" y="23"/>
                </a:cubicBezTo>
                <a:cubicBezTo>
                  <a:pt x="10" y="16"/>
                  <a:pt x="4" y="9"/>
                  <a:pt x="0" y="0"/>
                </a:cubicBezTo>
                <a:moveTo>
                  <a:pt x="0" y="0"/>
                </a:moveTo>
                <a:cubicBezTo>
                  <a:pt x="0" y="0"/>
                  <a:pt x="0" y="0"/>
                  <a:pt x="0" y="0"/>
                </a:cubicBezTo>
                <a:cubicBezTo>
                  <a:pt x="0" y="0"/>
                  <a:pt x="0" y="0"/>
                  <a:pt x="0" y="0"/>
                </a:cubicBezTo>
              </a:path>
            </a:pathLst>
          </a:custGeom>
          <a:solidFill>
            <a:srgbClr val="D3D1D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lnSpc>
                <a:spcPct val="130000"/>
              </a:lnSpc>
            </a:pPr>
            <a:endParaRPr sz="1350">
              <a:latin typeface="微软雅黑" panose="020B0503020204020204" pitchFamily="34" charset="-122"/>
              <a:ea typeface="微软雅黑" panose="020B0503020204020204" pitchFamily="34" charset="-122"/>
            </a:endParaRPr>
          </a:p>
        </p:txBody>
      </p:sp>
      <p:sp>
        <p:nvSpPr>
          <p:cNvPr id="22" name="任意多边形 33"/>
          <p:cNvSpPr/>
          <p:nvPr>
            <p:custDataLst>
              <p:tags r:id="rId12"/>
            </p:custDataLst>
          </p:nvPr>
        </p:nvSpPr>
        <p:spPr bwMode="auto">
          <a:xfrm>
            <a:off x="4483478" y="2865835"/>
            <a:ext cx="51197" cy="75010"/>
          </a:xfrm>
          <a:custGeom>
            <a:avLst/>
            <a:gdLst>
              <a:gd name="T0" fmla="*/ 0 w 20"/>
              <a:gd name="T1" fmla="*/ 0 h 30"/>
              <a:gd name="T2" fmla="*/ 3 w 20"/>
              <a:gd name="T3" fmla="*/ 7 h 30"/>
              <a:gd name="T4" fmla="*/ 3 w 20"/>
              <a:gd name="T5" fmla="*/ 7 h 30"/>
              <a:gd name="T6" fmla="*/ 3 w 20"/>
              <a:gd name="T7" fmla="*/ 7 h 30"/>
              <a:gd name="T8" fmla="*/ 20 w 20"/>
              <a:gd name="T9" fmla="*/ 30 h 30"/>
              <a:gd name="T10" fmla="*/ 20 w 20"/>
              <a:gd name="T11" fmla="*/ 30 h 30"/>
              <a:gd name="T12" fmla="*/ 19 w 20"/>
              <a:gd name="T13" fmla="*/ 29 h 30"/>
              <a:gd name="T14" fmla="*/ 0 w 20"/>
              <a:gd name="T15" fmla="*/ 0 h 3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0" h="30">
                <a:moveTo>
                  <a:pt x="0" y="0"/>
                </a:moveTo>
                <a:cubicBezTo>
                  <a:pt x="1" y="3"/>
                  <a:pt x="2" y="5"/>
                  <a:pt x="3" y="7"/>
                </a:cubicBezTo>
                <a:cubicBezTo>
                  <a:pt x="3" y="7"/>
                  <a:pt x="3" y="7"/>
                  <a:pt x="3" y="7"/>
                </a:cubicBezTo>
                <a:cubicBezTo>
                  <a:pt x="3" y="7"/>
                  <a:pt x="3" y="7"/>
                  <a:pt x="3" y="7"/>
                </a:cubicBezTo>
                <a:cubicBezTo>
                  <a:pt x="7" y="16"/>
                  <a:pt x="13" y="23"/>
                  <a:pt x="20" y="30"/>
                </a:cubicBezTo>
                <a:cubicBezTo>
                  <a:pt x="20" y="30"/>
                  <a:pt x="20" y="30"/>
                  <a:pt x="20" y="30"/>
                </a:cubicBezTo>
                <a:cubicBezTo>
                  <a:pt x="19" y="29"/>
                  <a:pt x="19" y="29"/>
                  <a:pt x="19" y="29"/>
                </a:cubicBezTo>
                <a:cubicBezTo>
                  <a:pt x="11" y="21"/>
                  <a:pt x="4" y="11"/>
                  <a:pt x="0" y="0"/>
                </a:cubicBezTo>
              </a:path>
            </a:pathLst>
          </a:custGeom>
          <a:solidFill>
            <a:srgbClr val="C1493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lnSpc>
                <a:spcPct val="130000"/>
              </a:lnSpc>
            </a:pPr>
            <a:endParaRPr sz="1350">
              <a:latin typeface="微软雅黑" panose="020B0503020204020204" pitchFamily="34" charset="-122"/>
              <a:ea typeface="微软雅黑" panose="020B0503020204020204" pitchFamily="34" charset="-122"/>
            </a:endParaRPr>
          </a:p>
        </p:txBody>
      </p:sp>
      <p:sp>
        <p:nvSpPr>
          <p:cNvPr id="23" name="任意多边形 34"/>
          <p:cNvSpPr/>
          <p:nvPr>
            <p:custDataLst>
              <p:tags r:id="rId13"/>
            </p:custDataLst>
          </p:nvPr>
        </p:nvSpPr>
        <p:spPr bwMode="auto">
          <a:xfrm>
            <a:off x="4953775" y="2591991"/>
            <a:ext cx="202406" cy="202406"/>
          </a:xfrm>
          <a:custGeom>
            <a:avLst/>
            <a:gdLst>
              <a:gd name="T0" fmla="*/ 170 w 170"/>
              <a:gd name="T1" fmla="*/ 0 h 170"/>
              <a:gd name="T2" fmla="*/ 170 w 170"/>
              <a:gd name="T3" fmla="*/ 0 h 170"/>
              <a:gd name="T4" fmla="*/ 0 w 170"/>
              <a:gd name="T5" fmla="*/ 170 h 170"/>
              <a:gd name="T6" fmla="*/ 0 w 170"/>
              <a:gd name="T7" fmla="*/ 170 h 170"/>
              <a:gd name="T8" fmla="*/ 170 w 170"/>
              <a:gd name="T9" fmla="*/ 0 h 170"/>
            </a:gdLst>
            <a:ahLst/>
            <a:cxnLst>
              <a:cxn ang="0">
                <a:pos x="T0" y="T1"/>
              </a:cxn>
              <a:cxn ang="0">
                <a:pos x="T2" y="T3"/>
              </a:cxn>
              <a:cxn ang="0">
                <a:pos x="T4" y="T5"/>
              </a:cxn>
              <a:cxn ang="0">
                <a:pos x="T6" y="T7"/>
              </a:cxn>
              <a:cxn ang="0">
                <a:pos x="T8" y="T9"/>
              </a:cxn>
            </a:cxnLst>
            <a:rect l="0" t="0" r="r" b="b"/>
            <a:pathLst>
              <a:path w="170" h="170">
                <a:moveTo>
                  <a:pt x="170" y="0"/>
                </a:moveTo>
                <a:lnTo>
                  <a:pt x="170" y="0"/>
                </a:lnTo>
                <a:lnTo>
                  <a:pt x="0" y="170"/>
                </a:lnTo>
                <a:lnTo>
                  <a:pt x="0" y="170"/>
                </a:lnTo>
                <a:lnTo>
                  <a:pt x="170" y="0"/>
                </a:lnTo>
                <a:close/>
              </a:path>
            </a:pathLst>
          </a:custGeom>
          <a:solidFill>
            <a:srgbClr val="D54F3D"/>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lnSpc>
                <a:spcPct val="130000"/>
              </a:lnSpc>
            </a:pPr>
            <a:endParaRPr sz="1350">
              <a:latin typeface="微软雅黑" panose="020B0503020204020204" pitchFamily="34" charset="-122"/>
              <a:ea typeface="微软雅黑" panose="020B0503020204020204" pitchFamily="34" charset="-122"/>
            </a:endParaRPr>
          </a:p>
        </p:txBody>
      </p:sp>
      <p:sp>
        <p:nvSpPr>
          <p:cNvPr id="24" name="任意多边形 35"/>
          <p:cNvSpPr/>
          <p:nvPr>
            <p:custDataLst>
              <p:tags r:id="rId14"/>
            </p:custDataLst>
          </p:nvPr>
        </p:nvSpPr>
        <p:spPr bwMode="auto">
          <a:xfrm>
            <a:off x="4953775" y="2591991"/>
            <a:ext cx="202406" cy="202406"/>
          </a:xfrm>
          <a:custGeom>
            <a:avLst/>
            <a:gdLst>
              <a:gd name="T0" fmla="*/ 170 w 170"/>
              <a:gd name="T1" fmla="*/ 0 h 170"/>
              <a:gd name="T2" fmla="*/ 170 w 170"/>
              <a:gd name="T3" fmla="*/ 0 h 170"/>
              <a:gd name="T4" fmla="*/ 0 w 170"/>
              <a:gd name="T5" fmla="*/ 170 h 170"/>
              <a:gd name="T6" fmla="*/ 0 w 170"/>
              <a:gd name="T7" fmla="*/ 170 h 170"/>
              <a:gd name="T8" fmla="*/ 170 w 170"/>
              <a:gd name="T9" fmla="*/ 0 h 170"/>
            </a:gdLst>
            <a:ahLst/>
            <a:cxnLst>
              <a:cxn ang="0">
                <a:pos x="T0" y="T1"/>
              </a:cxn>
              <a:cxn ang="0">
                <a:pos x="T2" y="T3"/>
              </a:cxn>
              <a:cxn ang="0">
                <a:pos x="T4" y="T5"/>
              </a:cxn>
              <a:cxn ang="0">
                <a:pos x="T6" y="T7"/>
              </a:cxn>
              <a:cxn ang="0">
                <a:pos x="T8" y="T9"/>
              </a:cxn>
            </a:cxnLst>
            <a:rect l="0" t="0" r="r" b="b"/>
            <a:pathLst>
              <a:path w="170" h="170">
                <a:moveTo>
                  <a:pt x="170" y="0"/>
                </a:moveTo>
                <a:lnTo>
                  <a:pt x="170" y="0"/>
                </a:lnTo>
                <a:lnTo>
                  <a:pt x="0" y="170"/>
                </a:lnTo>
                <a:lnTo>
                  <a:pt x="0" y="170"/>
                </a:lnTo>
                <a:lnTo>
                  <a:pt x="17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nchor="ctr"/>
          <a:lstStyle/>
          <a:p>
            <a:pPr algn="ctr">
              <a:lnSpc>
                <a:spcPct val="130000"/>
              </a:lnSpc>
            </a:pPr>
            <a:endParaRPr sz="1350">
              <a:latin typeface="微软雅黑" panose="020B0503020204020204" pitchFamily="34" charset="-122"/>
              <a:ea typeface="微软雅黑" panose="020B0503020204020204" pitchFamily="34" charset="-122"/>
            </a:endParaRPr>
          </a:p>
        </p:txBody>
      </p:sp>
      <p:sp>
        <p:nvSpPr>
          <p:cNvPr id="25" name="任意多边形 36"/>
          <p:cNvSpPr/>
          <p:nvPr>
            <p:custDataLst>
              <p:tags r:id="rId15"/>
            </p:custDataLst>
          </p:nvPr>
        </p:nvSpPr>
        <p:spPr bwMode="auto">
          <a:xfrm>
            <a:off x="4794231" y="2634854"/>
            <a:ext cx="159544" cy="159544"/>
          </a:xfrm>
          <a:custGeom>
            <a:avLst/>
            <a:gdLst>
              <a:gd name="T0" fmla="*/ 0 w 63"/>
              <a:gd name="T1" fmla="*/ 0 h 63"/>
              <a:gd name="T2" fmla="*/ 1 w 63"/>
              <a:gd name="T3" fmla="*/ 1 h 63"/>
              <a:gd name="T4" fmla="*/ 13 w 63"/>
              <a:gd name="T5" fmla="*/ 13 h 63"/>
              <a:gd name="T6" fmla="*/ 63 w 63"/>
              <a:gd name="T7" fmla="*/ 63 h 63"/>
              <a:gd name="T8" fmla="*/ 63 w 63"/>
              <a:gd name="T9" fmla="*/ 63 h 63"/>
              <a:gd name="T10" fmla="*/ 13 w 63"/>
              <a:gd name="T11" fmla="*/ 12 h 63"/>
              <a:gd name="T12" fmla="*/ 1 w 63"/>
              <a:gd name="T13" fmla="*/ 1 h 63"/>
              <a:gd name="T14" fmla="*/ 0 w 63"/>
              <a:gd name="T15" fmla="*/ 0 h 6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3" h="63">
                <a:moveTo>
                  <a:pt x="0" y="0"/>
                </a:moveTo>
                <a:cubicBezTo>
                  <a:pt x="0" y="0"/>
                  <a:pt x="1" y="1"/>
                  <a:pt x="1" y="1"/>
                </a:cubicBezTo>
                <a:cubicBezTo>
                  <a:pt x="13" y="13"/>
                  <a:pt x="13" y="13"/>
                  <a:pt x="13" y="13"/>
                </a:cubicBezTo>
                <a:cubicBezTo>
                  <a:pt x="63" y="63"/>
                  <a:pt x="63" y="63"/>
                  <a:pt x="63" y="63"/>
                </a:cubicBezTo>
                <a:cubicBezTo>
                  <a:pt x="63" y="63"/>
                  <a:pt x="63" y="63"/>
                  <a:pt x="63" y="63"/>
                </a:cubicBezTo>
                <a:cubicBezTo>
                  <a:pt x="13" y="12"/>
                  <a:pt x="13" y="12"/>
                  <a:pt x="13" y="12"/>
                </a:cubicBezTo>
                <a:cubicBezTo>
                  <a:pt x="1" y="1"/>
                  <a:pt x="1" y="1"/>
                  <a:pt x="1" y="1"/>
                </a:cubicBezTo>
                <a:cubicBezTo>
                  <a:pt x="1" y="1"/>
                  <a:pt x="0" y="0"/>
                  <a:pt x="0" y="0"/>
                </a:cubicBezTo>
              </a:path>
            </a:pathLst>
          </a:custGeom>
          <a:solidFill>
            <a:srgbClr val="B1443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lnSpc>
                <a:spcPct val="130000"/>
              </a:lnSpc>
            </a:pPr>
            <a:endParaRPr sz="1350">
              <a:latin typeface="微软雅黑" panose="020B0503020204020204" pitchFamily="34" charset="-122"/>
              <a:ea typeface="微软雅黑" panose="020B0503020204020204" pitchFamily="34" charset="-122"/>
            </a:endParaRPr>
          </a:p>
        </p:txBody>
      </p:sp>
      <p:sp>
        <p:nvSpPr>
          <p:cNvPr id="26" name="任意多边形 37"/>
          <p:cNvSpPr/>
          <p:nvPr>
            <p:custDataLst>
              <p:tags r:id="rId16"/>
            </p:custDataLst>
          </p:nvPr>
        </p:nvSpPr>
        <p:spPr bwMode="auto">
          <a:xfrm>
            <a:off x="4953775" y="2794397"/>
            <a:ext cx="202406" cy="200025"/>
          </a:xfrm>
          <a:custGeom>
            <a:avLst/>
            <a:gdLst>
              <a:gd name="T0" fmla="*/ 0 w 170"/>
              <a:gd name="T1" fmla="*/ 0 h 168"/>
              <a:gd name="T2" fmla="*/ 0 w 170"/>
              <a:gd name="T3" fmla="*/ 0 h 168"/>
              <a:gd name="T4" fmla="*/ 170 w 170"/>
              <a:gd name="T5" fmla="*/ 168 h 168"/>
              <a:gd name="T6" fmla="*/ 170 w 170"/>
              <a:gd name="T7" fmla="*/ 168 h 168"/>
              <a:gd name="T8" fmla="*/ 0 w 170"/>
              <a:gd name="T9" fmla="*/ 0 h 168"/>
            </a:gdLst>
            <a:ahLst/>
            <a:cxnLst>
              <a:cxn ang="0">
                <a:pos x="T0" y="T1"/>
              </a:cxn>
              <a:cxn ang="0">
                <a:pos x="T2" y="T3"/>
              </a:cxn>
              <a:cxn ang="0">
                <a:pos x="T4" y="T5"/>
              </a:cxn>
              <a:cxn ang="0">
                <a:pos x="T6" y="T7"/>
              </a:cxn>
              <a:cxn ang="0">
                <a:pos x="T8" y="T9"/>
              </a:cxn>
            </a:cxnLst>
            <a:rect l="0" t="0" r="r" b="b"/>
            <a:pathLst>
              <a:path w="170" h="168">
                <a:moveTo>
                  <a:pt x="0" y="0"/>
                </a:moveTo>
                <a:lnTo>
                  <a:pt x="0" y="0"/>
                </a:lnTo>
                <a:lnTo>
                  <a:pt x="170" y="168"/>
                </a:lnTo>
                <a:lnTo>
                  <a:pt x="170" y="168"/>
                </a:lnTo>
                <a:lnTo>
                  <a:pt x="0" y="0"/>
                </a:lnTo>
                <a:close/>
              </a:path>
            </a:pathLst>
          </a:custGeom>
          <a:solidFill>
            <a:srgbClr val="D54F3D"/>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lnSpc>
                <a:spcPct val="130000"/>
              </a:lnSpc>
            </a:pPr>
            <a:endParaRPr sz="1350">
              <a:latin typeface="微软雅黑" panose="020B0503020204020204" pitchFamily="34" charset="-122"/>
              <a:ea typeface="微软雅黑" panose="020B0503020204020204" pitchFamily="34" charset="-122"/>
            </a:endParaRPr>
          </a:p>
        </p:txBody>
      </p:sp>
      <p:sp>
        <p:nvSpPr>
          <p:cNvPr id="27" name="任意多边形 38"/>
          <p:cNvSpPr/>
          <p:nvPr>
            <p:custDataLst>
              <p:tags r:id="rId17"/>
            </p:custDataLst>
          </p:nvPr>
        </p:nvSpPr>
        <p:spPr bwMode="auto">
          <a:xfrm>
            <a:off x="4953775" y="2794397"/>
            <a:ext cx="202406" cy="200025"/>
          </a:xfrm>
          <a:custGeom>
            <a:avLst/>
            <a:gdLst>
              <a:gd name="T0" fmla="*/ 0 w 170"/>
              <a:gd name="T1" fmla="*/ 0 h 168"/>
              <a:gd name="T2" fmla="*/ 0 w 170"/>
              <a:gd name="T3" fmla="*/ 0 h 168"/>
              <a:gd name="T4" fmla="*/ 170 w 170"/>
              <a:gd name="T5" fmla="*/ 168 h 168"/>
              <a:gd name="T6" fmla="*/ 170 w 170"/>
              <a:gd name="T7" fmla="*/ 168 h 168"/>
              <a:gd name="T8" fmla="*/ 0 w 170"/>
              <a:gd name="T9" fmla="*/ 0 h 168"/>
            </a:gdLst>
            <a:ahLst/>
            <a:cxnLst>
              <a:cxn ang="0">
                <a:pos x="T0" y="T1"/>
              </a:cxn>
              <a:cxn ang="0">
                <a:pos x="T2" y="T3"/>
              </a:cxn>
              <a:cxn ang="0">
                <a:pos x="T4" y="T5"/>
              </a:cxn>
              <a:cxn ang="0">
                <a:pos x="T6" y="T7"/>
              </a:cxn>
              <a:cxn ang="0">
                <a:pos x="T8" y="T9"/>
              </a:cxn>
            </a:cxnLst>
            <a:rect l="0" t="0" r="r" b="b"/>
            <a:pathLst>
              <a:path w="170" h="168">
                <a:moveTo>
                  <a:pt x="0" y="0"/>
                </a:moveTo>
                <a:lnTo>
                  <a:pt x="0" y="0"/>
                </a:lnTo>
                <a:lnTo>
                  <a:pt x="170" y="168"/>
                </a:lnTo>
                <a:lnTo>
                  <a:pt x="170" y="168"/>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nchor="ctr"/>
          <a:lstStyle/>
          <a:p>
            <a:pPr algn="ctr">
              <a:lnSpc>
                <a:spcPct val="130000"/>
              </a:lnSpc>
            </a:pPr>
            <a:endParaRPr sz="1350">
              <a:latin typeface="微软雅黑" panose="020B0503020204020204" pitchFamily="34" charset="-122"/>
              <a:ea typeface="微软雅黑" panose="020B0503020204020204" pitchFamily="34" charset="-122"/>
            </a:endParaRPr>
          </a:p>
        </p:txBody>
      </p:sp>
      <p:sp>
        <p:nvSpPr>
          <p:cNvPr id="28" name="任意多边形 39"/>
          <p:cNvSpPr/>
          <p:nvPr>
            <p:custDataLst>
              <p:tags r:id="rId18"/>
            </p:custDataLst>
          </p:nvPr>
        </p:nvSpPr>
        <p:spPr bwMode="auto">
          <a:xfrm>
            <a:off x="4670406" y="2865835"/>
            <a:ext cx="213122" cy="128588"/>
          </a:xfrm>
          <a:custGeom>
            <a:avLst/>
            <a:gdLst>
              <a:gd name="T0" fmla="*/ 0 w 84"/>
              <a:gd name="T1" fmla="*/ 51 h 51"/>
              <a:gd name="T2" fmla="*/ 0 w 84"/>
              <a:gd name="T3" fmla="*/ 51 h 51"/>
              <a:gd name="T4" fmla="*/ 0 w 84"/>
              <a:gd name="T5" fmla="*/ 51 h 51"/>
              <a:gd name="T6" fmla="*/ 84 w 84"/>
              <a:gd name="T7" fmla="*/ 0 h 51"/>
              <a:gd name="T8" fmla="*/ 62 w 84"/>
              <a:gd name="T9" fmla="*/ 22 h 51"/>
              <a:gd name="T10" fmla="*/ 50 w 84"/>
              <a:gd name="T11" fmla="*/ 33 h 51"/>
              <a:gd name="T12" fmla="*/ 40 w 84"/>
              <a:gd name="T13" fmla="*/ 40 h 51"/>
              <a:gd name="T14" fmla="*/ 50 w 84"/>
              <a:gd name="T15" fmla="*/ 33 h 51"/>
              <a:gd name="T16" fmla="*/ 62 w 84"/>
              <a:gd name="T17" fmla="*/ 22 h 51"/>
              <a:gd name="T18" fmla="*/ 84 w 84"/>
              <a:gd name="T19" fmla="*/ 0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4" h="51">
                <a:moveTo>
                  <a:pt x="0" y="51"/>
                </a:moveTo>
                <a:cubicBezTo>
                  <a:pt x="0" y="51"/>
                  <a:pt x="0" y="51"/>
                  <a:pt x="0" y="51"/>
                </a:cubicBezTo>
                <a:cubicBezTo>
                  <a:pt x="0" y="51"/>
                  <a:pt x="0" y="51"/>
                  <a:pt x="0" y="51"/>
                </a:cubicBezTo>
                <a:moveTo>
                  <a:pt x="84" y="0"/>
                </a:moveTo>
                <a:cubicBezTo>
                  <a:pt x="62" y="22"/>
                  <a:pt x="62" y="22"/>
                  <a:pt x="62" y="22"/>
                </a:cubicBezTo>
                <a:cubicBezTo>
                  <a:pt x="50" y="33"/>
                  <a:pt x="50" y="33"/>
                  <a:pt x="50" y="33"/>
                </a:cubicBezTo>
                <a:cubicBezTo>
                  <a:pt x="47" y="36"/>
                  <a:pt x="44" y="38"/>
                  <a:pt x="40" y="40"/>
                </a:cubicBezTo>
                <a:cubicBezTo>
                  <a:pt x="44" y="38"/>
                  <a:pt x="47" y="36"/>
                  <a:pt x="50" y="33"/>
                </a:cubicBezTo>
                <a:cubicBezTo>
                  <a:pt x="62" y="22"/>
                  <a:pt x="62" y="22"/>
                  <a:pt x="62" y="22"/>
                </a:cubicBezTo>
                <a:cubicBezTo>
                  <a:pt x="84" y="0"/>
                  <a:pt x="84" y="0"/>
                  <a:pt x="84" y="0"/>
                </a:cubicBezTo>
              </a:path>
            </a:pathLst>
          </a:custGeom>
          <a:solidFill>
            <a:srgbClr val="B1443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lnSpc>
                <a:spcPct val="130000"/>
              </a:lnSpc>
            </a:pPr>
            <a:endParaRPr sz="1350">
              <a:latin typeface="微软雅黑" panose="020B0503020204020204" pitchFamily="34" charset="-122"/>
              <a:ea typeface="微软雅黑" panose="020B0503020204020204" pitchFamily="34" charset="-122"/>
            </a:endParaRPr>
          </a:p>
        </p:txBody>
      </p:sp>
      <p:sp>
        <p:nvSpPr>
          <p:cNvPr id="44" name="任意多边形 58"/>
          <p:cNvSpPr/>
          <p:nvPr>
            <p:custDataLst>
              <p:tags r:id="rId19"/>
            </p:custDataLst>
          </p:nvPr>
        </p:nvSpPr>
        <p:spPr bwMode="auto">
          <a:xfrm>
            <a:off x="4470381" y="2591991"/>
            <a:ext cx="1578769" cy="402431"/>
          </a:xfrm>
          <a:custGeom>
            <a:avLst/>
            <a:gdLst>
              <a:gd name="T0" fmla="*/ 79 w 624"/>
              <a:gd name="T1" fmla="*/ 159 h 159"/>
              <a:gd name="T2" fmla="*/ 545 w 624"/>
              <a:gd name="T3" fmla="*/ 159 h 159"/>
              <a:gd name="T4" fmla="*/ 624 w 624"/>
              <a:gd name="T5" fmla="*/ 80 h 159"/>
              <a:gd name="T6" fmla="*/ 545 w 624"/>
              <a:gd name="T7" fmla="*/ 0 h 159"/>
              <a:gd name="T8" fmla="*/ 79 w 624"/>
              <a:gd name="T9" fmla="*/ 0 h 159"/>
              <a:gd name="T10" fmla="*/ 0 w 624"/>
              <a:gd name="T11" fmla="*/ 80 h 159"/>
              <a:gd name="T12" fmla="*/ 79 w 624"/>
              <a:gd name="T13" fmla="*/ 159 h 159"/>
            </a:gdLst>
            <a:ahLst/>
            <a:cxnLst>
              <a:cxn ang="0">
                <a:pos x="T0" y="T1"/>
              </a:cxn>
              <a:cxn ang="0">
                <a:pos x="T2" y="T3"/>
              </a:cxn>
              <a:cxn ang="0">
                <a:pos x="T4" y="T5"/>
              </a:cxn>
              <a:cxn ang="0">
                <a:pos x="T6" y="T7"/>
              </a:cxn>
              <a:cxn ang="0">
                <a:pos x="T8" y="T9"/>
              </a:cxn>
              <a:cxn ang="0">
                <a:pos x="T10" y="T11"/>
              </a:cxn>
              <a:cxn ang="0">
                <a:pos x="T12" y="T13"/>
              </a:cxn>
            </a:cxnLst>
            <a:rect l="0" t="0" r="r" b="b"/>
            <a:pathLst>
              <a:path w="624" h="159">
                <a:moveTo>
                  <a:pt x="79" y="159"/>
                </a:moveTo>
                <a:cubicBezTo>
                  <a:pt x="545" y="159"/>
                  <a:pt x="545" y="159"/>
                  <a:pt x="545" y="159"/>
                </a:cubicBezTo>
                <a:cubicBezTo>
                  <a:pt x="589" y="159"/>
                  <a:pt x="624" y="124"/>
                  <a:pt x="624" y="80"/>
                </a:cubicBezTo>
                <a:cubicBezTo>
                  <a:pt x="624" y="36"/>
                  <a:pt x="589" y="0"/>
                  <a:pt x="545" y="0"/>
                </a:cubicBezTo>
                <a:cubicBezTo>
                  <a:pt x="79" y="0"/>
                  <a:pt x="79" y="0"/>
                  <a:pt x="79" y="0"/>
                </a:cubicBezTo>
                <a:cubicBezTo>
                  <a:pt x="35" y="0"/>
                  <a:pt x="0" y="36"/>
                  <a:pt x="0" y="80"/>
                </a:cubicBezTo>
                <a:cubicBezTo>
                  <a:pt x="0" y="124"/>
                  <a:pt x="35" y="159"/>
                  <a:pt x="79" y="159"/>
                </a:cubicBezTo>
              </a:path>
            </a:pathLst>
          </a:custGeom>
          <a:solidFill>
            <a:srgbClr val="AE64B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lnSpc>
                <a:spcPct val="130000"/>
              </a:lnSpc>
            </a:pPr>
            <a:endParaRPr sz="1350">
              <a:latin typeface="微软雅黑" panose="020B0503020204020204" pitchFamily="34" charset="-122"/>
              <a:ea typeface="微软雅黑" panose="020B0503020204020204" pitchFamily="34" charset="-122"/>
            </a:endParaRPr>
          </a:p>
        </p:txBody>
      </p:sp>
      <p:sp>
        <p:nvSpPr>
          <p:cNvPr id="45" name="任意多边形 59"/>
          <p:cNvSpPr/>
          <p:nvPr>
            <p:custDataLst>
              <p:tags r:id="rId20"/>
            </p:custDataLst>
          </p:nvPr>
        </p:nvSpPr>
        <p:spPr bwMode="auto">
          <a:xfrm>
            <a:off x="4470381" y="2172891"/>
            <a:ext cx="822722" cy="1244204"/>
          </a:xfrm>
          <a:custGeom>
            <a:avLst/>
            <a:gdLst>
              <a:gd name="T0" fmla="*/ 0 w 325"/>
              <a:gd name="T1" fmla="*/ 246 h 492"/>
              <a:gd name="T2" fmla="*/ 24 w 325"/>
              <a:gd name="T3" fmla="*/ 303 h 492"/>
              <a:gd name="T4" fmla="*/ 25 w 325"/>
              <a:gd name="T5" fmla="*/ 304 h 492"/>
              <a:gd name="T6" fmla="*/ 182 w 325"/>
              <a:gd name="T7" fmla="*/ 461 h 492"/>
              <a:gd name="T8" fmla="*/ 294 w 325"/>
              <a:gd name="T9" fmla="*/ 461 h 492"/>
              <a:gd name="T10" fmla="*/ 294 w 325"/>
              <a:gd name="T11" fmla="*/ 348 h 492"/>
              <a:gd name="T12" fmla="*/ 191 w 325"/>
              <a:gd name="T13" fmla="*/ 246 h 492"/>
              <a:gd name="T14" fmla="*/ 294 w 325"/>
              <a:gd name="T15" fmla="*/ 143 h 492"/>
              <a:gd name="T16" fmla="*/ 294 w 325"/>
              <a:gd name="T17" fmla="*/ 31 h 492"/>
              <a:gd name="T18" fmla="*/ 182 w 325"/>
              <a:gd name="T19" fmla="*/ 31 h 492"/>
              <a:gd name="T20" fmla="*/ 25 w 325"/>
              <a:gd name="T21" fmla="*/ 188 h 492"/>
              <a:gd name="T22" fmla="*/ 24 w 325"/>
              <a:gd name="T23" fmla="*/ 188 h 492"/>
              <a:gd name="T24" fmla="*/ 0 w 325"/>
              <a:gd name="T25" fmla="*/ 246 h 4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25" h="492">
                <a:moveTo>
                  <a:pt x="0" y="246"/>
                </a:moveTo>
                <a:cubicBezTo>
                  <a:pt x="0" y="268"/>
                  <a:pt x="9" y="289"/>
                  <a:pt x="24" y="303"/>
                </a:cubicBezTo>
                <a:cubicBezTo>
                  <a:pt x="25" y="304"/>
                  <a:pt x="25" y="304"/>
                  <a:pt x="25" y="304"/>
                </a:cubicBezTo>
                <a:cubicBezTo>
                  <a:pt x="182" y="461"/>
                  <a:pt x="182" y="461"/>
                  <a:pt x="182" y="461"/>
                </a:cubicBezTo>
                <a:cubicBezTo>
                  <a:pt x="213" y="492"/>
                  <a:pt x="263" y="492"/>
                  <a:pt x="294" y="461"/>
                </a:cubicBezTo>
                <a:cubicBezTo>
                  <a:pt x="325" y="430"/>
                  <a:pt x="325" y="379"/>
                  <a:pt x="294" y="348"/>
                </a:cubicBezTo>
                <a:cubicBezTo>
                  <a:pt x="191" y="246"/>
                  <a:pt x="191" y="246"/>
                  <a:pt x="191" y="246"/>
                </a:cubicBezTo>
                <a:cubicBezTo>
                  <a:pt x="294" y="143"/>
                  <a:pt x="294" y="143"/>
                  <a:pt x="294" y="143"/>
                </a:cubicBezTo>
                <a:cubicBezTo>
                  <a:pt x="325" y="112"/>
                  <a:pt x="325" y="62"/>
                  <a:pt x="294" y="31"/>
                </a:cubicBezTo>
                <a:cubicBezTo>
                  <a:pt x="263" y="0"/>
                  <a:pt x="213" y="0"/>
                  <a:pt x="182" y="31"/>
                </a:cubicBezTo>
                <a:cubicBezTo>
                  <a:pt x="25" y="188"/>
                  <a:pt x="25" y="188"/>
                  <a:pt x="25" y="188"/>
                </a:cubicBezTo>
                <a:cubicBezTo>
                  <a:pt x="24" y="188"/>
                  <a:pt x="24" y="188"/>
                  <a:pt x="24" y="188"/>
                </a:cubicBezTo>
                <a:cubicBezTo>
                  <a:pt x="9" y="203"/>
                  <a:pt x="0" y="223"/>
                  <a:pt x="0" y="246"/>
                </a:cubicBezTo>
              </a:path>
            </a:pathLst>
          </a:custGeom>
          <a:solidFill>
            <a:srgbClr val="AE64B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lnSpc>
                <a:spcPct val="130000"/>
              </a:lnSpc>
            </a:pPr>
            <a:endParaRPr sz="1350">
              <a:latin typeface="微软雅黑" panose="020B0503020204020204" pitchFamily="34" charset="-122"/>
              <a:ea typeface="微软雅黑" panose="020B0503020204020204" pitchFamily="34" charset="-122"/>
            </a:endParaRPr>
          </a:p>
        </p:txBody>
      </p:sp>
      <p:sp>
        <p:nvSpPr>
          <p:cNvPr id="46" name="任意多边形 60"/>
          <p:cNvSpPr/>
          <p:nvPr>
            <p:custDataLst>
              <p:tags r:id="rId21"/>
            </p:custDataLst>
          </p:nvPr>
        </p:nvSpPr>
        <p:spPr bwMode="auto">
          <a:xfrm>
            <a:off x="4470381" y="2591991"/>
            <a:ext cx="483394" cy="402431"/>
          </a:xfrm>
          <a:custGeom>
            <a:avLst/>
            <a:gdLst>
              <a:gd name="T0" fmla="*/ 25 w 191"/>
              <a:gd name="T1" fmla="*/ 22 h 159"/>
              <a:gd name="T2" fmla="*/ 25 w 191"/>
              <a:gd name="T3" fmla="*/ 22 h 159"/>
              <a:gd name="T4" fmla="*/ 3 w 191"/>
              <a:gd name="T5" fmla="*/ 57 h 159"/>
              <a:gd name="T6" fmla="*/ 3 w 191"/>
              <a:gd name="T7" fmla="*/ 57 h 159"/>
              <a:gd name="T8" fmla="*/ 3 w 191"/>
              <a:gd name="T9" fmla="*/ 57 h 159"/>
              <a:gd name="T10" fmla="*/ 3 w 191"/>
              <a:gd name="T11" fmla="*/ 58 h 159"/>
              <a:gd name="T12" fmla="*/ 3 w 191"/>
              <a:gd name="T13" fmla="*/ 58 h 159"/>
              <a:gd name="T14" fmla="*/ 0 w 191"/>
              <a:gd name="T15" fmla="*/ 74 h 159"/>
              <a:gd name="T16" fmla="*/ 0 w 191"/>
              <a:gd name="T17" fmla="*/ 75 h 159"/>
              <a:gd name="T18" fmla="*/ 0 w 191"/>
              <a:gd name="T19" fmla="*/ 75 h 159"/>
              <a:gd name="T20" fmla="*/ 0 w 191"/>
              <a:gd name="T21" fmla="*/ 75 h 159"/>
              <a:gd name="T22" fmla="*/ 0 w 191"/>
              <a:gd name="T23" fmla="*/ 75 h 159"/>
              <a:gd name="T24" fmla="*/ 0 w 191"/>
              <a:gd name="T25" fmla="*/ 76 h 159"/>
              <a:gd name="T26" fmla="*/ 0 w 191"/>
              <a:gd name="T27" fmla="*/ 76 h 159"/>
              <a:gd name="T28" fmla="*/ 0 w 191"/>
              <a:gd name="T29" fmla="*/ 76 h 159"/>
              <a:gd name="T30" fmla="*/ 0 w 191"/>
              <a:gd name="T31" fmla="*/ 76 h 159"/>
              <a:gd name="T32" fmla="*/ 0 w 191"/>
              <a:gd name="T33" fmla="*/ 77 h 159"/>
              <a:gd name="T34" fmla="*/ 0 w 191"/>
              <a:gd name="T35" fmla="*/ 77 h 159"/>
              <a:gd name="T36" fmla="*/ 0 w 191"/>
              <a:gd name="T37" fmla="*/ 77 h 159"/>
              <a:gd name="T38" fmla="*/ 0 w 191"/>
              <a:gd name="T39" fmla="*/ 78 h 159"/>
              <a:gd name="T40" fmla="*/ 0 w 191"/>
              <a:gd name="T41" fmla="*/ 78 h 159"/>
              <a:gd name="T42" fmla="*/ 0 w 191"/>
              <a:gd name="T43" fmla="*/ 78 h 159"/>
              <a:gd name="T44" fmla="*/ 0 w 191"/>
              <a:gd name="T45" fmla="*/ 78 h 159"/>
              <a:gd name="T46" fmla="*/ 0 w 191"/>
              <a:gd name="T47" fmla="*/ 79 h 159"/>
              <a:gd name="T48" fmla="*/ 0 w 191"/>
              <a:gd name="T49" fmla="*/ 79 h 159"/>
              <a:gd name="T50" fmla="*/ 0 w 191"/>
              <a:gd name="T51" fmla="*/ 79 h 159"/>
              <a:gd name="T52" fmla="*/ 0 w 191"/>
              <a:gd name="T53" fmla="*/ 79 h 159"/>
              <a:gd name="T54" fmla="*/ 0 w 191"/>
              <a:gd name="T55" fmla="*/ 80 h 159"/>
              <a:gd name="T56" fmla="*/ 24 w 191"/>
              <a:gd name="T57" fmla="*/ 137 h 159"/>
              <a:gd name="T58" fmla="*/ 25 w 191"/>
              <a:gd name="T59" fmla="*/ 138 h 159"/>
              <a:gd name="T60" fmla="*/ 79 w 191"/>
              <a:gd name="T61" fmla="*/ 159 h 159"/>
              <a:gd name="T62" fmla="*/ 79 w 191"/>
              <a:gd name="T63" fmla="*/ 159 h 159"/>
              <a:gd name="T64" fmla="*/ 129 w 191"/>
              <a:gd name="T65" fmla="*/ 141 h 159"/>
              <a:gd name="T66" fmla="*/ 163 w 191"/>
              <a:gd name="T67" fmla="*/ 108 h 159"/>
              <a:gd name="T68" fmla="*/ 141 w 191"/>
              <a:gd name="T69" fmla="*/ 30 h 159"/>
              <a:gd name="T70" fmla="*/ 128 w 191"/>
              <a:gd name="T71" fmla="*/ 17 h 1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1" h="159">
                <a:moveTo>
                  <a:pt x="79" y="0"/>
                </a:moveTo>
                <a:cubicBezTo>
                  <a:pt x="58" y="0"/>
                  <a:pt x="39" y="8"/>
                  <a:pt x="25" y="22"/>
                </a:cubicBezTo>
                <a:cubicBezTo>
                  <a:pt x="25" y="22"/>
                  <a:pt x="25" y="22"/>
                  <a:pt x="25" y="22"/>
                </a:cubicBezTo>
                <a:cubicBezTo>
                  <a:pt x="25" y="22"/>
                  <a:pt x="25" y="22"/>
                  <a:pt x="25" y="22"/>
                </a:cubicBezTo>
                <a:cubicBezTo>
                  <a:pt x="24" y="22"/>
                  <a:pt x="24" y="22"/>
                  <a:pt x="24" y="22"/>
                </a:cubicBezTo>
                <a:cubicBezTo>
                  <a:pt x="14" y="32"/>
                  <a:pt x="7" y="44"/>
                  <a:pt x="3" y="57"/>
                </a:cubicBezTo>
                <a:cubicBezTo>
                  <a:pt x="3" y="57"/>
                  <a:pt x="3" y="57"/>
                  <a:pt x="3" y="57"/>
                </a:cubicBezTo>
                <a:cubicBezTo>
                  <a:pt x="3" y="57"/>
                  <a:pt x="3" y="57"/>
                  <a:pt x="3" y="57"/>
                </a:cubicBezTo>
                <a:cubicBezTo>
                  <a:pt x="3" y="57"/>
                  <a:pt x="3" y="57"/>
                  <a:pt x="3" y="57"/>
                </a:cubicBezTo>
                <a:cubicBezTo>
                  <a:pt x="3" y="57"/>
                  <a:pt x="3" y="57"/>
                  <a:pt x="3" y="57"/>
                </a:cubicBezTo>
                <a:cubicBezTo>
                  <a:pt x="3" y="57"/>
                  <a:pt x="3" y="57"/>
                  <a:pt x="3" y="58"/>
                </a:cubicBezTo>
                <a:cubicBezTo>
                  <a:pt x="3" y="58"/>
                  <a:pt x="3" y="58"/>
                  <a:pt x="3" y="58"/>
                </a:cubicBezTo>
                <a:cubicBezTo>
                  <a:pt x="3" y="58"/>
                  <a:pt x="3" y="58"/>
                  <a:pt x="3" y="58"/>
                </a:cubicBezTo>
                <a:cubicBezTo>
                  <a:pt x="3" y="58"/>
                  <a:pt x="3" y="58"/>
                  <a:pt x="3" y="58"/>
                </a:cubicBezTo>
                <a:cubicBezTo>
                  <a:pt x="1" y="63"/>
                  <a:pt x="0" y="69"/>
                  <a:pt x="0" y="74"/>
                </a:cubicBezTo>
                <a:cubicBezTo>
                  <a:pt x="0" y="74"/>
                  <a:pt x="0" y="74"/>
                  <a:pt x="0" y="74"/>
                </a:cubicBezTo>
                <a:cubicBezTo>
                  <a:pt x="0" y="74"/>
                  <a:pt x="0" y="75"/>
                  <a:pt x="0" y="75"/>
                </a:cubicBezTo>
                <a:cubicBezTo>
                  <a:pt x="0" y="75"/>
                  <a:pt x="0" y="75"/>
                  <a:pt x="0" y="75"/>
                </a:cubicBezTo>
                <a:cubicBezTo>
                  <a:pt x="0" y="75"/>
                  <a:pt x="0" y="75"/>
                  <a:pt x="0" y="75"/>
                </a:cubicBezTo>
                <a:cubicBezTo>
                  <a:pt x="0" y="75"/>
                  <a:pt x="0" y="75"/>
                  <a:pt x="0" y="75"/>
                </a:cubicBezTo>
                <a:cubicBezTo>
                  <a:pt x="0" y="75"/>
                  <a:pt x="0" y="75"/>
                  <a:pt x="0" y="75"/>
                </a:cubicBezTo>
                <a:cubicBezTo>
                  <a:pt x="0" y="75"/>
                  <a:pt x="0" y="75"/>
                  <a:pt x="0" y="75"/>
                </a:cubicBezTo>
                <a:cubicBezTo>
                  <a:pt x="0" y="75"/>
                  <a:pt x="0" y="75"/>
                  <a:pt x="0" y="75"/>
                </a:cubicBezTo>
                <a:cubicBezTo>
                  <a:pt x="0" y="75"/>
                  <a:pt x="0" y="75"/>
                  <a:pt x="0" y="75"/>
                </a:cubicBezTo>
                <a:cubicBezTo>
                  <a:pt x="0" y="75"/>
                  <a:pt x="0" y="76"/>
                  <a:pt x="0" y="76"/>
                </a:cubicBezTo>
                <a:cubicBezTo>
                  <a:pt x="0" y="76"/>
                  <a:pt x="0" y="76"/>
                  <a:pt x="0" y="76"/>
                </a:cubicBezTo>
                <a:cubicBezTo>
                  <a:pt x="0" y="76"/>
                  <a:pt x="0" y="76"/>
                  <a:pt x="0" y="76"/>
                </a:cubicBezTo>
                <a:cubicBezTo>
                  <a:pt x="0" y="76"/>
                  <a:pt x="0" y="76"/>
                  <a:pt x="0" y="76"/>
                </a:cubicBezTo>
                <a:cubicBezTo>
                  <a:pt x="0" y="76"/>
                  <a:pt x="0" y="76"/>
                  <a:pt x="0" y="76"/>
                </a:cubicBezTo>
                <a:cubicBezTo>
                  <a:pt x="0" y="76"/>
                  <a:pt x="0" y="76"/>
                  <a:pt x="0" y="76"/>
                </a:cubicBezTo>
                <a:cubicBezTo>
                  <a:pt x="0" y="76"/>
                  <a:pt x="0" y="76"/>
                  <a:pt x="0" y="76"/>
                </a:cubicBezTo>
                <a:cubicBezTo>
                  <a:pt x="0" y="76"/>
                  <a:pt x="0" y="76"/>
                  <a:pt x="0" y="76"/>
                </a:cubicBezTo>
                <a:cubicBezTo>
                  <a:pt x="0" y="77"/>
                  <a:pt x="0" y="77"/>
                  <a:pt x="0" y="77"/>
                </a:cubicBezTo>
                <a:cubicBezTo>
                  <a:pt x="0" y="77"/>
                  <a:pt x="0" y="77"/>
                  <a:pt x="0" y="77"/>
                </a:cubicBezTo>
                <a:cubicBezTo>
                  <a:pt x="0" y="77"/>
                  <a:pt x="0" y="77"/>
                  <a:pt x="0" y="77"/>
                </a:cubicBezTo>
                <a:cubicBezTo>
                  <a:pt x="0" y="77"/>
                  <a:pt x="0" y="77"/>
                  <a:pt x="0" y="77"/>
                </a:cubicBezTo>
                <a:cubicBezTo>
                  <a:pt x="0" y="77"/>
                  <a:pt x="0" y="77"/>
                  <a:pt x="0" y="77"/>
                </a:cubicBezTo>
                <a:cubicBezTo>
                  <a:pt x="0" y="77"/>
                  <a:pt x="0" y="77"/>
                  <a:pt x="0" y="77"/>
                </a:cubicBezTo>
                <a:cubicBezTo>
                  <a:pt x="0" y="77"/>
                  <a:pt x="0" y="77"/>
                  <a:pt x="0" y="77"/>
                </a:cubicBezTo>
                <a:cubicBezTo>
                  <a:pt x="0" y="77"/>
                  <a:pt x="0" y="77"/>
                  <a:pt x="0" y="78"/>
                </a:cubicBezTo>
                <a:cubicBezTo>
                  <a:pt x="0" y="78"/>
                  <a:pt x="0" y="78"/>
                  <a:pt x="0" y="78"/>
                </a:cubicBezTo>
                <a:cubicBezTo>
                  <a:pt x="0" y="78"/>
                  <a:pt x="0" y="78"/>
                  <a:pt x="0" y="78"/>
                </a:cubicBezTo>
                <a:cubicBezTo>
                  <a:pt x="0" y="78"/>
                  <a:pt x="0" y="78"/>
                  <a:pt x="0" y="78"/>
                </a:cubicBezTo>
                <a:cubicBezTo>
                  <a:pt x="0" y="78"/>
                  <a:pt x="0" y="78"/>
                  <a:pt x="0" y="78"/>
                </a:cubicBezTo>
                <a:cubicBezTo>
                  <a:pt x="0" y="78"/>
                  <a:pt x="0" y="78"/>
                  <a:pt x="0" y="78"/>
                </a:cubicBezTo>
                <a:cubicBezTo>
                  <a:pt x="0" y="78"/>
                  <a:pt x="0" y="78"/>
                  <a:pt x="0" y="78"/>
                </a:cubicBezTo>
                <a:cubicBezTo>
                  <a:pt x="0" y="78"/>
                  <a:pt x="0" y="78"/>
                  <a:pt x="0" y="78"/>
                </a:cubicBezTo>
                <a:cubicBezTo>
                  <a:pt x="0" y="78"/>
                  <a:pt x="0" y="79"/>
                  <a:pt x="0" y="79"/>
                </a:cubicBezTo>
                <a:cubicBezTo>
                  <a:pt x="0" y="79"/>
                  <a:pt x="0" y="79"/>
                  <a:pt x="0" y="79"/>
                </a:cubicBezTo>
                <a:cubicBezTo>
                  <a:pt x="0" y="79"/>
                  <a:pt x="0" y="79"/>
                  <a:pt x="0" y="79"/>
                </a:cubicBezTo>
                <a:cubicBezTo>
                  <a:pt x="0" y="79"/>
                  <a:pt x="0" y="79"/>
                  <a:pt x="0" y="79"/>
                </a:cubicBezTo>
                <a:cubicBezTo>
                  <a:pt x="0" y="79"/>
                  <a:pt x="0" y="79"/>
                  <a:pt x="0" y="79"/>
                </a:cubicBezTo>
                <a:cubicBezTo>
                  <a:pt x="0" y="79"/>
                  <a:pt x="0" y="79"/>
                  <a:pt x="0" y="79"/>
                </a:cubicBezTo>
                <a:cubicBezTo>
                  <a:pt x="0" y="79"/>
                  <a:pt x="0" y="79"/>
                  <a:pt x="0" y="79"/>
                </a:cubicBezTo>
                <a:cubicBezTo>
                  <a:pt x="0" y="79"/>
                  <a:pt x="0" y="79"/>
                  <a:pt x="0" y="79"/>
                </a:cubicBezTo>
                <a:cubicBezTo>
                  <a:pt x="0" y="80"/>
                  <a:pt x="0" y="80"/>
                  <a:pt x="0" y="80"/>
                </a:cubicBezTo>
                <a:cubicBezTo>
                  <a:pt x="0" y="90"/>
                  <a:pt x="1" y="99"/>
                  <a:pt x="5" y="108"/>
                </a:cubicBezTo>
                <a:cubicBezTo>
                  <a:pt x="9" y="119"/>
                  <a:pt x="16" y="129"/>
                  <a:pt x="24" y="137"/>
                </a:cubicBezTo>
                <a:cubicBezTo>
                  <a:pt x="25" y="138"/>
                  <a:pt x="25" y="138"/>
                  <a:pt x="25" y="138"/>
                </a:cubicBezTo>
                <a:cubicBezTo>
                  <a:pt x="25" y="138"/>
                  <a:pt x="25" y="138"/>
                  <a:pt x="25" y="138"/>
                </a:cubicBezTo>
                <a:cubicBezTo>
                  <a:pt x="25" y="138"/>
                  <a:pt x="25" y="138"/>
                  <a:pt x="25" y="138"/>
                </a:cubicBezTo>
                <a:cubicBezTo>
                  <a:pt x="39" y="151"/>
                  <a:pt x="58" y="159"/>
                  <a:pt x="79" y="159"/>
                </a:cubicBezTo>
                <a:cubicBezTo>
                  <a:pt x="79" y="159"/>
                  <a:pt x="79" y="159"/>
                  <a:pt x="79" y="159"/>
                </a:cubicBezTo>
                <a:cubicBezTo>
                  <a:pt x="79" y="159"/>
                  <a:pt x="79" y="159"/>
                  <a:pt x="79" y="159"/>
                </a:cubicBezTo>
                <a:cubicBezTo>
                  <a:pt x="94" y="159"/>
                  <a:pt x="107" y="155"/>
                  <a:pt x="119" y="148"/>
                </a:cubicBezTo>
                <a:cubicBezTo>
                  <a:pt x="123" y="146"/>
                  <a:pt x="126" y="144"/>
                  <a:pt x="129" y="141"/>
                </a:cubicBezTo>
                <a:cubicBezTo>
                  <a:pt x="141" y="130"/>
                  <a:pt x="141" y="130"/>
                  <a:pt x="141" y="130"/>
                </a:cubicBezTo>
                <a:cubicBezTo>
                  <a:pt x="163" y="108"/>
                  <a:pt x="163" y="108"/>
                  <a:pt x="163" y="108"/>
                </a:cubicBezTo>
                <a:cubicBezTo>
                  <a:pt x="191" y="80"/>
                  <a:pt x="191" y="80"/>
                  <a:pt x="191" y="80"/>
                </a:cubicBezTo>
                <a:cubicBezTo>
                  <a:pt x="141" y="30"/>
                  <a:pt x="141" y="30"/>
                  <a:pt x="141" y="30"/>
                </a:cubicBezTo>
                <a:cubicBezTo>
                  <a:pt x="129" y="18"/>
                  <a:pt x="129" y="18"/>
                  <a:pt x="129" y="18"/>
                </a:cubicBezTo>
                <a:cubicBezTo>
                  <a:pt x="129" y="18"/>
                  <a:pt x="128" y="17"/>
                  <a:pt x="128" y="17"/>
                </a:cubicBezTo>
                <a:cubicBezTo>
                  <a:pt x="114" y="7"/>
                  <a:pt x="97" y="0"/>
                  <a:pt x="79" y="0"/>
                </a:cubicBezTo>
              </a:path>
            </a:pathLst>
          </a:custGeom>
          <a:solidFill>
            <a:srgbClr val="AE64B8">
              <a:lumMod val="50000"/>
            </a:srgbClr>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lnSpc>
                <a:spcPct val="130000"/>
              </a:lnSpc>
            </a:pPr>
            <a:endParaRPr sz="1350">
              <a:latin typeface="微软雅黑" panose="020B0503020204020204" pitchFamily="34" charset="-122"/>
              <a:ea typeface="微软雅黑" panose="020B0503020204020204" pitchFamily="34" charset="-122"/>
            </a:endParaRPr>
          </a:p>
        </p:txBody>
      </p:sp>
      <p:sp>
        <p:nvSpPr>
          <p:cNvPr id="47" name="任意多边形 61"/>
          <p:cNvSpPr/>
          <p:nvPr>
            <p:custDataLst>
              <p:tags r:id="rId22"/>
            </p:custDataLst>
          </p:nvPr>
        </p:nvSpPr>
        <p:spPr bwMode="auto">
          <a:xfrm>
            <a:off x="4670406" y="2591991"/>
            <a:ext cx="485775" cy="202406"/>
          </a:xfrm>
          <a:custGeom>
            <a:avLst/>
            <a:gdLst>
              <a:gd name="T0" fmla="*/ 0 w 192"/>
              <a:gd name="T1" fmla="*/ 0 h 80"/>
              <a:gd name="T2" fmla="*/ 49 w 192"/>
              <a:gd name="T3" fmla="*/ 17 h 80"/>
              <a:gd name="T4" fmla="*/ 50 w 192"/>
              <a:gd name="T5" fmla="*/ 18 h 80"/>
              <a:gd name="T6" fmla="*/ 62 w 192"/>
              <a:gd name="T7" fmla="*/ 29 h 80"/>
              <a:gd name="T8" fmla="*/ 112 w 192"/>
              <a:gd name="T9" fmla="*/ 80 h 80"/>
              <a:gd name="T10" fmla="*/ 112 w 192"/>
              <a:gd name="T11" fmla="*/ 80 h 80"/>
              <a:gd name="T12" fmla="*/ 112 w 192"/>
              <a:gd name="T13" fmla="*/ 80 h 80"/>
              <a:gd name="T14" fmla="*/ 192 w 192"/>
              <a:gd name="T15" fmla="*/ 0 h 80"/>
              <a:gd name="T16" fmla="*/ 0 w 192"/>
              <a:gd name="T17"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92" h="80">
                <a:moveTo>
                  <a:pt x="0" y="0"/>
                </a:moveTo>
                <a:cubicBezTo>
                  <a:pt x="18" y="0"/>
                  <a:pt x="35" y="7"/>
                  <a:pt x="49" y="17"/>
                </a:cubicBezTo>
                <a:cubicBezTo>
                  <a:pt x="49" y="17"/>
                  <a:pt x="50" y="18"/>
                  <a:pt x="50" y="18"/>
                </a:cubicBezTo>
                <a:cubicBezTo>
                  <a:pt x="62" y="29"/>
                  <a:pt x="62" y="29"/>
                  <a:pt x="62" y="29"/>
                </a:cubicBezTo>
                <a:cubicBezTo>
                  <a:pt x="112" y="80"/>
                  <a:pt x="112" y="80"/>
                  <a:pt x="112" y="80"/>
                </a:cubicBezTo>
                <a:cubicBezTo>
                  <a:pt x="112" y="80"/>
                  <a:pt x="112" y="80"/>
                  <a:pt x="112" y="80"/>
                </a:cubicBezTo>
                <a:cubicBezTo>
                  <a:pt x="112" y="80"/>
                  <a:pt x="112" y="80"/>
                  <a:pt x="112" y="80"/>
                </a:cubicBezTo>
                <a:cubicBezTo>
                  <a:pt x="192" y="0"/>
                  <a:pt x="192" y="0"/>
                  <a:pt x="192" y="0"/>
                </a:cubicBezTo>
                <a:cubicBezTo>
                  <a:pt x="0" y="0"/>
                  <a:pt x="0" y="0"/>
                  <a:pt x="0" y="0"/>
                </a:cubicBezTo>
              </a:path>
            </a:pathLst>
          </a:custGeom>
          <a:solidFill>
            <a:srgbClr val="AE64B8">
              <a:lumMod val="75000"/>
            </a:srgbClr>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lnSpc>
                <a:spcPct val="130000"/>
              </a:lnSpc>
            </a:pPr>
            <a:endParaRPr sz="1350">
              <a:latin typeface="微软雅黑" panose="020B0503020204020204" pitchFamily="34" charset="-122"/>
              <a:ea typeface="微软雅黑" panose="020B0503020204020204" pitchFamily="34" charset="-122"/>
            </a:endParaRPr>
          </a:p>
        </p:txBody>
      </p:sp>
      <p:sp>
        <p:nvSpPr>
          <p:cNvPr id="48" name="任意多边形 62"/>
          <p:cNvSpPr/>
          <p:nvPr>
            <p:custDataLst>
              <p:tags r:id="rId23"/>
            </p:custDataLst>
          </p:nvPr>
        </p:nvSpPr>
        <p:spPr bwMode="auto">
          <a:xfrm>
            <a:off x="4670406" y="2794397"/>
            <a:ext cx="485775" cy="200025"/>
          </a:xfrm>
          <a:custGeom>
            <a:avLst/>
            <a:gdLst>
              <a:gd name="T0" fmla="*/ 112 w 192"/>
              <a:gd name="T1" fmla="*/ 0 h 79"/>
              <a:gd name="T2" fmla="*/ 84 w 192"/>
              <a:gd name="T3" fmla="*/ 28 h 79"/>
              <a:gd name="T4" fmla="*/ 62 w 192"/>
              <a:gd name="T5" fmla="*/ 50 h 79"/>
              <a:gd name="T6" fmla="*/ 50 w 192"/>
              <a:gd name="T7" fmla="*/ 61 h 79"/>
              <a:gd name="T8" fmla="*/ 40 w 192"/>
              <a:gd name="T9" fmla="*/ 68 h 79"/>
              <a:gd name="T10" fmla="*/ 0 w 192"/>
              <a:gd name="T11" fmla="*/ 79 h 79"/>
              <a:gd name="T12" fmla="*/ 0 w 192"/>
              <a:gd name="T13" fmla="*/ 79 h 79"/>
              <a:gd name="T14" fmla="*/ 192 w 192"/>
              <a:gd name="T15" fmla="*/ 79 h 79"/>
              <a:gd name="T16" fmla="*/ 112 w 192"/>
              <a:gd name="T17" fmla="*/ 0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92" h="79">
                <a:moveTo>
                  <a:pt x="112" y="0"/>
                </a:moveTo>
                <a:cubicBezTo>
                  <a:pt x="84" y="28"/>
                  <a:pt x="84" y="28"/>
                  <a:pt x="84" y="28"/>
                </a:cubicBezTo>
                <a:cubicBezTo>
                  <a:pt x="62" y="50"/>
                  <a:pt x="62" y="50"/>
                  <a:pt x="62" y="50"/>
                </a:cubicBezTo>
                <a:cubicBezTo>
                  <a:pt x="50" y="61"/>
                  <a:pt x="50" y="61"/>
                  <a:pt x="50" y="61"/>
                </a:cubicBezTo>
                <a:cubicBezTo>
                  <a:pt x="47" y="64"/>
                  <a:pt x="44" y="66"/>
                  <a:pt x="40" y="68"/>
                </a:cubicBezTo>
                <a:cubicBezTo>
                  <a:pt x="28" y="75"/>
                  <a:pt x="15" y="79"/>
                  <a:pt x="0" y="79"/>
                </a:cubicBezTo>
                <a:cubicBezTo>
                  <a:pt x="0" y="79"/>
                  <a:pt x="0" y="79"/>
                  <a:pt x="0" y="79"/>
                </a:cubicBezTo>
                <a:cubicBezTo>
                  <a:pt x="192" y="79"/>
                  <a:pt x="192" y="79"/>
                  <a:pt x="192" y="79"/>
                </a:cubicBezTo>
                <a:cubicBezTo>
                  <a:pt x="112" y="0"/>
                  <a:pt x="112" y="0"/>
                  <a:pt x="112" y="0"/>
                </a:cubicBezTo>
              </a:path>
            </a:pathLst>
          </a:custGeom>
          <a:solidFill>
            <a:srgbClr val="AE64B8">
              <a:lumMod val="75000"/>
            </a:srgbClr>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lnSpc>
                <a:spcPct val="130000"/>
              </a:lnSpc>
            </a:pPr>
            <a:endParaRPr sz="1350">
              <a:latin typeface="微软雅黑" panose="020B0503020204020204" pitchFamily="34" charset="-122"/>
              <a:ea typeface="微软雅黑" panose="020B0503020204020204" pitchFamily="34" charset="-122"/>
            </a:endParaRPr>
          </a:p>
        </p:txBody>
      </p:sp>
      <p:sp>
        <p:nvSpPr>
          <p:cNvPr id="49" name="任意多边形 63"/>
          <p:cNvSpPr/>
          <p:nvPr>
            <p:custDataLst>
              <p:tags r:id="rId24"/>
            </p:custDataLst>
          </p:nvPr>
        </p:nvSpPr>
        <p:spPr>
          <a:xfrm>
            <a:off x="4560666" y="2691438"/>
            <a:ext cx="209496" cy="209496"/>
          </a:xfrm>
          <a:custGeom>
            <a:avLst/>
            <a:gdLst/>
            <a:ahLst/>
            <a:cxnLst>
              <a:cxn ang="0">
                <a:pos x="wd2" y="hd2"/>
              </a:cxn>
              <a:cxn ang="5400000">
                <a:pos x="wd2" y="hd2"/>
              </a:cxn>
              <a:cxn ang="10800000">
                <a:pos x="wd2" y="hd2"/>
              </a:cxn>
              <a:cxn ang="16200000">
                <a:pos x="wd2" y="hd2"/>
              </a:cxn>
            </a:cxnLst>
            <a:rect l="0" t="0" r="r" b="b"/>
            <a:pathLst>
              <a:path w="21600" h="21600" extrusionOk="0">
                <a:moveTo>
                  <a:pt x="20618" y="2945"/>
                </a:moveTo>
                <a:lnTo>
                  <a:pt x="982" y="2945"/>
                </a:lnTo>
                <a:lnTo>
                  <a:pt x="982" y="1964"/>
                </a:lnTo>
                <a:lnTo>
                  <a:pt x="20618" y="1964"/>
                </a:lnTo>
                <a:cubicBezTo>
                  <a:pt x="20618" y="1964"/>
                  <a:pt x="20618" y="2945"/>
                  <a:pt x="20618" y="2945"/>
                </a:cubicBezTo>
                <a:close/>
                <a:moveTo>
                  <a:pt x="19636" y="15709"/>
                </a:moveTo>
                <a:lnTo>
                  <a:pt x="1964" y="15709"/>
                </a:lnTo>
                <a:lnTo>
                  <a:pt x="1964" y="3927"/>
                </a:lnTo>
                <a:lnTo>
                  <a:pt x="19636" y="3927"/>
                </a:lnTo>
                <a:cubicBezTo>
                  <a:pt x="19636" y="3927"/>
                  <a:pt x="19636" y="15709"/>
                  <a:pt x="19636" y="15709"/>
                </a:cubicBezTo>
                <a:close/>
                <a:moveTo>
                  <a:pt x="20618" y="982"/>
                </a:moveTo>
                <a:lnTo>
                  <a:pt x="11782" y="982"/>
                </a:lnTo>
                <a:cubicBezTo>
                  <a:pt x="11782" y="440"/>
                  <a:pt x="11342" y="0"/>
                  <a:pt x="10800" y="0"/>
                </a:cubicBezTo>
                <a:cubicBezTo>
                  <a:pt x="10257" y="0"/>
                  <a:pt x="9818" y="440"/>
                  <a:pt x="9818" y="982"/>
                </a:cubicBezTo>
                <a:lnTo>
                  <a:pt x="982" y="982"/>
                </a:lnTo>
                <a:cubicBezTo>
                  <a:pt x="439" y="982"/>
                  <a:pt x="0" y="1422"/>
                  <a:pt x="0" y="1964"/>
                </a:cubicBezTo>
                <a:lnTo>
                  <a:pt x="0" y="2945"/>
                </a:lnTo>
                <a:cubicBezTo>
                  <a:pt x="0" y="3488"/>
                  <a:pt x="439" y="3927"/>
                  <a:pt x="982" y="3927"/>
                </a:cubicBezTo>
                <a:lnTo>
                  <a:pt x="982" y="15709"/>
                </a:lnTo>
                <a:cubicBezTo>
                  <a:pt x="982" y="16252"/>
                  <a:pt x="1421" y="16691"/>
                  <a:pt x="1964" y="16691"/>
                </a:cubicBezTo>
                <a:lnTo>
                  <a:pt x="10309" y="16691"/>
                </a:lnTo>
                <a:lnTo>
                  <a:pt x="10309" y="17960"/>
                </a:lnTo>
                <a:lnTo>
                  <a:pt x="7507" y="20762"/>
                </a:lnTo>
                <a:cubicBezTo>
                  <a:pt x="7419" y="20851"/>
                  <a:pt x="7364" y="20974"/>
                  <a:pt x="7364" y="21109"/>
                </a:cubicBezTo>
                <a:cubicBezTo>
                  <a:pt x="7364" y="21380"/>
                  <a:pt x="7583" y="21600"/>
                  <a:pt x="7855" y="21600"/>
                </a:cubicBezTo>
                <a:cubicBezTo>
                  <a:pt x="7990" y="21600"/>
                  <a:pt x="8113" y="21545"/>
                  <a:pt x="8202" y="21456"/>
                </a:cubicBezTo>
                <a:lnTo>
                  <a:pt x="10800" y="18858"/>
                </a:lnTo>
                <a:lnTo>
                  <a:pt x="13398" y="21456"/>
                </a:lnTo>
                <a:cubicBezTo>
                  <a:pt x="13488" y="21545"/>
                  <a:pt x="13610" y="21600"/>
                  <a:pt x="13745" y="21600"/>
                </a:cubicBezTo>
                <a:cubicBezTo>
                  <a:pt x="14017" y="21600"/>
                  <a:pt x="14236" y="21380"/>
                  <a:pt x="14236" y="21109"/>
                </a:cubicBezTo>
                <a:cubicBezTo>
                  <a:pt x="14236" y="20974"/>
                  <a:pt x="14182" y="20851"/>
                  <a:pt x="14093" y="20762"/>
                </a:cubicBezTo>
                <a:lnTo>
                  <a:pt x="11291" y="17960"/>
                </a:lnTo>
                <a:lnTo>
                  <a:pt x="11291" y="16691"/>
                </a:lnTo>
                <a:lnTo>
                  <a:pt x="19636" y="16691"/>
                </a:lnTo>
                <a:cubicBezTo>
                  <a:pt x="20178" y="16691"/>
                  <a:pt x="20618" y="16252"/>
                  <a:pt x="20618" y="15709"/>
                </a:cubicBezTo>
                <a:lnTo>
                  <a:pt x="20618" y="3927"/>
                </a:lnTo>
                <a:cubicBezTo>
                  <a:pt x="21160" y="3927"/>
                  <a:pt x="21600" y="3488"/>
                  <a:pt x="21600" y="2945"/>
                </a:cubicBezTo>
                <a:lnTo>
                  <a:pt x="21600" y="1964"/>
                </a:lnTo>
                <a:cubicBezTo>
                  <a:pt x="21600" y="1422"/>
                  <a:pt x="21160" y="982"/>
                  <a:pt x="20618" y="982"/>
                </a:cubicBezTo>
                <a:moveTo>
                  <a:pt x="16200" y="5891"/>
                </a:moveTo>
                <a:cubicBezTo>
                  <a:pt x="16471" y="5891"/>
                  <a:pt x="16691" y="6111"/>
                  <a:pt x="16691" y="6382"/>
                </a:cubicBezTo>
                <a:cubicBezTo>
                  <a:pt x="16691" y="6653"/>
                  <a:pt x="16471" y="6873"/>
                  <a:pt x="16200" y="6873"/>
                </a:cubicBezTo>
                <a:cubicBezTo>
                  <a:pt x="15929" y="6873"/>
                  <a:pt x="15709" y="6653"/>
                  <a:pt x="15709" y="6382"/>
                </a:cubicBezTo>
                <a:cubicBezTo>
                  <a:pt x="15709" y="6111"/>
                  <a:pt x="15929" y="5891"/>
                  <a:pt x="16200" y="5891"/>
                </a:cubicBezTo>
                <a:moveTo>
                  <a:pt x="16200" y="7855"/>
                </a:moveTo>
                <a:cubicBezTo>
                  <a:pt x="17013" y="7855"/>
                  <a:pt x="17673" y="7196"/>
                  <a:pt x="17673" y="6382"/>
                </a:cubicBezTo>
                <a:cubicBezTo>
                  <a:pt x="17673" y="5569"/>
                  <a:pt x="17013" y="4909"/>
                  <a:pt x="16200" y="4909"/>
                </a:cubicBezTo>
                <a:cubicBezTo>
                  <a:pt x="15387" y="4909"/>
                  <a:pt x="14727" y="5569"/>
                  <a:pt x="14727" y="6382"/>
                </a:cubicBezTo>
                <a:cubicBezTo>
                  <a:pt x="14727" y="7196"/>
                  <a:pt x="15387" y="7855"/>
                  <a:pt x="16200" y="7855"/>
                </a:cubicBezTo>
                <a:moveTo>
                  <a:pt x="8422" y="8135"/>
                </a:moveTo>
                <a:lnTo>
                  <a:pt x="11926" y="11638"/>
                </a:lnTo>
                <a:cubicBezTo>
                  <a:pt x="12015" y="11727"/>
                  <a:pt x="12138" y="11782"/>
                  <a:pt x="12273" y="11782"/>
                </a:cubicBezTo>
                <a:cubicBezTo>
                  <a:pt x="12408" y="11782"/>
                  <a:pt x="12531" y="11727"/>
                  <a:pt x="12620" y="11638"/>
                </a:cubicBezTo>
                <a:lnTo>
                  <a:pt x="14183" y="10075"/>
                </a:lnTo>
                <a:lnTo>
                  <a:pt x="16200" y="12764"/>
                </a:lnTo>
                <a:lnTo>
                  <a:pt x="5336" y="12764"/>
                </a:lnTo>
                <a:cubicBezTo>
                  <a:pt x="5336" y="12764"/>
                  <a:pt x="8422" y="8135"/>
                  <a:pt x="8422" y="8135"/>
                </a:cubicBezTo>
                <a:close/>
                <a:moveTo>
                  <a:pt x="4418" y="13745"/>
                </a:moveTo>
                <a:lnTo>
                  <a:pt x="17182" y="13745"/>
                </a:lnTo>
                <a:cubicBezTo>
                  <a:pt x="17453" y="13745"/>
                  <a:pt x="17673" y="13526"/>
                  <a:pt x="17673" y="13255"/>
                </a:cubicBezTo>
                <a:cubicBezTo>
                  <a:pt x="17673" y="13144"/>
                  <a:pt x="17630" y="13047"/>
                  <a:pt x="17568" y="12965"/>
                </a:cubicBezTo>
                <a:lnTo>
                  <a:pt x="17575" y="12960"/>
                </a:lnTo>
                <a:lnTo>
                  <a:pt x="14629" y="9033"/>
                </a:lnTo>
                <a:lnTo>
                  <a:pt x="14622" y="9038"/>
                </a:lnTo>
                <a:cubicBezTo>
                  <a:pt x="14533" y="8919"/>
                  <a:pt x="14397" y="8836"/>
                  <a:pt x="14236" y="8836"/>
                </a:cubicBezTo>
                <a:cubicBezTo>
                  <a:pt x="14101" y="8836"/>
                  <a:pt x="13978" y="8891"/>
                  <a:pt x="13889" y="8980"/>
                </a:cubicBezTo>
                <a:lnTo>
                  <a:pt x="12273" y="10597"/>
                </a:lnTo>
                <a:lnTo>
                  <a:pt x="8693" y="7017"/>
                </a:lnTo>
                <a:cubicBezTo>
                  <a:pt x="8604" y="6928"/>
                  <a:pt x="8481" y="6873"/>
                  <a:pt x="8345" y="6873"/>
                </a:cubicBezTo>
                <a:cubicBezTo>
                  <a:pt x="8175" y="6873"/>
                  <a:pt x="8033" y="6965"/>
                  <a:pt x="7945" y="7097"/>
                </a:cubicBezTo>
                <a:lnTo>
                  <a:pt x="7937" y="7091"/>
                </a:lnTo>
                <a:lnTo>
                  <a:pt x="4010" y="12982"/>
                </a:lnTo>
                <a:lnTo>
                  <a:pt x="4017" y="12988"/>
                </a:lnTo>
                <a:cubicBezTo>
                  <a:pt x="3965" y="13066"/>
                  <a:pt x="3927" y="13154"/>
                  <a:pt x="3927" y="13255"/>
                </a:cubicBezTo>
                <a:cubicBezTo>
                  <a:pt x="3927" y="13526"/>
                  <a:pt x="4147" y="13745"/>
                  <a:pt x="4418" y="13745"/>
                </a:cubicBezTo>
              </a:path>
            </a:pathLst>
          </a:custGeom>
          <a:solidFill>
            <a:sysClr val="window" lastClr="FFFFFF"/>
          </a:solidFill>
          <a:ln w="12700">
            <a:miter lim="400000"/>
          </a:ln>
        </p:spPr>
        <p:txBody>
          <a:bodyPr anchor="ctr"/>
          <a:lstStyle/>
          <a:p>
            <a:pPr algn="ctr">
              <a:lnSpc>
                <a:spcPct val="130000"/>
              </a:lnSpc>
            </a:pPr>
            <a:endParaRPr sz="1350">
              <a:latin typeface="微软雅黑" panose="020B0503020204020204" pitchFamily="34" charset="-122"/>
              <a:ea typeface="微软雅黑" panose="020B0503020204020204" pitchFamily="34" charset="-122"/>
            </a:endParaRPr>
          </a:p>
        </p:txBody>
      </p:sp>
      <p:sp>
        <p:nvSpPr>
          <p:cNvPr id="50" name="任意多边形 52"/>
          <p:cNvSpPr/>
          <p:nvPr>
            <p:custDataLst>
              <p:tags r:id="rId25"/>
            </p:custDataLst>
          </p:nvPr>
        </p:nvSpPr>
        <p:spPr bwMode="auto">
          <a:xfrm>
            <a:off x="3120212" y="1844279"/>
            <a:ext cx="1578769" cy="398860"/>
          </a:xfrm>
          <a:custGeom>
            <a:avLst/>
            <a:gdLst>
              <a:gd name="T0" fmla="*/ 545 w 624"/>
              <a:gd name="T1" fmla="*/ 158 h 158"/>
              <a:gd name="T2" fmla="*/ 79 w 624"/>
              <a:gd name="T3" fmla="*/ 158 h 158"/>
              <a:gd name="T4" fmla="*/ 0 w 624"/>
              <a:gd name="T5" fmla="*/ 79 h 158"/>
              <a:gd name="T6" fmla="*/ 79 w 624"/>
              <a:gd name="T7" fmla="*/ 0 h 158"/>
              <a:gd name="T8" fmla="*/ 545 w 624"/>
              <a:gd name="T9" fmla="*/ 0 h 158"/>
              <a:gd name="T10" fmla="*/ 624 w 624"/>
              <a:gd name="T11" fmla="*/ 79 h 158"/>
              <a:gd name="T12" fmla="*/ 545 w 624"/>
              <a:gd name="T13" fmla="*/ 158 h 158"/>
            </a:gdLst>
            <a:ahLst/>
            <a:cxnLst>
              <a:cxn ang="0">
                <a:pos x="T0" y="T1"/>
              </a:cxn>
              <a:cxn ang="0">
                <a:pos x="T2" y="T3"/>
              </a:cxn>
              <a:cxn ang="0">
                <a:pos x="T4" y="T5"/>
              </a:cxn>
              <a:cxn ang="0">
                <a:pos x="T6" y="T7"/>
              </a:cxn>
              <a:cxn ang="0">
                <a:pos x="T8" y="T9"/>
              </a:cxn>
              <a:cxn ang="0">
                <a:pos x="T10" y="T11"/>
              </a:cxn>
              <a:cxn ang="0">
                <a:pos x="T12" y="T13"/>
              </a:cxn>
            </a:cxnLst>
            <a:rect l="0" t="0" r="r" b="b"/>
            <a:pathLst>
              <a:path w="624" h="158">
                <a:moveTo>
                  <a:pt x="545" y="158"/>
                </a:moveTo>
                <a:cubicBezTo>
                  <a:pt x="79" y="158"/>
                  <a:pt x="79" y="158"/>
                  <a:pt x="79" y="158"/>
                </a:cubicBezTo>
                <a:cubicBezTo>
                  <a:pt x="35" y="158"/>
                  <a:pt x="0" y="123"/>
                  <a:pt x="0" y="79"/>
                </a:cubicBezTo>
                <a:cubicBezTo>
                  <a:pt x="0" y="35"/>
                  <a:pt x="35" y="0"/>
                  <a:pt x="79" y="0"/>
                </a:cubicBezTo>
                <a:cubicBezTo>
                  <a:pt x="545" y="0"/>
                  <a:pt x="545" y="0"/>
                  <a:pt x="545" y="0"/>
                </a:cubicBezTo>
                <a:cubicBezTo>
                  <a:pt x="589" y="0"/>
                  <a:pt x="624" y="35"/>
                  <a:pt x="624" y="79"/>
                </a:cubicBezTo>
                <a:cubicBezTo>
                  <a:pt x="624" y="123"/>
                  <a:pt x="589" y="158"/>
                  <a:pt x="545" y="158"/>
                </a:cubicBezTo>
              </a:path>
            </a:pathLst>
          </a:custGeom>
          <a:solidFill>
            <a:srgbClr val="6969C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lnSpc>
                <a:spcPct val="130000"/>
              </a:lnSpc>
            </a:pPr>
            <a:endParaRPr sz="1350">
              <a:latin typeface="微软雅黑" panose="020B0503020204020204" pitchFamily="34" charset="-122"/>
              <a:ea typeface="微软雅黑" panose="020B0503020204020204" pitchFamily="34" charset="-122"/>
            </a:endParaRPr>
          </a:p>
        </p:txBody>
      </p:sp>
      <p:sp>
        <p:nvSpPr>
          <p:cNvPr id="51" name="任意多边形 53"/>
          <p:cNvSpPr/>
          <p:nvPr>
            <p:custDataLst>
              <p:tags r:id="rId26"/>
            </p:custDataLst>
          </p:nvPr>
        </p:nvSpPr>
        <p:spPr bwMode="auto">
          <a:xfrm>
            <a:off x="3876260" y="1421606"/>
            <a:ext cx="822722" cy="1244204"/>
          </a:xfrm>
          <a:custGeom>
            <a:avLst/>
            <a:gdLst>
              <a:gd name="T0" fmla="*/ 325 w 325"/>
              <a:gd name="T1" fmla="*/ 246 h 492"/>
              <a:gd name="T2" fmla="*/ 301 w 325"/>
              <a:gd name="T3" fmla="*/ 304 h 492"/>
              <a:gd name="T4" fmla="*/ 300 w 325"/>
              <a:gd name="T5" fmla="*/ 304 h 492"/>
              <a:gd name="T6" fmla="*/ 143 w 325"/>
              <a:gd name="T7" fmla="*/ 461 h 492"/>
              <a:gd name="T8" fmla="*/ 31 w 325"/>
              <a:gd name="T9" fmla="*/ 461 h 492"/>
              <a:gd name="T10" fmla="*/ 31 w 325"/>
              <a:gd name="T11" fmla="*/ 349 h 492"/>
              <a:gd name="T12" fmla="*/ 134 w 325"/>
              <a:gd name="T13" fmla="*/ 246 h 492"/>
              <a:gd name="T14" fmla="*/ 31 w 325"/>
              <a:gd name="T15" fmla="*/ 144 h 492"/>
              <a:gd name="T16" fmla="*/ 31 w 325"/>
              <a:gd name="T17" fmla="*/ 31 h 492"/>
              <a:gd name="T18" fmla="*/ 143 w 325"/>
              <a:gd name="T19" fmla="*/ 31 h 492"/>
              <a:gd name="T20" fmla="*/ 300 w 325"/>
              <a:gd name="T21" fmla="*/ 188 h 492"/>
              <a:gd name="T22" fmla="*/ 301 w 325"/>
              <a:gd name="T23" fmla="*/ 188 h 492"/>
              <a:gd name="T24" fmla="*/ 325 w 325"/>
              <a:gd name="T25" fmla="*/ 246 h 4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25" h="492">
                <a:moveTo>
                  <a:pt x="325" y="246"/>
                </a:moveTo>
                <a:cubicBezTo>
                  <a:pt x="325" y="269"/>
                  <a:pt x="316" y="289"/>
                  <a:pt x="301" y="304"/>
                </a:cubicBezTo>
                <a:cubicBezTo>
                  <a:pt x="300" y="304"/>
                  <a:pt x="300" y="304"/>
                  <a:pt x="300" y="304"/>
                </a:cubicBezTo>
                <a:cubicBezTo>
                  <a:pt x="143" y="461"/>
                  <a:pt x="143" y="461"/>
                  <a:pt x="143" y="461"/>
                </a:cubicBezTo>
                <a:cubicBezTo>
                  <a:pt x="112" y="492"/>
                  <a:pt x="62" y="492"/>
                  <a:pt x="31" y="461"/>
                </a:cubicBezTo>
                <a:cubicBezTo>
                  <a:pt x="0" y="430"/>
                  <a:pt x="0" y="380"/>
                  <a:pt x="31" y="349"/>
                </a:cubicBezTo>
                <a:cubicBezTo>
                  <a:pt x="134" y="246"/>
                  <a:pt x="134" y="246"/>
                  <a:pt x="134" y="246"/>
                </a:cubicBezTo>
                <a:cubicBezTo>
                  <a:pt x="31" y="144"/>
                  <a:pt x="31" y="144"/>
                  <a:pt x="31" y="144"/>
                </a:cubicBezTo>
                <a:cubicBezTo>
                  <a:pt x="0" y="113"/>
                  <a:pt x="0" y="62"/>
                  <a:pt x="31" y="31"/>
                </a:cubicBezTo>
                <a:cubicBezTo>
                  <a:pt x="62" y="0"/>
                  <a:pt x="112" y="0"/>
                  <a:pt x="143" y="31"/>
                </a:cubicBezTo>
                <a:cubicBezTo>
                  <a:pt x="300" y="188"/>
                  <a:pt x="300" y="188"/>
                  <a:pt x="300" y="188"/>
                </a:cubicBezTo>
                <a:cubicBezTo>
                  <a:pt x="301" y="188"/>
                  <a:pt x="301" y="188"/>
                  <a:pt x="301" y="188"/>
                </a:cubicBezTo>
                <a:cubicBezTo>
                  <a:pt x="316" y="203"/>
                  <a:pt x="325" y="223"/>
                  <a:pt x="325" y="246"/>
                </a:cubicBezTo>
              </a:path>
            </a:pathLst>
          </a:custGeom>
          <a:solidFill>
            <a:srgbClr val="6969C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lnSpc>
                <a:spcPct val="130000"/>
              </a:lnSpc>
            </a:pPr>
            <a:endParaRPr sz="1350">
              <a:latin typeface="微软雅黑" panose="020B0503020204020204" pitchFamily="34" charset="-122"/>
              <a:ea typeface="微软雅黑" panose="020B0503020204020204" pitchFamily="34" charset="-122"/>
            </a:endParaRPr>
          </a:p>
        </p:txBody>
      </p:sp>
      <p:sp>
        <p:nvSpPr>
          <p:cNvPr id="52" name="任意多边形 54"/>
          <p:cNvSpPr/>
          <p:nvPr>
            <p:custDataLst>
              <p:tags r:id="rId27"/>
            </p:custDataLst>
          </p:nvPr>
        </p:nvSpPr>
        <p:spPr bwMode="auto">
          <a:xfrm>
            <a:off x="4215587" y="1844279"/>
            <a:ext cx="483394" cy="398860"/>
          </a:xfrm>
          <a:custGeom>
            <a:avLst/>
            <a:gdLst>
              <a:gd name="T0" fmla="*/ 63 w 191"/>
              <a:gd name="T1" fmla="*/ 16 h 158"/>
              <a:gd name="T2" fmla="*/ 50 w 191"/>
              <a:gd name="T3" fmla="*/ 29 h 158"/>
              <a:gd name="T4" fmla="*/ 29 w 191"/>
              <a:gd name="T5" fmla="*/ 107 h 158"/>
              <a:gd name="T6" fmla="*/ 62 w 191"/>
              <a:gd name="T7" fmla="*/ 141 h 158"/>
              <a:gd name="T8" fmla="*/ 112 w 191"/>
              <a:gd name="T9" fmla="*/ 158 h 158"/>
              <a:gd name="T10" fmla="*/ 112 w 191"/>
              <a:gd name="T11" fmla="*/ 158 h 158"/>
              <a:gd name="T12" fmla="*/ 166 w 191"/>
              <a:gd name="T13" fmla="*/ 137 h 158"/>
              <a:gd name="T14" fmla="*/ 167 w 191"/>
              <a:gd name="T15" fmla="*/ 137 h 158"/>
              <a:gd name="T16" fmla="*/ 191 w 191"/>
              <a:gd name="T17" fmla="*/ 79 h 158"/>
              <a:gd name="T18" fmla="*/ 191 w 191"/>
              <a:gd name="T19" fmla="*/ 79 h 158"/>
              <a:gd name="T20" fmla="*/ 191 w 191"/>
              <a:gd name="T21" fmla="*/ 78 h 158"/>
              <a:gd name="T22" fmla="*/ 191 w 191"/>
              <a:gd name="T23" fmla="*/ 78 h 158"/>
              <a:gd name="T24" fmla="*/ 191 w 191"/>
              <a:gd name="T25" fmla="*/ 78 h 158"/>
              <a:gd name="T26" fmla="*/ 191 w 191"/>
              <a:gd name="T27" fmla="*/ 78 h 158"/>
              <a:gd name="T28" fmla="*/ 191 w 191"/>
              <a:gd name="T29" fmla="*/ 77 h 158"/>
              <a:gd name="T30" fmla="*/ 191 w 191"/>
              <a:gd name="T31" fmla="*/ 77 h 158"/>
              <a:gd name="T32" fmla="*/ 191 w 191"/>
              <a:gd name="T33" fmla="*/ 77 h 158"/>
              <a:gd name="T34" fmla="*/ 191 w 191"/>
              <a:gd name="T35" fmla="*/ 77 h 158"/>
              <a:gd name="T36" fmla="*/ 191 w 191"/>
              <a:gd name="T37" fmla="*/ 76 h 158"/>
              <a:gd name="T38" fmla="*/ 191 w 191"/>
              <a:gd name="T39" fmla="*/ 76 h 158"/>
              <a:gd name="T40" fmla="*/ 191 w 191"/>
              <a:gd name="T41" fmla="*/ 76 h 158"/>
              <a:gd name="T42" fmla="*/ 191 w 191"/>
              <a:gd name="T43" fmla="*/ 76 h 158"/>
              <a:gd name="T44" fmla="*/ 191 w 191"/>
              <a:gd name="T45" fmla="*/ 75 h 158"/>
              <a:gd name="T46" fmla="*/ 191 w 191"/>
              <a:gd name="T47" fmla="*/ 75 h 158"/>
              <a:gd name="T48" fmla="*/ 191 w 191"/>
              <a:gd name="T49" fmla="*/ 75 h 158"/>
              <a:gd name="T50" fmla="*/ 191 w 191"/>
              <a:gd name="T51" fmla="*/ 74 h 158"/>
              <a:gd name="T52" fmla="*/ 191 w 191"/>
              <a:gd name="T53" fmla="*/ 74 h 158"/>
              <a:gd name="T54" fmla="*/ 191 w 191"/>
              <a:gd name="T55" fmla="*/ 74 h 158"/>
              <a:gd name="T56" fmla="*/ 191 w 191"/>
              <a:gd name="T57" fmla="*/ 74 h 158"/>
              <a:gd name="T58" fmla="*/ 191 w 191"/>
              <a:gd name="T59" fmla="*/ 73 h 158"/>
              <a:gd name="T60" fmla="*/ 189 w 191"/>
              <a:gd name="T61" fmla="*/ 60 h 158"/>
              <a:gd name="T62" fmla="*/ 189 w 191"/>
              <a:gd name="T63" fmla="*/ 59 h 158"/>
              <a:gd name="T64" fmla="*/ 189 w 191"/>
              <a:gd name="T65" fmla="*/ 59 h 158"/>
              <a:gd name="T66" fmla="*/ 189 w 191"/>
              <a:gd name="T67" fmla="*/ 59 h 158"/>
              <a:gd name="T68" fmla="*/ 189 w 191"/>
              <a:gd name="T69" fmla="*/ 59 h 158"/>
              <a:gd name="T70" fmla="*/ 189 w 191"/>
              <a:gd name="T71" fmla="*/ 58 h 158"/>
              <a:gd name="T72" fmla="*/ 189 w 191"/>
              <a:gd name="T73" fmla="*/ 58 h 158"/>
              <a:gd name="T74" fmla="*/ 189 w 191"/>
              <a:gd name="T75" fmla="*/ 58 h 158"/>
              <a:gd name="T76" fmla="*/ 166 w 191"/>
              <a:gd name="T77" fmla="*/ 21 h 158"/>
              <a:gd name="T78" fmla="*/ 166 w 191"/>
              <a:gd name="T79" fmla="*/ 21 h 1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91" h="158">
                <a:moveTo>
                  <a:pt x="112" y="0"/>
                </a:moveTo>
                <a:cubicBezTo>
                  <a:pt x="94" y="0"/>
                  <a:pt x="77" y="6"/>
                  <a:pt x="63" y="16"/>
                </a:cubicBezTo>
                <a:cubicBezTo>
                  <a:pt x="63" y="17"/>
                  <a:pt x="62" y="17"/>
                  <a:pt x="62" y="17"/>
                </a:cubicBezTo>
                <a:cubicBezTo>
                  <a:pt x="50" y="29"/>
                  <a:pt x="50" y="29"/>
                  <a:pt x="50" y="29"/>
                </a:cubicBezTo>
                <a:cubicBezTo>
                  <a:pt x="0" y="79"/>
                  <a:pt x="0" y="79"/>
                  <a:pt x="0" y="79"/>
                </a:cubicBezTo>
                <a:cubicBezTo>
                  <a:pt x="29" y="107"/>
                  <a:pt x="29" y="107"/>
                  <a:pt x="29" y="107"/>
                </a:cubicBezTo>
                <a:cubicBezTo>
                  <a:pt x="50" y="129"/>
                  <a:pt x="50" y="129"/>
                  <a:pt x="50" y="129"/>
                </a:cubicBezTo>
                <a:cubicBezTo>
                  <a:pt x="62" y="141"/>
                  <a:pt x="62" y="141"/>
                  <a:pt x="62" y="141"/>
                </a:cubicBezTo>
                <a:cubicBezTo>
                  <a:pt x="65" y="144"/>
                  <a:pt x="69" y="146"/>
                  <a:pt x="73" y="148"/>
                </a:cubicBezTo>
                <a:cubicBezTo>
                  <a:pt x="85" y="155"/>
                  <a:pt x="98" y="158"/>
                  <a:pt x="112" y="158"/>
                </a:cubicBezTo>
                <a:cubicBezTo>
                  <a:pt x="112" y="158"/>
                  <a:pt x="112" y="158"/>
                  <a:pt x="112" y="158"/>
                </a:cubicBezTo>
                <a:cubicBezTo>
                  <a:pt x="112" y="158"/>
                  <a:pt x="112" y="158"/>
                  <a:pt x="112" y="158"/>
                </a:cubicBezTo>
                <a:cubicBezTo>
                  <a:pt x="133" y="158"/>
                  <a:pt x="152" y="150"/>
                  <a:pt x="166" y="137"/>
                </a:cubicBezTo>
                <a:cubicBezTo>
                  <a:pt x="166" y="137"/>
                  <a:pt x="166" y="137"/>
                  <a:pt x="166" y="137"/>
                </a:cubicBezTo>
                <a:cubicBezTo>
                  <a:pt x="166" y="137"/>
                  <a:pt x="166" y="137"/>
                  <a:pt x="166" y="137"/>
                </a:cubicBezTo>
                <a:cubicBezTo>
                  <a:pt x="167" y="137"/>
                  <a:pt x="167" y="137"/>
                  <a:pt x="167" y="137"/>
                </a:cubicBezTo>
                <a:cubicBezTo>
                  <a:pt x="175" y="128"/>
                  <a:pt x="182" y="118"/>
                  <a:pt x="186" y="107"/>
                </a:cubicBezTo>
                <a:cubicBezTo>
                  <a:pt x="190" y="98"/>
                  <a:pt x="191" y="89"/>
                  <a:pt x="191" y="79"/>
                </a:cubicBezTo>
                <a:cubicBezTo>
                  <a:pt x="191" y="79"/>
                  <a:pt x="191" y="79"/>
                  <a:pt x="191" y="79"/>
                </a:cubicBezTo>
                <a:cubicBezTo>
                  <a:pt x="191" y="79"/>
                  <a:pt x="191" y="79"/>
                  <a:pt x="191" y="79"/>
                </a:cubicBezTo>
                <a:cubicBezTo>
                  <a:pt x="191" y="79"/>
                  <a:pt x="191" y="79"/>
                  <a:pt x="191" y="79"/>
                </a:cubicBezTo>
                <a:cubicBezTo>
                  <a:pt x="191" y="78"/>
                  <a:pt x="191" y="78"/>
                  <a:pt x="191" y="78"/>
                </a:cubicBezTo>
                <a:cubicBezTo>
                  <a:pt x="191" y="78"/>
                  <a:pt x="191" y="78"/>
                  <a:pt x="191" y="78"/>
                </a:cubicBezTo>
                <a:cubicBezTo>
                  <a:pt x="191" y="78"/>
                  <a:pt x="191" y="78"/>
                  <a:pt x="191" y="78"/>
                </a:cubicBezTo>
                <a:cubicBezTo>
                  <a:pt x="191" y="78"/>
                  <a:pt x="191" y="78"/>
                  <a:pt x="191" y="78"/>
                </a:cubicBezTo>
                <a:cubicBezTo>
                  <a:pt x="191" y="78"/>
                  <a:pt x="191" y="78"/>
                  <a:pt x="191" y="78"/>
                </a:cubicBezTo>
                <a:cubicBezTo>
                  <a:pt x="191" y="78"/>
                  <a:pt x="191" y="78"/>
                  <a:pt x="191" y="78"/>
                </a:cubicBezTo>
                <a:cubicBezTo>
                  <a:pt x="191" y="78"/>
                  <a:pt x="191" y="78"/>
                  <a:pt x="191" y="78"/>
                </a:cubicBezTo>
                <a:cubicBezTo>
                  <a:pt x="191" y="78"/>
                  <a:pt x="191" y="78"/>
                  <a:pt x="191" y="77"/>
                </a:cubicBezTo>
                <a:cubicBezTo>
                  <a:pt x="191" y="77"/>
                  <a:pt x="191" y="77"/>
                  <a:pt x="191" y="77"/>
                </a:cubicBezTo>
                <a:cubicBezTo>
                  <a:pt x="191" y="77"/>
                  <a:pt x="191" y="77"/>
                  <a:pt x="191" y="77"/>
                </a:cubicBezTo>
                <a:cubicBezTo>
                  <a:pt x="191" y="77"/>
                  <a:pt x="191" y="77"/>
                  <a:pt x="191" y="77"/>
                </a:cubicBezTo>
                <a:cubicBezTo>
                  <a:pt x="191" y="77"/>
                  <a:pt x="191" y="77"/>
                  <a:pt x="191" y="77"/>
                </a:cubicBezTo>
                <a:cubicBezTo>
                  <a:pt x="191" y="77"/>
                  <a:pt x="191" y="77"/>
                  <a:pt x="191" y="77"/>
                </a:cubicBezTo>
                <a:cubicBezTo>
                  <a:pt x="191" y="77"/>
                  <a:pt x="191" y="77"/>
                  <a:pt x="191" y="77"/>
                </a:cubicBezTo>
                <a:cubicBezTo>
                  <a:pt x="191" y="77"/>
                  <a:pt x="191" y="77"/>
                  <a:pt x="191" y="77"/>
                </a:cubicBezTo>
                <a:cubicBezTo>
                  <a:pt x="191" y="77"/>
                  <a:pt x="191" y="76"/>
                  <a:pt x="191" y="76"/>
                </a:cubicBezTo>
                <a:cubicBezTo>
                  <a:pt x="191" y="76"/>
                  <a:pt x="191" y="76"/>
                  <a:pt x="191" y="76"/>
                </a:cubicBezTo>
                <a:cubicBezTo>
                  <a:pt x="191" y="76"/>
                  <a:pt x="191" y="76"/>
                  <a:pt x="191" y="76"/>
                </a:cubicBezTo>
                <a:cubicBezTo>
                  <a:pt x="191" y="76"/>
                  <a:pt x="191" y="76"/>
                  <a:pt x="191" y="76"/>
                </a:cubicBezTo>
                <a:cubicBezTo>
                  <a:pt x="191" y="76"/>
                  <a:pt x="191" y="76"/>
                  <a:pt x="191" y="76"/>
                </a:cubicBezTo>
                <a:cubicBezTo>
                  <a:pt x="191" y="76"/>
                  <a:pt x="191" y="76"/>
                  <a:pt x="191" y="76"/>
                </a:cubicBezTo>
                <a:cubicBezTo>
                  <a:pt x="191" y="76"/>
                  <a:pt x="191" y="76"/>
                  <a:pt x="191" y="76"/>
                </a:cubicBezTo>
                <a:cubicBezTo>
                  <a:pt x="191" y="76"/>
                  <a:pt x="191" y="76"/>
                  <a:pt x="191" y="76"/>
                </a:cubicBezTo>
                <a:cubicBezTo>
                  <a:pt x="191" y="75"/>
                  <a:pt x="191" y="75"/>
                  <a:pt x="191" y="75"/>
                </a:cubicBezTo>
                <a:cubicBezTo>
                  <a:pt x="191" y="75"/>
                  <a:pt x="191" y="75"/>
                  <a:pt x="191" y="75"/>
                </a:cubicBezTo>
                <a:cubicBezTo>
                  <a:pt x="191" y="75"/>
                  <a:pt x="191" y="75"/>
                  <a:pt x="191" y="75"/>
                </a:cubicBezTo>
                <a:cubicBezTo>
                  <a:pt x="191" y="75"/>
                  <a:pt x="191" y="75"/>
                  <a:pt x="191" y="75"/>
                </a:cubicBezTo>
                <a:cubicBezTo>
                  <a:pt x="191" y="75"/>
                  <a:pt x="191" y="75"/>
                  <a:pt x="191" y="75"/>
                </a:cubicBezTo>
                <a:cubicBezTo>
                  <a:pt x="191" y="75"/>
                  <a:pt x="191" y="75"/>
                  <a:pt x="191" y="75"/>
                </a:cubicBezTo>
                <a:cubicBezTo>
                  <a:pt x="191" y="75"/>
                  <a:pt x="191" y="75"/>
                  <a:pt x="191" y="75"/>
                </a:cubicBezTo>
                <a:cubicBezTo>
                  <a:pt x="191" y="75"/>
                  <a:pt x="191" y="75"/>
                  <a:pt x="191" y="74"/>
                </a:cubicBezTo>
                <a:cubicBezTo>
                  <a:pt x="191" y="74"/>
                  <a:pt x="191" y="74"/>
                  <a:pt x="191" y="74"/>
                </a:cubicBezTo>
                <a:cubicBezTo>
                  <a:pt x="191" y="74"/>
                  <a:pt x="191" y="74"/>
                  <a:pt x="191" y="74"/>
                </a:cubicBezTo>
                <a:cubicBezTo>
                  <a:pt x="191" y="74"/>
                  <a:pt x="191" y="74"/>
                  <a:pt x="191" y="74"/>
                </a:cubicBezTo>
                <a:cubicBezTo>
                  <a:pt x="191" y="74"/>
                  <a:pt x="191" y="74"/>
                  <a:pt x="191" y="74"/>
                </a:cubicBezTo>
                <a:cubicBezTo>
                  <a:pt x="191" y="74"/>
                  <a:pt x="191" y="74"/>
                  <a:pt x="191" y="74"/>
                </a:cubicBezTo>
                <a:cubicBezTo>
                  <a:pt x="191" y="74"/>
                  <a:pt x="191" y="74"/>
                  <a:pt x="191" y="74"/>
                </a:cubicBezTo>
                <a:cubicBezTo>
                  <a:pt x="191" y="74"/>
                  <a:pt x="191" y="74"/>
                  <a:pt x="191" y="74"/>
                </a:cubicBezTo>
                <a:cubicBezTo>
                  <a:pt x="191" y="74"/>
                  <a:pt x="191" y="74"/>
                  <a:pt x="191" y="73"/>
                </a:cubicBezTo>
                <a:cubicBezTo>
                  <a:pt x="191" y="73"/>
                  <a:pt x="191" y="73"/>
                  <a:pt x="191" y="73"/>
                </a:cubicBezTo>
                <a:cubicBezTo>
                  <a:pt x="191" y="69"/>
                  <a:pt x="190" y="64"/>
                  <a:pt x="189" y="60"/>
                </a:cubicBezTo>
                <a:cubicBezTo>
                  <a:pt x="189" y="60"/>
                  <a:pt x="189" y="60"/>
                  <a:pt x="189" y="60"/>
                </a:cubicBezTo>
                <a:cubicBezTo>
                  <a:pt x="189" y="60"/>
                  <a:pt x="189" y="60"/>
                  <a:pt x="189" y="59"/>
                </a:cubicBezTo>
                <a:cubicBezTo>
                  <a:pt x="189" y="59"/>
                  <a:pt x="189" y="59"/>
                  <a:pt x="189" y="59"/>
                </a:cubicBezTo>
                <a:cubicBezTo>
                  <a:pt x="189" y="59"/>
                  <a:pt x="189" y="59"/>
                  <a:pt x="189" y="59"/>
                </a:cubicBezTo>
                <a:cubicBezTo>
                  <a:pt x="189" y="59"/>
                  <a:pt x="189" y="59"/>
                  <a:pt x="189" y="59"/>
                </a:cubicBezTo>
                <a:cubicBezTo>
                  <a:pt x="189" y="59"/>
                  <a:pt x="189" y="59"/>
                  <a:pt x="189" y="59"/>
                </a:cubicBezTo>
                <a:cubicBezTo>
                  <a:pt x="189" y="59"/>
                  <a:pt x="189" y="59"/>
                  <a:pt x="189" y="59"/>
                </a:cubicBezTo>
                <a:cubicBezTo>
                  <a:pt x="189" y="59"/>
                  <a:pt x="189" y="59"/>
                  <a:pt x="189" y="59"/>
                </a:cubicBezTo>
                <a:cubicBezTo>
                  <a:pt x="189" y="59"/>
                  <a:pt x="189" y="59"/>
                  <a:pt x="189" y="59"/>
                </a:cubicBezTo>
                <a:cubicBezTo>
                  <a:pt x="189" y="59"/>
                  <a:pt x="189" y="59"/>
                  <a:pt x="189" y="58"/>
                </a:cubicBezTo>
                <a:cubicBezTo>
                  <a:pt x="189" y="58"/>
                  <a:pt x="189" y="58"/>
                  <a:pt x="189" y="58"/>
                </a:cubicBezTo>
                <a:cubicBezTo>
                  <a:pt x="189" y="58"/>
                  <a:pt x="189" y="58"/>
                  <a:pt x="189" y="58"/>
                </a:cubicBezTo>
                <a:cubicBezTo>
                  <a:pt x="189" y="58"/>
                  <a:pt x="189" y="58"/>
                  <a:pt x="189" y="58"/>
                </a:cubicBezTo>
                <a:cubicBezTo>
                  <a:pt x="189" y="58"/>
                  <a:pt x="189" y="58"/>
                  <a:pt x="189" y="58"/>
                </a:cubicBezTo>
                <a:cubicBezTo>
                  <a:pt x="185" y="44"/>
                  <a:pt x="177" y="31"/>
                  <a:pt x="167" y="21"/>
                </a:cubicBezTo>
                <a:cubicBezTo>
                  <a:pt x="166" y="21"/>
                  <a:pt x="166" y="21"/>
                  <a:pt x="166" y="21"/>
                </a:cubicBezTo>
                <a:cubicBezTo>
                  <a:pt x="166" y="21"/>
                  <a:pt x="166" y="21"/>
                  <a:pt x="166" y="21"/>
                </a:cubicBezTo>
                <a:cubicBezTo>
                  <a:pt x="166" y="21"/>
                  <a:pt x="166" y="21"/>
                  <a:pt x="166" y="21"/>
                </a:cubicBezTo>
                <a:cubicBezTo>
                  <a:pt x="152" y="8"/>
                  <a:pt x="133" y="0"/>
                  <a:pt x="112" y="0"/>
                </a:cubicBezTo>
              </a:path>
            </a:pathLst>
          </a:custGeom>
          <a:solidFill>
            <a:srgbClr val="6969C7">
              <a:lumMod val="50000"/>
            </a:srgbClr>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lnSpc>
                <a:spcPct val="130000"/>
              </a:lnSpc>
            </a:pPr>
            <a:endParaRPr sz="1350">
              <a:latin typeface="微软雅黑" panose="020B0503020204020204" pitchFamily="34" charset="-122"/>
              <a:ea typeface="微软雅黑" panose="020B0503020204020204" pitchFamily="34" charset="-122"/>
            </a:endParaRPr>
          </a:p>
        </p:txBody>
      </p:sp>
      <p:sp>
        <p:nvSpPr>
          <p:cNvPr id="53" name="任意多边形 55"/>
          <p:cNvSpPr/>
          <p:nvPr>
            <p:custDataLst>
              <p:tags r:id="rId28"/>
            </p:custDataLst>
          </p:nvPr>
        </p:nvSpPr>
        <p:spPr bwMode="auto">
          <a:xfrm>
            <a:off x="4013181" y="1844279"/>
            <a:ext cx="485775" cy="198835"/>
          </a:xfrm>
          <a:custGeom>
            <a:avLst/>
            <a:gdLst>
              <a:gd name="T0" fmla="*/ 192 w 192"/>
              <a:gd name="T1" fmla="*/ 0 h 79"/>
              <a:gd name="T2" fmla="*/ 0 w 192"/>
              <a:gd name="T3" fmla="*/ 0 h 79"/>
              <a:gd name="T4" fmla="*/ 80 w 192"/>
              <a:gd name="T5" fmla="*/ 79 h 79"/>
              <a:gd name="T6" fmla="*/ 80 w 192"/>
              <a:gd name="T7" fmla="*/ 79 h 79"/>
              <a:gd name="T8" fmla="*/ 80 w 192"/>
              <a:gd name="T9" fmla="*/ 79 h 79"/>
              <a:gd name="T10" fmla="*/ 130 w 192"/>
              <a:gd name="T11" fmla="*/ 29 h 79"/>
              <a:gd name="T12" fmla="*/ 142 w 192"/>
              <a:gd name="T13" fmla="*/ 18 h 79"/>
              <a:gd name="T14" fmla="*/ 143 w 192"/>
              <a:gd name="T15" fmla="*/ 16 h 79"/>
              <a:gd name="T16" fmla="*/ 192 w 192"/>
              <a:gd name="T17" fmla="*/ 0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92" h="79">
                <a:moveTo>
                  <a:pt x="192" y="0"/>
                </a:moveTo>
                <a:cubicBezTo>
                  <a:pt x="0" y="0"/>
                  <a:pt x="0" y="0"/>
                  <a:pt x="0" y="0"/>
                </a:cubicBezTo>
                <a:cubicBezTo>
                  <a:pt x="80" y="79"/>
                  <a:pt x="80" y="79"/>
                  <a:pt x="80" y="79"/>
                </a:cubicBezTo>
                <a:cubicBezTo>
                  <a:pt x="80" y="79"/>
                  <a:pt x="80" y="79"/>
                  <a:pt x="80" y="79"/>
                </a:cubicBezTo>
                <a:cubicBezTo>
                  <a:pt x="80" y="79"/>
                  <a:pt x="80" y="79"/>
                  <a:pt x="80" y="79"/>
                </a:cubicBezTo>
                <a:cubicBezTo>
                  <a:pt x="130" y="29"/>
                  <a:pt x="130" y="29"/>
                  <a:pt x="130" y="29"/>
                </a:cubicBezTo>
                <a:cubicBezTo>
                  <a:pt x="142" y="18"/>
                  <a:pt x="142" y="18"/>
                  <a:pt x="142" y="18"/>
                </a:cubicBezTo>
                <a:cubicBezTo>
                  <a:pt x="142" y="17"/>
                  <a:pt x="143" y="17"/>
                  <a:pt x="143" y="16"/>
                </a:cubicBezTo>
                <a:cubicBezTo>
                  <a:pt x="157" y="6"/>
                  <a:pt x="174" y="0"/>
                  <a:pt x="192" y="0"/>
                </a:cubicBezTo>
              </a:path>
            </a:pathLst>
          </a:custGeom>
          <a:solidFill>
            <a:srgbClr val="6969C7">
              <a:lumMod val="75000"/>
            </a:srgbClr>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lnSpc>
                <a:spcPct val="130000"/>
              </a:lnSpc>
            </a:pPr>
            <a:endParaRPr sz="1350">
              <a:latin typeface="微软雅黑" panose="020B0503020204020204" pitchFamily="34" charset="-122"/>
              <a:ea typeface="微软雅黑" panose="020B0503020204020204" pitchFamily="34" charset="-122"/>
            </a:endParaRPr>
          </a:p>
        </p:txBody>
      </p:sp>
      <p:sp>
        <p:nvSpPr>
          <p:cNvPr id="54" name="任意多边形 56"/>
          <p:cNvSpPr/>
          <p:nvPr>
            <p:custDataLst>
              <p:tags r:id="rId29"/>
            </p:custDataLst>
          </p:nvPr>
        </p:nvSpPr>
        <p:spPr bwMode="auto">
          <a:xfrm>
            <a:off x="4013181" y="2043113"/>
            <a:ext cx="485775" cy="200025"/>
          </a:xfrm>
          <a:custGeom>
            <a:avLst/>
            <a:gdLst>
              <a:gd name="T0" fmla="*/ 80 w 192"/>
              <a:gd name="T1" fmla="*/ 0 h 79"/>
              <a:gd name="T2" fmla="*/ 0 w 192"/>
              <a:gd name="T3" fmla="*/ 79 h 79"/>
              <a:gd name="T4" fmla="*/ 192 w 192"/>
              <a:gd name="T5" fmla="*/ 79 h 79"/>
              <a:gd name="T6" fmla="*/ 192 w 192"/>
              <a:gd name="T7" fmla="*/ 79 h 79"/>
              <a:gd name="T8" fmla="*/ 153 w 192"/>
              <a:gd name="T9" fmla="*/ 69 h 79"/>
              <a:gd name="T10" fmla="*/ 142 w 192"/>
              <a:gd name="T11" fmla="*/ 62 h 79"/>
              <a:gd name="T12" fmla="*/ 130 w 192"/>
              <a:gd name="T13" fmla="*/ 50 h 79"/>
              <a:gd name="T14" fmla="*/ 109 w 192"/>
              <a:gd name="T15" fmla="*/ 28 h 79"/>
              <a:gd name="T16" fmla="*/ 80 w 192"/>
              <a:gd name="T17" fmla="*/ 0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92" h="79">
                <a:moveTo>
                  <a:pt x="80" y="0"/>
                </a:moveTo>
                <a:cubicBezTo>
                  <a:pt x="0" y="79"/>
                  <a:pt x="0" y="79"/>
                  <a:pt x="0" y="79"/>
                </a:cubicBezTo>
                <a:cubicBezTo>
                  <a:pt x="192" y="79"/>
                  <a:pt x="192" y="79"/>
                  <a:pt x="192" y="79"/>
                </a:cubicBezTo>
                <a:cubicBezTo>
                  <a:pt x="192" y="79"/>
                  <a:pt x="192" y="79"/>
                  <a:pt x="192" y="79"/>
                </a:cubicBezTo>
                <a:cubicBezTo>
                  <a:pt x="178" y="79"/>
                  <a:pt x="165" y="76"/>
                  <a:pt x="153" y="69"/>
                </a:cubicBezTo>
                <a:cubicBezTo>
                  <a:pt x="149" y="67"/>
                  <a:pt x="145" y="65"/>
                  <a:pt x="142" y="62"/>
                </a:cubicBezTo>
                <a:cubicBezTo>
                  <a:pt x="130" y="50"/>
                  <a:pt x="130" y="50"/>
                  <a:pt x="130" y="50"/>
                </a:cubicBezTo>
                <a:cubicBezTo>
                  <a:pt x="109" y="28"/>
                  <a:pt x="109" y="28"/>
                  <a:pt x="109" y="28"/>
                </a:cubicBezTo>
                <a:cubicBezTo>
                  <a:pt x="80" y="0"/>
                  <a:pt x="80" y="0"/>
                  <a:pt x="80" y="0"/>
                </a:cubicBezTo>
              </a:path>
            </a:pathLst>
          </a:custGeom>
          <a:solidFill>
            <a:srgbClr val="6969C7">
              <a:lumMod val="75000"/>
            </a:srgbClr>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lnSpc>
                <a:spcPct val="130000"/>
              </a:lnSpc>
            </a:pPr>
            <a:endParaRPr sz="1350">
              <a:latin typeface="微软雅黑" panose="020B0503020204020204" pitchFamily="34" charset="-122"/>
              <a:ea typeface="微软雅黑" panose="020B0503020204020204" pitchFamily="34" charset="-122"/>
            </a:endParaRPr>
          </a:p>
        </p:txBody>
      </p:sp>
      <p:sp>
        <p:nvSpPr>
          <p:cNvPr id="55" name="任意多边形 57"/>
          <p:cNvSpPr/>
          <p:nvPr>
            <p:custDataLst>
              <p:tags r:id="rId30"/>
            </p:custDataLst>
          </p:nvPr>
        </p:nvSpPr>
        <p:spPr>
          <a:xfrm>
            <a:off x="4404329" y="1937174"/>
            <a:ext cx="209496" cy="209496"/>
          </a:xfrm>
          <a:custGeom>
            <a:avLst/>
            <a:gdLst/>
            <a:ahLst/>
            <a:cxnLst>
              <a:cxn ang="0">
                <a:pos x="wd2" y="hd2"/>
              </a:cxn>
              <a:cxn ang="5400000">
                <a:pos x="wd2" y="hd2"/>
              </a:cxn>
              <a:cxn ang="10800000">
                <a:pos x="wd2" y="hd2"/>
              </a:cxn>
              <a:cxn ang="16200000">
                <a:pos x="wd2" y="hd2"/>
              </a:cxn>
            </a:cxnLst>
            <a:rect l="0" t="0" r="r" b="b"/>
            <a:pathLst>
              <a:path w="21600" h="21600" extrusionOk="0">
                <a:moveTo>
                  <a:pt x="17481" y="12956"/>
                </a:moveTo>
                <a:cubicBezTo>
                  <a:pt x="17070" y="12258"/>
                  <a:pt x="16576" y="11533"/>
                  <a:pt x="16011" y="10795"/>
                </a:cubicBezTo>
                <a:cubicBezTo>
                  <a:pt x="16573" y="10063"/>
                  <a:pt x="17072" y="9339"/>
                  <a:pt x="17481" y="8644"/>
                </a:cubicBezTo>
                <a:cubicBezTo>
                  <a:pt x="19410" y="9181"/>
                  <a:pt x="20618" y="9948"/>
                  <a:pt x="20618" y="10800"/>
                </a:cubicBezTo>
                <a:cubicBezTo>
                  <a:pt x="20618" y="11652"/>
                  <a:pt x="19410" y="12419"/>
                  <a:pt x="17481" y="12956"/>
                </a:cubicBezTo>
                <a:moveTo>
                  <a:pt x="17742" y="17743"/>
                </a:moveTo>
                <a:cubicBezTo>
                  <a:pt x="17140" y="18345"/>
                  <a:pt x="15740" y="18028"/>
                  <a:pt x="13996" y="17045"/>
                </a:cubicBezTo>
                <a:cubicBezTo>
                  <a:pt x="14198" y="16261"/>
                  <a:pt x="14365" y="15406"/>
                  <a:pt x="14487" y="14488"/>
                </a:cubicBezTo>
                <a:cubicBezTo>
                  <a:pt x="15405" y="14366"/>
                  <a:pt x="16261" y="14198"/>
                  <a:pt x="17044" y="13996"/>
                </a:cubicBezTo>
                <a:cubicBezTo>
                  <a:pt x="18028" y="15740"/>
                  <a:pt x="18345" y="17140"/>
                  <a:pt x="17742" y="17743"/>
                </a:cubicBezTo>
                <a:moveTo>
                  <a:pt x="15404" y="11561"/>
                </a:moveTo>
                <a:cubicBezTo>
                  <a:pt x="15837" y="12119"/>
                  <a:pt x="16219" y="12662"/>
                  <a:pt x="16554" y="13185"/>
                </a:cubicBezTo>
                <a:cubicBezTo>
                  <a:pt x="15950" y="13317"/>
                  <a:pt x="15295" y="13429"/>
                  <a:pt x="14597" y="13517"/>
                </a:cubicBezTo>
                <a:cubicBezTo>
                  <a:pt x="14631" y="13155"/>
                  <a:pt x="14655" y="12784"/>
                  <a:pt x="14677" y="12409"/>
                </a:cubicBezTo>
                <a:cubicBezTo>
                  <a:pt x="14930" y="12127"/>
                  <a:pt x="15170" y="11844"/>
                  <a:pt x="15404" y="11561"/>
                </a:cubicBezTo>
                <a:moveTo>
                  <a:pt x="15402" y="10032"/>
                </a:moveTo>
                <a:cubicBezTo>
                  <a:pt x="15170" y="9752"/>
                  <a:pt x="14928" y="9471"/>
                  <a:pt x="14677" y="9191"/>
                </a:cubicBezTo>
                <a:cubicBezTo>
                  <a:pt x="14655" y="8817"/>
                  <a:pt x="14631" y="8445"/>
                  <a:pt x="14597" y="8084"/>
                </a:cubicBezTo>
                <a:cubicBezTo>
                  <a:pt x="15295" y="8171"/>
                  <a:pt x="15950" y="8283"/>
                  <a:pt x="16554" y="8415"/>
                </a:cubicBezTo>
                <a:cubicBezTo>
                  <a:pt x="16221" y="8935"/>
                  <a:pt x="15832" y="9478"/>
                  <a:pt x="15402" y="10032"/>
                </a:cubicBezTo>
                <a:moveTo>
                  <a:pt x="17742" y="3857"/>
                </a:moveTo>
                <a:cubicBezTo>
                  <a:pt x="18345" y="4460"/>
                  <a:pt x="18028" y="5860"/>
                  <a:pt x="17044" y="7604"/>
                </a:cubicBezTo>
                <a:cubicBezTo>
                  <a:pt x="16261" y="7402"/>
                  <a:pt x="15405" y="7234"/>
                  <a:pt x="14487" y="7112"/>
                </a:cubicBezTo>
                <a:cubicBezTo>
                  <a:pt x="14365" y="6194"/>
                  <a:pt x="14198" y="5339"/>
                  <a:pt x="13996" y="4555"/>
                </a:cubicBezTo>
                <a:cubicBezTo>
                  <a:pt x="15740" y="3572"/>
                  <a:pt x="17140" y="3255"/>
                  <a:pt x="17742" y="3857"/>
                </a:cubicBezTo>
                <a:moveTo>
                  <a:pt x="13718" y="12012"/>
                </a:moveTo>
                <a:cubicBezTo>
                  <a:pt x="13448" y="12303"/>
                  <a:pt x="13172" y="12593"/>
                  <a:pt x="12882" y="12883"/>
                </a:cubicBezTo>
                <a:cubicBezTo>
                  <a:pt x="12593" y="13172"/>
                  <a:pt x="12303" y="13449"/>
                  <a:pt x="12012" y="13719"/>
                </a:cubicBezTo>
                <a:cubicBezTo>
                  <a:pt x="11614" y="13733"/>
                  <a:pt x="11212" y="13745"/>
                  <a:pt x="10800" y="13745"/>
                </a:cubicBezTo>
                <a:cubicBezTo>
                  <a:pt x="10387" y="13745"/>
                  <a:pt x="9985" y="13733"/>
                  <a:pt x="9587" y="13719"/>
                </a:cubicBezTo>
                <a:cubicBezTo>
                  <a:pt x="9297" y="13449"/>
                  <a:pt x="9006" y="13172"/>
                  <a:pt x="8717" y="12883"/>
                </a:cubicBezTo>
                <a:cubicBezTo>
                  <a:pt x="8428" y="12593"/>
                  <a:pt x="8152" y="12303"/>
                  <a:pt x="7881" y="12012"/>
                </a:cubicBezTo>
                <a:cubicBezTo>
                  <a:pt x="7866" y="11614"/>
                  <a:pt x="7855" y="11212"/>
                  <a:pt x="7855" y="10800"/>
                </a:cubicBezTo>
                <a:cubicBezTo>
                  <a:pt x="7855" y="10388"/>
                  <a:pt x="7866" y="9986"/>
                  <a:pt x="7881" y="9587"/>
                </a:cubicBezTo>
                <a:cubicBezTo>
                  <a:pt x="8152" y="9297"/>
                  <a:pt x="8428" y="9007"/>
                  <a:pt x="8717" y="8717"/>
                </a:cubicBezTo>
                <a:cubicBezTo>
                  <a:pt x="9006" y="8428"/>
                  <a:pt x="9297" y="8151"/>
                  <a:pt x="9587" y="7881"/>
                </a:cubicBezTo>
                <a:cubicBezTo>
                  <a:pt x="9985" y="7867"/>
                  <a:pt x="10387" y="7855"/>
                  <a:pt x="10800" y="7855"/>
                </a:cubicBezTo>
                <a:cubicBezTo>
                  <a:pt x="11212" y="7855"/>
                  <a:pt x="11614" y="7867"/>
                  <a:pt x="12012" y="7881"/>
                </a:cubicBezTo>
                <a:cubicBezTo>
                  <a:pt x="12303" y="8151"/>
                  <a:pt x="12593" y="8428"/>
                  <a:pt x="12882" y="8717"/>
                </a:cubicBezTo>
                <a:cubicBezTo>
                  <a:pt x="13172" y="9007"/>
                  <a:pt x="13448" y="9297"/>
                  <a:pt x="13718" y="9587"/>
                </a:cubicBezTo>
                <a:cubicBezTo>
                  <a:pt x="13733" y="9986"/>
                  <a:pt x="13745" y="10388"/>
                  <a:pt x="13745" y="10800"/>
                </a:cubicBezTo>
                <a:cubicBezTo>
                  <a:pt x="13745" y="11212"/>
                  <a:pt x="13733" y="11614"/>
                  <a:pt x="13718" y="12012"/>
                </a:cubicBezTo>
                <a:moveTo>
                  <a:pt x="13185" y="16555"/>
                </a:moveTo>
                <a:cubicBezTo>
                  <a:pt x="12662" y="16219"/>
                  <a:pt x="12120" y="15837"/>
                  <a:pt x="11561" y="15404"/>
                </a:cubicBezTo>
                <a:cubicBezTo>
                  <a:pt x="11844" y="15170"/>
                  <a:pt x="12127" y="14931"/>
                  <a:pt x="12409" y="14677"/>
                </a:cubicBezTo>
                <a:cubicBezTo>
                  <a:pt x="12783" y="14655"/>
                  <a:pt x="13155" y="14631"/>
                  <a:pt x="13517" y="14597"/>
                </a:cubicBezTo>
                <a:cubicBezTo>
                  <a:pt x="13429" y="15295"/>
                  <a:pt x="13316" y="15950"/>
                  <a:pt x="13185" y="16555"/>
                </a:cubicBezTo>
                <a:moveTo>
                  <a:pt x="10800" y="20618"/>
                </a:moveTo>
                <a:cubicBezTo>
                  <a:pt x="9948" y="20618"/>
                  <a:pt x="9181" y="19410"/>
                  <a:pt x="8643" y="17481"/>
                </a:cubicBezTo>
                <a:cubicBezTo>
                  <a:pt x="9339" y="17072"/>
                  <a:pt x="10062" y="16573"/>
                  <a:pt x="10795" y="16011"/>
                </a:cubicBezTo>
                <a:cubicBezTo>
                  <a:pt x="11532" y="16576"/>
                  <a:pt x="12258" y="17070"/>
                  <a:pt x="12957" y="17481"/>
                </a:cubicBezTo>
                <a:cubicBezTo>
                  <a:pt x="12419" y="19410"/>
                  <a:pt x="11652" y="20618"/>
                  <a:pt x="10800" y="20618"/>
                </a:cubicBezTo>
                <a:moveTo>
                  <a:pt x="8083" y="14597"/>
                </a:moveTo>
                <a:cubicBezTo>
                  <a:pt x="8445" y="14631"/>
                  <a:pt x="8816" y="14655"/>
                  <a:pt x="9190" y="14677"/>
                </a:cubicBezTo>
                <a:cubicBezTo>
                  <a:pt x="9471" y="14929"/>
                  <a:pt x="9751" y="15170"/>
                  <a:pt x="10032" y="15403"/>
                </a:cubicBezTo>
                <a:cubicBezTo>
                  <a:pt x="9478" y="15832"/>
                  <a:pt x="8935" y="16221"/>
                  <a:pt x="8415" y="16555"/>
                </a:cubicBezTo>
                <a:cubicBezTo>
                  <a:pt x="8283" y="15950"/>
                  <a:pt x="8171" y="15295"/>
                  <a:pt x="8083" y="14597"/>
                </a:cubicBezTo>
                <a:moveTo>
                  <a:pt x="8415" y="5045"/>
                </a:moveTo>
                <a:cubicBezTo>
                  <a:pt x="8938" y="5381"/>
                  <a:pt x="9480" y="5762"/>
                  <a:pt x="10038" y="6196"/>
                </a:cubicBezTo>
                <a:cubicBezTo>
                  <a:pt x="9756" y="6430"/>
                  <a:pt x="9473" y="6670"/>
                  <a:pt x="9190" y="6924"/>
                </a:cubicBezTo>
                <a:cubicBezTo>
                  <a:pt x="8816" y="6945"/>
                  <a:pt x="8445" y="6969"/>
                  <a:pt x="8083" y="7003"/>
                </a:cubicBezTo>
                <a:cubicBezTo>
                  <a:pt x="8171" y="6305"/>
                  <a:pt x="8283" y="5650"/>
                  <a:pt x="8415" y="5045"/>
                </a:cubicBezTo>
                <a:moveTo>
                  <a:pt x="10800" y="982"/>
                </a:moveTo>
                <a:cubicBezTo>
                  <a:pt x="11652" y="982"/>
                  <a:pt x="12419" y="2191"/>
                  <a:pt x="12957" y="4119"/>
                </a:cubicBezTo>
                <a:cubicBezTo>
                  <a:pt x="12261" y="4528"/>
                  <a:pt x="11537" y="5027"/>
                  <a:pt x="10804" y="5589"/>
                </a:cubicBezTo>
                <a:cubicBezTo>
                  <a:pt x="10067" y="5024"/>
                  <a:pt x="9341" y="4530"/>
                  <a:pt x="8643" y="4119"/>
                </a:cubicBezTo>
                <a:cubicBezTo>
                  <a:pt x="9181" y="2191"/>
                  <a:pt x="9948" y="982"/>
                  <a:pt x="10800" y="982"/>
                </a:cubicBezTo>
                <a:moveTo>
                  <a:pt x="13517" y="7003"/>
                </a:moveTo>
                <a:cubicBezTo>
                  <a:pt x="13155" y="6969"/>
                  <a:pt x="12783" y="6945"/>
                  <a:pt x="12409" y="6924"/>
                </a:cubicBezTo>
                <a:cubicBezTo>
                  <a:pt x="12129" y="6671"/>
                  <a:pt x="11848" y="6430"/>
                  <a:pt x="11568" y="6198"/>
                </a:cubicBezTo>
                <a:cubicBezTo>
                  <a:pt x="12122" y="5768"/>
                  <a:pt x="12665" y="5379"/>
                  <a:pt x="13185" y="5045"/>
                </a:cubicBezTo>
                <a:cubicBezTo>
                  <a:pt x="13316" y="5650"/>
                  <a:pt x="13429" y="6305"/>
                  <a:pt x="13517" y="7003"/>
                </a:cubicBezTo>
                <a:moveTo>
                  <a:pt x="7112" y="7112"/>
                </a:moveTo>
                <a:cubicBezTo>
                  <a:pt x="6194" y="7234"/>
                  <a:pt x="5339" y="7402"/>
                  <a:pt x="4555" y="7604"/>
                </a:cubicBezTo>
                <a:cubicBezTo>
                  <a:pt x="3572" y="5860"/>
                  <a:pt x="3255" y="4460"/>
                  <a:pt x="3858" y="3857"/>
                </a:cubicBezTo>
                <a:cubicBezTo>
                  <a:pt x="4460" y="3255"/>
                  <a:pt x="5860" y="3572"/>
                  <a:pt x="7604" y="4555"/>
                </a:cubicBezTo>
                <a:cubicBezTo>
                  <a:pt x="7402" y="5339"/>
                  <a:pt x="7234" y="6194"/>
                  <a:pt x="7112" y="7112"/>
                </a:cubicBezTo>
                <a:moveTo>
                  <a:pt x="3858" y="17743"/>
                </a:moveTo>
                <a:cubicBezTo>
                  <a:pt x="3255" y="17140"/>
                  <a:pt x="3572" y="15740"/>
                  <a:pt x="4555" y="13996"/>
                </a:cubicBezTo>
                <a:cubicBezTo>
                  <a:pt x="5339" y="14198"/>
                  <a:pt x="6194" y="14366"/>
                  <a:pt x="7112" y="14488"/>
                </a:cubicBezTo>
                <a:cubicBezTo>
                  <a:pt x="7234" y="15406"/>
                  <a:pt x="7402" y="16261"/>
                  <a:pt x="7604" y="17045"/>
                </a:cubicBezTo>
                <a:cubicBezTo>
                  <a:pt x="5860" y="18028"/>
                  <a:pt x="4460" y="18345"/>
                  <a:pt x="3858" y="17743"/>
                </a:cubicBezTo>
                <a:moveTo>
                  <a:pt x="7003" y="13517"/>
                </a:moveTo>
                <a:cubicBezTo>
                  <a:pt x="6305" y="13429"/>
                  <a:pt x="5650" y="13317"/>
                  <a:pt x="5045" y="13185"/>
                </a:cubicBezTo>
                <a:cubicBezTo>
                  <a:pt x="5379" y="12665"/>
                  <a:pt x="5768" y="12122"/>
                  <a:pt x="6197" y="11568"/>
                </a:cubicBezTo>
                <a:cubicBezTo>
                  <a:pt x="6429" y="11848"/>
                  <a:pt x="6671" y="12129"/>
                  <a:pt x="6923" y="12409"/>
                </a:cubicBezTo>
                <a:cubicBezTo>
                  <a:pt x="6944" y="12784"/>
                  <a:pt x="6968" y="13155"/>
                  <a:pt x="7003" y="13517"/>
                </a:cubicBezTo>
                <a:moveTo>
                  <a:pt x="6923" y="9191"/>
                </a:moveTo>
                <a:cubicBezTo>
                  <a:pt x="6669" y="9473"/>
                  <a:pt x="6429" y="9756"/>
                  <a:pt x="6196" y="10039"/>
                </a:cubicBezTo>
                <a:cubicBezTo>
                  <a:pt x="5763" y="9481"/>
                  <a:pt x="5381" y="8938"/>
                  <a:pt x="5045" y="8415"/>
                </a:cubicBezTo>
                <a:cubicBezTo>
                  <a:pt x="5650" y="8283"/>
                  <a:pt x="6305" y="8171"/>
                  <a:pt x="7003" y="8084"/>
                </a:cubicBezTo>
                <a:cubicBezTo>
                  <a:pt x="6968" y="8445"/>
                  <a:pt x="6944" y="8816"/>
                  <a:pt x="6923" y="9191"/>
                </a:cubicBezTo>
                <a:moveTo>
                  <a:pt x="982" y="10800"/>
                </a:moveTo>
                <a:cubicBezTo>
                  <a:pt x="982" y="9948"/>
                  <a:pt x="2190" y="9181"/>
                  <a:pt x="4119" y="8644"/>
                </a:cubicBezTo>
                <a:cubicBezTo>
                  <a:pt x="4530" y="9342"/>
                  <a:pt x="5023" y="10067"/>
                  <a:pt x="5588" y="10805"/>
                </a:cubicBezTo>
                <a:cubicBezTo>
                  <a:pt x="5027" y="11537"/>
                  <a:pt x="4528" y="12262"/>
                  <a:pt x="4119" y="12956"/>
                </a:cubicBezTo>
                <a:cubicBezTo>
                  <a:pt x="2190" y="12419"/>
                  <a:pt x="982" y="11652"/>
                  <a:pt x="982" y="10800"/>
                </a:cubicBezTo>
                <a:moveTo>
                  <a:pt x="21600" y="10800"/>
                </a:moveTo>
                <a:cubicBezTo>
                  <a:pt x="21600" y="9624"/>
                  <a:pt x="20173" y="8571"/>
                  <a:pt x="17918" y="7853"/>
                </a:cubicBezTo>
                <a:cubicBezTo>
                  <a:pt x="19002" y="5750"/>
                  <a:pt x="19269" y="3995"/>
                  <a:pt x="18437" y="3163"/>
                </a:cubicBezTo>
                <a:cubicBezTo>
                  <a:pt x="17605" y="2332"/>
                  <a:pt x="15850" y="2598"/>
                  <a:pt x="13748" y="3682"/>
                </a:cubicBezTo>
                <a:cubicBezTo>
                  <a:pt x="13029" y="1427"/>
                  <a:pt x="11976" y="0"/>
                  <a:pt x="10800" y="0"/>
                </a:cubicBezTo>
                <a:cubicBezTo>
                  <a:pt x="9623" y="0"/>
                  <a:pt x="8571" y="1427"/>
                  <a:pt x="7852" y="3682"/>
                </a:cubicBezTo>
                <a:cubicBezTo>
                  <a:pt x="5750" y="2598"/>
                  <a:pt x="3995" y="2332"/>
                  <a:pt x="3163" y="3163"/>
                </a:cubicBezTo>
                <a:cubicBezTo>
                  <a:pt x="2331" y="3995"/>
                  <a:pt x="2598" y="5750"/>
                  <a:pt x="3682" y="7853"/>
                </a:cubicBezTo>
                <a:cubicBezTo>
                  <a:pt x="1426" y="8571"/>
                  <a:pt x="0" y="9624"/>
                  <a:pt x="0" y="10800"/>
                </a:cubicBezTo>
                <a:cubicBezTo>
                  <a:pt x="0" y="11976"/>
                  <a:pt x="1426" y="13029"/>
                  <a:pt x="3682" y="13748"/>
                </a:cubicBezTo>
                <a:cubicBezTo>
                  <a:pt x="2598" y="15851"/>
                  <a:pt x="2331" y="17605"/>
                  <a:pt x="3163" y="18437"/>
                </a:cubicBezTo>
                <a:cubicBezTo>
                  <a:pt x="3995" y="19268"/>
                  <a:pt x="5750" y="19002"/>
                  <a:pt x="7852" y="17918"/>
                </a:cubicBezTo>
                <a:cubicBezTo>
                  <a:pt x="8571" y="20173"/>
                  <a:pt x="9623" y="21600"/>
                  <a:pt x="10800" y="21600"/>
                </a:cubicBezTo>
                <a:cubicBezTo>
                  <a:pt x="11976" y="21600"/>
                  <a:pt x="13029" y="20173"/>
                  <a:pt x="13748" y="17918"/>
                </a:cubicBezTo>
                <a:cubicBezTo>
                  <a:pt x="15850" y="19002"/>
                  <a:pt x="17605" y="19268"/>
                  <a:pt x="18437" y="18437"/>
                </a:cubicBezTo>
                <a:cubicBezTo>
                  <a:pt x="19269" y="17605"/>
                  <a:pt x="19002" y="15851"/>
                  <a:pt x="17918" y="13748"/>
                </a:cubicBezTo>
                <a:cubicBezTo>
                  <a:pt x="20173" y="13029"/>
                  <a:pt x="21600" y="11976"/>
                  <a:pt x="21600" y="10800"/>
                </a:cubicBezTo>
                <a:moveTo>
                  <a:pt x="10800" y="9818"/>
                </a:moveTo>
                <a:cubicBezTo>
                  <a:pt x="10258" y="9818"/>
                  <a:pt x="9818" y="10258"/>
                  <a:pt x="9818" y="10800"/>
                </a:cubicBezTo>
                <a:cubicBezTo>
                  <a:pt x="9818" y="11342"/>
                  <a:pt x="10258" y="11782"/>
                  <a:pt x="10800" y="11782"/>
                </a:cubicBezTo>
                <a:cubicBezTo>
                  <a:pt x="11342" y="11782"/>
                  <a:pt x="11782" y="11342"/>
                  <a:pt x="11782" y="10800"/>
                </a:cubicBezTo>
                <a:cubicBezTo>
                  <a:pt x="11782" y="10258"/>
                  <a:pt x="11342" y="9818"/>
                  <a:pt x="10800" y="9818"/>
                </a:cubicBezTo>
              </a:path>
            </a:pathLst>
          </a:custGeom>
          <a:solidFill>
            <a:sysClr val="window" lastClr="FFFFFF"/>
          </a:solidFill>
          <a:ln w="12700">
            <a:miter lim="400000"/>
          </a:ln>
        </p:spPr>
        <p:txBody>
          <a:bodyPr anchor="ctr"/>
          <a:lstStyle/>
          <a:p>
            <a:pPr algn="ctr">
              <a:lnSpc>
                <a:spcPct val="130000"/>
              </a:lnSpc>
            </a:pPr>
            <a:endParaRPr sz="1350">
              <a:latin typeface="微软雅黑" panose="020B0503020204020204" pitchFamily="34" charset="-122"/>
              <a:ea typeface="微软雅黑" panose="020B0503020204020204" pitchFamily="34" charset="-122"/>
            </a:endParaRPr>
          </a:p>
        </p:txBody>
      </p:sp>
      <p:sp>
        <p:nvSpPr>
          <p:cNvPr id="56" name="文本框 55"/>
          <p:cNvSpPr txBox="1"/>
          <p:nvPr>
            <p:custDataLst>
              <p:tags r:id="rId31"/>
            </p:custDataLst>
          </p:nvPr>
        </p:nvSpPr>
        <p:spPr>
          <a:xfrm>
            <a:off x="6358890" y="2400935"/>
            <a:ext cx="2239645" cy="307975"/>
          </a:xfrm>
          <a:prstGeom prst="rect">
            <a:avLst/>
          </a:prstGeom>
          <a:noFill/>
        </p:spPr>
        <p:txBody>
          <a:bodyPr wrap="square" lIns="67500" tIns="35100" rIns="67500" bIns="0" anchor="b" anchorCtr="0">
            <a:normAutofit lnSpcReduction="20000"/>
          </a:bodyPr>
          <a:lstStyle/>
          <a:p>
            <a:pPr fontAlgn="auto">
              <a:lnSpc>
                <a:spcPct val="130000"/>
              </a:lnSpc>
            </a:pPr>
            <a:r>
              <a:rPr lang="zh-CN" altLang="en-US" sz="1500" b="1" spc="300">
                <a:solidFill>
                  <a:srgbClr val="AE64B8"/>
                </a:solidFill>
                <a:latin typeface="微软雅黑" panose="020B0503020204020204" pitchFamily="34" charset="-122"/>
                <a:ea typeface="微软雅黑" panose="020B0503020204020204" pitchFamily="34" charset="-122"/>
                <a:cs typeface="+mn-ea"/>
              </a:rPr>
              <a:t>IP 地址的类型</a:t>
            </a:r>
            <a:endParaRPr lang="zh-CN" altLang="en-US" sz="1500" b="1" spc="300">
              <a:solidFill>
                <a:srgbClr val="AE64B8"/>
              </a:solidFill>
              <a:latin typeface="微软雅黑" panose="020B0503020204020204" pitchFamily="34" charset="-122"/>
              <a:ea typeface="微软雅黑" panose="020B0503020204020204" pitchFamily="34" charset="-122"/>
              <a:cs typeface="+mn-ea"/>
            </a:endParaRPr>
          </a:p>
        </p:txBody>
      </p:sp>
      <p:sp>
        <p:nvSpPr>
          <p:cNvPr id="57" name="矩形 56"/>
          <p:cNvSpPr/>
          <p:nvPr>
            <p:custDataLst>
              <p:tags r:id="rId32"/>
            </p:custDataLst>
          </p:nvPr>
        </p:nvSpPr>
        <p:spPr>
          <a:xfrm>
            <a:off x="6358890" y="2811145"/>
            <a:ext cx="2239645" cy="1655445"/>
          </a:xfrm>
          <a:prstGeom prst="rect">
            <a:avLst/>
          </a:prstGeom>
        </p:spPr>
        <p:txBody>
          <a:bodyPr wrap="square" lIns="67500" tIns="0" rIns="67500" bIns="35100" anchor="t" anchorCtr="0">
            <a:spAutoFit/>
          </a:bodyPr>
          <a:lstStyle/>
          <a:p>
            <a:pPr fontAlgn="auto">
              <a:lnSpc>
                <a:spcPct val="120000"/>
              </a:lnSpc>
            </a:pPr>
            <a:r>
              <a:rPr lang="zh-CN" altLang="en-US" sz="1100" kern="0">
                <a:solidFill>
                  <a:sysClr val="windowText" lastClr="000000"/>
                </a:solidFill>
                <a:uFillTx/>
                <a:latin typeface="微软雅黑" panose="020B0503020204020204" pitchFamily="34" charset="-122"/>
                <a:ea typeface="微软雅黑" panose="020B0503020204020204" pitchFamily="34" charset="-122"/>
              </a:rPr>
              <a:t>IP 地址由两部分组成：前一个数字代表网络标识，后三个数字代表主机标识。</a:t>
            </a:r>
            <a:endParaRPr lang="zh-CN" altLang="en-US" sz="1100" kern="0">
              <a:solidFill>
                <a:sysClr val="windowText" lastClr="000000"/>
              </a:solidFill>
              <a:uFillTx/>
              <a:latin typeface="微软雅黑" panose="020B0503020204020204" pitchFamily="34" charset="-122"/>
              <a:ea typeface="微软雅黑" panose="020B0503020204020204" pitchFamily="34" charset="-122"/>
            </a:endParaRPr>
          </a:p>
          <a:p>
            <a:pPr fontAlgn="auto">
              <a:lnSpc>
                <a:spcPct val="120000"/>
              </a:lnSpc>
            </a:pPr>
            <a:r>
              <a:rPr lang="zh-CN" altLang="en-US" sz="1100" kern="0">
                <a:solidFill>
                  <a:sysClr val="windowText" lastClr="000000"/>
                </a:solidFill>
                <a:uFillTx/>
                <a:latin typeface="微软雅黑" panose="020B0503020204020204" pitchFamily="34" charset="-122"/>
                <a:ea typeface="微软雅黑" panose="020B0503020204020204" pitchFamily="34" charset="-122"/>
              </a:rPr>
              <a:t>为了确保Internet 中IP 地址的唯一性，IP 地址由Internet IP 地址管理组织统一管理，如果需要建立网站，要向管理本地区的网络机构申请和办理IP 地址。</a:t>
            </a:r>
            <a:endParaRPr lang="zh-CN" altLang="en-US" sz="1100" kern="0">
              <a:solidFill>
                <a:sysClr val="windowText" lastClr="000000"/>
              </a:solidFill>
              <a:uFillTx/>
              <a:latin typeface="微软雅黑" panose="020B0503020204020204" pitchFamily="34" charset="-122"/>
              <a:ea typeface="微软雅黑" panose="020B0503020204020204" pitchFamily="34" charset="-122"/>
            </a:endParaRPr>
          </a:p>
        </p:txBody>
      </p:sp>
      <p:sp>
        <p:nvSpPr>
          <p:cNvPr id="58" name="文本框 57"/>
          <p:cNvSpPr txBox="1"/>
          <p:nvPr>
            <p:custDataLst>
              <p:tags r:id="rId33"/>
            </p:custDataLst>
          </p:nvPr>
        </p:nvSpPr>
        <p:spPr>
          <a:xfrm>
            <a:off x="545465" y="1678305"/>
            <a:ext cx="2381250" cy="307975"/>
          </a:xfrm>
          <a:prstGeom prst="rect">
            <a:avLst/>
          </a:prstGeom>
          <a:noFill/>
        </p:spPr>
        <p:txBody>
          <a:bodyPr wrap="square" lIns="67500" tIns="35100" rIns="67500" bIns="0" anchor="b" anchorCtr="0">
            <a:normAutofit lnSpcReduction="20000"/>
          </a:bodyPr>
          <a:lstStyle/>
          <a:p>
            <a:pPr algn="r" fontAlgn="auto">
              <a:lnSpc>
                <a:spcPct val="130000"/>
              </a:lnSpc>
            </a:pPr>
            <a:r>
              <a:rPr lang="zh-CN" altLang="en-US" sz="1500" b="1" spc="300">
                <a:solidFill>
                  <a:srgbClr val="6969C7"/>
                </a:solidFill>
                <a:latin typeface="微软雅黑" panose="020B0503020204020204" pitchFamily="34" charset="-122"/>
                <a:ea typeface="微软雅黑" panose="020B0503020204020204" pitchFamily="34" charset="-122"/>
                <a:cs typeface="+mn-ea"/>
              </a:rPr>
              <a:t>IP 地址的格式</a:t>
            </a:r>
            <a:endParaRPr lang="zh-CN" altLang="en-US" sz="1500" b="1" spc="300">
              <a:solidFill>
                <a:srgbClr val="6969C7"/>
              </a:solidFill>
              <a:latin typeface="微软雅黑" panose="020B0503020204020204" pitchFamily="34" charset="-122"/>
              <a:ea typeface="微软雅黑" panose="020B0503020204020204" pitchFamily="34" charset="-122"/>
              <a:cs typeface="+mn-ea"/>
            </a:endParaRPr>
          </a:p>
        </p:txBody>
      </p:sp>
      <p:sp>
        <p:nvSpPr>
          <p:cNvPr id="59" name="矩形 58"/>
          <p:cNvSpPr/>
          <p:nvPr>
            <p:custDataLst>
              <p:tags r:id="rId34"/>
            </p:custDataLst>
          </p:nvPr>
        </p:nvSpPr>
        <p:spPr>
          <a:xfrm>
            <a:off x="545465" y="2088515"/>
            <a:ext cx="2381885" cy="1583055"/>
          </a:xfrm>
          <a:prstGeom prst="rect">
            <a:avLst/>
          </a:prstGeom>
        </p:spPr>
        <p:txBody>
          <a:bodyPr wrap="square" lIns="67500" tIns="0" rIns="67500" bIns="35100" anchor="t" anchorCtr="0">
            <a:spAutoFit/>
          </a:bodyPr>
          <a:lstStyle/>
          <a:p>
            <a:pPr algn="r" fontAlgn="auto">
              <a:lnSpc>
                <a:spcPct val="120000"/>
              </a:lnSpc>
            </a:pPr>
            <a:r>
              <a:rPr lang="zh-CN" altLang="en-US" sz="1200" kern="0">
                <a:solidFill>
                  <a:sysClr val="windowText" lastClr="000000"/>
                </a:solidFill>
                <a:uFillTx/>
                <a:latin typeface="微软雅黑" panose="020B0503020204020204" pitchFamily="34" charset="-122"/>
                <a:ea typeface="微软雅黑" panose="020B0503020204020204" pitchFamily="34" charset="-122"/>
              </a:rPr>
              <a:t>IP 地址为4 字节长，每字节可对应一个0 ～ 255 之间的十进制数，字节之间用小数点分隔。例如，中华网的服务器在Internet 上的地址是202.84.10.21。在Internet 中若要访问这台主机，就必须指明其IP 地址。</a:t>
            </a:r>
            <a:endParaRPr lang="zh-CN" altLang="en-US" sz="1200" kern="0">
              <a:solidFill>
                <a:sysClr val="windowText" lastClr="000000"/>
              </a:solidFill>
              <a:uFillTx/>
              <a:latin typeface="微软雅黑" panose="020B0503020204020204" pitchFamily="34" charset="-122"/>
              <a:ea typeface="微软雅黑" panose="020B0503020204020204" pitchFamily="34" charset="-122"/>
            </a:endParaRPr>
          </a:p>
        </p:txBody>
      </p:sp>
    </p:spTree>
    <p:custDataLst>
      <p:tags r:id="rId35"/>
    </p:custData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10"/>
          <p:cNvSpPr/>
          <p:nvPr>
            <p:custDataLst>
              <p:tags r:id="rId1"/>
            </p:custDataLst>
          </p:nvPr>
        </p:nvSpPr>
        <p:spPr>
          <a:xfrm>
            <a:off x="0" y="0"/>
            <a:ext cx="2933700" cy="5143500"/>
          </a:xfrm>
          <a:prstGeom prst="rect">
            <a:avLst/>
          </a:prstGeom>
          <a:solidFill>
            <a:srgbClr val="7030A0"/>
          </a:solidFill>
          <a:ln>
            <a:noFill/>
          </a:ln>
        </p:spPr>
        <p:style>
          <a:lnRef idx="2">
            <a:srgbClr val="1E6BC5">
              <a:shade val="50000"/>
            </a:srgbClr>
          </a:lnRef>
          <a:fillRef idx="1">
            <a:srgbClr val="1E6BC5"/>
          </a:fillRef>
          <a:effectRef idx="0">
            <a:srgbClr val="1E6BC5"/>
          </a:effectRef>
          <a:fontRef idx="minor">
            <a:sysClr val="window" lastClr="FFFFFF"/>
          </a:fontRef>
        </p:style>
        <p:txBody>
          <a:bodyPr rtlCol="0" anchor="ctr"/>
          <a:lstStyle/>
          <a:p>
            <a:pPr marL="0" marR="0" lvl="0" indent="0" algn="ctr" defTabSz="914400" rtl="0" eaLnBrk="1" fontAlgn="auto" latinLnBrk="0" hangingPunct="1">
              <a:lnSpc>
                <a:spcPct val="120000"/>
              </a:lnSpc>
              <a:buClrTx/>
              <a:buSzTx/>
              <a:buFontTx/>
              <a:buNone/>
              <a:defRPr/>
            </a:pPr>
            <a:endParaRPr kumimoji="0" lang="zh-CN" altLang="en-US" sz="1350" b="0" i="0" u="none" strike="noStrike" kern="1200" cap="none" spc="0" normalizeH="0" baseline="0" noProof="0">
              <a:ln>
                <a:noFill/>
              </a:ln>
              <a:solidFill>
                <a:prstClr val="white"/>
              </a:solidFill>
              <a:effectLst/>
              <a:uLnTx/>
              <a:uFillTx/>
              <a:latin typeface="Arial" panose="020B0604020202020204" pitchFamily="34" charset="0"/>
              <a:ea typeface="微软雅黑" panose="020B0503020204020204" pitchFamily="34" charset="-122"/>
              <a:sym typeface="Arial" panose="020B0604020202020204" pitchFamily="34" charset="0"/>
            </a:endParaRPr>
          </a:p>
        </p:txBody>
      </p:sp>
      <p:sp>
        <p:nvSpPr>
          <p:cNvPr id="6" name="John Alexis"/>
          <p:cNvSpPr/>
          <p:nvPr>
            <p:custDataLst>
              <p:tags r:id="rId2"/>
            </p:custDataLst>
          </p:nvPr>
        </p:nvSpPr>
        <p:spPr>
          <a:xfrm>
            <a:off x="567055" y="943610"/>
            <a:ext cx="1798320" cy="1515110"/>
          </a:xfrm>
          <a:prstGeom prst="rect">
            <a:avLst/>
          </a:prstGeom>
          <a:ln w="12700">
            <a:miter lim="400000"/>
          </a:ln>
        </p:spPr>
        <p:txBody>
          <a:bodyPr wrap="square" lIns="19050" tIns="19050" rIns="19050" bIns="19050" anchor="ctr">
            <a:spAutoFit/>
          </a:bodyPr>
          <a:lstStyle/>
          <a:p>
            <a:pPr marL="0" marR="0" lvl="0" indent="0" algn="just" defTabSz="914400" rtl="0" eaLnBrk="1" fontAlgn="auto" latinLnBrk="0" hangingPunct="1">
              <a:lnSpc>
                <a:spcPct val="120000"/>
              </a:lnSpc>
              <a:buClrTx/>
              <a:buSzTx/>
              <a:buFontTx/>
              <a:buNone/>
              <a:defRPr sz="3200">
                <a:solidFill>
                  <a:srgbClr val="232323"/>
                </a:solidFill>
                <a:latin typeface="Helvetica" panose="020B0604020202030204"/>
                <a:ea typeface="Helvetica" panose="020B0604020202030204"/>
                <a:cs typeface="Helvetica" panose="020B0604020202030204"/>
                <a:sym typeface="Helvetica" panose="020B0604020202030204"/>
              </a:defRPr>
            </a:pPr>
            <a:r>
              <a:rPr kumimoji="0" lang="zh-CN" altLang="en-US" sz="4000" b="1" i="0" u="none" strike="noStrike" kern="1200" cap="none" spc="0" normalizeH="0" baseline="0" noProof="0">
                <a:ln>
                  <a:noFill/>
                </a:ln>
                <a:solidFill>
                  <a:schemeClr val="bg1"/>
                </a:solidFill>
                <a:effectLst/>
                <a:uLnTx/>
                <a:uFillTx/>
                <a:latin typeface="Arial" panose="020B0604020202020204" pitchFamily="34" charset="0"/>
                <a:ea typeface="微软雅黑" panose="020B0503020204020204" pitchFamily="34" charset="-122"/>
                <a:cs typeface="微软雅黑" panose="020B0503020204020204" pitchFamily="34" charset="-122"/>
                <a:sym typeface="Arial" panose="020B0604020202020204" pitchFamily="34" charset="0"/>
              </a:rPr>
              <a:t>域名的</a:t>
            </a:r>
            <a:endParaRPr kumimoji="0" lang="zh-CN" altLang="en-US" sz="4000" b="1" i="0" u="none" strike="noStrike" kern="1200" cap="none" spc="0" normalizeH="0" baseline="0" noProof="0">
              <a:ln>
                <a:noFill/>
              </a:ln>
              <a:solidFill>
                <a:schemeClr val="bg1"/>
              </a:solidFill>
              <a:effectLst/>
              <a:uLnTx/>
              <a:uFillTx/>
              <a:latin typeface="Arial" panose="020B0604020202020204" pitchFamily="34" charset="0"/>
              <a:ea typeface="微软雅黑" panose="020B0503020204020204" pitchFamily="34" charset="-122"/>
              <a:cs typeface="微软雅黑" panose="020B0503020204020204" pitchFamily="34" charset="-122"/>
              <a:sym typeface="Arial" panose="020B0604020202020204" pitchFamily="34" charset="0"/>
            </a:endParaRPr>
          </a:p>
          <a:p>
            <a:pPr marL="0" marR="0" lvl="0" indent="0" algn="just" defTabSz="914400" rtl="0" eaLnBrk="1" fontAlgn="auto" latinLnBrk="0" hangingPunct="1">
              <a:lnSpc>
                <a:spcPct val="120000"/>
              </a:lnSpc>
              <a:buClrTx/>
              <a:buSzTx/>
              <a:buFontTx/>
              <a:buNone/>
              <a:defRPr sz="3200">
                <a:solidFill>
                  <a:srgbClr val="232323"/>
                </a:solidFill>
                <a:latin typeface="Helvetica" panose="020B0604020202030204"/>
                <a:ea typeface="Helvetica" panose="020B0604020202030204"/>
                <a:cs typeface="Helvetica" panose="020B0604020202030204"/>
                <a:sym typeface="Helvetica" panose="020B0604020202030204"/>
              </a:defRPr>
            </a:pPr>
            <a:r>
              <a:rPr kumimoji="0" lang="zh-CN" altLang="en-US" sz="4000" b="1" i="0" u="none" strike="noStrike" kern="1200" cap="none" spc="0" normalizeH="0" baseline="0" noProof="0">
                <a:ln>
                  <a:noFill/>
                </a:ln>
                <a:solidFill>
                  <a:schemeClr val="bg1"/>
                </a:solidFill>
                <a:effectLst/>
                <a:uLnTx/>
                <a:uFillTx/>
                <a:latin typeface="Arial" panose="020B0604020202020204" pitchFamily="34" charset="0"/>
                <a:ea typeface="微软雅黑" panose="020B0503020204020204" pitchFamily="34" charset="-122"/>
                <a:cs typeface="微软雅黑" panose="020B0503020204020204" pitchFamily="34" charset="-122"/>
                <a:sym typeface="Arial" panose="020B0604020202020204" pitchFamily="34" charset="0"/>
              </a:rPr>
              <a:t>结构</a:t>
            </a:r>
            <a:endParaRPr kumimoji="0" lang="zh-CN" altLang="en-US" sz="4000" b="1" i="0" u="none" strike="noStrike" kern="1200" cap="none" spc="0" normalizeH="0" baseline="0" noProof="0">
              <a:ln>
                <a:noFill/>
              </a:ln>
              <a:solidFill>
                <a:schemeClr val="bg1"/>
              </a:solidFill>
              <a:effectLst/>
              <a:uLnTx/>
              <a:uFillTx/>
              <a:latin typeface="Arial" panose="020B0604020202020204" pitchFamily="34" charset="0"/>
              <a:ea typeface="微软雅黑" panose="020B0503020204020204" pitchFamily="34" charset="-122"/>
              <a:cs typeface="微软雅黑" panose="020B0503020204020204" pitchFamily="34" charset="-122"/>
              <a:sym typeface="Arial" panose="020B0604020202020204" pitchFamily="34" charset="0"/>
            </a:endParaRPr>
          </a:p>
        </p:txBody>
      </p:sp>
      <p:sp>
        <p:nvSpPr>
          <p:cNvPr id="7" name="线条"/>
          <p:cNvSpPr/>
          <p:nvPr>
            <p:custDataLst>
              <p:tags r:id="rId3"/>
            </p:custDataLst>
          </p:nvPr>
        </p:nvSpPr>
        <p:spPr>
          <a:xfrm>
            <a:off x="566860" y="2707195"/>
            <a:ext cx="1742831" cy="1"/>
          </a:xfrm>
          <a:prstGeom prst="line">
            <a:avLst/>
          </a:prstGeom>
          <a:ln w="15875">
            <a:solidFill>
              <a:srgbClr val="F5FBFD"/>
            </a:solidFill>
            <a:miter lim="400000"/>
          </a:ln>
        </p:spPr>
        <p:txBody>
          <a:bodyPr lIns="0" tIns="0" rIns="0" bIns="0" anchor="ctr"/>
          <a:lstStyle/>
          <a:p>
            <a:pPr marL="0" marR="0" lvl="0" indent="0" algn="ctr" defTabSz="228600" rtl="0" eaLnBrk="1" fontAlgn="auto" latinLnBrk="0" hangingPunct="1">
              <a:lnSpc>
                <a:spcPct val="120000"/>
              </a:lnSpc>
              <a:buClrTx/>
              <a:buSzTx/>
              <a:buFontTx/>
              <a:buNone/>
              <a:defRPr sz="1200">
                <a:latin typeface="Helvetica" panose="020B0604020202030204"/>
                <a:ea typeface="Helvetica" panose="020B0604020202030204"/>
                <a:cs typeface="Helvetica" panose="020B0604020202030204"/>
                <a:sym typeface="Helvetica" panose="020B0604020202030204"/>
              </a:defRPr>
            </a:pPr>
            <a:endParaRPr kumimoji="0" sz="450" b="0" i="0" u="none" strike="noStrike" kern="1200" cap="none" spc="0" normalizeH="0" baseline="0" noProof="0">
              <a:ln>
                <a:noFill/>
              </a:ln>
              <a:effectLst/>
              <a:uLnTx/>
              <a:uFillTx/>
              <a:latin typeface="Arial" panose="020B0604020202020204" pitchFamily="34" charset="0"/>
              <a:ea typeface="微软雅黑" panose="020B0503020204020204" pitchFamily="34" charset="-122"/>
              <a:cs typeface="微软雅黑" panose="020B0503020204020204" pitchFamily="34" charset="-122"/>
              <a:sym typeface="Arial" panose="020B0604020202020204" pitchFamily="34" charset="0"/>
            </a:endParaRPr>
          </a:p>
        </p:txBody>
      </p:sp>
      <p:sp>
        <p:nvSpPr>
          <p:cNvPr id="8" name="He is lorem ipsum dolor sit amet. He've been lorem ipsum with many ipsum constecture"/>
          <p:cNvSpPr/>
          <p:nvPr>
            <p:custDataLst>
              <p:tags r:id="rId4"/>
            </p:custDataLst>
          </p:nvPr>
        </p:nvSpPr>
        <p:spPr>
          <a:xfrm>
            <a:off x="567055" y="2978150"/>
            <a:ext cx="1974215" cy="701675"/>
          </a:xfrm>
          <a:prstGeom prst="rect">
            <a:avLst/>
          </a:prstGeom>
          <a:ln w="12700">
            <a:miter lim="400000"/>
          </a:ln>
        </p:spPr>
        <p:txBody>
          <a:bodyPr wrap="square" lIns="19050" tIns="19050" rIns="19050" bIns="19050" anchor="ctr">
            <a:spAutoFit/>
          </a:bodyPr>
          <a:lstStyle>
            <a:lvl1pPr>
              <a:defRPr sz="2400">
                <a:solidFill>
                  <a:srgbClr val="444444"/>
                </a:solidFill>
                <a:latin typeface="Helvetica" panose="020B0604020202030204"/>
                <a:ea typeface="Helvetica" panose="020B0604020202030204"/>
                <a:cs typeface="Helvetica" panose="020B0604020202030204"/>
                <a:sym typeface="Helvetica" panose="020B0604020202030204"/>
              </a:defRPr>
            </a:lvl1pPr>
          </a:lstStyle>
          <a:p>
            <a:pPr marL="0" marR="0" lvl="0" indent="0" algn="l" defTabSz="914400" rtl="0" eaLnBrk="1" fontAlgn="auto" latinLnBrk="0" hangingPunct="1">
              <a:lnSpc>
                <a:spcPct val="120000"/>
              </a:lnSpc>
              <a:buClrTx/>
              <a:buSzTx/>
              <a:buFontTx/>
              <a:buNone/>
              <a:defRPr/>
            </a:pPr>
            <a:r>
              <a:rPr kumimoji="0" lang="zh-CN" altLang="en-US" sz="1200" b="1" i="0" u="none" strike="noStrike" kern="1200" cap="none" spc="150" normalizeH="0" baseline="0" noProof="0">
                <a:ln>
                  <a:noFill/>
                </a:ln>
                <a:solidFill>
                  <a:schemeClr val="bg1"/>
                </a:solidFill>
                <a:effectLst/>
                <a:uLnTx/>
                <a:uFillTx/>
                <a:latin typeface="Arial" panose="020B0604020202020204" pitchFamily="34" charset="0"/>
                <a:ea typeface="微软雅黑" panose="020B0503020204020204" pitchFamily="34" charset="-122"/>
                <a:cs typeface="微软雅黑" panose="020B0503020204020204" pitchFamily="34" charset="-122"/>
                <a:sym typeface="Arial" panose="020B0604020202020204" pitchFamily="34" charset="0"/>
              </a:rPr>
              <a:t>域名的结构为：</a:t>
            </a:r>
            <a:endParaRPr kumimoji="0" lang="zh-CN" altLang="en-US" sz="1200" b="1" i="0" u="none" strike="noStrike" kern="1200" cap="none" spc="150" normalizeH="0" baseline="0" noProof="0">
              <a:ln>
                <a:noFill/>
              </a:ln>
              <a:solidFill>
                <a:schemeClr val="bg1"/>
              </a:solidFill>
              <a:effectLst/>
              <a:uLnTx/>
              <a:uFillTx/>
              <a:latin typeface="Arial" panose="020B0604020202020204" pitchFamily="34" charset="0"/>
              <a:ea typeface="微软雅黑" panose="020B0503020204020204" pitchFamily="34" charset="-122"/>
              <a:cs typeface="微软雅黑" panose="020B0503020204020204" pitchFamily="34" charset="-122"/>
              <a:sym typeface="Arial" panose="020B0604020202020204" pitchFamily="34" charset="0"/>
            </a:endParaRPr>
          </a:p>
          <a:p>
            <a:pPr marL="0" marR="0" lvl="0" indent="0" algn="l" defTabSz="914400" rtl="0" eaLnBrk="1" fontAlgn="auto" latinLnBrk="0" hangingPunct="1">
              <a:lnSpc>
                <a:spcPct val="120000"/>
              </a:lnSpc>
              <a:buClrTx/>
              <a:buSzTx/>
              <a:buFontTx/>
              <a:buNone/>
              <a:defRPr/>
            </a:pPr>
            <a:r>
              <a:rPr kumimoji="0" lang="zh-CN" altLang="en-US" sz="1200" b="0" i="0" u="none" strike="noStrike" kern="1200" cap="none" spc="150" normalizeH="0" baseline="0" noProof="0">
                <a:ln>
                  <a:noFill/>
                </a:ln>
                <a:solidFill>
                  <a:schemeClr val="bg1"/>
                </a:solidFill>
                <a:effectLst/>
                <a:uLnTx/>
                <a:uFillTx/>
                <a:latin typeface="Arial" panose="020B0604020202020204" pitchFamily="34" charset="0"/>
                <a:ea typeface="微软雅黑" panose="020B0503020204020204" pitchFamily="34" charset="-122"/>
                <a:cs typeface="微软雅黑" panose="020B0503020204020204" pitchFamily="34" charset="-122"/>
                <a:sym typeface="Arial" panose="020B0604020202020204" pitchFamily="34" charset="0"/>
              </a:rPr>
              <a:t>计算机名. 组织机构名. 网络名. 最高层域名。</a:t>
            </a:r>
            <a:endParaRPr kumimoji="0" lang="zh-CN" altLang="en-US" sz="1200" b="0" i="0" u="none" strike="noStrike" kern="1200" cap="none" spc="150" normalizeH="0" baseline="0" noProof="0">
              <a:ln>
                <a:noFill/>
              </a:ln>
              <a:solidFill>
                <a:schemeClr val="bg1"/>
              </a:solidFill>
              <a:effectLst/>
              <a:uLnTx/>
              <a:uFillTx/>
              <a:latin typeface="Arial" panose="020B0604020202020204" pitchFamily="34" charset="0"/>
              <a:ea typeface="微软雅黑" panose="020B0503020204020204" pitchFamily="34" charset="-122"/>
              <a:cs typeface="微软雅黑" panose="020B0503020204020204" pitchFamily="34" charset="-122"/>
              <a:sym typeface="Arial" panose="020B0604020202020204" pitchFamily="34" charset="0"/>
            </a:endParaRPr>
          </a:p>
        </p:txBody>
      </p:sp>
      <p:sp>
        <p:nvSpPr>
          <p:cNvPr id="14" name="矩形 13"/>
          <p:cNvSpPr/>
          <p:nvPr>
            <p:custDataLst>
              <p:tags r:id="rId5"/>
            </p:custDataLst>
          </p:nvPr>
        </p:nvSpPr>
        <p:spPr>
          <a:xfrm>
            <a:off x="3285411" y="1753709"/>
            <a:ext cx="5515689" cy="1059180"/>
          </a:xfrm>
          <a:prstGeom prst="rect">
            <a:avLst/>
          </a:prstGeom>
        </p:spPr>
        <p:txBody>
          <a:bodyPr wrap="square">
            <a:spAutoFit/>
          </a:bodyPr>
          <a:lstStyle/>
          <a:p>
            <a:pPr marL="0" marR="0" lvl="0" indent="0" algn="l" defTabSz="914400" rtl="0" eaLnBrk="1" fontAlgn="auto" latinLnBrk="0" hangingPunct="1">
              <a:lnSpc>
                <a:spcPct val="120000"/>
              </a:lnSpc>
              <a:buClrTx/>
              <a:buSzTx/>
              <a:buFontTx/>
              <a:buNone/>
              <a:defRPr/>
            </a:pPr>
            <a:r>
              <a:rPr kumimoji="0" lang="zh-CN" altLang="en-US" sz="1050" b="0" i="0" u="none" strike="noStrike" kern="1200" cap="none" spc="150" normalizeH="0" baseline="0" noProof="0" dirty="0">
                <a:ln>
                  <a:noFill/>
                </a:ln>
                <a:solidFill>
                  <a:srgbClr val="000000">
                    <a:lumMod val="65000"/>
                    <a:lumOff val="35000"/>
                  </a:srgbClr>
                </a:solidFill>
                <a:effectLst/>
                <a:uLnTx/>
                <a:uFillTx/>
                <a:latin typeface="Arial" panose="020B0604020202020204" pitchFamily="34" charset="0"/>
                <a:ea typeface="微软雅黑" panose="020B0503020204020204" pitchFamily="34" charset="-122"/>
                <a:cs typeface="微软雅黑" panose="020B0503020204020204" pitchFamily="34" charset="-122"/>
                <a:sym typeface="Arial" panose="020B0604020202020204" pitchFamily="34" charset="0"/>
              </a:rPr>
              <a:t>最右边的一串字符级别最高，又称为顶级域名，分为如下两类。</a:t>
            </a:r>
            <a:endParaRPr kumimoji="0" lang="zh-CN" altLang="en-US" sz="1050" b="0" i="0" u="none" strike="noStrike" kern="1200" cap="none" spc="150" normalizeH="0" baseline="0" noProof="0" dirty="0">
              <a:ln>
                <a:noFill/>
              </a:ln>
              <a:solidFill>
                <a:srgbClr val="000000">
                  <a:lumMod val="65000"/>
                  <a:lumOff val="35000"/>
                </a:srgbClr>
              </a:solidFill>
              <a:effectLst/>
              <a:uLnTx/>
              <a:uFillTx/>
              <a:latin typeface="Arial" panose="020B0604020202020204" pitchFamily="34" charset="0"/>
              <a:ea typeface="微软雅黑" panose="020B0503020204020204" pitchFamily="34" charset="-122"/>
              <a:cs typeface="微软雅黑" panose="020B0503020204020204" pitchFamily="34" charset="-122"/>
              <a:sym typeface="Arial" panose="020B0604020202020204" pitchFamily="34" charset="0"/>
            </a:endParaRPr>
          </a:p>
          <a:p>
            <a:pPr marL="0" marR="0" lvl="0" indent="0" algn="l" defTabSz="914400" rtl="0" eaLnBrk="1" fontAlgn="auto" latinLnBrk="0" hangingPunct="1">
              <a:lnSpc>
                <a:spcPct val="120000"/>
              </a:lnSpc>
              <a:buClrTx/>
              <a:buSzTx/>
              <a:buFontTx/>
              <a:buNone/>
              <a:defRPr/>
            </a:pPr>
            <a:r>
              <a:rPr kumimoji="0" lang="zh-CN" altLang="en-US" sz="1050" b="0" i="0" u="none" strike="noStrike" kern="1200" cap="none" spc="150" normalizeH="0" baseline="0" noProof="0" dirty="0">
                <a:ln>
                  <a:noFill/>
                </a:ln>
                <a:solidFill>
                  <a:srgbClr val="000000">
                    <a:lumMod val="65000"/>
                    <a:lumOff val="35000"/>
                  </a:srgbClr>
                </a:solidFill>
                <a:effectLst/>
                <a:uLnTx/>
                <a:uFillTx/>
                <a:latin typeface="Arial" panose="020B0604020202020204" pitchFamily="34" charset="0"/>
                <a:ea typeface="微软雅黑" panose="020B0503020204020204" pitchFamily="34" charset="-122"/>
                <a:cs typeface="微软雅黑" panose="020B0503020204020204" pitchFamily="34" charset="-122"/>
                <a:sym typeface="Arial" panose="020B0604020202020204" pitchFamily="34" charset="0"/>
              </a:rPr>
              <a:t>一类为区域名，用两个字母表示世界各国和地区，如中国为cn，日本为jp，加拿大为ca，英国为uk 等。由于Internet 起源于美国，所以美国不用国家代码。</a:t>
            </a:r>
            <a:endParaRPr kumimoji="0" lang="zh-CN" altLang="en-US" sz="1050" b="0" i="0" u="none" strike="noStrike" kern="1200" cap="none" spc="150" normalizeH="0" baseline="0" noProof="0" dirty="0">
              <a:ln>
                <a:noFill/>
              </a:ln>
              <a:solidFill>
                <a:srgbClr val="000000">
                  <a:lumMod val="65000"/>
                  <a:lumOff val="35000"/>
                </a:srgbClr>
              </a:solidFill>
              <a:effectLst/>
              <a:uLnTx/>
              <a:uFillTx/>
              <a:latin typeface="Arial" panose="020B0604020202020204" pitchFamily="34" charset="0"/>
              <a:ea typeface="微软雅黑" panose="020B0503020204020204" pitchFamily="34" charset="-122"/>
              <a:cs typeface="微软雅黑" panose="020B0503020204020204" pitchFamily="34" charset="-122"/>
              <a:sym typeface="Arial" panose="020B0604020202020204" pitchFamily="34" charset="0"/>
            </a:endParaRPr>
          </a:p>
          <a:p>
            <a:pPr marL="0" marR="0" lvl="0" indent="0" algn="l" defTabSz="914400" rtl="0" eaLnBrk="1" fontAlgn="auto" latinLnBrk="0" hangingPunct="1">
              <a:lnSpc>
                <a:spcPct val="120000"/>
              </a:lnSpc>
              <a:buClrTx/>
              <a:buSzTx/>
              <a:buFontTx/>
              <a:buNone/>
              <a:defRPr/>
            </a:pPr>
            <a:r>
              <a:rPr kumimoji="0" lang="zh-CN" altLang="en-US" sz="1050" b="0" i="0" u="none" strike="noStrike" kern="1200" cap="none" spc="150" normalizeH="0" baseline="0" noProof="0" dirty="0">
                <a:ln>
                  <a:noFill/>
                </a:ln>
                <a:solidFill>
                  <a:srgbClr val="000000">
                    <a:lumMod val="65000"/>
                    <a:lumOff val="35000"/>
                  </a:srgbClr>
                </a:solidFill>
                <a:effectLst/>
                <a:uLnTx/>
                <a:uFillTx/>
                <a:latin typeface="Arial" panose="020B0604020202020204" pitchFamily="34" charset="0"/>
                <a:ea typeface="微软雅黑" panose="020B0503020204020204" pitchFamily="34" charset="-122"/>
                <a:cs typeface="微软雅黑" panose="020B0503020204020204" pitchFamily="34" charset="-122"/>
                <a:sym typeface="Arial" panose="020B0604020202020204" pitchFamily="34" charset="0"/>
              </a:rPr>
              <a:t>另一类为通用名，如商业机构为com，事业机构为org，网络单位为net，教育机构为edu，政府部门为gov，军事部门为mil 等。</a:t>
            </a:r>
            <a:endParaRPr kumimoji="0" lang="zh-CN" altLang="en-US" sz="1050" b="0" i="0" u="none" strike="noStrike" kern="1200" cap="none" spc="150" normalizeH="0" baseline="0" noProof="0" dirty="0">
              <a:ln>
                <a:noFill/>
              </a:ln>
              <a:solidFill>
                <a:srgbClr val="000000">
                  <a:lumMod val="65000"/>
                  <a:lumOff val="35000"/>
                </a:srgbClr>
              </a:solidFill>
              <a:effectLst/>
              <a:uLnTx/>
              <a:uFillTx/>
              <a:latin typeface="Arial" panose="020B0604020202020204" pitchFamily="34" charset="0"/>
              <a:ea typeface="微软雅黑" panose="020B0503020204020204" pitchFamily="34" charset="-122"/>
              <a:cs typeface="微软雅黑" panose="020B0503020204020204" pitchFamily="34" charset="-122"/>
              <a:sym typeface="Arial" panose="020B0604020202020204" pitchFamily="34" charset="0"/>
            </a:endParaRPr>
          </a:p>
        </p:txBody>
      </p:sp>
      <p:sp>
        <p:nvSpPr>
          <p:cNvPr id="12" name="文本框 11"/>
          <p:cNvSpPr txBox="1"/>
          <p:nvPr>
            <p:custDataLst>
              <p:tags r:id="rId6"/>
            </p:custDataLst>
          </p:nvPr>
        </p:nvSpPr>
        <p:spPr>
          <a:xfrm>
            <a:off x="3332175" y="1352275"/>
            <a:ext cx="1901536" cy="35306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38100" tIns="38100" rIns="38100" bIns="38100" numCol="1" spcCol="38100" rtlCol="0" anchor="ctr">
            <a:spAutoFit/>
          </a:bodyPr>
          <a:lstStyle/>
          <a:p>
            <a:pPr marL="0" marR="0" lvl="0" indent="0" algn="l" defTabSz="825500" rtl="0" eaLnBrk="1" fontAlgn="auto" latinLnBrk="0" hangingPunct="0">
              <a:lnSpc>
                <a:spcPct val="120000"/>
              </a:lnSpc>
              <a:buClrTx/>
              <a:buSzTx/>
              <a:buFontTx/>
              <a:buNone/>
              <a:defRPr/>
            </a:pPr>
            <a:r>
              <a:rPr kumimoji="0" lang="zh-CN" altLang="en-US" sz="1500" i="0" u="none" strike="noStrike" kern="1200" cap="none" spc="150" normalizeH="0" baseline="0" noProof="0">
                <a:ln>
                  <a:noFill/>
                </a:ln>
                <a:solidFill>
                  <a:srgbClr val="7030A0"/>
                </a:solidFill>
                <a:effectLst/>
                <a:uLnTx/>
                <a:uFillTx/>
                <a:latin typeface="Arial" panose="020B0604020202020204" pitchFamily="34" charset="0"/>
                <a:ea typeface="微软雅黑" panose="020B0503020204020204" pitchFamily="34" charset="-122"/>
                <a:cs typeface="微软雅黑" panose="020B0503020204020204" pitchFamily="34" charset="-122"/>
                <a:sym typeface="Arial" panose="020B0604020202020204" pitchFamily="34" charset="0"/>
              </a:rPr>
              <a:t>（1）顶级域名</a:t>
            </a:r>
            <a:endParaRPr kumimoji="0" lang="zh-CN" altLang="en-US" sz="1500" i="0" u="none" strike="noStrike" kern="1200" cap="none" spc="150" normalizeH="0" baseline="0" noProof="0">
              <a:ln>
                <a:noFill/>
              </a:ln>
              <a:solidFill>
                <a:srgbClr val="7030A0"/>
              </a:solidFill>
              <a:effectLst/>
              <a:uLnTx/>
              <a:uFillTx/>
              <a:latin typeface="Arial" panose="020B0604020202020204" pitchFamily="34" charset="0"/>
              <a:ea typeface="微软雅黑" panose="020B0503020204020204" pitchFamily="34" charset="-122"/>
              <a:cs typeface="微软雅黑" panose="020B0503020204020204" pitchFamily="34" charset="-122"/>
              <a:sym typeface="Arial" panose="020B0604020202020204" pitchFamily="34" charset="0"/>
            </a:endParaRPr>
          </a:p>
        </p:txBody>
      </p:sp>
      <p:cxnSp>
        <p:nvCxnSpPr>
          <p:cNvPr id="17" name="直接连接符 16"/>
          <p:cNvCxnSpPr/>
          <p:nvPr>
            <p:custDataLst>
              <p:tags r:id="rId7"/>
            </p:custDataLst>
          </p:nvPr>
        </p:nvCxnSpPr>
        <p:spPr>
          <a:xfrm>
            <a:off x="3359559" y="1709817"/>
            <a:ext cx="5283599" cy="0"/>
          </a:xfrm>
          <a:prstGeom prst="line">
            <a:avLst/>
          </a:prstGeom>
          <a:noFill/>
          <a:ln w="25400" cap="flat">
            <a:solidFill>
              <a:sysClr val="window" lastClr="FFFFFF">
                <a:lumMod val="85000"/>
              </a:sysClr>
            </a:solidFill>
            <a:prstDash val="solid"/>
            <a:miter lim="400000"/>
          </a:ln>
          <a:effectLst/>
          <a:sp3d/>
        </p:spPr>
        <p:style>
          <a:lnRef idx="0">
            <a:scrgbClr r="0" g="0" b="0"/>
          </a:lnRef>
          <a:fillRef idx="0">
            <a:scrgbClr r="0" g="0" b="0"/>
          </a:fillRef>
          <a:effectRef idx="0">
            <a:scrgbClr r="0" g="0" b="0"/>
          </a:effectRef>
          <a:fontRef idx="none"/>
        </p:style>
      </p:cxnSp>
      <p:cxnSp>
        <p:nvCxnSpPr>
          <p:cNvPr id="19" name="直接连接符 18"/>
          <p:cNvCxnSpPr/>
          <p:nvPr>
            <p:custDataLst>
              <p:tags r:id="rId8"/>
            </p:custDataLst>
          </p:nvPr>
        </p:nvCxnSpPr>
        <p:spPr>
          <a:xfrm>
            <a:off x="3359559" y="1708467"/>
            <a:ext cx="844061" cy="0"/>
          </a:xfrm>
          <a:prstGeom prst="line">
            <a:avLst/>
          </a:prstGeom>
          <a:ln w="38100">
            <a:solidFill>
              <a:srgbClr val="7030A0"/>
            </a:solidFill>
          </a:ln>
        </p:spPr>
        <p:style>
          <a:lnRef idx="1">
            <a:srgbClr val="1E6BC5"/>
          </a:lnRef>
          <a:fillRef idx="0">
            <a:srgbClr val="1E6BC5"/>
          </a:fillRef>
          <a:effectRef idx="0">
            <a:srgbClr val="1E6BC5"/>
          </a:effectRef>
          <a:fontRef idx="minor">
            <a:srgbClr val="000000"/>
          </a:fontRef>
        </p:style>
      </p:cxnSp>
      <p:sp>
        <p:nvSpPr>
          <p:cNvPr id="20" name="文本框 19"/>
          <p:cNvSpPr txBox="1"/>
          <p:nvPr>
            <p:custDataLst>
              <p:tags r:id="rId9"/>
            </p:custDataLst>
          </p:nvPr>
        </p:nvSpPr>
        <p:spPr>
          <a:xfrm>
            <a:off x="3329127" y="3007232"/>
            <a:ext cx="1901536" cy="35306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38100" tIns="38100" rIns="38100" bIns="38100" numCol="1" spcCol="38100" rtlCol="0" anchor="ctr">
            <a:spAutoFit/>
          </a:bodyPr>
          <a:lstStyle>
            <a:defPPr>
              <a:defRPr lang="zh-CN"/>
            </a:defPPr>
            <a:lvl1pPr marR="0" indent="0" algn="ctr" defTabSz="825500" fontAlgn="auto" hangingPunct="0">
              <a:lnSpc>
                <a:spcPct val="100000"/>
              </a:lnSpc>
              <a:spcBef>
                <a:spcPts val="0"/>
              </a:spcBef>
              <a:spcAft>
                <a:spcPts val="0"/>
              </a:spcAft>
              <a:buClrTx/>
              <a:buSzTx/>
              <a:buFontTx/>
              <a:buNone/>
              <a:defRPr sz="2000" b="1" spc="150">
                <a:solidFill>
                  <a:srgbClr val="42A3E8"/>
                </a:solidFill>
                <a:latin typeface="微软雅黑" panose="020B0503020204020204" pitchFamily="34" charset="-122"/>
                <a:ea typeface="微软雅黑" panose="020B0503020204020204" pitchFamily="34" charset="-122"/>
              </a:defRPr>
            </a:lvl1pPr>
          </a:lstStyle>
          <a:p>
            <a:pPr marL="0" marR="0" lvl="0" indent="0" algn="l" defTabSz="825500" rtl="0" eaLnBrk="1" fontAlgn="auto" latinLnBrk="0" hangingPunct="0">
              <a:lnSpc>
                <a:spcPct val="120000"/>
              </a:lnSpc>
              <a:buClrTx/>
              <a:buSzTx/>
              <a:buFontTx/>
              <a:buNone/>
              <a:defRPr/>
            </a:pPr>
            <a:r>
              <a:rPr kumimoji="0" lang="zh-CN" altLang="en-US" sz="1500" b="0" i="0" u="none" strike="noStrike" kern="1200" cap="none" spc="150" normalizeH="0" baseline="0" noProof="0">
                <a:ln>
                  <a:noFill/>
                </a:ln>
                <a:solidFill>
                  <a:srgbClr val="7030A0"/>
                </a:solidFill>
                <a:effectLst/>
                <a:uLnTx/>
                <a:uFillTx/>
                <a:latin typeface="Arial" panose="020B0604020202020204" pitchFamily="34" charset="0"/>
                <a:cs typeface="微软雅黑" panose="020B0503020204020204" pitchFamily="34" charset="-122"/>
                <a:sym typeface="Arial" panose="020B0604020202020204" pitchFamily="34" charset="0"/>
              </a:rPr>
              <a:t>（2）网络名</a:t>
            </a:r>
            <a:endParaRPr kumimoji="0" lang="zh-CN" altLang="en-US" sz="1500" b="0" i="0" u="none" strike="noStrike" kern="1200" cap="none" spc="150" normalizeH="0" baseline="0" noProof="0">
              <a:ln>
                <a:noFill/>
              </a:ln>
              <a:solidFill>
                <a:srgbClr val="7030A0"/>
              </a:solidFill>
              <a:effectLst/>
              <a:uLnTx/>
              <a:uFillTx/>
              <a:latin typeface="Arial" panose="020B0604020202020204" pitchFamily="34" charset="0"/>
              <a:cs typeface="微软雅黑" panose="020B0503020204020204" pitchFamily="34" charset="-122"/>
              <a:sym typeface="Arial" panose="020B0604020202020204" pitchFamily="34" charset="0"/>
            </a:endParaRPr>
          </a:p>
        </p:txBody>
      </p:sp>
      <p:cxnSp>
        <p:nvCxnSpPr>
          <p:cNvPr id="21" name="直接连接符 20"/>
          <p:cNvCxnSpPr/>
          <p:nvPr>
            <p:custDataLst>
              <p:tags r:id="rId10"/>
            </p:custDataLst>
          </p:nvPr>
        </p:nvCxnSpPr>
        <p:spPr>
          <a:xfrm>
            <a:off x="3359559" y="3367742"/>
            <a:ext cx="5305223" cy="0"/>
          </a:xfrm>
          <a:prstGeom prst="line">
            <a:avLst/>
          </a:prstGeom>
          <a:noFill/>
          <a:ln w="25400" cap="flat">
            <a:solidFill>
              <a:sysClr val="window" lastClr="FFFFFF">
                <a:lumMod val="85000"/>
              </a:sysClr>
            </a:solidFill>
            <a:prstDash val="solid"/>
            <a:miter lim="400000"/>
          </a:ln>
          <a:effectLst/>
          <a:sp3d/>
        </p:spPr>
        <p:style>
          <a:lnRef idx="0">
            <a:scrgbClr r="0" g="0" b="0"/>
          </a:lnRef>
          <a:fillRef idx="0">
            <a:scrgbClr r="0" g="0" b="0"/>
          </a:fillRef>
          <a:effectRef idx="0">
            <a:scrgbClr r="0" g="0" b="0"/>
          </a:effectRef>
          <a:fontRef idx="none"/>
        </p:style>
      </p:cxnSp>
      <p:cxnSp>
        <p:nvCxnSpPr>
          <p:cNvPr id="22" name="直接连接符 21"/>
          <p:cNvCxnSpPr/>
          <p:nvPr>
            <p:custDataLst>
              <p:tags r:id="rId11"/>
            </p:custDataLst>
          </p:nvPr>
        </p:nvCxnSpPr>
        <p:spPr>
          <a:xfrm flipV="1">
            <a:off x="3359559" y="3366258"/>
            <a:ext cx="844142" cy="461"/>
          </a:xfrm>
          <a:prstGeom prst="line">
            <a:avLst/>
          </a:prstGeom>
          <a:ln w="38100">
            <a:solidFill>
              <a:srgbClr val="7030A0"/>
            </a:solidFill>
          </a:ln>
        </p:spPr>
        <p:style>
          <a:lnRef idx="1">
            <a:srgbClr val="1E6BC5"/>
          </a:lnRef>
          <a:fillRef idx="0">
            <a:srgbClr val="1E6BC5"/>
          </a:fillRef>
          <a:effectRef idx="0">
            <a:srgbClr val="1E6BC5"/>
          </a:effectRef>
          <a:fontRef idx="minor">
            <a:srgbClr val="000000"/>
          </a:fontRef>
        </p:style>
      </p:cxnSp>
      <p:sp>
        <p:nvSpPr>
          <p:cNvPr id="23" name="矩形 22"/>
          <p:cNvSpPr/>
          <p:nvPr>
            <p:custDataLst>
              <p:tags r:id="rId12"/>
            </p:custDataLst>
          </p:nvPr>
        </p:nvSpPr>
        <p:spPr>
          <a:xfrm>
            <a:off x="3285411" y="3395039"/>
            <a:ext cx="5515689" cy="1059180"/>
          </a:xfrm>
          <a:prstGeom prst="rect">
            <a:avLst/>
          </a:prstGeom>
        </p:spPr>
        <p:txBody>
          <a:bodyPr wrap="square">
            <a:spAutoFit/>
          </a:bodyPr>
          <a:lstStyle/>
          <a:p>
            <a:pPr marL="0" marR="0" lvl="0" indent="0" algn="l" defTabSz="914400" rtl="0" eaLnBrk="1" fontAlgn="auto" latinLnBrk="0" hangingPunct="1">
              <a:lnSpc>
                <a:spcPct val="120000"/>
              </a:lnSpc>
              <a:buClrTx/>
              <a:buSzTx/>
              <a:buFontTx/>
              <a:buNone/>
              <a:defRPr/>
            </a:pPr>
            <a:r>
              <a:rPr kumimoji="0" lang="zh-CN" altLang="en-US" sz="1050" b="0" i="0" u="none" strike="noStrike" kern="1200" cap="none" spc="150" normalizeH="0" baseline="0" noProof="0">
                <a:ln>
                  <a:noFill/>
                </a:ln>
                <a:solidFill>
                  <a:srgbClr val="000000">
                    <a:lumMod val="65000"/>
                    <a:lumOff val="35000"/>
                  </a:srgbClr>
                </a:solidFill>
                <a:effectLst/>
                <a:uLnTx/>
                <a:uFillTx/>
                <a:latin typeface="Arial" panose="020B0604020202020204" pitchFamily="34" charset="0"/>
                <a:ea typeface="微软雅黑" panose="020B0503020204020204" pitchFamily="34" charset="-122"/>
                <a:cs typeface="微软雅黑" panose="020B0503020204020204" pitchFamily="34" charset="-122"/>
                <a:sym typeface="Arial" panose="020B0604020202020204" pitchFamily="34" charset="0"/>
              </a:rPr>
              <a:t>右数第二串的命名与最高层域名类似，net 为网络单位、edu 为教育部门、com 为商业单位、ac 为学术单位等。越往左，级别就越小，最左的一个一般是服务器自己的名字、单位名或公司名的缩写字符串。</a:t>
            </a:r>
            <a:endParaRPr kumimoji="0" lang="zh-CN" altLang="en-US" sz="1050" b="0" i="0" u="none" strike="noStrike" kern="1200" cap="none" spc="150" normalizeH="0" baseline="0" noProof="0">
              <a:ln>
                <a:noFill/>
              </a:ln>
              <a:solidFill>
                <a:srgbClr val="000000">
                  <a:lumMod val="65000"/>
                  <a:lumOff val="35000"/>
                </a:srgbClr>
              </a:solidFill>
              <a:effectLst/>
              <a:uLnTx/>
              <a:uFillTx/>
              <a:latin typeface="Arial" panose="020B0604020202020204" pitchFamily="34" charset="0"/>
              <a:ea typeface="微软雅黑" panose="020B0503020204020204" pitchFamily="34" charset="-122"/>
              <a:cs typeface="微软雅黑" panose="020B0503020204020204" pitchFamily="34" charset="-122"/>
              <a:sym typeface="Arial" panose="020B0604020202020204" pitchFamily="34" charset="0"/>
            </a:endParaRPr>
          </a:p>
          <a:p>
            <a:pPr marL="0" marR="0" lvl="0" indent="0" algn="l" defTabSz="914400" rtl="0" eaLnBrk="1" fontAlgn="auto" latinLnBrk="0" hangingPunct="1">
              <a:lnSpc>
                <a:spcPct val="120000"/>
              </a:lnSpc>
              <a:buClrTx/>
              <a:buSzTx/>
              <a:buFontTx/>
              <a:buNone/>
              <a:defRPr/>
            </a:pPr>
            <a:r>
              <a:rPr kumimoji="0" lang="zh-CN" altLang="en-US" sz="1050" b="0" i="0" u="none" strike="noStrike" kern="1200" cap="none" spc="150" normalizeH="0" baseline="0" noProof="0">
                <a:ln>
                  <a:noFill/>
                </a:ln>
                <a:solidFill>
                  <a:srgbClr val="000000">
                    <a:lumMod val="65000"/>
                    <a:lumOff val="35000"/>
                  </a:srgbClr>
                </a:solidFill>
                <a:effectLst/>
                <a:uLnTx/>
                <a:uFillTx/>
                <a:latin typeface="Arial" panose="020B0604020202020204" pitchFamily="34" charset="0"/>
                <a:ea typeface="微软雅黑" panose="020B0503020204020204" pitchFamily="34" charset="-122"/>
                <a:cs typeface="微软雅黑" panose="020B0503020204020204" pitchFamily="34" charset="-122"/>
                <a:sym typeface="Arial" panose="020B0604020202020204" pitchFamily="34" charset="0"/>
              </a:rPr>
              <a:t>例如，中国教育科研网的域名为cernet.edu.cn，IP 地址为202.112.0.36。中华网的域名为china.com，IP 地址为202.84.10.21。</a:t>
            </a:r>
            <a:endParaRPr kumimoji="0" lang="zh-CN" altLang="en-US" sz="1050" b="0" i="0" u="none" strike="noStrike" kern="1200" cap="none" spc="150" normalizeH="0" baseline="0" noProof="0">
              <a:ln>
                <a:noFill/>
              </a:ln>
              <a:solidFill>
                <a:srgbClr val="000000">
                  <a:lumMod val="65000"/>
                  <a:lumOff val="35000"/>
                </a:srgbClr>
              </a:solidFill>
              <a:effectLst/>
              <a:uLnTx/>
              <a:uFillTx/>
              <a:latin typeface="Arial" panose="020B0604020202020204" pitchFamily="34" charset="0"/>
              <a:ea typeface="微软雅黑" panose="020B0503020204020204" pitchFamily="34" charset="-122"/>
              <a:cs typeface="微软雅黑" panose="020B0503020204020204" pitchFamily="34" charset="-122"/>
              <a:sym typeface="Arial" panose="020B0604020202020204" pitchFamily="34" charset="0"/>
            </a:endParaRPr>
          </a:p>
        </p:txBody>
      </p:sp>
    </p:spTree>
    <p:custDataLst>
      <p:tags r:id="rId13"/>
    </p:custData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椭圆 2"/>
          <p:cNvSpPr/>
          <p:nvPr>
            <p:custDataLst>
              <p:tags r:id="rId1"/>
            </p:custDataLst>
          </p:nvPr>
        </p:nvSpPr>
        <p:spPr>
          <a:xfrm rot="18199285">
            <a:off x="908000" y="1227665"/>
            <a:ext cx="2636051" cy="2651179"/>
          </a:xfrm>
          <a:prstGeom prst="ellipse">
            <a:avLst/>
          </a:prstGeom>
          <a:solidFill>
            <a:sysClr val="window" lastClr="FFFFFF">
              <a:lumMod val="95000"/>
            </a:sysClr>
          </a:solidFill>
          <a:ln w="53975" cmpd="dbl">
            <a:noFill/>
          </a:ln>
        </p:spPr>
        <p:style>
          <a:lnRef idx="2">
            <a:srgbClr val="9BBB59">
              <a:shade val="50000"/>
            </a:srgbClr>
          </a:lnRef>
          <a:fillRef idx="1">
            <a:srgbClr val="9BBB59"/>
          </a:fillRef>
          <a:effectRef idx="0">
            <a:srgbClr val="9BBB59"/>
          </a:effectRef>
          <a:fontRef idx="minor">
            <a:sysClr val="window" lastClr="FFFFFF"/>
          </a:fontRef>
        </p:style>
        <p:txBody>
          <a:bodyPr anchor="ctr"/>
          <a:lstStyle/>
          <a:p>
            <a:pPr algn="ctr">
              <a:lnSpc>
                <a:spcPct val="130000"/>
              </a:lnSpc>
            </a:pPr>
            <a:endParaRPr sz="1350">
              <a:latin typeface="微软雅黑" panose="020B0503020204020204" pitchFamily="34" charset="-122"/>
              <a:ea typeface="微软雅黑" panose="020B0503020204020204" pitchFamily="34" charset="-122"/>
            </a:endParaRPr>
          </a:p>
        </p:txBody>
      </p:sp>
      <p:sp>
        <p:nvSpPr>
          <p:cNvPr id="22" name="直接连接符 21"/>
          <p:cNvSpPr/>
          <p:nvPr>
            <p:custDataLst>
              <p:tags r:id="rId2"/>
            </p:custDataLst>
          </p:nvPr>
        </p:nvSpPr>
        <p:spPr bwMode="auto">
          <a:xfrm flipH="1" flipV="1">
            <a:off x="2172438" y="1116803"/>
            <a:ext cx="766684" cy="180902"/>
          </a:xfrm>
          <a:prstGeom prst="line">
            <a:avLst/>
          </a:prstGeom>
          <a:noFill/>
          <a:ln w="12700">
            <a:solidFill>
              <a:sysClr val="window" lastClr="FFFFFF">
                <a:lumMod val="65000"/>
                <a:alpha val="54000"/>
              </a:sysClr>
            </a:solidFill>
            <a:prstDash val="solid"/>
            <a:round/>
            <a:headEnd type="oval" w="sm" len="sm"/>
            <a:tailEnd type="oval" w="sm" len="sm"/>
          </a:ln>
          <a:extLst>
            <a:ext uri="{909E8E84-426E-40DD-AFC4-6F175D3DCCD1}">
              <a14:hiddenFill xmlns:a14="http://schemas.microsoft.com/office/drawing/2010/main">
                <a:noFill/>
              </a14:hiddenFill>
            </a:ext>
          </a:extLst>
        </p:spPr>
        <p:txBody>
          <a:bodyPr anchor="ctr"/>
          <a:lstStyle/>
          <a:p>
            <a:pPr algn="ctr">
              <a:lnSpc>
                <a:spcPct val="130000"/>
              </a:lnSpc>
            </a:pPr>
            <a:endParaRPr sz="1350">
              <a:latin typeface="微软雅黑" panose="020B0503020204020204" pitchFamily="34" charset="-122"/>
              <a:ea typeface="微软雅黑" panose="020B0503020204020204" pitchFamily="34" charset="-122"/>
            </a:endParaRPr>
          </a:p>
        </p:txBody>
      </p:sp>
      <p:sp>
        <p:nvSpPr>
          <p:cNvPr id="23" name="任意多边形 22"/>
          <p:cNvSpPr/>
          <p:nvPr>
            <p:custDataLst>
              <p:tags r:id="rId3"/>
            </p:custDataLst>
          </p:nvPr>
        </p:nvSpPr>
        <p:spPr bwMode="auto">
          <a:xfrm>
            <a:off x="2939121" y="1297706"/>
            <a:ext cx="720382" cy="1221092"/>
          </a:xfrm>
          <a:custGeom>
            <a:avLst/>
            <a:gdLst>
              <a:gd name="T0" fmla="*/ 669 w 669"/>
              <a:gd name="T1" fmla="*/ 1134 h 1134"/>
              <a:gd name="T2" fmla="*/ 591 w 669"/>
              <a:gd name="T3" fmla="*/ 550 h 1134"/>
              <a:gd name="T4" fmla="*/ 0 w 669"/>
              <a:gd name="T5" fmla="*/ 0 h 1134"/>
            </a:gdLst>
            <a:ahLst/>
            <a:cxnLst>
              <a:cxn ang="0">
                <a:pos x="T0" y="T1"/>
              </a:cxn>
              <a:cxn ang="0">
                <a:pos x="T2" y="T3"/>
              </a:cxn>
              <a:cxn ang="0">
                <a:pos x="T4" y="T5"/>
              </a:cxn>
            </a:cxnLst>
            <a:rect l="0" t="0" r="r" b="b"/>
            <a:pathLst>
              <a:path w="669" h="1134">
                <a:moveTo>
                  <a:pt x="669" y="1134"/>
                </a:moveTo>
                <a:lnTo>
                  <a:pt x="591" y="550"/>
                </a:lnTo>
                <a:lnTo>
                  <a:pt x="0" y="0"/>
                </a:lnTo>
              </a:path>
            </a:pathLst>
          </a:custGeom>
          <a:noFill/>
          <a:ln w="12700">
            <a:solidFill>
              <a:sysClr val="window" lastClr="FFFFFF">
                <a:lumMod val="65000"/>
                <a:alpha val="54000"/>
              </a:sysClr>
            </a:solidFill>
            <a:prstDash val="solid"/>
            <a:round/>
            <a:headEnd type="oval" w="sm" len="sm"/>
            <a:tailEnd type="oval" w="sm" len="sm"/>
          </a:ln>
          <a:extLst>
            <a:ext uri="{909E8E84-426E-40DD-AFC4-6F175D3DCCD1}">
              <a14:hiddenFill xmlns:a14="http://schemas.microsoft.com/office/drawing/2010/main">
                <a:solidFill>
                  <a:srgbClr val="FFFFFF"/>
                </a:solidFill>
              </a14:hiddenFill>
            </a:ext>
          </a:extLst>
        </p:spPr>
        <p:txBody>
          <a:bodyPr anchor="ctr"/>
          <a:lstStyle/>
          <a:p>
            <a:pPr algn="ctr">
              <a:lnSpc>
                <a:spcPct val="130000"/>
              </a:lnSpc>
            </a:pPr>
            <a:endParaRPr sz="1350">
              <a:latin typeface="微软雅黑" panose="020B0503020204020204" pitchFamily="34" charset="-122"/>
              <a:ea typeface="微软雅黑" panose="020B0503020204020204" pitchFamily="34" charset="-122"/>
            </a:endParaRPr>
          </a:p>
        </p:txBody>
      </p:sp>
      <p:sp>
        <p:nvSpPr>
          <p:cNvPr id="24" name="任意多边形 23"/>
          <p:cNvSpPr/>
          <p:nvPr>
            <p:custDataLst>
              <p:tags r:id="rId4"/>
            </p:custDataLst>
          </p:nvPr>
        </p:nvSpPr>
        <p:spPr bwMode="auto">
          <a:xfrm>
            <a:off x="1565120" y="2518797"/>
            <a:ext cx="2094382" cy="1470908"/>
          </a:xfrm>
          <a:custGeom>
            <a:avLst/>
            <a:gdLst>
              <a:gd name="T0" fmla="*/ 0 w 1945"/>
              <a:gd name="T1" fmla="*/ 1276 h 1366"/>
              <a:gd name="T2" fmla="*/ 830 w 1945"/>
              <a:gd name="T3" fmla="*/ 1366 h 1366"/>
              <a:gd name="T4" fmla="*/ 1305 w 1945"/>
              <a:gd name="T5" fmla="*/ 1162 h 1366"/>
              <a:gd name="T6" fmla="*/ 1804 w 1945"/>
              <a:gd name="T7" fmla="*/ 737 h 1366"/>
              <a:gd name="T8" fmla="*/ 1945 w 1945"/>
              <a:gd name="T9" fmla="*/ 0 h 1366"/>
            </a:gdLst>
            <a:ahLst/>
            <a:cxnLst>
              <a:cxn ang="0">
                <a:pos x="T0" y="T1"/>
              </a:cxn>
              <a:cxn ang="0">
                <a:pos x="T2" y="T3"/>
              </a:cxn>
              <a:cxn ang="0">
                <a:pos x="T4" y="T5"/>
              </a:cxn>
              <a:cxn ang="0">
                <a:pos x="T6" y="T7"/>
              </a:cxn>
              <a:cxn ang="0">
                <a:pos x="T8" y="T9"/>
              </a:cxn>
            </a:cxnLst>
            <a:rect l="0" t="0" r="r" b="b"/>
            <a:pathLst>
              <a:path w="1945" h="1366">
                <a:moveTo>
                  <a:pt x="0" y="1276"/>
                </a:moveTo>
                <a:lnTo>
                  <a:pt x="830" y="1366"/>
                </a:lnTo>
                <a:lnTo>
                  <a:pt x="1305" y="1162"/>
                </a:lnTo>
                <a:lnTo>
                  <a:pt x="1804" y="737"/>
                </a:lnTo>
                <a:lnTo>
                  <a:pt x="1945" y="0"/>
                </a:lnTo>
              </a:path>
            </a:pathLst>
          </a:custGeom>
          <a:noFill/>
          <a:ln w="12700">
            <a:solidFill>
              <a:sysClr val="window" lastClr="FFFFFF">
                <a:lumMod val="65000"/>
                <a:alpha val="54000"/>
              </a:sysClr>
            </a:solidFill>
            <a:prstDash val="solid"/>
            <a:round/>
            <a:headEnd type="none" w="sm" len="sm"/>
            <a:tailEnd type="none" w="sm" len="sm"/>
          </a:ln>
          <a:extLst>
            <a:ext uri="{909E8E84-426E-40DD-AFC4-6F175D3DCCD1}">
              <a14:hiddenFill xmlns:a14="http://schemas.microsoft.com/office/drawing/2010/main">
                <a:solidFill>
                  <a:srgbClr val="FFFFFF"/>
                </a:solidFill>
              </a14:hiddenFill>
            </a:ext>
          </a:extLst>
        </p:spPr>
        <p:txBody>
          <a:bodyPr anchor="ctr"/>
          <a:lstStyle/>
          <a:p>
            <a:pPr algn="ctr">
              <a:lnSpc>
                <a:spcPct val="130000"/>
              </a:lnSpc>
            </a:pPr>
            <a:endParaRPr sz="1350">
              <a:latin typeface="微软雅黑" panose="020B0503020204020204" pitchFamily="34" charset="-122"/>
              <a:ea typeface="微软雅黑" panose="020B0503020204020204" pitchFamily="34" charset="-122"/>
            </a:endParaRPr>
          </a:p>
        </p:txBody>
      </p:sp>
      <p:sp>
        <p:nvSpPr>
          <p:cNvPr id="25" name="直接连接符 24"/>
          <p:cNvSpPr/>
          <p:nvPr>
            <p:custDataLst>
              <p:tags r:id="rId5"/>
            </p:custDataLst>
          </p:nvPr>
        </p:nvSpPr>
        <p:spPr bwMode="auto">
          <a:xfrm>
            <a:off x="934115" y="3087347"/>
            <a:ext cx="631007" cy="805447"/>
          </a:xfrm>
          <a:prstGeom prst="line">
            <a:avLst/>
          </a:prstGeom>
          <a:noFill/>
          <a:ln w="12700">
            <a:solidFill>
              <a:sysClr val="window" lastClr="FFFFFF">
                <a:lumMod val="65000"/>
                <a:alpha val="54000"/>
              </a:sysClr>
            </a:solidFill>
            <a:prstDash val="solid"/>
            <a:round/>
            <a:headEnd type="oval" w="sm" len="sm"/>
            <a:tailEnd type="oval" w="sm" len="sm"/>
          </a:ln>
          <a:extLst>
            <a:ext uri="{909E8E84-426E-40DD-AFC4-6F175D3DCCD1}">
              <a14:hiddenFill xmlns:a14="http://schemas.microsoft.com/office/drawing/2010/main">
                <a:noFill/>
              </a14:hiddenFill>
            </a:ext>
          </a:extLst>
        </p:spPr>
        <p:txBody>
          <a:bodyPr anchor="ctr"/>
          <a:lstStyle/>
          <a:p>
            <a:pPr algn="ctr">
              <a:lnSpc>
                <a:spcPct val="130000"/>
              </a:lnSpc>
            </a:pPr>
            <a:endParaRPr sz="1350">
              <a:latin typeface="微软雅黑" panose="020B0503020204020204" pitchFamily="34" charset="-122"/>
              <a:ea typeface="微软雅黑" panose="020B0503020204020204" pitchFamily="34" charset="-122"/>
            </a:endParaRPr>
          </a:p>
        </p:txBody>
      </p:sp>
      <p:sp>
        <p:nvSpPr>
          <p:cNvPr id="26" name="任意多边形 25"/>
          <p:cNvSpPr/>
          <p:nvPr>
            <p:custDataLst>
              <p:tags r:id="rId6"/>
            </p:custDataLst>
          </p:nvPr>
        </p:nvSpPr>
        <p:spPr bwMode="auto">
          <a:xfrm>
            <a:off x="821049" y="1915724"/>
            <a:ext cx="113067" cy="1171626"/>
          </a:xfrm>
          <a:custGeom>
            <a:avLst/>
            <a:gdLst>
              <a:gd name="T0" fmla="*/ 609 w 609"/>
              <a:gd name="T1" fmla="*/ 0 h 1611"/>
              <a:gd name="T2" fmla="*/ 592 w 609"/>
              <a:gd name="T3" fmla="*/ 5 h 1611"/>
              <a:gd name="T4" fmla="*/ 313 w 609"/>
              <a:gd name="T5" fmla="*/ 392 h 1611"/>
              <a:gd name="T6" fmla="*/ 52 w 609"/>
              <a:gd name="T7" fmla="*/ 523 h 1611"/>
              <a:gd name="T8" fmla="*/ 0 w 609"/>
              <a:gd name="T9" fmla="*/ 1132 h 1611"/>
              <a:gd name="T10" fmla="*/ 105 w 609"/>
              <a:gd name="T11" fmla="*/ 1611 h 1611"/>
              <a:gd name="connsiteX0" fmla="*/ 10000 w 10018"/>
              <a:gd name="connsiteY0" fmla="*/ 0 h 10000"/>
              <a:gd name="connsiteX1" fmla="*/ 10018 w 10018"/>
              <a:gd name="connsiteY1" fmla="*/ 1358 h 10000"/>
              <a:gd name="connsiteX2" fmla="*/ 5140 w 10018"/>
              <a:gd name="connsiteY2" fmla="*/ 2433 h 10000"/>
              <a:gd name="connsiteX3" fmla="*/ 854 w 10018"/>
              <a:gd name="connsiteY3" fmla="*/ 3246 h 10000"/>
              <a:gd name="connsiteX4" fmla="*/ 0 w 10018"/>
              <a:gd name="connsiteY4" fmla="*/ 7027 h 10000"/>
              <a:gd name="connsiteX5" fmla="*/ 1724 w 10018"/>
              <a:gd name="connsiteY5" fmla="*/ 10000 h 10000"/>
              <a:gd name="connsiteX0-1" fmla="*/ 12868 w 12868"/>
              <a:gd name="connsiteY0-2" fmla="*/ 0 h 9028"/>
              <a:gd name="connsiteX1-3" fmla="*/ 10018 w 12868"/>
              <a:gd name="connsiteY1-4" fmla="*/ 386 h 9028"/>
              <a:gd name="connsiteX2-5" fmla="*/ 5140 w 12868"/>
              <a:gd name="connsiteY2-6" fmla="*/ 1461 h 9028"/>
              <a:gd name="connsiteX3-7" fmla="*/ 854 w 12868"/>
              <a:gd name="connsiteY3-8" fmla="*/ 2274 h 9028"/>
              <a:gd name="connsiteX4-9" fmla="*/ 0 w 12868"/>
              <a:gd name="connsiteY4-10" fmla="*/ 6055 h 9028"/>
              <a:gd name="connsiteX5-11" fmla="*/ 1724 w 12868"/>
              <a:gd name="connsiteY5-12" fmla="*/ 9028 h 9028"/>
              <a:gd name="connsiteX0-13" fmla="*/ 7785 w 7785"/>
              <a:gd name="connsiteY0-14" fmla="*/ 0 h 9572"/>
              <a:gd name="connsiteX1-15" fmla="*/ 3994 w 7785"/>
              <a:gd name="connsiteY1-16" fmla="*/ 1190 h 9572"/>
              <a:gd name="connsiteX2-17" fmla="*/ 664 w 7785"/>
              <a:gd name="connsiteY2-18" fmla="*/ 2091 h 9572"/>
              <a:gd name="connsiteX3-19" fmla="*/ 0 w 7785"/>
              <a:gd name="connsiteY3-20" fmla="*/ 6279 h 9572"/>
              <a:gd name="connsiteX4-21" fmla="*/ 1340 w 7785"/>
              <a:gd name="connsiteY4-22" fmla="*/ 9572 h 9572"/>
              <a:gd name="connsiteX0-23" fmla="*/ 5130 w 5130"/>
              <a:gd name="connsiteY0-24" fmla="*/ 0 h 8757"/>
              <a:gd name="connsiteX1-25" fmla="*/ 853 w 5130"/>
              <a:gd name="connsiteY1-26" fmla="*/ 941 h 8757"/>
              <a:gd name="connsiteX2-27" fmla="*/ 0 w 5130"/>
              <a:gd name="connsiteY2-28" fmla="*/ 5317 h 8757"/>
              <a:gd name="connsiteX3-29" fmla="*/ 1721 w 5130"/>
              <a:gd name="connsiteY3-30" fmla="*/ 8757 h 8757"/>
              <a:gd name="connsiteX0-31" fmla="*/ 1663 w 3355"/>
              <a:gd name="connsiteY0-32" fmla="*/ 0 h 8925"/>
              <a:gd name="connsiteX1-33" fmla="*/ 0 w 3355"/>
              <a:gd name="connsiteY1-34" fmla="*/ 4997 h 8925"/>
              <a:gd name="connsiteX2-35" fmla="*/ 3355 w 3355"/>
              <a:gd name="connsiteY2-36" fmla="*/ 8925 h 8925"/>
            </a:gdLst>
            <a:ahLst/>
            <a:cxnLst>
              <a:cxn ang="0">
                <a:pos x="connsiteX0-1" y="connsiteY0-2"/>
              </a:cxn>
              <a:cxn ang="0">
                <a:pos x="connsiteX1-3" y="connsiteY1-4"/>
              </a:cxn>
              <a:cxn ang="0">
                <a:pos x="connsiteX2-5" y="connsiteY2-6"/>
              </a:cxn>
            </a:cxnLst>
            <a:rect l="l" t="t" r="r" b="b"/>
            <a:pathLst>
              <a:path w="3355" h="8925">
                <a:moveTo>
                  <a:pt x="1663" y="0"/>
                </a:moveTo>
                <a:lnTo>
                  <a:pt x="0" y="4997"/>
                </a:lnTo>
                <a:lnTo>
                  <a:pt x="3355" y="8925"/>
                </a:lnTo>
              </a:path>
            </a:pathLst>
          </a:custGeom>
          <a:noFill/>
          <a:ln w="12700">
            <a:solidFill>
              <a:sysClr val="window" lastClr="FFFFFF">
                <a:lumMod val="65000"/>
                <a:alpha val="54000"/>
              </a:sysClr>
            </a:solidFill>
            <a:prstDash val="solid"/>
            <a:round/>
            <a:headEnd type="none" w="sm" len="sm"/>
            <a:tailEnd type="none" w="sm" len="sm"/>
          </a:ln>
          <a:extLst>
            <a:ext uri="{909E8E84-426E-40DD-AFC4-6F175D3DCCD1}">
              <a14:hiddenFill xmlns:a14="http://schemas.microsoft.com/office/drawing/2010/main">
                <a:solidFill>
                  <a:srgbClr val="FFFFFF"/>
                </a:solidFill>
              </a14:hiddenFill>
            </a:ext>
          </a:extLst>
        </p:spPr>
        <p:txBody>
          <a:bodyPr anchor="ctr"/>
          <a:lstStyle/>
          <a:p>
            <a:pPr algn="ctr">
              <a:lnSpc>
                <a:spcPct val="130000"/>
              </a:lnSpc>
            </a:pPr>
            <a:endParaRPr sz="1350">
              <a:latin typeface="微软雅黑" panose="020B0503020204020204" pitchFamily="34" charset="-122"/>
              <a:ea typeface="微软雅黑" panose="020B0503020204020204" pitchFamily="34" charset="-122"/>
            </a:endParaRPr>
          </a:p>
        </p:txBody>
      </p:sp>
      <p:sp>
        <p:nvSpPr>
          <p:cNvPr id="27" name="直接连接符 26"/>
          <p:cNvSpPr/>
          <p:nvPr>
            <p:custDataLst>
              <p:tags r:id="rId7"/>
            </p:custDataLst>
          </p:nvPr>
        </p:nvSpPr>
        <p:spPr bwMode="auto">
          <a:xfrm flipH="1">
            <a:off x="1476823" y="1116803"/>
            <a:ext cx="695615" cy="235820"/>
          </a:xfrm>
          <a:prstGeom prst="line">
            <a:avLst/>
          </a:prstGeom>
          <a:noFill/>
          <a:ln w="12700">
            <a:solidFill>
              <a:sysClr val="window" lastClr="FFFFFF">
                <a:lumMod val="65000"/>
                <a:alpha val="54000"/>
              </a:sysClr>
            </a:solidFill>
            <a:prstDash val="solid"/>
            <a:round/>
            <a:headEnd type="oval" w="sm" len="sm"/>
            <a:tailEnd type="oval" w="sm" len="sm"/>
          </a:ln>
          <a:extLst>
            <a:ext uri="{909E8E84-426E-40DD-AFC4-6F175D3DCCD1}">
              <a14:hiddenFill xmlns:a14="http://schemas.microsoft.com/office/drawing/2010/main">
                <a:noFill/>
              </a14:hiddenFill>
            </a:ext>
          </a:extLst>
        </p:spPr>
        <p:txBody>
          <a:bodyPr anchor="ctr"/>
          <a:lstStyle/>
          <a:p>
            <a:pPr algn="ctr">
              <a:lnSpc>
                <a:spcPct val="130000"/>
              </a:lnSpc>
            </a:pPr>
            <a:endParaRPr sz="1350">
              <a:latin typeface="微软雅黑" panose="020B0503020204020204" pitchFamily="34" charset="-122"/>
              <a:ea typeface="微软雅黑" panose="020B0503020204020204" pitchFamily="34" charset="-122"/>
            </a:endParaRPr>
          </a:p>
        </p:txBody>
      </p:sp>
      <p:sp>
        <p:nvSpPr>
          <p:cNvPr id="28" name="任意多边形 27"/>
          <p:cNvSpPr/>
          <p:nvPr>
            <p:custDataLst>
              <p:tags r:id="rId8"/>
            </p:custDataLst>
          </p:nvPr>
        </p:nvSpPr>
        <p:spPr bwMode="auto">
          <a:xfrm>
            <a:off x="1477837" y="1277270"/>
            <a:ext cx="1464895" cy="81773"/>
          </a:xfrm>
          <a:custGeom>
            <a:avLst/>
            <a:gdLst>
              <a:gd name="T0" fmla="*/ 0 w 1375"/>
              <a:gd name="T1" fmla="*/ 69 h 119"/>
              <a:gd name="T2" fmla="*/ 0 w 1375"/>
              <a:gd name="T3" fmla="*/ 69 h 119"/>
              <a:gd name="T4" fmla="*/ 681 w 1375"/>
              <a:gd name="T5" fmla="*/ 0 h 119"/>
              <a:gd name="T6" fmla="*/ 681 w 1375"/>
              <a:gd name="T7" fmla="*/ 0 h 119"/>
              <a:gd name="T8" fmla="*/ 1375 w 1375"/>
              <a:gd name="T9" fmla="*/ 13 h 119"/>
              <a:gd name="T10" fmla="*/ 1279 w 1375"/>
              <a:gd name="T11" fmla="*/ 119 h 119"/>
              <a:gd name="connsiteX0" fmla="*/ 0 w 10000"/>
              <a:gd name="connsiteY0" fmla="*/ 5798 h 12759"/>
              <a:gd name="connsiteX1" fmla="*/ 0 w 10000"/>
              <a:gd name="connsiteY1" fmla="*/ 5798 h 12759"/>
              <a:gd name="connsiteX2" fmla="*/ 4953 w 10000"/>
              <a:gd name="connsiteY2" fmla="*/ 0 h 12759"/>
              <a:gd name="connsiteX3" fmla="*/ 4953 w 10000"/>
              <a:gd name="connsiteY3" fmla="*/ 0 h 12759"/>
              <a:gd name="connsiteX4" fmla="*/ 10000 w 10000"/>
              <a:gd name="connsiteY4" fmla="*/ 1092 h 12759"/>
              <a:gd name="connsiteX5" fmla="*/ 9413 w 10000"/>
              <a:gd name="connsiteY5" fmla="*/ 12759 h 12759"/>
              <a:gd name="connsiteX0-1" fmla="*/ 0 w 10000"/>
              <a:gd name="connsiteY0-2" fmla="*/ 5798 h 5798"/>
              <a:gd name="connsiteX1-3" fmla="*/ 0 w 10000"/>
              <a:gd name="connsiteY1-4" fmla="*/ 5798 h 5798"/>
              <a:gd name="connsiteX2-5" fmla="*/ 4953 w 10000"/>
              <a:gd name="connsiteY2-6" fmla="*/ 0 h 5798"/>
              <a:gd name="connsiteX3-7" fmla="*/ 4953 w 10000"/>
              <a:gd name="connsiteY3-8" fmla="*/ 0 h 5798"/>
              <a:gd name="connsiteX4-9" fmla="*/ 10000 w 10000"/>
              <a:gd name="connsiteY4-10" fmla="*/ 1092 h 5798"/>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0000" h="5798">
                <a:moveTo>
                  <a:pt x="0" y="5798"/>
                </a:moveTo>
                <a:lnTo>
                  <a:pt x="0" y="5798"/>
                </a:lnTo>
                <a:lnTo>
                  <a:pt x="4953" y="0"/>
                </a:lnTo>
                <a:lnTo>
                  <a:pt x="4953" y="0"/>
                </a:lnTo>
                <a:lnTo>
                  <a:pt x="10000" y="1092"/>
                </a:lnTo>
              </a:path>
            </a:pathLst>
          </a:custGeom>
          <a:noFill/>
          <a:ln w="12700">
            <a:solidFill>
              <a:sysClr val="window" lastClr="FFFFFF">
                <a:lumMod val="65000"/>
                <a:alpha val="54000"/>
              </a:sysClr>
            </a:solidFill>
            <a:prstDash val="solid"/>
            <a:round/>
            <a:headEnd type="none" w="sm" len="sm"/>
            <a:tailEnd type="none" w="sm" len="sm"/>
          </a:ln>
          <a:extLst>
            <a:ext uri="{909E8E84-426E-40DD-AFC4-6F175D3DCCD1}">
              <a14:hiddenFill xmlns:a14="http://schemas.microsoft.com/office/drawing/2010/main">
                <a:solidFill>
                  <a:srgbClr val="FFFFFF"/>
                </a:solidFill>
              </a14:hiddenFill>
            </a:ext>
          </a:extLst>
        </p:spPr>
        <p:txBody>
          <a:bodyPr anchor="ctr"/>
          <a:lstStyle/>
          <a:p>
            <a:pPr algn="ctr">
              <a:lnSpc>
                <a:spcPct val="130000"/>
              </a:lnSpc>
            </a:pPr>
            <a:endParaRPr sz="1350">
              <a:latin typeface="微软雅黑" panose="020B0503020204020204" pitchFamily="34" charset="-122"/>
              <a:ea typeface="微软雅黑" panose="020B0503020204020204" pitchFamily="34" charset="-122"/>
            </a:endParaRPr>
          </a:p>
        </p:txBody>
      </p:sp>
      <p:sp>
        <p:nvSpPr>
          <p:cNvPr id="29" name="任意多边形 28"/>
          <p:cNvSpPr/>
          <p:nvPr>
            <p:custDataLst>
              <p:tags r:id="rId9"/>
            </p:custDataLst>
          </p:nvPr>
        </p:nvSpPr>
        <p:spPr bwMode="auto">
          <a:xfrm>
            <a:off x="1373450" y="2635091"/>
            <a:ext cx="191671" cy="1257703"/>
          </a:xfrm>
          <a:custGeom>
            <a:avLst/>
            <a:gdLst>
              <a:gd name="T0" fmla="*/ 0 w 178"/>
              <a:gd name="T1" fmla="*/ 0 h 1168"/>
              <a:gd name="T2" fmla="*/ 144 w 178"/>
              <a:gd name="T3" fmla="*/ 792 h 1168"/>
              <a:gd name="T4" fmla="*/ 178 w 178"/>
              <a:gd name="T5" fmla="*/ 1168 h 1168"/>
            </a:gdLst>
            <a:ahLst/>
            <a:cxnLst>
              <a:cxn ang="0">
                <a:pos x="T0" y="T1"/>
              </a:cxn>
              <a:cxn ang="0">
                <a:pos x="T2" y="T3"/>
              </a:cxn>
              <a:cxn ang="0">
                <a:pos x="T4" y="T5"/>
              </a:cxn>
            </a:cxnLst>
            <a:rect l="0" t="0" r="r" b="b"/>
            <a:pathLst>
              <a:path w="178" h="1168">
                <a:moveTo>
                  <a:pt x="0" y="0"/>
                </a:moveTo>
                <a:lnTo>
                  <a:pt x="144" y="792"/>
                </a:lnTo>
                <a:lnTo>
                  <a:pt x="178" y="1168"/>
                </a:lnTo>
              </a:path>
            </a:pathLst>
          </a:custGeom>
          <a:noFill/>
          <a:ln w="12700">
            <a:solidFill>
              <a:sysClr val="window" lastClr="FFFFFF">
                <a:lumMod val="65000"/>
                <a:alpha val="54000"/>
              </a:sysClr>
            </a:solidFill>
            <a:prstDash val="solid"/>
            <a:round/>
            <a:headEnd type="none" w="sm" len="sm"/>
            <a:tailEnd type="none" w="sm" len="sm"/>
          </a:ln>
          <a:extLst>
            <a:ext uri="{909E8E84-426E-40DD-AFC4-6F175D3DCCD1}">
              <a14:hiddenFill xmlns:a14="http://schemas.microsoft.com/office/drawing/2010/main">
                <a:solidFill>
                  <a:srgbClr val="FFFFFF"/>
                </a:solidFill>
              </a14:hiddenFill>
            </a:ext>
          </a:extLst>
        </p:spPr>
        <p:txBody>
          <a:bodyPr anchor="ctr"/>
          <a:lstStyle/>
          <a:p>
            <a:pPr algn="ctr">
              <a:lnSpc>
                <a:spcPct val="130000"/>
              </a:lnSpc>
            </a:pPr>
            <a:endParaRPr sz="1350">
              <a:latin typeface="微软雅黑" panose="020B0503020204020204" pitchFamily="34" charset="-122"/>
              <a:ea typeface="微软雅黑" panose="020B0503020204020204" pitchFamily="34" charset="-122"/>
            </a:endParaRPr>
          </a:p>
        </p:txBody>
      </p:sp>
      <p:sp>
        <p:nvSpPr>
          <p:cNvPr id="30" name="任意多边形 29"/>
          <p:cNvSpPr/>
          <p:nvPr>
            <p:custDataLst>
              <p:tags r:id="rId10"/>
            </p:custDataLst>
          </p:nvPr>
        </p:nvSpPr>
        <p:spPr bwMode="auto">
          <a:xfrm>
            <a:off x="1373450" y="1358006"/>
            <a:ext cx="142138" cy="1277085"/>
          </a:xfrm>
          <a:custGeom>
            <a:avLst/>
            <a:gdLst>
              <a:gd name="T0" fmla="*/ 79 w 132"/>
              <a:gd name="T1" fmla="*/ 0 h 1186"/>
              <a:gd name="T2" fmla="*/ 132 w 132"/>
              <a:gd name="T3" fmla="*/ 368 h 1186"/>
              <a:gd name="T4" fmla="*/ 0 w 132"/>
              <a:gd name="T5" fmla="*/ 1186 h 1186"/>
            </a:gdLst>
            <a:ahLst/>
            <a:cxnLst>
              <a:cxn ang="0">
                <a:pos x="T0" y="T1"/>
              </a:cxn>
              <a:cxn ang="0">
                <a:pos x="T2" y="T3"/>
              </a:cxn>
              <a:cxn ang="0">
                <a:pos x="T4" y="T5"/>
              </a:cxn>
            </a:cxnLst>
            <a:rect l="0" t="0" r="r" b="b"/>
            <a:pathLst>
              <a:path w="132" h="1186">
                <a:moveTo>
                  <a:pt x="79" y="0"/>
                </a:moveTo>
                <a:lnTo>
                  <a:pt x="132" y="368"/>
                </a:lnTo>
                <a:lnTo>
                  <a:pt x="0" y="1186"/>
                </a:lnTo>
              </a:path>
            </a:pathLst>
          </a:custGeom>
          <a:noFill/>
          <a:ln w="12700">
            <a:solidFill>
              <a:sysClr val="window" lastClr="FFFFFF">
                <a:lumMod val="65000"/>
                <a:alpha val="54000"/>
              </a:sysClr>
            </a:solidFill>
            <a:prstDash val="solid"/>
            <a:round/>
            <a:headEnd type="none" w="sm" len="sm"/>
            <a:tailEnd type="oval" w="sm" len="sm"/>
          </a:ln>
          <a:extLst>
            <a:ext uri="{909E8E84-426E-40DD-AFC4-6F175D3DCCD1}">
              <a14:hiddenFill xmlns:a14="http://schemas.microsoft.com/office/drawing/2010/main">
                <a:solidFill>
                  <a:srgbClr val="FFFFFF"/>
                </a:solidFill>
              </a14:hiddenFill>
            </a:ext>
          </a:extLst>
        </p:spPr>
        <p:txBody>
          <a:bodyPr anchor="ctr"/>
          <a:lstStyle/>
          <a:p>
            <a:pPr algn="ctr">
              <a:lnSpc>
                <a:spcPct val="130000"/>
              </a:lnSpc>
            </a:pPr>
            <a:endParaRPr sz="1350">
              <a:latin typeface="微软雅黑" panose="020B0503020204020204" pitchFamily="34" charset="-122"/>
              <a:ea typeface="微软雅黑" panose="020B0503020204020204" pitchFamily="34" charset="-122"/>
            </a:endParaRPr>
          </a:p>
        </p:txBody>
      </p:sp>
      <p:sp>
        <p:nvSpPr>
          <p:cNvPr id="31" name="任意多边形 30"/>
          <p:cNvSpPr/>
          <p:nvPr>
            <p:custDataLst>
              <p:tags r:id="rId11"/>
            </p:custDataLst>
          </p:nvPr>
        </p:nvSpPr>
        <p:spPr bwMode="auto">
          <a:xfrm>
            <a:off x="2135826" y="3175644"/>
            <a:ext cx="323054" cy="814061"/>
          </a:xfrm>
          <a:custGeom>
            <a:avLst/>
            <a:gdLst>
              <a:gd name="T0" fmla="*/ 0 w 398"/>
              <a:gd name="T1" fmla="*/ 0 h 756"/>
              <a:gd name="T2" fmla="*/ 219 w 398"/>
              <a:gd name="T3" fmla="*/ 591 h 756"/>
              <a:gd name="T4" fmla="*/ 300 w 398"/>
              <a:gd name="T5" fmla="*/ 756 h 756"/>
              <a:gd name="T6" fmla="*/ 398 w 398"/>
              <a:gd name="T7" fmla="*/ 595 h 756"/>
              <a:gd name="connsiteX0" fmla="*/ 0 w 13102"/>
              <a:gd name="connsiteY0" fmla="*/ 0 h 10000"/>
              <a:gd name="connsiteX1" fmla="*/ 5503 w 13102"/>
              <a:gd name="connsiteY1" fmla="*/ 7817 h 10000"/>
              <a:gd name="connsiteX2" fmla="*/ 7538 w 13102"/>
              <a:gd name="connsiteY2" fmla="*/ 10000 h 10000"/>
              <a:gd name="connsiteX3" fmla="*/ 13102 w 13102"/>
              <a:gd name="connsiteY3" fmla="*/ 9384 h 10000"/>
              <a:gd name="connsiteX0-1" fmla="*/ 0 w 7538"/>
              <a:gd name="connsiteY0-2" fmla="*/ 0 h 10000"/>
              <a:gd name="connsiteX1-3" fmla="*/ 5503 w 7538"/>
              <a:gd name="connsiteY1-4" fmla="*/ 7817 h 10000"/>
              <a:gd name="connsiteX2-5" fmla="*/ 7538 w 7538"/>
              <a:gd name="connsiteY2-6" fmla="*/ 10000 h 10000"/>
            </a:gdLst>
            <a:ahLst/>
            <a:cxnLst>
              <a:cxn ang="0">
                <a:pos x="connsiteX0-1" y="connsiteY0-2"/>
              </a:cxn>
              <a:cxn ang="0">
                <a:pos x="connsiteX1-3" y="connsiteY1-4"/>
              </a:cxn>
              <a:cxn ang="0">
                <a:pos x="connsiteX2-5" y="connsiteY2-6"/>
              </a:cxn>
            </a:cxnLst>
            <a:rect l="l" t="t" r="r" b="b"/>
            <a:pathLst>
              <a:path w="7538" h="10000">
                <a:moveTo>
                  <a:pt x="0" y="0"/>
                </a:moveTo>
                <a:lnTo>
                  <a:pt x="5503" y="7817"/>
                </a:lnTo>
                <a:lnTo>
                  <a:pt x="7538" y="10000"/>
                </a:lnTo>
              </a:path>
            </a:pathLst>
          </a:custGeom>
          <a:noFill/>
          <a:ln w="12700">
            <a:solidFill>
              <a:sysClr val="window" lastClr="FFFFFF">
                <a:lumMod val="65000"/>
                <a:alpha val="54000"/>
              </a:sysClr>
            </a:solidFill>
            <a:prstDash val="solid"/>
            <a:round/>
            <a:headEnd type="oval" w="sm" len="sm"/>
            <a:tailEnd type="none" w="sm" len="sm"/>
          </a:ln>
          <a:extLst>
            <a:ext uri="{909E8E84-426E-40DD-AFC4-6F175D3DCCD1}">
              <a14:hiddenFill xmlns:a14="http://schemas.microsoft.com/office/drawing/2010/main">
                <a:solidFill>
                  <a:srgbClr val="FFFFFF"/>
                </a:solidFill>
              </a14:hiddenFill>
            </a:ext>
          </a:extLst>
        </p:spPr>
        <p:txBody>
          <a:bodyPr anchor="ctr"/>
          <a:lstStyle/>
          <a:p>
            <a:pPr algn="ctr">
              <a:lnSpc>
                <a:spcPct val="130000"/>
              </a:lnSpc>
            </a:pPr>
            <a:endParaRPr sz="1350">
              <a:latin typeface="微软雅黑" panose="020B0503020204020204" pitchFamily="34" charset="-122"/>
              <a:ea typeface="微软雅黑" panose="020B0503020204020204" pitchFamily="34" charset="-122"/>
            </a:endParaRPr>
          </a:p>
        </p:txBody>
      </p:sp>
      <p:sp>
        <p:nvSpPr>
          <p:cNvPr id="32" name="任意多边形 31"/>
          <p:cNvSpPr/>
          <p:nvPr>
            <p:custDataLst>
              <p:tags r:id="rId12"/>
            </p:custDataLst>
          </p:nvPr>
        </p:nvSpPr>
        <p:spPr bwMode="auto">
          <a:xfrm>
            <a:off x="2135826" y="1283708"/>
            <a:ext cx="355345" cy="1891938"/>
          </a:xfrm>
          <a:custGeom>
            <a:avLst/>
            <a:gdLst>
              <a:gd name="T0" fmla="*/ 52 w 330"/>
              <a:gd name="T1" fmla="*/ 0 h 1757"/>
              <a:gd name="T2" fmla="*/ 330 w 330"/>
              <a:gd name="T3" fmla="*/ 664 h 1757"/>
              <a:gd name="T4" fmla="*/ 0 w 330"/>
              <a:gd name="T5" fmla="*/ 1757 h 1757"/>
            </a:gdLst>
            <a:ahLst/>
            <a:cxnLst>
              <a:cxn ang="0">
                <a:pos x="T0" y="T1"/>
              </a:cxn>
              <a:cxn ang="0">
                <a:pos x="T2" y="T3"/>
              </a:cxn>
              <a:cxn ang="0">
                <a:pos x="T4" y="T5"/>
              </a:cxn>
            </a:cxnLst>
            <a:rect l="0" t="0" r="r" b="b"/>
            <a:pathLst>
              <a:path w="330" h="1757">
                <a:moveTo>
                  <a:pt x="52" y="0"/>
                </a:moveTo>
                <a:lnTo>
                  <a:pt x="330" y="664"/>
                </a:lnTo>
                <a:lnTo>
                  <a:pt x="0" y="1757"/>
                </a:lnTo>
              </a:path>
            </a:pathLst>
          </a:custGeom>
          <a:noFill/>
          <a:ln w="12700">
            <a:solidFill>
              <a:sysClr val="window" lastClr="FFFFFF">
                <a:lumMod val="65000"/>
                <a:alpha val="54000"/>
              </a:sysClr>
            </a:solidFill>
            <a:prstDash val="solid"/>
            <a:round/>
            <a:headEnd type="oval" w="sm" len="sm"/>
            <a:tailEnd type="oval" w="sm" len="sm"/>
          </a:ln>
          <a:extLst>
            <a:ext uri="{909E8E84-426E-40DD-AFC4-6F175D3DCCD1}">
              <a14:hiddenFill xmlns:a14="http://schemas.microsoft.com/office/drawing/2010/main">
                <a:solidFill>
                  <a:srgbClr val="FFFFFF"/>
                </a:solidFill>
              </a14:hiddenFill>
            </a:ext>
          </a:extLst>
        </p:spPr>
        <p:txBody>
          <a:bodyPr anchor="ctr"/>
          <a:lstStyle/>
          <a:p>
            <a:pPr algn="ctr">
              <a:lnSpc>
                <a:spcPct val="130000"/>
              </a:lnSpc>
            </a:pPr>
            <a:endParaRPr sz="1350">
              <a:latin typeface="微软雅黑" panose="020B0503020204020204" pitchFamily="34" charset="-122"/>
              <a:ea typeface="微软雅黑" panose="020B0503020204020204" pitchFamily="34" charset="-122"/>
            </a:endParaRPr>
          </a:p>
        </p:txBody>
      </p:sp>
      <p:sp>
        <p:nvSpPr>
          <p:cNvPr id="33" name="直接连接符 32"/>
          <p:cNvSpPr/>
          <p:nvPr>
            <p:custDataLst>
              <p:tags r:id="rId13"/>
            </p:custDataLst>
          </p:nvPr>
        </p:nvSpPr>
        <p:spPr bwMode="auto">
          <a:xfrm>
            <a:off x="2172438" y="1116803"/>
            <a:ext cx="19382" cy="166904"/>
          </a:xfrm>
          <a:prstGeom prst="line">
            <a:avLst/>
          </a:prstGeom>
          <a:noFill/>
          <a:ln w="12700">
            <a:solidFill>
              <a:sysClr val="window" lastClr="FFFFFF">
                <a:lumMod val="65000"/>
                <a:alpha val="54000"/>
              </a:sysClr>
            </a:solidFill>
            <a:prstDash val="solid"/>
            <a:round/>
            <a:headEnd type="oval" w="sm" len="sm"/>
            <a:tailEnd type="oval" w="sm" len="sm"/>
          </a:ln>
          <a:extLst>
            <a:ext uri="{909E8E84-426E-40DD-AFC4-6F175D3DCCD1}">
              <a14:hiddenFill xmlns:a14="http://schemas.microsoft.com/office/drawing/2010/main">
                <a:noFill/>
              </a14:hiddenFill>
            </a:ext>
          </a:extLst>
        </p:spPr>
        <p:txBody>
          <a:bodyPr anchor="ctr"/>
          <a:lstStyle/>
          <a:p>
            <a:pPr algn="ctr">
              <a:lnSpc>
                <a:spcPct val="130000"/>
              </a:lnSpc>
            </a:pPr>
            <a:endParaRPr sz="1350">
              <a:latin typeface="微软雅黑" panose="020B0503020204020204" pitchFamily="34" charset="-122"/>
              <a:ea typeface="微软雅黑" panose="020B0503020204020204" pitchFamily="34" charset="-122"/>
            </a:endParaRPr>
          </a:p>
        </p:txBody>
      </p:sp>
      <p:sp>
        <p:nvSpPr>
          <p:cNvPr id="34" name="直接连接符 33"/>
          <p:cNvSpPr/>
          <p:nvPr>
            <p:custDataLst>
              <p:tags r:id="rId14"/>
            </p:custDataLst>
          </p:nvPr>
        </p:nvSpPr>
        <p:spPr bwMode="auto">
          <a:xfrm flipH="1">
            <a:off x="877044" y="1351458"/>
            <a:ext cx="593330" cy="564331"/>
          </a:xfrm>
          <a:prstGeom prst="line">
            <a:avLst/>
          </a:prstGeom>
          <a:noFill/>
          <a:ln w="12700">
            <a:solidFill>
              <a:sysClr val="window" lastClr="FFFFFF">
                <a:lumMod val="65000"/>
                <a:alpha val="54000"/>
              </a:sysClr>
            </a:solidFill>
            <a:prstDash val="solid"/>
            <a:round/>
            <a:headEnd type="none" w="sm" len="sm"/>
            <a:tailEnd type="none" w="sm" len="sm"/>
          </a:ln>
          <a:extLst>
            <a:ext uri="{909E8E84-426E-40DD-AFC4-6F175D3DCCD1}">
              <a14:hiddenFill xmlns:a14="http://schemas.microsoft.com/office/drawing/2010/main">
                <a:noFill/>
              </a14:hiddenFill>
            </a:ext>
          </a:extLst>
        </p:spPr>
        <p:txBody>
          <a:bodyPr anchor="ctr"/>
          <a:lstStyle/>
          <a:p>
            <a:pPr algn="ctr">
              <a:lnSpc>
                <a:spcPct val="130000"/>
              </a:lnSpc>
            </a:pPr>
            <a:endParaRPr sz="1350">
              <a:latin typeface="微软雅黑" panose="020B0503020204020204" pitchFamily="34" charset="-122"/>
              <a:ea typeface="微软雅黑" panose="020B0503020204020204" pitchFamily="34" charset="-122"/>
            </a:endParaRPr>
          </a:p>
        </p:txBody>
      </p:sp>
      <p:sp>
        <p:nvSpPr>
          <p:cNvPr id="35" name="直接连接符 34"/>
          <p:cNvSpPr/>
          <p:nvPr>
            <p:custDataLst>
              <p:tags r:id="rId15"/>
            </p:custDataLst>
          </p:nvPr>
        </p:nvSpPr>
        <p:spPr bwMode="auto">
          <a:xfrm flipH="1" flipV="1">
            <a:off x="3491522" y="2442344"/>
            <a:ext cx="167981" cy="76454"/>
          </a:xfrm>
          <a:prstGeom prst="line">
            <a:avLst/>
          </a:prstGeom>
          <a:noFill/>
          <a:ln w="12700">
            <a:solidFill>
              <a:sysClr val="window" lastClr="FFFFFF">
                <a:lumMod val="65000"/>
                <a:alpha val="54000"/>
              </a:sysClr>
            </a:solidFill>
            <a:prstDash val="solid"/>
            <a:round/>
            <a:headEnd type="oval" w="sm" len="sm"/>
            <a:tailEnd type="oval" w="sm" len="sm"/>
          </a:ln>
          <a:extLst>
            <a:ext uri="{909E8E84-426E-40DD-AFC4-6F175D3DCCD1}">
              <a14:hiddenFill xmlns:a14="http://schemas.microsoft.com/office/drawing/2010/main">
                <a:noFill/>
              </a14:hiddenFill>
            </a:ext>
          </a:extLst>
        </p:spPr>
        <p:txBody>
          <a:bodyPr anchor="ctr"/>
          <a:lstStyle/>
          <a:p>
            <a:pPr algn="ctr">
              <a:lnSpc>
                <a:spcPct val="130000"/>
              </a:lnSpc>
            </a:pPr>
            <a:endParaRPr sz="1350">
              <a:latin typeface="微软雅黑" panose="020B0503020204020204" pitchFamily="34" charset="-122"/>
              <a:ea typeface="微软雅黑" panose="020B0503020204020204" pitchFamily="34" charset="-122"/>
            </a:endParaRPr>
          </a:p>
        </p:txBody>
      </p:sp>
      <p:sp>
        <p:nvSpPr>
          <p:cNvPr id="36" name="直接连接符 35"/>
          <p:cNvSpPr/>
          <p:nvPr>
            <p:custDataLst>
              <p:tags r:id="rId16"/>
            </p:custDataLst>
          </p:nvPr>
        </p:nvSpPr>
        <p:spPr bwMode="auto">
          <a:xfrm flipH="1" flipV="1">
            <a:off x="2931941" y="1298681"/>
            <a:ext cx="191312" cy="497583"/>
          </a:xfrm>
          <a:prstGeom prst="line">
            <a:avLst/>
          </a:prstGeom>
          <a:noFill/>
          <a:ln w="12700">
            <a:solidFill>
              <a:sysClr val="window" lastClr="FFFFFF">
                <a:lumMod val="65000"/>
                <a:alpha val="54000"/>
              </a:sysClr>
            </a:solidFill>
            <a:prstDash val="solid"/>
            <a:round/>
            <a:headEnd type="oval" w="sm" len="sm"/>
            <a:tailEnd type="oval" w="sm" len="sm"/>
          </a:ln>
          <a:extLst>
            <a:ext uri="{909E8E84-426E-40DD-AFC4-6F175D3DCCD1}">
              <a14:hiddenFill xmlns:a14="http://schemas.microsoft.com/office/drawing/2010/main">
                <a:noFill/>
              </a14:hiddenFill>
            </a:ext>
          </a:extLst>
        </p:spPr>
        <p:txBody>
          <a:bodyPr anchor="ctr"/>
          <a:lstStyle/>
          <a:p>
            <a:pPr algn="ctr">
              <a:lnSpc>
                <a:spcPct val="130000"/>
              </a:lnSpc>
            </a:pPr>
            <a:endParaRPr sz="1350">
              <a:latin typeface="微软雅黑" panose="020B0503020204020204" pitchFamily="34" charset="-122"/>
              <a:ea typeface="微软雅黑" panose="020B0503020204020204" pitchFamily="34" charset="-122"/>
            </a:endParaRPr>
          </a:p>
        </p:txBody>
      </p:sp>
      <p:sp>
        <p:nvSpPr>
          <p:cNvPr id="37" name="直接连接符 36"/>
          <p:cNvSpPr/>
          <p:nvPr>
            <p:custDataLst>
              <p:tags r:id="rId17"/>
            </p:custDataLst>
          </p:nvPr>
        </p:nvSpPr>
        <p:spPr bwMode="auto">
          <a:xfrm flipH="1" flipV="1">
            <a:off x="3123255" y="1796264"/>
            <a:ext cx="368267" cy="646080"/>
          </a:xfrm>
          <a:prstGeom prst="line">
            <a:avLst/>
          </a:prstGeom>
          <a:noFill/>
          <a:ln w="12700">
            <a:solidFill>
              <a:sysClr val="window" lastClr="FFFFFF">
                <a:lumMod val="65000"/>
                <a:alpha val="54000"/>
              </a:sysClr>
            </a:solidFill>
            <a:prstDash val="solid"/>
            <a:round/>
            <a:headEnd type="oval" w="sm" len="sm"/>
            <a:tailEnd type="oval" w="sm" len="sm"/>
          </a:ln>
          <a:extLst>
            <a:ext uri="{909E8E84-426E-40DD-AFC4-6F175D3DCCD1}">
              <a14:hiddenFill xmlns:a14="http://schemas.microsoft.com/office/drawing/2010/main">
                <a:noFill/>
              </a14:hiddenFill>
            </a:ext>
          </a:extLst>
        </p:spPr>
        <p:txBody>
          <a:bodyPr anchor="ctr"/>
          <a:lstStyle/>
          <a:p>
            <a:pPr algn="ctr">
              <a:lnSpc>
                <a:spcPct val="130000"/>
              </a:lnSpc>
            </a:pPr>
            <a:endParaRPr sz="1350">
              <a:latin typeface="微软雅黑" panose="020B0503020204020204" pitchFamily="34" charset="-122"/>
              <a:ea typeface="微软雅黑" panose="020B0503020204020204" pitchFamily="34" charset="-122"/>
            </a:endParaRPr>
          </a:p>
        </p:txBody>
      </p:sp>
      <p:sp>
        <p:nvSpPr>
          <p:cNvPr id="38" name="直接连接符 37"/>
          <p:cNvSpPr/>
          <p:nvPr>
            <p:custDataLst>
              <p:tags r:id="rId18"/>
            </p:custDataLst>
          </p:nvPr>
        </p:nvSpPr>
        <p:spPr bwMode="auto">
          <a:xfrm flipH="1" flipV="1">
            <a:off x="3491522" y="2442344"/>
            <a:ext cx="16152" cy="870054"/>
          </a:xfrm>
          <a:prstGeom prst="line">
            <a:avLst/>
          </a:prstGeom>
          <a:noFill/>
          <a:ln w="12700">
            <a:solidFill>
              <a:sysClr val="window" lastClr="FFFFFF">
                <a:lumMod val="65000"/>
                <a:alpha val="54000"/>
              </a:sysClr>
            </a:solidFill>
            <a:prstDash val="solid"/>
            <a:round/>
            <a:headEnd type="oval" w="sm" len="sm"/>
            <a:tailEnd type="none" w="sm" len="sm"/>
          </a:ln>
          <a:extLst>
            <a:ext uri="{909E8E84-426E-40DD-AFC4-6F175D3DCCD1}">
              <a14:hiddenFill xmlns:a14="http://schemas.microsoft.com/office/drawing/2010/main">
                <a:noFill/>
              </a14:hiddenFill>
            </a:ext>
          </a:extLst>
        </p:spPr>
        <p:txBody>
          <a:bodyPr anchor="ctr"/>
          <a:lstStyle/>
          <a:p>
            <a:pPr algn="ctr">
              <a:lnSpc>
                <a:spcPct val="130000"/>
              </a:lnSpc>
            </a:pPr>
            <a:endParaRPr sz="1350">
              <a:latin typeface="微软雅黑" panose="020B0503020204020204" pitchFamily="34" charset="-122"/>
              <a:ea typeface="微软雅黑" panose="020B0503020204020204" pitchFamily="34" charset="-122"/>
            </a:endParaRPr>
          </a:p>
        </p:txBody>
      </p:sp>
      <p:sp>
        <p:nvSpPr>
          <p:cNvPr id="39" name="任意多边形 38"/>
          <p:cNvSpPr/>
          <p:nvPr>
            <p:custDataLst>
              <p:tags r:id="rId19"/>
            </p:custDataLst>
          </p:nvPr>
        </p:nvSpPr>
        <p:spPr bwMode="auto">
          <a:xfrm>
            <a:off x="2135826" y="3175645"/>
            <a:ext cx="1371847" cy="259509"/>
          </a:xfrm>
          <a:custGeom>
            <a:avLst/>
            <a:gdLst>
              <a:gd name="T0" fmla="*/ 0 w 1274"/>
              <a:gd name="T1" fmla="*/ 0 h 241"/>
              <a:gd name="T2" fmla="*/ 909 w 1274"/>
              <a:gd name="T3" fmla="*/ 241 h 241"/>
              <a:gd name="T4" fmla="*/ 1274 w 1274"/>
              <a:gd name="T5" fmla="*/ 127 h 241"/>
            </a:gdLst>
            <a:ahLst/>
            <a:cxnLst>
              <a:cxn ang="0">
                <a:pos x="T0" y="T1"/>
              </a:cxn>
              <a:cxn ang="0">
                <a:pos x="T2" y="T3"/>
              </a:cxn>
              <a:cxn ang="0">
                <a:pos x="T4" y="T5"/>
              </a:cxn>
            </a:cxnLst>
            <a:rect l="0" t="0" r="r" b="b"/>
            <a:pathLst>
              <a:path w="1274" h="241">
                <a:moveTo>
                  <a:pt x="0" y="0"/>
                </a:moveTo>
                <a:lnTo>
                  <a:pt x="909" y="241"/>
                </a:lnTo>
                <a:lnTo>
                  <a:pt x="1274" y="127"/>
                </a:lnTo>
              </a:path>
            </a:pathLst>
          </a:custGeom>
          <a:noFill/>
          <a:ln w="12700">
            <a:solidFill>
              <a:sysClr val="window" lastClr="FFFFFF">
                <a:lumMod val="65000"/>
                <a:alpha val="54000"/>
              </a:sysClr>
            </a:solidFill>
            <a:prstDash val="solid"/>
            <a:round/>
            <a:headEnd type="oval" w="sm" len="sm"/>
            <a:tailEnd type="oval" w="sm" len="sm"/>
          </a:ln>
          <a:extLst>
            <a:ext uri="{909E8E84-426E-40DD-AFC4-6F175D3DCCD1}">
              <a14:hiddenFill xmlns:a14="http://schemas.microsoft.com/office/drawing/2010/main">
                <a:solidFill>
                  <a:srgbClr val="FFFFFF"/>
                </a:solidFill>
              </a14:hiddenFill>
            </a:ext>
          </a:extLst>
        </p:spPr>
        <p:txBody>
          <a:bodyPr anchor="ctr"/>
          <a:lstStyle/>
          <a:p>
            <a:pPr algn="ctr">
              <a:lnSpc>
                <a:spcPct val="130000"/>
              </a:lnSpc>
            </a:pPr>
            <a:endParaRPr sz="1350">
              <a:latin typeface="微软雅黑" panose="020B0503020204020204" pitchFamily="34" charset="-122"/>
              <a:ea typeface="微软雅黑" panose="020B0503020204020204" pitchFamily="34" charset="-122"/>
            </a:endParaRPr>
          </a:p>
        </p:txBody>
      </p:sp>
      <p:sp>
        <p:nvSpPr>
          <p:cNvPr id="40" name="直接连接符 39"/>
          <p:cNvSpPr/>
          <p:nvPr>
            <p:custDataLst>
              <p:tags r:id="rId20"/>
            </p:custDataLst>
          </p:nvPr>
        </p:nvSpPr>
        <p:spPr bwMode="auto">
          <a:xfrm>
            <a:off x="1373450" y="2635091"/>
            <a:ext cx="762377" cy="540554"/>
          </a:xfrm>
          <a:prstGeom prst="line">
            <a:avLst/>
          </a:prstGeom>
          <a:noFill/>
          <a:ln w="12700">
            <a:solidFill>
              <a:sysClr val="window" lastClr="FFFFFF">
                <a:lumMod val="65000"/>
                <a:alpha val="54000"/>
              </a:sysClr>
            </a:solidFill>
            <a:prstDash val="solid"/>
            <a:round/>
            <a:headEnd type="oval" w="sm" len="sm"/>
            <a:tailEnd type="oval" w="sm" len="sm"/>
          </a:ln>
          <a:extLst>
            <a:ext uri="{909E8E84-426E-40DD-AFC4-6F175D3DCCD1}">
              <a14:hiddenFill xmlns:a14="http://schemas.microsoft.com/office/drawing/2010/main">
                <a:noFill/>
              </a14:hiddenFill>
            </a:ext>
          </a:extLst>
        </p:spPr>
        <p:txBody>
          <a:bodyPr anchor="ctr"/>
          <a:lstStyle/>
          <a:p>
            <a:pPr algn="ctr">
              <a:lnSpc>
                <a:spcPct val="130000"/>
              </a:lnSpc>
            </a:pPr>
            <a:endParaRPr sz="1350">
              <a:latin typeface="微软雅黑" panose="020B0503020204020204" pitchFamily="34" charset="-122"/>
              <a:ea typeface="微软雅黑" panose="020B0503020204020204" pitchFamily="34" charset="-122"/>
            </a:endParaRPr>
          </a:p>
        </p:txBody>
      </p:sp>
      <p:sp>
        <p:nvSpPr>
          <p:cNvPr id="41" name="直接连接符 40"/>
          <p:cNvSpPr/>
          <p:nvPr>
            <p:custDataLst>
              <p:tags r:id="rId21"/>
            </p:custDataLst>
          </p:nvPr>
        </p:nvSpPr>
        <p:spPr bwMode="auto">
          <a:xfrm>
            <a:off x="877044" y="1915789"/>
            <a:ext cx="496406" cy="719303"/>
          </a:xfrm>
          <a:prstGeom prst="line">
            <a:avLst/>
          </a:prstGeom>
          <a:noFill/>
          <a:ln w="12700">
            <a:solidFill>
              <a:sysClr val="window" lastClr="FFFFFF">
                <a:lumMod val="65000"/>
                <a:alpha val="54000"/>
              </a:sysClr>
            </a:solidFill>
            <a:prstDash val="solid"/>
            <a:round/>
            <a:headEnd type="oval" w="sm" len="sm"/>
            <a:tailEnd type="oval" w="sm" len="sm"/>
          </a:ln>
          <a:extLst>
            <a:ext uri="{909E8E84-426E-40DD-AFC4-6F175D3DCCD1}">
              <a14:hiddenFill xmlns:a14="http://schemas.microsoft.com/office/drawing/2010/main">
                <a:noFill/>
              </a14:hiddenFill>
            </a:ext>
          </a:extLst>
        </p:spPr>
        <p:txBody>
          <a:bodyPr anchor="ctr"/>
          <a:lstStyle/>
          <a:p>
            <a:pPr algn="ctr">
              <a:lnSpc>
                <a:spcPct val="130000"/>
              </a:lnSpc>
            </a:pPr>
            <a:endParaRPr sz="1350">
              <a:latin typeface="微软雅黑" panose="020B0503020204020204" pitchFamily="34" charset="-122"/>
              <a:ea typeface="微软雅黑" panose="020B0503020204020204" pitchFamily="34" charset="-122"/>
            </a:endParaRPr>
          </a:p>
        </p:txBody>
      </p:sp>
      <p:sp>
        <p:nvSpPr>
          <p:cNvPr id="42" name="直接连接符 41"/>
          <p:cNvSpPr/>
          <p:nvPr>
            <p:custDataLst>
              <p:tags r:id="rId22"/>
            </p:custDataLst>
          </p:nvPr>
        </p:nvSpPr>
        <p:spPr bwMode="auto">
          <a:xfrm flipH="1">
            <a:off x="877044" y="1754269"/>
            <a:ext cx="638545" cy="161520"/>
          </a:xfrm>
          <a:prstGeom prst="line">
            <a:avLst/>
          </a:prstGeom>
          <a:noFill/>
          <a:ln w="12700">
            <a:solidFill>
              <a:sysClr val="window" lastClr="FFFFFF">
                <a:lumMod val="65000"/>
                <a:alpha val="54000"/>
              </a:sysClr>
            </a:solidFill>
            <a:prstDash val="solid"/>
            <a:round/>
            <a:headEnd type="oval" w="sm" len="sm"/>
            <a:tailEnd type="oval" w="sm" len="sm"/>
          </a:ln>
          <a:extLst>
            <a:ext uri="{909E8E84-426E-40DD-AFC4-6F175D3DCCD1}">
              <a14:hiddenFill xmlns:a14="http://schemas.microsoft.com/office/drawing/2010/main">
                <a:noFill/>
              </a14:hiddenFill>
            </a:ext>
          </a:extLst>
        </p:spPr>
        <p:txBody>
          <a:bodyPr anchor="ctr"/>
          <a:lstStyle/>
          <a:p>
            <a:pPr algn="ctr">
              <a:lnSpc>
                <a:spcPct val="130000"/>
              </a:lnSpc>
            </a:pPr>
            <a:endParaRPr sz="1350">
              <a:latin typeface="微软雅黑" panose="020B0503020204020204" pitchFamily="34" charset="-122"/>
              <a:ea typeface="微软雅黑" panose="020B0503020204020204" pitchFamily="34" charset="-122"/>
            </a:endParaRPr>
          </a:p>
        </p:txBody>
      </p:sp>
      <p:sp>
        <p:nvSpPr>
          <p:cNvPr id="43" name="直接连接符 42"/>
          <p:cNvSpPr/>
          <p:nvPr>
            <p:custDataLst>
              <p:tags r:id="rId23"/>
            </p:custDataLst>
          </p:nvPr>
        </p:nvSpPr>
        <p:spPr bwMode="auto">
          <a:xfrm flipH="1">
            <a:off x="1515588" y="1283708"/>
            <a:ext cx="676232" cy="470562"/>
          </a:xfrm>
          <a:prstGeom prst="line">
            <a:avLst/>
          </a:prstGeom>
          <a:noFill/>
          <a:ln w="12700">
            <a:solidFill>
              <a:sysClr val="window" lastClr="FFFFFF">
                <a:lumMod val="65000"/>
                <a:alpha val="54000"/>
              </a:sysClr>
            </a:solidFill>
            <a:prstDash val="solid"/>
            <a:round/>
            <a:headEnd type="oval" w="sm" len="sm"/>
            <a:tailEnd type="oval" w="sm" len="sm"/>
          </a:ln>
          <a:extLst>
            <a:ext uri="{909E8E84-426E-40DD-AFC4-6F175D3DCCD1}">
              <a14:hiddenFill xmlns:a14="http://schemas.microsoft.com/office/drawing/2010/main">
                <a:noFill/>
              </a14:hiddenFill>
            </a:ext>
          </a:extLst>
        </p:spPr>
        <p:txBody>
          <a:bodyPr anchor="ctr"/>
          <a:lstStyle/>
          <a:p>
            <a:pPr algn="ctr">
              <a:lnSpc>
                <a:spcPct val="130000"/>
              </a:lnSpc>
            </a:pPr>
            <a:endParaRPr sz="1350">
              <a:latin typeface="微软雅黑" panose="020B0503020204020204" pitchFamily="34" charset="-122"/>
              <a:ea typeface="微软雅黑" panose="020B0503020204020204" pitchFamily="34" charset="-122"/>
            </a:endParaRPr>
          </a:p>
        </p:txBody>
      </p:sp>
      <p:sp>
        <p:nvSpPr>
          <p:cNvPr id="44" name="直接连接符 43"/>
          <p:cNvSpPr/>
          <p:nvPr>
            <p:custDataLst>
              <p:tags r:id="rId24"/>
            </p:custDataLst>
          </p:nvPr>
        </p:nvSpPr>
        <p:spPr bwMode="auto">
          <a:xfrm flipH="1" flipV="1">
            <a:off x="2191820" y="1283708"/>
            <a:ext cx="931435" cy="512557"/>
          </a:xfrm>
          <a:prstGeom prst="line">
            <a:avLst/>
          </a:prstGeom>
          <a:noFill/>
          <a:ln w="12700">
            <a:solidFill>
              <a:sysClr val="window" lastClr="FFFFFF">
                <a:lumMod val="65000"/>
                <a:alpha val="54000"/>
              </a:sysClr>
            </a:solidFill>
            <a:prstDash val="solid"/>
            <a:round/>
            <a:headEnd type="oval" w="sm" len="sm"/>
            <a:tailEnd type="oval" w="sm" len="sm"/>
          </a:ln>
          <a:extLst>
            <a:ext uri="{909E8E84-426E-40DD-AFC4-6F175D3DCCD1}">
              <a14:hiddenFill xmlns:a14="http://schemas.microsoft.com/office/drawing/2010/main">
                <a:noFill/>
              </a14:hiddenFill>
            </a:ext>
          </a:extLst>
        </p:spPr>
        <p:txBody>
          <a:bodyPr anchor="ctr"/>
          <a:lstStyle/>
          <a:p>
            <a:pPr algn="ctr">
              <a:lnSpc>
                <a:spcPct val="130000"/>
              </a:lnSpc>
            </a:pPr>
            <a:endParaRPr sz="1350">
              <a:latin typeface="微软雅黑" panose="020B0503020204020204" pitchFamily="34" charset="-122"/>
              <a:ea typeface="微软雅黑" panose="020B0503020204020204" pitchFamily="34" charset="-122"/>
            </a:endParaRPr>
          </a:p>
        </p:txBody>
      </p:sp>
      <p:sp>
        <p:nvSpPr>
          <p:cNvPr id="45" name="任意多边形 44"/>
          <p:cNvSpPr/>
          <p:nvPr>
            <p:custDataLst>
              <p:tags r:id="rId25"/>
            </p:custDataLst>
          </p:nvPr>
        </p:nvSpPr>
        <p:spPr bwMode="auto">
          <a:xfrm>
            <a:off x="3123255" y="1796264"/>
            <a:ext cx="452258" cy="629929"/>
          </a:xfrm>
          <a:custGeom>
            <a:avLst/>
            <a:gdLst>
              <a:gd name="T0" fmla="*/ 344 w 420"/>
              <a:gd name="T1" fmla="*/ 585 h 585"/>
              <a:gd name="T2" fmla="*/ 420 w 420"/>
              <a:gd name="T3" fmla="*/ 87 h 585"/>
              <a:gd name="T4" fmla="*/ 0 w 420"/>
              <a:gd name="T5" fmla="*/ 0 h 585"/>
            </a:gdLst>
            <a:ahLst/>
            <a:cxnLst>
              <a:cxn ang="0">
                <a:pos x="T0" y="T1"/>
              </a:cxn>
              <a:cxn ang="0">
                <a:pos x="T2" y="T3"/>
              </a:cxn>
              <a:cxn ang="0">
                <a:pos x="T4" y="T5"/>
              </a:cxn>
            </a:cxnLst>
            <a:rect l="0" t="0" r="r" b="b"/>
            <a:pathLst>
              <a:path w="420" h="585">
                <a:moveTo>
                  <a:pt x="344" y="585"/>
                </a:moveTo>
                <a:lnTo>
                  <a:pt x="420" y="87"/>
                </a:lnTo>
                <a:lnTo>
                  <a:pt x="0" y="0"/>
                </a:lnTo>
              </a:path>
            </a:pathLst>
          </a:custGeom>
          <a:noFill/>
          <a:ln w="12700">
            <a:solidFill>
              <a:sysClr val="window" lastClr="FFFFFF">
                <a:lumMod val="65000"/>
                <a:alpha val="54000"/>
              </a:sysClr>
            </a:solidFill>
            <a:prstDash val="solid"/>
            <a:round/>
            <a:headEnd type="none" w="sm" len="sm"/>
            <a:tailEnd type="none" w="sm" len="sm"/>
          </a:ln>
          <a:extLst>
            <a:ext uri="{909E8E84-426E-40DD-AFC4-6F175D3DCCD1}">
              <a14:hiddenFill xmlns:a14="http://schemas.microsoft.com/office/drawing/2010/main">
                <a:solidFill>
                  <a:srgbClr val="FFFFFF"/>
                </a:solidFill>
              </a14:hiddenFill>
            </a:ext>
          </a:extLst>
        </p:spPr>
        <p:txBody>
          <a:bodyPr anchor="ctr"/>
          <a:lstStyle/>
          <a:p>
            <a:pPr algn="ctr">
              <a:lnSpc>
                <a:spcPct val="130000"/>
              </a:lnSpc>
            </a:pPr>
            <a:endParaRPr sz="1350">
              <a:latin typeface="微软雅黑" panose="020B0503020204020204" pitchFamily="34" charset="-122"/>
              <a:ea typeface="微软雅黑" panose="020B0503020204020204" pitchFamily="34" charset="-122"/>
            </a:endParaRPr>
          </a:p>
        </p:txBody>
      </p:sp>
      <p:sp>
        <p:nvSpPr>
          <p:cNvPr id="46" name="任意多边形 45"/>
          <p:cNvSpPr/>
          <p:nvPr>
            <p:custDataLst>
              <p:tags r:id="rId26"/>
            </p:custDataLst>
          </p:nvPr>
        </p:nvSpPr>
        <p:spPr bwMode="auto">
          <a:xfrm>
            <a:off x="3106026" y="1796264"/>
            <a:ext cx="387649" cy="1638890"/>
          </a:xfrm>
          <a:custGeom>
            <a:avLst/>
            <a:gdLst>
              <a:gd name="T0" fmla="*/ 16 w 360"/>
              <a:gd name="T1" fmla="*/ 0 h 1522"/>
              <a:gd name="T2" fmla="*/ 0 w 360"/>
              <a:gd name="T3" fmla="*/ 729 h 1522"/>
              <a:gd name="T4" fmla="*/ 8 w 360"/>
              <a:gd name="T5" fmla="*/ 1522 h 1522"/>
              <a:gd name="T6" fmla="*/ 358 w 360"/>
              <a:gd name="T7" fmla="*/ 600 h 1522"/>
              <a:gd name="T8" fmla="*/ 360 w 360"/>
              <a:gd name="T9" fmla="*/ 585 h 1522"/>
            </a:gdLst>
            <a:ahLst/>
            <a:cxnLst>
              <a:cxn ang="0">
                <a:pos x="T0" y="T1"/>
              </a:cxn>
              <a:cxn ang="0">
                <a:pos x="T2" y="T3"/>
              </a:cxn>
              <a:cxn ang="0">
                <a:pos x="T4" y="T5"/>
              </a:cxn>
              <a:cxn ang="0">
                <a:pos x="T6" y="T7"/>
              </a:cxn>
              <a:cxn ang="0">
                <a:pos x="T8" y="T9"/>
              </a:cxn>
            </a:cxnLst>
            <a:rect l="0" t="0" r="r" b="b"/>
            <a:pathLst>
              <a:path w="360" h="1522">
                <a:moveTo>
                  <a:pt x="16" y="0"/>
                </a:moveTo>
                <a:lnTo>
                  <a:pt x="0" y="729"/>
                </a:lnTo>
                <a:lnTo>
                  <a:pt x="8" y="1522"/>
                </a:lnTo>
                <a:lnTo>
                  <a:pt x="358" y="600"/>
                </a:lnTo>
                <a:lnTo>
                  <a:pt x="360" y="585"/>
                </a:lnTo>
              </a:path>
            </a:pathLst>
          </a:custGeom>
          <a:noFill/>
          <a:ln w="12700">
            <a:solidFill>
              <a:sysClr val="window" lastClr="FFFFFF">
                <a:lumMod val="65000"/>
                <a:alpha val="54000"/>
              </a:sysClr>
            </a:solidFill>
            <a:prstDash val="solid"/>
            <a:round/>
            <a:headEnd type="oval" w="sm" len="sm"/>
            <a:tailEnd type="none" w="sm" len="sm"/>
          </a:ln>
          <a:extLst>
            <a:ext uri="{909E8E84-426E-40DD-AFC4-6F175D3DCCD1}">
              <a14:hiddenFill xmlns:a14="http://schemas.microsoft.com/office/drawing/2010/main">
                <a:solidFill>
                  <a:srgbClr val="FFFFFF"/>
                </a:solidFill>
              </a14:hiddenFill>
            </a:ext>
          </a:extLst>
        </p:spPr>
        <p:txBody>
          <a:bodyPr anchor="ctr"/>
          <a:lstStyle/>
          <a:p>
            <a:pPr algn="ctr">
              <a:lnSpc>
                <a:spcPct val="130000"/>
              </a:lnSpc>
            </a:pPr>
            <a:endParaRPr sz="1350">
              <a:latin typeface="微软雅黑" panose="020B0503020204020204" pitchFamily="34" charset="-122"/>
              <a:ea typeface="微软雅黑" panose="020B0503020204020204" pitchFamily="34" charset="-122"/>
            </a:endParaRPr>
          </a:p>
        </p:txBody>
      </p:sp>
      <p:sp>
        <p:nvSpPr>
          <p:cNvPr id="47" name="直接连接符 46"/>
          <p:cNvSpPr/>
          <p:nvPr>
            <p:custDataLst>
              <p:tags r:id="rId27"/>
            </p:custDataLst>
          </p:nvPr>
        </p:nvSpPr>
        <p:spPr bwMode="auto">
          <a:xfrm flipV="1">
            <a:off x="2491172" y="1796264"/>
            <a:ext cx="632084" cy="202439"/>
          </a:xfrm>
          <a:prstGeom prst="line">
            <a:avLst/>
          </a:prstGeom>
          <a:noFill/>
          <a:ln w="12700">
            <a:solidFill>
              <a:sysClr val="window" lastClr="FFFFFF">
                <a:lumMod val="65000"/>
                <a:alpha val="54000"/>
              </a:sysClr>
            </a:solidFill>
            <a:prstDash val="solid"/>
            <a:round/>
            <a:headEnd type="oval" w="sm" len="sm"/>
            <a:tailEnd type="oval" w="sm" len="sm"/>
          </a:ln>
          <a:extLst>
            <a:ext uri="{909E8E84-426E-40DD-AFC4-6F175D3DCCD1}">
              <a14:hiddenFill xmlns:a14="http://schemas.microsoft.com/office/drawing/2010/main">
                <a:noFill/>
              </a14:hiddenFill>
            </a:ext>
          </a:extLst>
        </p:spPr>
        <p:txBody>
          <a:bodyPr anchor="ctr"/>
          <a:lstStyle/>
          <a:p>
            <a:pPr algn="ctr">
              <a:lnSpc>
                <a:spcPct val="130000"/>
              </a:lnSpc>
            </a:pPr>
            <a:endParaRPr sz="1350">
              <a:latin typeface="微软雅黑" panose="020B0503020204020204" pitchFamily="34" charset="-122"/>
              <a:ea typeface="微软雅黑" panose="020B0503020204020204" pitchFamily="34" charset="-122"/>
            </a:endParaRPr>
          </a:p>
        </p:txBody>
      </p:sp>
      <p:sp>
        <p:nvSpPr>
          <p:cNvPr id="48" name="直接连接符 47"/>
          <p:cNvSpPr/>
          <p:nvPr>
            <p:custDataLst>
              <p:tags r:id="rId28"/>
            </p:custDataLst>
          </p:nvPr>
        </p:nvSpPr>
        <p:spPr bwMode="auto">
          <a:xfrm flipV="1">
            <a:off x="1373450" y="1998703"/>
            <a:ext cx="1117721" cy="645004"/>
          </a:xfrm>
          <a:prstGeom prst="line">
            <a:avLst/>
          </a:prstGeom>
          <a:noFill/>
          <a:ln w="12700">
            <a:solidFill>
              <a:sysClr val="window" lastClr="FFFFFF">
                <a:lumMod val="65000"/>
                <a:alpha val="54000"/>
              </a:sysClr>
            </a:solidFill>
            <a:prstDash val="solid"/>
            <a:round/>
            <a:headEnd type="oval" w="sm" len="sm"/>
            <a:tailEnd type="oval" w="sm" len="sm"/>
          </a:ln>
          <a:extLst>
            <a:ext uri="{909E8E84-426E-40DD-AFC4-6F175D3DCCD1}">
              <a14:hiddenFill xmlns:a14="http://schemas.microsoft.com/office/drawing/2010/main">
                <a:noFill/>
              </a14:hiddenFill>
            </a:ext>
          </a:extLst>
        </p:spPr>
        <p:txBody>
          <a:bodyPr anchor="ctr"/>
          <a:lstStyle/>
          <a:p>
            <a:pPr algn="ctr">
              <a:lnSpc>
                <a:spcPct val="130000"/>
              </a:lnSpc>
            </a:pPr>
            <a:endParaRPr sz="1350">
              <a:latin typeface="微软雅黑" panose="020B0503020204020204" pitchFamily="34" charset="-122"/>
              <a:ea typeface="微软雅黑" panose="020B0503020204020204" pitchFamily="34" charset="-122"/>
            </a:endParaRPr>
          </a:p>
        </p:txBody>
      </p:sp>
      <p:sp>
        <p:nvSpPr>
          <p:cNvPr id="49" name="任意多边形 48"/>
          <p:cNvSpPr/>
          <p:nvPr>
            <p:custDataLst>
              <p:tags r:id="rId29"/>
            </p:custDataLst>
          </p:nvPr>
        </p:nvSpPr>
        <p:spPr bwMode="auto">
          <a:xfrm>
            <a:off x="934115" y="2643706"/>
            <a:ext cx="594395" cy="844211"/>
          </a:xfrm>
          <a:custGeom>
            <a:avLst/>
            <a:gdLst>
              <a:gd name="T0" fmla="*/ 552 w 552"/>
              <a:gd name="T1" fmla="*/ 784 h 784"/>
              <a:gd name="T2" fmla="*/ 0 w 552"/>
              <a:gd name="T3" fmla="*/ 412 h 784"/>
              <a:gd name="T4" fmla="*/ 408 w 552"/>
              <a:gd name="T5" fmla="*/ 0 h 784"/>
            </a:gdLst>
            <a:ahLst/>
            <a:cxnLst>
              <a:cxn ang="0">
                <a:pos x="T0" y="T1"/>
              </a:cxn>
              <a:cxn ang="0">
                <a:pos x="T2" y="T3"/>
              </a:cxn>
              <a:cxn ang="0">
                <a:pos x="T4" y="T5"/>
              </a:cxn>
            </a:cxnLst>
            <a:rect l="0" t="0" r="r" b="b"/>
            <a:pathLst>
              <a:path w="552" h="784">
                <a:moveTo>
                  <a:pt x="552" y="784"/>
                </a:moveTo>
                <a:lnTo>
                  <a:pt x="0" y="412"/>
                </a:lnTo>
                <a:lnTo>
                  <a:pt x="408" y="0"/>
                </a:lnTo>
              </a:path>
            </a:pathLst>
          </a:custGeom>
          <a:noFill/>
          <a:ln w="12700">
            <a:solidFill>
              <a:sysClr val="window" lastClr="FFFFFF">
                <a:lumMod val="65000"/>
                <a:alpha val="54000"/>
              </a:sysClr>
            </a:solidFill>
            <a:prstDash val="solid"/>
            <a:round/>
            <a:headEnd type="oval" w="sm" len="sm"/>
            <a:tailEnd type="oval" w="sm" len="sm"/>
          </a:ln>
          <a:extLst>
            <a:ext uri="{909E8E84-426E-40DD-AFC4-6F175D3DCCD1}">
              <a14:hiddenFill xmlns:a14="http://schemas.microsoft.com/office/drawing/2010/main">
                <a:solidFill>
                  <a:srgbClr val="FFFFFF"/>
                </a:solidFill>
              </a14:hiddenFill>
            </a:ext>
          </a:extLst>
        </p:spPr>
        <p:txBody>
          <a:bodyPr anchor="ctr"/>
          <a:lstStyle/>
          <a:p>
            <a:pPr algn="ctr">
              <a:lnSpc>
                <a:spcPct val="130000"/>
              </a:lnSpc>
            </a:pPr>
            <a:endParaRPr sz="1350">
              <a:latin typeface="微软雅黑" panose="020B0503020204020204" pitchFamily="34" charset="-122"/>
              <a:ea typeface="微软雅黑" panose="020B0503020204020204" pitchFamily="34" charset="-122"/>
            </a:endParaRPr>
          </a:p>
        </p:txBody>
      </p:sp>
      <p:sp>
        <p:nvSpPr>
          <p:cNvPr id="50" name="直接连接符 49"/>
          <p:cNvSpPr/>
          <p:nvPr>
            <p:custDataLst>
              <p:tags r:id="rId30"/>
            </p:custDataLst>
          </p:nvPr>
        </p:nvSpPr>
        <p:spPr bwMode="auto">
          <a:xfrm flipH="1">
            <a:off x="1528510" y="3175645"/>
            <a:ext cx="607317" cy="312272"/>
          </a:xfrm>
          <a:prstGeom prst="line">
            <a:avLst/>
          </a:prstGeom>
          <a:noFill/>
          <a:ln w="12700">
            <a:solidFill>
              <a:sysClr val="window" lastClr="FFFFFF">
                <a:lumMod val="65000"/>
                <a:alpha val="54000"/>
              </a:sysClr>
            </a:solidFill>
            <a:prstDash val="solid"/>
            <a:round/>
            <a:headEnd type="oval" w="sm" len="sm"/>
            <a:tailEnd type="oval" w="sm" len="sm"/>
          </a:ln>
          <a:extLst>
            <a:ext uri="{909E8E84-426E-40DD-AFC4-6F175D3DCCD1}">
              <a14:hiddenFill xmlns:a14="http://schemas.microsoft.com/office/drawing/2010/main">
                <a:noFill/>
              </a14:hiddenFill>
            </a:ext>
          </a:extLst>
        </p:spPr>
        <p:txBody>
          <a:bodyPr anchor="ctr"/>
          <a:lstStyle/>
          <a:p>
            <a:pPr algn="ctr">
              <a:lnSpc>
                <a:spcPct val="130000"/>
              </a:lnSpc>
            </a:pPr>
            <a:endParaRPr sz="1350">
              <a:latin typeface="微软雅黑" panose="020B0503020204020204" pitchFamily="34" charset="-122"/>
              <a:ea typeface="微软雅黑" panose="020B0503020204020204" pitchFamily="34" charset="-122"/>
            </a:endParaRPr>
          </a:p>
        </p:txBody>
      </p:sp>
      <p:sp>
        <p:nvSpPr>
          <p:cNvPr id="51" name="任意多边形 50"/>
          <p:cNvSpPr/>
          <p:nvPr>
            <p:custDataLst>
              <p:tags r:id="rId31"/>
            </p:custDataLst>
          </p:nvPr>
        </p:nvSpPr>
        <p:spPr bwMode="auto">
          <a:xfrm>
            <a:off x="2135826" y="2442344"/>
            <a:ext cx="1355696" cy="733301"/>
          </a:xfrm>
          <a:custGeom>
            <a:avLst/>
            <a:gdLst>
              <a:gd name="T0" fmla="*/ 1259 w 1259"/>
              <a:gd name="T1" fmla="*/ 0 h 681"/>
              <a:gd name="T2" fmla="*/ 902 w 1259"/>
              <a:gd name="T3" fmla="*/ 140 h 681"/>
              <a:gd name="T4" fmla="*/ 0 w 1259"/>
              <a:gd name="T5" fmla="*/ 681 h 681"/>
            </a:gdLst>
            <a:ahLst/>
            <a:cxnLst>
              <a:cxn ang="0">
                <a:pos x="T0" y="T1"/>
              </a:cxn>
              <a:cxn ang="0">
                <a:pos x="T2" y="T3"/>
              </a:cxn>
              <a:cxn ang="0">
                <a:pos x="T4" y="T5"/>
              </a:cxn>
            </a:cxnLst>
            <a:rect l="0" t="0" r="r" b="b"/>
            <a:pathLst>
              <a:path w="1259" h="681">
                <a:moveTo>
                  <a:pt x="1259" y="0"/>
                </a:moveTo>
                <a:lnTo>
                  <a:pt x="902" y="140"/>
                </a:lnTo>
                <a:lnTo>
                  <a:pt x="0" y="681"/>
                </a:lnTo>
              </a:path>
            </a:pathLst>
          </a:custGeom>
          <a:noFill/>
          <a:ln w="12700">
            <a:solidFill>
              <a:sysClr val="window" lastClr="FFFFFF">
                <a:lumMod val="65000"/>
                <a:alpha val="54000"/>
              </a:sysClr>
            </a:solidFill>
            <a:prstDash val="solid"/>
            <a:round/>
            <a:headEnd type="oval" w="sm" len="sm"/>
            <a:tailEnd type="oval" w="sm" len="sm"/>
          </a:ln>
          <a:extLst>
            <a:ext uri="{909E8E84-426E-40DD-AFC4-6F175D3DCCD1}">
              <a14:hiddenFill xmlns:a14="http://schemas.microsoft.com/office/drawing/2010/main">
                <a:solidFill>
                  <a:srgbClr val="FFFFFF"/>
                </a:solidFill>
              </a14:hiddenFill>
            </a:ext>
          </a:extLst>
        </p:spPr>
        <p:txBody>
          <a:bodyPr anchor="ctr"/>
          <a:lstStyle/>
          <a:p>
            <a:pPr algn="ctr">
              <a:lnSpc>
                <a:spcPct val="130000"/>
              </a:lnSpc>
            </a:pPr>
            <a:endParaRPr sz="1350">
              <a:latin typeface="微软雅黑" panose="020B0503020204020204" pitchFamily="34" charset="-122"/>
              <a:ea typeface="微软雅黑" panose="020B0503020204020204" pitchFamily="34" charset="-122"/>
            </a:endParaRPr>
          </a:p>
        </p:txBody>
      </p:sp>
      <p:sp>
        <p:nvSpPr>
          <p:cNvPr id="52" name="任意多边形 51"/>
          <p:cNvSpPr/>
          <p:nvPr>
            <p:custDataLst>
              <p:tags r:id="rId32"/>
            </p:custDataLst>
          </p:nvPr>
        </p:nvSpPr>
        <p:spPr bwMode="auto">
          <a:xfrm>
            <a:off x="1575889" y="3771116"/>
            <a:ext cx="1385846" cy="124909"/>
          </a:xfrm>
          <a:custGeom>
            <a:avLst/>
            <a:gdLst>
              <a:gd name="T0" fmla="*/ 1287 w 1287"/>
              <a:gd name="T1" fmla="*/ 0 h 116"/>
              <a:gd name="T2" fmla="*/ 739 w 1287"/>
              <a:gd name="T3" fmla="*/ 38 h 116"/>
              <a:gd name="T4" fmla="*/ 0 w 1287"/>
              <a:gd name="T5" fmla="*/ 116 h 116"/>
            </a:gdLst>
            <a:ahLst/>
            <a:cxnLst>
              <a:cxn ang="0">
                <a:pos x="T0" y="T1"/>
              </a:cxn>
              <a:cxn ang="0">
                <a:pos x="T2" y="T3"/>
              </a:cxn>
              <a:cxn ang="0">
                <a:pos x="T4" y="T5"/>
              </a:cxn>
            </a:cxnLst>
            <a:rect l="0" t="0" r="r" b="b"/>
            <a:pathLst>
              <a:path w="1287" h="116">
                <a:moveTo>
                  <a:pt x="1287" y="0"/>
                </a:moveTo>
                <a:lnTo>
                  <a:pt x="739" y="38"/>
                </a:lnTo>
                <a:lnTo>
                  <a:pt x="0" y="116"/>
                </a:lnTo>
              </a:path>
            </a:pathLst>
          </a:custGeom>
          <a:noFill/>
          <a:ln w="12700">
            <a:solidFill>
              <a:sysClr val="window" lastClr="FFFFFF">
                <a:lumMod val="65000"/>
                <a:alpha val="54000"/>
              </a:sysClr>
            </a:solidFill>
            <a:prstDash val="solid"/>
            <a:round/>
            <a:headEnd type="oval" w="sm" len="sm"/>
            <a:tailEnd type="none" w="sm" len="sm"/>
          </a:ln>
          <a:extLst>
            <a:ext uri="{909E8E84-426E-40DD-AFC4-6F175D3DCCD1}">
              <a14:hiddenFill xmlns:a14="http://schemas.microsoft.com/office/drawing/2010/main">
                <a:solidFill>
                  <a:srgbClr val="FFFFFF"/>
                </a:solidFill>
              </a14:hiddenFill>
            </a:ext>
          </a:extLst>
        </p:spPr>
        <p:txBody>
          <a:bodyPr anchor="ctr"/>
          <a:lstStyle/>
          <a:p>
            <a:pPr algn="ctr">
              <a:lnSpc>
                <a:spcPct val="130000"/>
              </a:lnSpc>
            </a:pPr>
            <a:endParaRPr sz="1350">
              <a:latin typeface="微软雅黑" panose="020B0503020204020204" pitchFamily="34" charset="-122"/>
              <a:ea typeface="微软雅黑" panose="020B0503020204020204" pitchFamily="34" charset="-122"/>
            </a:endParaRPr>
          </a:p>
        </p:txBody>
      </p:sp>
      <p:sp>
        <p:nvSpPr>
          <p:cNvPr id="53" name="任意多边形 52"/>
          <p:cNvSpPr/>
          <p:nvPr>
            <p:custDataLst>
              <p:tags r:id="rId33"/>
            </p:custDataLst>
          </p:nvPr>
        </p:nvSpPr>
        <p:spPr bwMode="auto">
          <a:xfrm>
            <a:off x="1528509" y="3435153"/>
            <a:ext cx="1586131" cy="376880"/>
          </a:xfrm>
          <a:custGeom>
            <a:avLst/>
            <a:gdLst>
              <a:gd name="T0" fmla="*/ 0 w 1473"/>
              <a:gd name="T1" fmla="*/ 49 h 350"/>
              <a:gd name="T2" fmla="*/ 783 w 1473"/>
              <a:gd name="T3" fmla="*/ 350 h 350"/>
              <a:gd name="T4" fmla="*/ 1473 w 1473"/>
              <a:gd name="T5" fmla="*/ 0 h 350"/>
              <a:gd name="T6" fmla="*/ 1348 w 1473"/>
              <a:gd name="T7" fmla="*/ 303 h 350"/>
            </a:gdLst>
            <a:ahLst/>
            <a:cxnLst>
              <a:cxn ang="0">
                <a:pos x="T0" y="T1"/>
              </a:cxn>
              <a:cxn ang="0">
                <a:pos x="T2" y="T3"/>
              </a:cxn>
              <a:cxn ang="0">
                <a:pos x="T4" y="T5"/>
              </a:cxn>
              <a:cxn ang="0">
                <a:pos x="T6" y="T7"/>
              </a:cxn>
            </a:cxnLst>
            <a:rect l="0" t="0" r="r" b="b"/>
            <a:pathLst>
              <a:path w="1473" h="350">
                <a:moveTo>
                  <a:pt x="0" y="49"/>
                </a:moveTo>
                <a:lnTo>
                  <a:pt x="783" y="350"/>
                </a:lnTo>
                <a:lnTo>
                  <a:pt x="1473" y="0"/>
                </a:lnTo>
                <a:lnTo>
                  <a:pt x="1348" y="303"/>
                </a:lnTo>
              </a:path>
            </a:pathLst>
          </a:custGeom>
          <a:noFill/>
          <a:ln w="12700">
            <a:solidFill>
              <a:sysClr val="window" lastClr="FFFFFF">
                <a:lumMod val="65000"/>
                <a:alpha val="54000"/>
              </a:sysClr>
            </a:solidFill>
            <a:prstDash val="solid"/>
            <a:round/>
            <a:headEnd type="none" w="sm" len="sm"/>
            <a:tailEnd type="none" w="sm" len="sm"/>
          </a:ln>
          <a:extLst>
            <a:ext uri="{909E8E84-426E-40DD-AFC4-6F175D3DCCD1}">
              <a14:hiddenFill xmlns:a14="http://schemas.microsoft.com/office/drawing/2010/main">
                <a:solidFill>
                  <a:srgbClr val="FFFFFF"/>
                </a:solidFill>
              </a14:hiddenFill>
            </a:ext>
          </a:extLst>
        </p:spPr>
        <p:txBody>
          <a:bodyPr anchor="ctr"/>
          <a:lstStyle/>
          <a:p>
            <a:pPr algn="ctr">
              <a:lnSpc>
                <a:spcPct val="130000"/>
              </a:lnSpc>
            </a:pPr>
            <a:endParaRPr sz="1350">
              <a:latin typeface="微软雅黑" panose="020B0503020204020204" pitchFamily="34" charset="-122"/>
              <a:ea typeface="微软雅黑" panose="020B0503020204020204" pitchFamily="34" charset="-122"/>
            </a:endParaRPr>
          </a:p>
        </p:txBody>
      </p:sp>
      <p:sp>
        <p:nvSpPr>
          <p:cNvPr id="54" name="直接连接符 53"/>
          <p:cNvSpPr/>
          <p:nvPr>
            <p:custDataLst>
              <p:tags r:id="rId34"/>
            </p:custDataLst>
          </p:nvPr>
        </p:nvSpPr>
        <p:spPr bwMode="auto">
          <a:xfrm>
            <a:off x="2491172" y="1998702"/>
            <a:ext cx="615932" cy="594394"/>
          </a:xfrm>
          <a:prstGeom prst="line">
            <a:avLst/>
          </a:prstGeom>
          <a:noFill/>
          <a:ln w="12700">
            <a:solidFill>
              <a:sysClr val="window" lastClr="FFFFFF">
                <a:lumMod val="65000"/>
                <a:alpha val="54000"/>
              </a:sysClr>
            </a:solidFill>
            <a:prstDash val="solid"/>
            <a:round/>
            <a:headEnd type="oval" w="sm" len="sm"/>
            <a:tailEnd type="oval" w="sm" len="sm"/>
          </a:ln>
          <a:extLst>
            <a:ext uri="{909E8E84-426E-40DD-AFC4-6F175D3DCCD1}">
              <a14:hiddenFill xmlns:a14="http://schemas.microsoft.com/office/drawing/2010/main">
                <a:noFill/>
              </a14:hiddenFill>
            </a:ext>
          </a:extLst>
        </p:spPr>
        <p:txBody>
          <a:bodyPr anchor="ctr"/>
          <a:lstStyle/>
          <a:p>
            <a:pPr algn="ctr">
              <a:lnSpc>
                <a:spcPct val="130000"/>
              </a:lnSpc>
            </a:pPr>
            <a:endParaRPr sz="1350">
              <a:latin typeface="微软雅黑" panose="020B0503020204020204" pitchFamily="34" charset="-122"/>
              <a:ea typeface="微软雅黑" panose="020B0503020204020204" pitchFamily="34" charset="-122"/>
            </a:endParaRPr>
          </a:p>
        </p:txBody>
      </p:sp>
      <p:sp>
        <p:nvSpPr>
          <p:cNvPr id="55" name="直接连接符 54"/>
          <p:cNvSpPr/>
          <p:nvPr>
            <p:custDataLst>
              <p:tags r:id="rId35"/>
            </p:custDataLst>
          </p:nvPr>
        </p:nvSpPr>
        <p:spPr bwMode="auto">
          <a:xfrm>
            <a:off x="1515588" y="1754269"/>
            <a:ext cx="975584" cy="244434"/>
          </a:xfrm>
          <a:prstGeom prst="line">
            <a:avLst/>
          </a:prstGeom>
          <a:noFill/>
          <a:ln w="12700">
            <a:solidFill>
              <a:sysClr val="window" lastClr="FFFFFF">
                <a:lumMod val="65000"/>
                <a:alpha val="54000"/>
              </a:sysClr>
            </a:solidFill>
            <a:prstDash val="solid"/>
            <a:round/>
            <a:headEnd type="oval" w="sm" len="sm"/>
            <a:tailEnd type="oval" w="sm" len="sm"/>
          </a:ln>
          <a:extLst>
            <a:ext uri="{909E8E84-426E-40DD-AFC4-6F175D3DCCD1}">
              <a14:hiddenFill xmlns:a14="http://schemas.microsoft.com/office/drawing/2010/main">
                <a:noFill/>
              </a14:hiddenFill>
            </a:ext>
          </a:extLst>
        </p:spPr>
        <p:txBody>
          <a:bodyPr anchor="ctr"/>
          <a:lstStyle/>
          <a:p>
            <a:pPr algn="ctr">
              <a:lnSpc>
                <a:spcPct val="130000"/>
              </a:lnSpc>
            </a:pPr>
            <a:endParaRPr sz="1350">
              <a:latin typeface="微软雅黑" panose="020B0503020204020204" pitchFamily="34" charset="-122"/>
              <a:ea typeface="微软雅黑" panose="020B0503020204020204" pitchFamily="34" charset="-122"/>
            </a:endParaRPr>
          </a:p>
        </p:txBody>
      </p:sp>
      <p:sp>
        <p:nvSpPr>
          <p:cNvPr id="19" name="椭圆 18"/>
          <p:cNvSpPr/>
          <p:nvPr>
            <p:custDataLst>
              <p:tags r:id="rId36"/>
            </p:custDataLst>
          </p:nvPr>
        </p:nvSpPr>
        <p:spPr>
          <a:xfrm>
            <a:off x="1280582" y="1592708"/>
            <a:ext cx="1911452" cy="1911448"/>
          </a:xfrm>
          <a:prstGeom prst="ellipse">
            <a:avLst/>
          </a:prstGeom>
          <a:solidFill>
            <a:srgbClr val="6969C7">
              <a:alpha val="86000"/>
            </a:srgbClr>
          </a:solidFill>
          <a:ln>
            <a:noFill/>
          </a:ln>
        </p:spPr>
        <p:style>
          <a:lnRef idx="2">
            <a:srgbClr val="1F74AD">
              <a:shade val="50000"/>
            </a:srgbClr>
          </a:lnRef>
          <a:fillRef idx="1">
            <a:srgbClr val="1F74AD"/>
          </a:fillRef>
          <a:effectRef idx="0">
            <a:srgbClr val="1F74AD"/>
          </a:effectRef>
          <a:fontRef idx="minor">
            <a:sysClr val="window" lastClr="FFFFFF"/>
          </a:fontRef>
        </p:style>
        <p:txBody>
          <a:bodyPr anchor="ctr"/>
          <a:lstStyle/>
          <a:p>
            <a:pPr algn="ctr">
              <a:lnSpc>
                <a:spcPct val="130000"/>
              </a:lnSpc>
            </a:pPr>
            <a:endParaRPr sz="1350">
              <a:latin typeface="微软雅黑" panose="020B0503020204020204" pitchFamily="34" charset="-122"/>
              <a:ea typeface="微软雅黑" panose="020B0503020204020204" pitchFamily="34" charset="-122"/>
            </a:endParaRPr>
          </a:p>
        </p:txBody>
      </p:sp>
      <p:sp>
        <p:nvSpPr>
          <p:cNvPr id="20" name="文本框 19"/>
          <p:cNvSpPr txBox="1"/>
          <p:nvPr>
            <p:custDataLst>
              <p:tags r:id="rId37"/>
            </p:custDataLst>
          </p:nvPr>
        </p:nvSpPr>
        <p:spPr bwMode="auto">
          <a:xfrm>
            <a:off x="1546523" y="1874979"/>
            <a:ext cx="1344279" cy="773430"/>
          </a:xfrm>
          <a:prstGeom prst="rect">
            <a:avLst/>
          </a:prstGeom>
          <a:noFill/>
          <a:scene3d>
            <a:camera prst="orthographicFront">
              <a:rot lat="0" lon="0" rev="0"/>
            </a:camera>
            <a:lightRig rig="threePt" dir="t"/>
          </a:scene3d>
          <a:sp3d prstMaterial="matte">
            <a:bevelT w="1270" h="1270"/>
          </a:sp3d>
        </p:spPr>
        <p:txBody>
          <a:bodyPr wrap="square" lIns="67500" tIns="35100" rIns="67500" bIns="0" anchor="b" anchorCtr="0">
            <a:spAutoFit/>
          </a:bodyPr>
          <a:lstStyle/>
          <a:p>
            <a:pPr algn="ctr">
              <a:lnSpc>
                <a:spcPct val="120000"/>
              </a:lnSpc>
              <a:buClr>
                <a:prstClr val="white"/>
              </a:buClr>
              <a:defRPr/>
            </a:pPr>
            <a:r>
              <a:rPr lang="zh-CN" altLang="en-US" sz="2000" b="1" spc="300">
                <a:solidFill>
                  <a:sysClr val="window" lastClr="FFFFFF"/>
                </a:solidFill>
                <a:latin typeface="微软雅黑" panose="020B0503020204020204" pitchFamily="34" charset="-122"/>
                <a:ea typeface="微软雅黑" panose="020B0503020204020204" pitchFamily="34" charset="-122"/>
                <a:cs typeface="+mn-ea"/>
              </a:rPr>
              <a:t>我国的</a:t>
            </a:r>
            <a:endParaRPr lang="zh-CN" altLang="en-US" sz="2000" b="1" spc="300">
              <a:solidFill>
                <a:sysClr val="window" lastClr="FFFFFF"/>
              </a:solidFill>
              <a:latin typeface="微软雅黑" panose="020B0503020204020204" pitchFamily="34" charset="-122"/>
              <a:ea typeface="微软雅黑" panose="020B0503020204020204" pitchFamily="34" charset="-122"/>
              <a:cs typeface="+mn-ea"/>
            </a:endParaRPr>
          </a:p>
          <a:p>
            <a:pPr algn="ctr">
              <a:lnSpc>
                <a:spcPct val="120000"/>
              </a:lnSpc>
              <a:buClr>
                <a:prstClr val="white"/>
              </a:buClr>
              <a:defRPr/>
            </a:pPr>
            <a:r>
              <a:rPr lang="zh-CN" altLang="en-US" sz="2000" b="1" spc="300">
                <a:solidFill>
                  <a:sysClr val="window" lastClr="FFFFFF"/>
                </a:solidFill>
                <a:latin typeface="微软雅黑" panose="020B0503020204020204" pitchFamily="34" charset="-122"/>
                <a:ea typeface="微软雅黑" panose="020B0503020204020204" pitchFamily="34" charset="-122"/>
                <a:cs typeface="+mn-ea"/>
              </a:rPr>
              <a:t>域名体系</a:t>
            </a:r>
            <a:endParaRPr lang="zh-CN" altLang="en-US" sz="2000" b="1" spc="300">
              <a:solidFill>
                <a:sysClr val="window" lastClr="FFFFFF"/>
              </a:solidFill>
              <a:latin typeface="微软雅黑" panose="020B0503020204020204" pitchFamily="34" charset="-122"/>
              <a:ea typeface="微软雅黑" panose="020B0503020204020204" pitchFamily="34" charset="-122"/>
              <a:cs typeface="+mn-ea"/>
            </a:endParaRPr>
          </a:p>
        </p:txBody>
      </p:sp>
      <p:sp>
        <p:nvSpPr>
          <p:cNvPr id="21" name="矩形 20"/>
          <p:cNvSpPr/>
          <p:nvPr>
            <p:custDataLst>
              <p:tags r:id="rId38"/>
            </p:custDataLst>
          </p:nvPr>
        </p:nvSpPr>
        <p:spPr>
          <a:xfrm>
            <a:off x="1275080" y="2609215"/>
            <a:ext cx="1924050" cy="577215"/>
          </a:xfrm>
          <a:prstGeom prst="rect">
            <a:avLst/>
          </a:prstGeom>
        </p:spPr>
        <p:txBody>
          <a:bodyPr wrap="square" tIns="0" anchor="ctr" anchorCtr="0">
            <a:normAutofit/>
          </a:bodyPr>
          <a:lstStyle/>
          <a:p>
            <a:pPr algn="ctr">
              <a:lnSpc>
                <a:spcPct val="120000"/>
              </a:lnSpc>
              <a:defRPr/>
            </a:pPr>
            <a:r>
              <a:rPr lang="zh-CN" altLang="en-US" sz="900" spc="120">
                <a:solidFill>
                  <a:sysClr val="window" lastClr="FFFFFF"/>
                </a:solidFill>
                <a:latin typeface="微软雅黑" panose="020B0503020204020204" pitchFamily="34" charset="-122"/>
                <a:ea typeface="微软雅黑" panose="020B0503020204020204" pitchFamily="34" charset="-122"/>
              </a:rPr>
              <a:t>我国的域名体系分为</a:t>
            </a:r>
            <a:endParaRPr lang="zh-CN" altLang="en-US" sz="900" spc="120">
              <a:solidFill>
                <a:sysClr val="window" lastClr="FFFFFF"/>
              </a:solidFill>
              <a:latin typeface="微软雅黑" panose="020B0503020204020204" pitchFamily="34" charset="-122"/>
              <a:ea typeface="微软雅黑" panose="020B0503020204020204" pitchFamily="34" charset="-122"/>
            </a:endParaRPr>
          </a:p>
          <a:p>
            <a:pPr algn="ctr">
              <a:lnSpc>
                <a:spcPct val="120000"/>
              </a:lnSpc>
              <a:defRPr/>
            </a:pPr>
            <a:r>
              <a:rPr lang="zh-CN" altLang="en-US" sz="900" spc="120">
                <a:solidFill>
                  <a:sysClr val="window" lastClr="FFFFFF"/>
                </a:solidFill>
                <a:latin typeface="微软雅黑" panose="020B0503020204020204" pitchFamily="34" charset="-122"/>
                <a:ea typeface="微软雅黑" panose="020B0503020204020204" pitchFamily="34" charset="-122"/>
              </a:rPr>
              <a:t>类别域名和行政域名两套。</a:t>
            </a:r>
            <a:endParaRPr lang="zh-CN" altLang="en-US" sz="900" spc="120">
              <a:solidFill>
                <a:sysClr val="window" lastClr="FFFFFF"/>
              </a:solidFill>
              <a:latin typeface="微软雅黑" panose="020B0503020204020204" pitchFamily="34" charset="-122"/>
              <a:ea typeface="微软雅黑" panose="020B0503020204020204" pitchFamily="34" charset="-122"/>
            </a:endParaRPr>
          </a:p>
        </p:txBody>
      </p:sp>
      <p:sp>
        <p:nvSpPr>
          <p:cNvPr id="16" name="椭圆 15"/>
          <p:cNvSpPr/>
          <p:nvPr>
            <p:custDataLst>
              <p:tags r:id="rId39"/>
            </p:custDataLst>
          </p:nvPr>
        </p:nvSpPr>
        <p:spPr>
          <a:xfrm rot="18199285">
            <a:off x="1843088" y="555308"/>
            <a:ext cx="750570" cy="750570"/>
          </a:xfrm>
          <a:prstGeom prst="ellipse">
            <a:avLst/>
          </a:prstGeom>
          <a:solidFill>
            <a:srgbClr val="6969C7"/>
          </a:solidFill>
          <a:ln w="12700" cap="flat">
            <a:noFill/>
            <a:miter lim="400000"/>
          </a:ln>
          <a:effectLst/>
        </p:spPr>
        <p:txBody>
          <a:bodyPr anchor="ctr"/>
          <a:lstStyle/>
          <a:p>
            <a:pPr algn="ctr">
              <a:lnSpc>
                <a:spcPct val="130000"/>
              </a:lnSpc>
            </a:pPr>
            <a:endParaRPr sz="1350">
              <a:solidFill>
                <a:srgbClr val="000000"/>
              </a:solidFill>
              <a:latin typeface="微软雅黑" panose="020B0503020204020204" pitchFamily="34" charset="-122"/>
              <a:ea typeface="微软雅黑" panose="020B0503020204020204" pitchFamily="34" charset="-122"/>
            </a:endParaRPr>
          </a:p>
        </p:txBody>
      </p:sp>
      <p:sp>
        <p:nvSpPr>
          <p:cNvPr id="17" name="任意多边形 16"/>
          <p:cNvSpPr/>
          <p:nvPr>
            <p:custDataLst>
              <p:tags r:id="rId40"/>
            </p:custDataLst>
          </p:nvPr>
        </p:nvSpPr>
        <p:spPr bwMode="auto">
          <a:xfrm>
            <a:off x="2023586" y="802958"/>
            <a:ext cx="400526" cy="311944"/>
          </a:xfrm>
          <a:custGeom>
            <a:avLst/>
            <a:gdLst>
              <a:gd name="T0" fmla="*/ 995 w 996"/>
              <a:gd name="T1" fmla="*/ 409 h 770"/>
              <a:gd name="T2" fmla="*/ 836 w 996"/>
              <a:gd name="T3" fmla="*/ 409 h 770"/>
              <a:gd name="T4" fmla="*/ 543 w 996"/>
              <a:gd name="T5" fmla="*/ 192 h 770"/>
              <a:gd name="T6" fmla="*/ 384 w 996"/>
              <a:gd name="T7" fmla="*/ 275 h 770"/>
              <a:gd name="T8" fmla="*/ 360 w 996"/>
              <a:gd name="T9" fmla="*/ 158 h 770"/>
              <a:gd name="T10" fmla="*/ 702 w 996"/>
              <a:gd name="T11" fmla="*/ 33 h 770"/>
              <a:gd name="T12" fmla="*/ 836 w 996"/>
              <a:gd name="T13" fmla="*/ 133 h 770"/>
              <a:gd name="T14" fmla="*/ 334 w 996"/>
              <a:gd name="T15" fmla="*/ 626 h 770"/>
              <a:gd name="T16" fmla="*/ 276 w 996"/>
              <a:gd name="T17" fmla="*/ 551 h 770"/>
              <a:gd name="T18" fmla="*/ 209 w 996"/>
              <a:gd name="T19" fmla="*/ 484 h 770"/>
              <a:gd name="T20" fmla="*/ 109 w 996"/>
              <a:gd name="T21" fmla="*/ 434 h 770"/>
              <a:gd name="T22" fmla="*/ 159 w 996"/>
              <a:gd name="T23" fmla="*/ 535 h 770"/>
              <a:gd name="T24" fmla="*/ 226 w 996"/>
              <a:gd name="T25" fmla="*/ 602 h 770"/>
              <a:gd name="T26" fmla="*/ 293 w 996"/>
              <a:gd name="T27" fmla="*/ 668 h 770"/>
              <a:gd name="T28" fmla="*/ 393 w 996"/>
              <a:gd name="T29" fmla="*/ 727 h 770"/>
              <a:gd name="T30" fmla="*/ 334 w 996"/>
              <a:gd name="T31" fmla="*/ 626 h 770"/>
              <a:gd name="T32" fmla="*/ 594 w 996"/>
              <a:gd name="T33" fmla="*/ 267 h 770"/>
              <a:gd name="T34" fmla="*/ 443 w 996"/>
              <a:gd name="T35" fmla="*/ 301 h 770"/>
              <a:gd name="T36" fmla="*/ 284 w 996"/>
              <a:gd name="T37" fmla="*/ 217 h 770"/>
              <a:gd name="T38" fmla="*/ 460 w 996"/>
              <a:gd name="T39" fmla="*/ 50 h 770"/>
              <a:gd name="T40" fmla="*/ 184 w 996"/>
              <a:gd name="T41" fmla="*/ 100 h 770"/>
              <a:gd name="T42" fmla="*/ 0 w 996"/>
              <a:gd name="T43" fmla="*/ 66 h 770"/>
              <a:gd name="T44" fmla="*/ 50 w 996"/>
              <a:gd name="T45" fmla="*/ 443 h 770"/>
              <a:gd name="T46" fmla="*/ 234 w 996"/>
              <a:gd name="T47" fmla="*/ 392 h 770"/>
              <a:gd name="T48" fmla="*/ 293 w 996"/>
              <a:gd name="T49" fmla="*/ 468 h 770"/>
              <a:gd name="T50" fmla="*/ 360 w 996"/>
              <a:gd name="T51" fmla="*/ 535 h 770"/>
              <a:gd name="T52" fmla="*/ 426 w 996"/>
              <a:gd name="T53" fmla="*/ 610 h 770"/>
              <a:gd name="T54" fmla="*/ 477 w 996"/>
              <a:gd name="T55" fmla="*/ 727 h 770"/>
              <a:gd name="T56" fmla="*/ 543 w 996"/>
              <a:gd name="T57" fmla="*/ 660 h 770"/>
              <a:gd name="T58" fmla="*/ 485 w 996"/>
              <a:gd name="T59" fmla="*/ 585 h 770"/>
              <a:gd name="T60" fmla="*/ 569 w 996"/>
              <a:gd name="T61" fmla="*/ 668 h 770"/>
              <a:gd name="T62" fmla="*/ 627 w 996"/>
              <a:gd name="T63" fmla="*/ 602 h 770"/>
              <a:gd name="T64" fmla="*/ 652 w 996"/>
              <a:gd name="T65" fmla="*/ 610 h 770"/>
              <a:gd name="T66" fmla="*/ 719 w 996"/>
              <a:gd name="T67" fmla="*/ 543 h 770"/>
              <a:gd name="T68" fmla="*/ 727 w 996"/>
              <a:gd name="T69" fmla="*/ 526 h 770"/>
              <a:gd name="T70" fmla="*/ 786 w 996"/>
              <a:gd name="T71" fmla="*/ 535 h 770"/>
              <a:gd name="T72" fmla="*/ 786 w 996"/>
              <a:gd name="T73" fmla="*/ 468 h 7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996" h="770">
                <a:moveTo>
                  <a:pt x="995" y="100"/>
                </a:moveTo>
                <a:cubicBezTo>
                  <a:pt x="995" y="409"/>
                  <a:pt x="995" y="409"/>
                  <a:pt x="995" y="409"/>
                </a:cubicBezTo>
                <a:cubicBezTo>
                  <a:pt x="995" y="409"/>
                  <a:pt x="928" y="426"/>
                  <a:pt x="920" y="426"/>
                </a:cubicBezTo>
                <a:cubicBezTo>
                  <a:pt x="903" y="426"/>
                  <a:pt x="861" y="443"/>
                  <a:pt x="836" y="409"/>
                </a:cubicBezTo>
                <a:cubicBezTo>
                  <a:pt x="786" y="367"/>
                  <a:pt x="619" y="192"/>
                  <a:pt x="619" y="192"/>
                </a:cubicBezTo>
                <a:cubicBezTo>
                  <a:pt x="619" y="192"/>
                  <a:pt x="594" y="167"/>
                  <a:pt x="543" y="192"/>
                </a:cubicBezTo>
                <a:cubicBezTo>
                  <a:pt x="502" y="217"/>
                  <a:pt x="443" y="250"/>
                  <a:pt x="418" y="259"/>
                </a:cubicBezTo>
                <a:cubicBezTo>
                  <a:pt x="410" y="267"/>
                  <a:pt x="393" y="275"/>
                  <a:pt x="384" y="275"/>
                </a:cubicBezTo>
                <a:cubicBezTo>
                  <a:pt x="351" y="275"/>
                  <a:pt x="326" y="242"/>
                  <a:pt x="326" y="209"/>
                </a:cubicBezTo>
                <a:cubicBezTo>
                  <a:pt x="326" y="183"/>
                  <a:pt x="343" y="167"/>
                  <a:pt x="360" y="158"/>
                </a:cubicBezTo>
                <a:cubicBezTo>
                  <a:pt x="426" y="116"/>
                  <a:pt x="552" y="50"/>
                  <a:pt x="602" y="16"/>
                </a:cubicBezTo>
                <a:cubicBezTo>
                  <a:pt x="635" y="0"/>
                  <a:pt x="652" y="0"/>
                  <a:pt x="702" y="33"/>
                </a:cubicBezTo>
                <a:cubicBezTo>
                  <a:pt x="752" y="83"/>
                  <a:pt x="803" y="125"/>
                  <a:pt x="803" y="125"/>
                </a:cubicBezTo>
                <a:cubicBezTo>
                  <a:pt x="803" y="125"/>
                  <a:pt x="819" y="133"/>
                  <a:pt x="836" y="133"/>
                </a:cubicBezTo>
                <a:cubicBezTo>
                  <a:pt x="878" y="125"/>
                  <a:pt x="995" y="100"/>
                  <a:pt x="995" y="100"/>
                </a:cubicBezTo>
                <a:close/>
                <a:moveTo>
                  <a:pt x="334" y="626"/>
                </a:moveTo>
                <a:cubicBezTo>
                  <a:pt x="343" y="610"/>
                  <a:pt x="343" y="585"/>
                  <a:pt x="326" y="568"/>
                </a:cubicBezTo>
                <a:cubicBezTo>
                  <a:pt x="309" y="551"/>
                  <a:pt x="293" y="551"/>
                  <a:pt x="276" y="551"/>
                </a:cubicBezTo>
                <a:cubicBezTo>
                  <a:pt x="276" y="535"/>
                  <a:pt x="276" y="510"/>
                  <a:pt x="259" y="501"/>
                </a:cubicBezTo>
                <a:cubicBezTo>
                  <a:pt x="251" y="484"/>
                  <a:pt x="226" y="476"/>
                  <a:pt x="209" y="484"/>
                </a:cubicBezTo>
                <a:cubicBezTo>
                  <a:pt x="217" y="468"/>
                  <a:pt x="209" y="443"/>
                  <a:pt x="201" y="426"/>
                </a:cubicBezTo>
                <a:cubicBezTo>
                  <a:pt x="176" y="401"/>
                  <a:pt x="134" y="409"/>
                  <a:pt x="109" y="434"/>
                </a:cubicBezTo>
                <a:cubicBezTo>
                  <a:pt x="92" y="451"/>
                  <a:pt x="75" y="501"/>
                  <a:pt x="92" y="526"/>
                </a:cubicBezTo>
                <a:cubicBezTo>
                  <a:pt x="117" y="551"/>
                  <a:pt x="142" y="535"/>
                  <a:pt x="159" y="535"/>
                </a:cubicBezTo>
                <a:cubicBezTo>
                  <a:pt x="159" y="551"/>
                  <a:pt x="142" y="568"/>
                  <a:pt x="159" y="593"/>
                </a:cubicBezTo>
                <a:cubicBezTo>
                  <a:pt x="176" y="618"/>
                  <a:pt x="209" y="602"/>
                  <a:pt x="226" y="602"/>
                </a:cubicBezTo>
                <a:cubicBezTo>
                  <a:pt x="217" y="618"/>
                  <a:pt x="201" y="643"/>
                  <a:pt x="226" y="668"/>
                </a:cubicBezTo>
                <a:cubicBezTo>
                  <a:pt x="242" y="685"/>
                  <a:pt x="276" y="677"/>
                  <a:pt x="293" y="668"/>
                </a:cubicBezTo>
                <a:cubicBezTo>
                  <a:pt x="284" y="693"/>
                  <a:pt x="268" y="710"/>
                  <a:pt x="293" y="744"/>
                </a:cubicBezTo>
                <a:cubicBezTo>
                  <a:pt x="318" y="769"/>
                  <a:pt x="368" y="752"/>
                  <a:pt x="393" y="727"/>
                </a:cubicBezTo>
                <a:cubicBezTo>
                  <a:pt x="418" y="702"/>
                  <a:pt x="418" y="668"/>
                  <a:pt x="393" y="643"/>
                </a:cubicBezTo>
                <a:cubicBezTo>
                  <a:pt x="376" y="626"/>
                  <a:pt x="360" y="626"/>
                  <a:pt x="334" y="626"/>
                </a:cubicBezTo>
                <a:close/>
                <a:moveTo>
                  <a:pt x="786" y="468"/>
                </a:moveTo>
                <a:cubicBezTo>
                  <a:pt x="610" y="284"/>
                  <a:pt x="694" y="367"/>
                  <a:pt x="594" y="267"/>
                </a:cubicBezTo>
                <a:cubicBezTo>
                  <a:pt x="594" y="267"/>
                  <a:pt x="569" y="234"/>
                  <a:pt x="527" y="259"/>
                </a:cubicBezTo>
                <a:cubicBezTo>
                  <a:pt x="502" y="267"/>
                  <a:pt x="468" y="284"/>
                  <a:pt x="443" y="301"/>
                </a:cubicBezTo>
                <a:cubicBezTo>
                  <a:pt x="418" y="309"/>
                  <a:pt x="393" y="317"/>
                  <a:pt x="384" y="317"/>
                </a:cubicBezTo>
                <a:cubicBezTo>
                  <a:pt x="326" y="317"/>
                  <a:pt x="284" y="267"/>
                  <a:pt x="284" y="217"/>
                </a:cubicBezTo>
                <a:cubicBezTo>
                  <a:pt x="284" y="175"/>
                  <a:pt x="301" y="142"/>
                  <a:pt x="334" y="125"/>
                </a:cubicBezTo>
                <a:cubicBezTo>
                  <a:pt x="368" y="100"/>
                  <a:pt x="460" y="50"/>
                  <a:pt x="460" y="50"/>
                </a:cubicBezTo>
                <a:cubicBezTo>
                  <a:pt x="460" y="50"/>
                  <a:pt x="435" y="8"/>
                  <a:pt x="376" y="8"/>
                </a:cubicBezTo>
                <a:cubicBezTo>
                  <a:pt x="309" y="8"/>
                  <a:pt x="184" y="100"/>
                  <a:pt x="184" y="100"/>
                </a:cubicBezTo>
                <a:cubicBezTo>
                  <a:pt x="184" y="100"/>
                  <a:pt x="150" y="116"/>
                  <a:pt x="100" y="100"/>
                </a:cubicBezTo>
                <a:cubicBezTo>
                  <a:pt x="0" y="66"/>
                  <a:pt x="0" y="66"/>
                  <a:pt x="0" y="66"/>
                </a:cubicBezTo>
                <a:cubicBezTo>
                  <a:pt x="0" y="426"/>
                  <a:pt x="0" y="426"/>
                  <a:pt x="0" y="426"/>
                </a:cubicBezTo>
                <a:cubicBezTo>
                  <a:pt x="0" y="426"/>
                  <a:pt x="25" y="434"/>
                  <a:pt x="50" y="443"/>
                </a:cubicBezTo>
                <a:cubicBezTo>
                  <a:pt x="59" y="426"/>
                  <a:pt x="67" y="409"/>
                  <a:pt x="83" y="392"/>
                </a:cubicBezTo>
                <a:cubicBezTo>
                  <a:pt x="125" y="351"/>
                  <a:pt x="192" y="351"/>
                  <a:pt x="234" y="392"/>
                </a:cubicBezTo>
                <a:cubicBezTo>
                  <a:pt x="242" y="409"/>
                  <a:pt x="251" y="417"/>
                  <a:pt x="251" y="434"/>
                </a:cubicBezTo>
                <a:cubicBezTo>
                  <a:pt x="268" y="443"/>
                  <a:pt x="284" y="451"/>
                  <a:pt x="293" y="468"/>
                </a:cubicBezTo>
                <a:cubicBezTo>
                  <a:pt x="309" y="476"/>
                  <a:pt x="318" y="493"/>
                  <a:pt x="318" y="510"/>
                </a:cubicBezTo>
                <a:cubicBezTo>
                  <a:pt x="334" y="510"/>
                  <a:pt x="351" y="518"/>
                  <a:pt x="360" y="535"/>
                </a:cubicBezTo>
                <a:cubicBezTo>
                  <a:pt x="376" y="551"/>
                  <a:pt x="384" y="568"/>
                  <a:pt x="384" y="585"/>
                </a:cubicBezTo>
                <a:cubicBezTo>
                  <a:pt x="401" y="585"/>
                  <a:pt x="418" y="593"/>
                  <a:pt x="426" y="610"/>
                </a:cubicBezTo>
                <a:cubicBezTo>
                  <a:pt x="451" y="635"/>
                  <a:pt x="460" y="668"/>
                  <a:pt x="451" y="702"/>
                </a:cubicBezTo>
                <a:cubicBezTo>
                  <a:pt x="460" y="702"/>
                  <a:pt x="468" y="718"/>
                  <a:pt x="477" y="727"/>
                </a:cubicBezTo>
                <a:cubicBezTo>
                  <a:pt x="493" y="744"/>
                  <a:pt x="527" y="744"/>
                  <a:pt x="543" y="727"/>
                </a:cubicBezTo>
                <a:cubicBezTo>
                  <a:pt x="560" y="710"/>
                  <a:pt x="560" y="677"/>
                  <a:pt x="543" y="660"/>
                </a:cubicBezTo>
                <a:lnTo>
                  <a:pt x="535" y="660"/>
                </a:lnTo>
                <a:cubicBezTo>
                  <a:pt x="485" y="602"/>
                  <a:pt x="477" y="593"/>
                  <a:pt x="485" y="585"/>
                </a:cubicBezTo>
                <a:cubicBezTo>
                  <a:pt x="493" y="585"/>
                  <a:pt x="502" y="593"/>
                  <a:pt x="560" y="660"/>
                </a:cubicBezTo>
                <a:cubicBezTo>
                  <a:pt x="569" y="668"/>
                  <a:pt x="569" y="668"/>
                  <a:pt x="569" y="668"/>
                </a:cubicBezTo>
                <a:cubicBezTo>
                  <a:pt x="585" y="685"/>
                  <a:pt x="610" y="685"/>
                  <a:pt x="627" y="668"/>
                </a:cubicBezTo>
                <a:cubicBezTo>
                  <a:pt x="644" y="652"/>
                  <a:pt x="644" y="618"/>
                  <a:pt x="627" y="602"/>
                </a:cubicBezTo>
                <a:cubicBezTo>
                  <a:pt x="569" y="535"/>
                  <a:pt x="560" y="526"/>
                  <a:pt x="560" y="518"/>
                </a:cubicBezTo>
                <a:cubicBezTo>
                  <a:pt x="569" y="518"/>
                  <a:pt x="594" y="551"/>
                  <a:pt x="652" y="610"/>
                </a:cubicBezTo>
                <a:cubicBezTo>
                  <a:pt x="669" y="626"/>
                  <a:pt x="702" y="626"/>
                  <a:pt x="719" y="610"/>
                </a:cubicBezTo>
                <a:cubicBezTo>
                  <a:pt x="727" y="593"/>
                  <a:pt x="736" y="568"/>
                  <a:pt x="719" y="543"/>
                </a:cubicBezTo>
                <a:cubicBezTo>
                  <a:pt x="644" y="468"/>
                  <a:pt x="644" y="468"/>
                  <a:pt x="652" y="459"/>
                </a:cubicBezTo>
                <a:lnTo>
                  <a:pt x="727" y="526"/>
                </a:lnTo>
                <a:cubicBezTo>
                  <a:pt x="727" y="535"/>
                  <a:pt x="727" y="535"/>
                  <a:pt x="727" y="535"/>
                </a:cubicBezTo>
                <a:cubicBezTo>
                  <a:pt x="744" y="551"/>
                  <a:pt x="769" y="551"/>
                  <a:pt x="786" y="535"/>
                </a:cubicBezTo>
                <a:cubicBezTo>
                  <a:pt x="803" y="510"/>
                  <a:pt x="803" y="484"/>
                  <a:pt x="786" y="468"/>
                </a:cubicBezTo>
                <a:close/>
                <a:moveTo>
                  <a:pt x="786" y="468"/>
                </a:moveTo>
                <a:lnTo>
                  <a:pt x="786" y="468"/>
                </a:lnTo>
                <a:close/>
              </a:path>
            </a:pathLst>
          </a:custGeom>
          <a:solidFill>
            <a:sysClr val="window" lastClr="FFFFFF"/>
          </a:solidFill>
          <a:ln>
            <a:noFill/>
          </a:ln>
          <a:effectLst/>
        </p:spPr>
        <p:txBody>
          <a:bodyPr anchor="ctr"/>
          <a:lstStyle/>
          <a:p>
            <a:pPr algn="ctr">
              <a:lnSpc>
                <a:spcPct val="130000"/>
              </a:lnSpc>
            </a:pPr>
            <a:endParaRPr sz="1350">
              <a:latin typeface="微软雅黑" panose="020B0503020204020204" pitchFamily="34" charset="-122"/>
              <a:ea typeface="微软雅黑" panose="020B0503020204020204" pitchFamily="34" charset="-122"/>
            </a:endParaRPr>
          </a:p>
        </p:txBody>
      </p:sp>
      <p:sp>
        <p:nvSpPr>
          <p:cNvPr id="10" name="椭圆 9"/>
          <p:cNvSpPr/>
          <p:nvPr>
            <p:custDataLst>
              <p:tags r:id="rId41"/>
            </p:custDataLst>
          </p:nvPr>
        </p:nvSpPr>
        <p:spPr>
          <a:xfrm rot="18199285">
            <a:off x="1861661" y="3824288"/>
            <a:ext cx="750570" cy="750570"/>
          </a:xfrm>
          <a:prstGeom prst="ellipse">
            <a:avLst/>
          </a:prstGeom>
          <a:solidFill>
            <a:srgbClr val="AE64B8"/>
          </a:solidFill>
          <a:ln w="12700" cap="flat">
            <a:noFill/>
            <a:miter lim="400000"/>
          </a:ln>
          <a:effectLst/>
        </p:spPr>
        <p:txBody>
          <a:bodyPr anchor="ctr"/>
          <a:lstStyle/>
          <a:p>
            <a:pPr algn="ctr">
              <a:lnSpc>
                <a:spcPct val="130000"/>
              </a:lnSpc>
            </a:pPr>
            <a:endParaRPr sz="1350">
              <a:solidFill>
                <a:srgbClr val="000000"/>
              </a:solidFill>
              <a:latin typeface="微软雅黑" panose="020B0503020204020204" pitchFamily="34" charset="-122"/>
              <a:ea typeface="微软雅黑" panose="020B0503020204020204" pitchFamily="34" charset="-122"/>
            </a:endParaRPr>
          </a:p>
        </p:txBody>
      </p:sp>
      <p:sp>
        <p:nvSpPr>
          <p:cNvPr id="11" name="任意多边形 10"/>
          <p:cNvSpPr/>
          <p:nvPr>
            <p:custDataLst>
              <p:tags r:id="rId42"/>
            </p:custDataLst>
          </p:nvPr>
        </p:nvSpPr>
        <p:spPr>
          <a:xfrm>
            <a:off x="2049304" y="4023836"/>
            <a:ext cx="375285" cy="351949"/>
          </a:xfrm>
          <a:custGeom>
            <a:avLst/>
            <a:gdLst/>
            <a:ahLst/>
            <a:cxnLst>
              <a:cxn ang="0">
                <a:pos x="wd2" y="hd2"/>
              </a:cxn>
              <a:cxn ang="5400000">
                <a:pos x="wd2" y="hd2"/>
              </a:cxn>
              <a:cxn ang="10800000">
                <a:pos x="wd2" y="hd2"/>
              </a:cxn>
              <a:cxn ang="16200000">
                <a:pos x="wd2" y="hd2"/>
              </a:cxn>
            </a:cxnLst>
            <a:rect l="0" t="0" r="r" b="b"/>
            <a:pathLst>
              <a:path w="20993" h="21440" extrusionOk="0">
                <a:moveTo>
                  <a:pt x="20097" y="14373"/>
                </a:moveTo>
                <a:lnTo>
                  <a:pt x="15990" y="12571"/>
                </a:lnTo>
                <a:lnTo>
                  <a:pt x="16463" y="14008"/>
                </a:lnTo>
                <a:cubicBezTo>
                  <a:pt x="16439" y="15532"/>
                  <a:pt x="13726" y="16745"/>
                  <a:pt x="10496" y="16745"/>
                </a:cubicBezTo>
                <a:cubicBezTo>
                  <a:pt x="7268" y="16745"/>
                  <a:pt x="4553" y="15532"/>
                  <a:pt x="4529" y="14008"/>
                </a:cubicBezTo>
                <a:lnTo>
                  <a:pt x="5002" y="12571"/>
                </a:lnTo>
                <a:lnTo>
                  <a:pt x="895" y="14373"/>
                </a:lnTo>
                <a:cubicBezTo>
                  <a:pt x="-255" y="14878"/>
                  <a:pt x="-304" y="15814"/>
                  <a:pt x="789" y="16451"/>
                </a:cubicBezTo>
                <a:lnTo>
                  <a:pt x="8511" y="20962"/>
                </a:lnTo>
                <a:cubicBezTo>
                  <a:pt x="9602" y="21600"/>
                  <a:pt x="11390" y="21600"/>
                  <a:pt x="12481" y="20962"/>
                </a:cubicBezTo>
                <a:lnTo>
                  <a:pt x="20205" y="16451"/>
                </a:lnTo>
                <a:cubicBezTo>
                  <a:pt x="21296" y="15814"/>
                  <a:pt x="21247" y="14878"/>
                  <a:pt x="20097" y="14373"/>
                </a:cubicBezTo>
                <a:close/>
                <a:moveTo>
                  <a:pt x="10496" y="5209"/>
                </a:moveTo>
                <a:cubicBezTo>
                  <a:pt x="11724" y="5209"/>
                  <a:pt x="12866" y="4796"/>
                  <a:pt x="13199" y="4152"/>
                </a:cubicBezTo>
                <a:cubicBezTo>
                  <a:pt x="12739" y="2744"/>
                  <a:pt x="12343" y="1535"/>
                  <a:pt x="12094" y="773"/>
                </a:cubicBezTo>
                <a:cubicBezTo>
                  <a:pt x="11927" y="264"/>
                  <a:pt x="11175" y="0"/>
                  <a:pt x="10496" y="0"/>
                </a:cubicBezTo>
                <a:cubicBezTo>
                  <a:pt x="9817" y="0"/>
                  <a:pt x="9065" y="264"/>
                  <a:pt x="8898" y="773"/>
                </a:cubicBezTo>
                <a:cubicBezTo>
                  <a:pt x="8649" y="1535"/>
                  <a:pt x="8253" y="2744"/>
                  <a:pt x="7792" y="4152"/>
                </a:cubicBezTo>
                <a:cubicBezTo>
                  <a:pt x="8126" y="4796"/>
                  <a:pt x="9268" y="5209"/>
                  <a:pt x="10496" y="5209"/>
                </a:cubicBezTo>
                <a:close/>
                <a:moveTo>
                  <a:pt x="10496" y="13197"/>
                </a:moveTo>
                <a:cubicBezTo>
                  <a:pt x="13109" y="13197"/>
                  <a:pt x="15296" y="12229"/>
                  <a:pt x="15429" y="10966"/>
                </a:cubicBezTo>
                <a:cubicBezTo>
                  <a:pt x="15041" y="9779"/>
                  <a:pt x="14617" y="8484"/>
                  <a:pt x="14201" y="7211"/>
                </a:cubicBezTo>
                <a:cubicBezTo>
                  <a:pt x="13911" y="8118"/>
                  <a:pt x="12316" y="8759"/>
                  <a:pt x="10496" y="8759"/>
                </a:cubicBezTo>
                <a:cubicBezTo>
                  <a:pt x="8678" y="8759"/>
                  <a:pt x="7081" y="8118"/>
                  <a:pt x="6791" y="7211"/>
                </a:cubicBezTo>
                <a:cubicBezTo>
                  <a:pt x="6375" y="8484"/>
                  <a:pt x="5951" y="9779"/>
                  <a:pt x="5563" y="10966"/>
                </a:cubicBezTo>
                <a:cubicBezTo>
                  <a:pt x="5696" y="12229"/>
                  <a:pt x="7883" y="13197"/>
                  <a:pt x="10496" y="13197"/>
                </a:cubicBezTo>
                <a:close/>
              </a:path>
            </a:pathLst>
          </a:custGeom>
          <a:solidFill>
            <a:sysClr val="window" lastClr="FFFFFF"/>
          </a:solidFill>
          <a:ln w="12700" cap="flat">
            <a:noFill/>
            <a:miter lim="400000"/>
          </a:ln>
          <a:effectLst/>
        </p:spPr>
        <p:txBody>
          <a:bodyPr anchor="ctr"/>
          <a:lstStyle/>
          <a:p>
            <a:pPr algn="ctr">
              <a:lnSpc>
                <a:spcPct val="130000"/>
              </a:lnSpc>
            </a:pPr>
            <a:endParaRPr sz="1350">
              <a:latin typeface="微软雅黑" panose="020B0503020204020204" pitchFamily="34" charset="-122"/>
              <a:ea typeface="微软雅黑" panose="020B0503020204020204" pitchFamily="34" charset="-122"/>
            </a:endParaRPr>
          </a:p>
        </p:txBody>
      </p:sp>
      <p:sp>
        <p:nvSpPr>
          <p:cNvPr id="82" name="任意多边形 81"/>
          <p:cNvSpPr/>
          <p:nvPr>
            <p:custDataLst>
              <p:tags r:id="rId43"/>
            </p:custDataLst>
          </p:nvPr>
        </p:nvSpPr>
        <p:spPr>
          <a:xfrm>
            <a:off x="4399356" y="1869931"/>
            <a:ext cx="299411" cy="299411"/>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6969C7"/>
          </a:solidFill>
          <a:ln w="12700" cap="flat">
            <a:noFill/>
            <a:miter lim="400000"/>
          </a:ln>
          <a:effectLst/>
        </p:spPr>
        <p:txBody>
          <a:bodyPr anchor="ctr"/>
          <a:lstStyle/>
          <a:p>
            <a:pPr algn="ctr">
              <a:lnSpc>
                <a:spcPct val="130000"/>
              </a:lnSpc>
            </a:pPr>
            <a:endParaRPr sz="1350">
              <a:latin typeface="微软雅黑" panose="020B0503020204020204" pitchFamily="34" charset="-122"/>
              <a:ea typeface="微软雅黑" panose="020B0503020204020204" pitchFamily="34" charset="-122"/>
            </a:endParaRPr>
          </a:p>
        </p:txBody>
      </p:sp>
      <p:sp>
        <p:nvSpPr>
          <p:cNvPr id="83" name="任意多边形 82"/>
          <p:cNvSpPr/>
          <p:nvPr>
            <p:custDataLst>
              <p:tags r:id="rId44"/>
            </p:custDataLst>
          </p:nvPr>
        </p:nvSpPr>
        <p:spPr>
          <a:xfrm>
            <a:off x="4490840" y="2187167"/>
            <a:ext cx="116443" cy="122138"/>
          </a:xfrm>
          <a:custGeom>
            <a:avLst/>
            <a:gdLst/>
            <a:ahLst/>
            <a:cxnLst>
              <a:cxn ang="0">
                <a:pos x="wd2" y="hd2"/>
              </a:cxn>
              <a:cxn ang="5400000">
                <a:pos x="wd2" y="hd2"/>
              </a:cxn>
              <a:cxn ang="10800000">
                <a:pos x="wd2" y="hd2"/>
              </a:cxn>
              <a:cxn ang="16200000">
                <a:pos x="wd2" y="hd2"/>
              </a:cxn>
            </a:cxnLst>
            <a:rect l="0" t="0" r="r" b="b"/>
            <a:pathLst>
              <a:path w="21004" h="21302" extrusionOk="0">
                <a:moveTo>
                  <a:pt x="7816" y="21302"/>
                </a:moveTo>
                <a:cubicBezTo>
                  <a:pt x="7132" y="21302"/>
                  <a:pt x="6483" y="20993"/>
                  <a:pt x="6068" y="20461"/>
                </a:cubicBezTo>
                <a:lnTo>
                  <a:pt x="445" y="13277"/>
                </a:lnTo>
                <a:cubicBezTo>
                  <a:pt x="-287" y="12344"/>
                  <a:pt x="-97" y="11016"/>
                  <a:pt x="870" y="10308"/>
                </a:cubicBezTo>
                <a:cubicBezTo>
                  <a:pt x="1838" y="9597"/>
                  <a:pt x="3211" y="9785"/>
                  <a:pt x="3943" y="10719"/>
                </a:cubicBezTo>
                <a:lnTo>
                  <a:pt x="7643" y="15442"/>
                </a:lnTo>
                <a:lnTo>
                  <a:pt x="16946" y="999"/>
                </a:lnTo>
                <a:cubicBezTo>
                  <a:pt x="17586" y="6"/>
                  <a:pt x="18940" y="-298"/>
                  <a:pt x="19969" y="321"/>
                </a:cubicBezTo>
                <a:cubicBezTo>
                  <a:pt x="20997" y="939"/>
                  <a:pt x="21313" y="2248"/>
                  <a:pt x="20671" y="3243"/>
                </a:cubicBezTo>
                <a:lnTo>
                  <a:pt x="9680" y="20301"/>
                </a:lnTo>
                <a:cubicBezTo>
                  <a:pt x="9299" y="20896"/>
                  <a:pt x="8639" y="21267"/>
                  <a:pt x="7917" y="21299"/>
                </a:cubicBezTo>
                <a:cubicBezTo>
                  <a:pt x="7882" y="21302"/>
                  <a:pt x="7851" y="21302"/>
                  <a:pt x="7816" y="21302"/>
                </a:cubicBezTo>
                <a:close/>
              </a:path>
            </a:pathLst>
          </a:custGeom>
          <a:solidFill>
            <a:srgbClr val="FFFFFF"/>
          </a:solidFill>
          <a:ln w="12700" cap="flat">
            <a:noFill/>
            <a:miter lim="400000"/>
          </a:ln>
          <a:effectLst/>
        </p:spPr>
        <p:txBody>
          <a:bodyPr anchor="ctr"/>
          <a:lstStyle/>
          <a:p>
            <a:pPr algn="ctr">
              <a:lnSpc>
                <a:spcPct val="130000"/>
              </a:lnSpc>
            </a:pPr>
            <a:endParaRPr sz="1350">
              <a:latin typeface="微软雅黑" panose="020B0503020204020204" pitchFamily="34" charset="-122"/>
              <a:ea typeface="微软雅黑" panose="020B0503020204020204" pitchFamily="34" charset="-122"/>
            </a:endParaRPr>
          </a:p>
        </p:txBody>
      </p:sp>
      <p:sp>
        <p:nvSpPr>
          <p:cNvPr id="80" name="矩形 79"/>
          <p:cNvSpPr/>
          <p:nvPr>
            <p:custDataLst>
              <p:tags r:id="rId45"/>
            </p:custDataLst>
          </p:nvPr>
        </p:nvSpPr>
        <p:spPr>
          <a:xfrm>
            <a:off x="4755916" y="1716740"/>
            <a:ext cx="3558765" cy="277507"/>
          </a:xfrm>
          <a:prstGeom prst="rect">
            <a:avLst/>
          </a:prstGeom>
        </p:spPr>
        <p:txBody>
          <a:bodyPr wrap="square" lIns="67500" tIns="35100" rIns="67500" bIns="0" anchor="b" anchorCtr="0">
            <a:normAutofit lnSpcReduction="10000"/>
          </a:bodyPr>
          <a:lstStyle/>
          <a:p>
            <a:pPr>
              <a:lnSpc>
                <a:spcPct val="120000"/>
              </a:lnSpc>
            </a:pPr>
            <a:r>
              <a:rPr lang="zh-CN" altLang="en-US" sz="1350" b="1" spc="300">
                <a:solidFill>
                  <a:srgbClr val="6969C7"/>
                </a:solidFill>
                <a:latin typeface="微软雅黑" panose="020B0503020204020204" pitchFamily="34" charset="-122"/>
                <a:ea typeface="微软雅黑" panose="020B0503020204020204" pitchFamily="34" charset="-122"/>
                <a:cs typeface="+mn-ea"/>
              </a:rPr>
              <a:t>类别域名：</a:t>
            </a:r>
            <a:endParaRPr lang="zh-CN" altLang="en-US" sz="1350" b="1" spc="300">
              <a:solidFill>
                <a:srgbClr val="6969C7"/>
              </a:solidFill>
              <a:latin typeface="微软雅黑" panose="020B0503020204020204" pitchFamily="34" charset="-122"/>
              <a:ea typeface="微软雅黑" panose="020B0503020204020204" pitchFamily="34" charset="-122"/>
              <a:cs typeface="+mn-ea"/>
            </a:endParaRPr>
          </a:p>
        </p:txBody>
      </p:sp>
      <p:sp>
        <p:nvSpPr>
          <p:cNvPr id="81" name="矩形 80"/>
          <p:cNvSpPr/>
          <p:nvPr>
            <p:custDataLst>
              <p:tags r:id="rId46"/>
            </p:custDataLst>
          </p:nvPr>
        </p:nvSpPr>
        <p:spPr>
          <a:xfrm>
            <a:off x="4755916" y="2008535"/>
            <a:ext cx="3558765" cy="773430"/>
          </a:xfrm>
          <a:prstGeom prst="rect">
            <a:avLst/>
          </a:prstGeom>
        </p:spPr>
        <p:txBody>
          <a:bodyPr wrap="square" lIns="67500" tIns="0" rIns="67500" bIns="35100" anchor="t">
            <a:spAutoFit/>
          </a:bodyPr>
          <a:lstStyle/>
          <a:p>
            <a:pPr>
              <a:lnSpc>
                <a:spcPct val="120000"/>
              </a:lnSpc>
            </a:pPr>
            <a:r>
              <a:rPr lang="zh-CN" altLang="en-US" sz="1000" kern="0">
                <a:solidFill>
                  <a:srgbClr val="000000"/>
                </a:solidFill>
                <a:uFillTx/>
                <a:latin typeface="微软雅黑" panose="020B0503020204020204" pitchFamily="34" charset="-122"/>
                <a:ea typeface="微软雅黑" panose="020B0503020204020204" pitchFamily="34" charset="-122"/>
              </a:rPr>
              <a:t>按照申请机构的性质命名。例如，ac 为科研机构、com 为工商金融等专业、edu 为教育机构、gov 为政府部门、net 为网络单位、org 为各类非营利组织。如，清华大学的域名为tsinghua.edu.cn。</a:t>
            </a:r>
            <a:endParaRPr lang="zh-CN" altLang="en-US" sz="1000" kern="0">
              <a:solidFill>
                <a:srgbClr val="000000"/>
              </a:solidFill>
              <a:uFillTx/>
              <a:latin typeface="微软雅黑" panose="020B0503020204020204" pitchFamily="34" charset="-122"/>
              <a:ea typeface="微软雅黑" panose="020B0503020204020204" pitchFamily="34" charset="-122"/>
            </a:endParaRPr>
          </a:p>
        </p:txBody>
      </p:sp>
      <p:sp>
        <p:nvSpPr>
          <p:cNvPr id="76" name="任意多边形 75"/>
          <p:cNvSpPr/>
          <p:nvPr>
            <p:custDataLst>
              <p:tags r:id="rId47"/>
            </p:custDataLst>
          </p:nvPr>
        </p:nvSpPr>
        <p:spPr>
          <a:xfrm>
            <a:off x="4399356" y="3024632"/>
            <a:ext cx="299411" cy="299411"/>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AE64B8"/>
          </a:solidFill>
          <a:ln w="12700" cap="flat">
            <a:noFill/>
            <a:miter lim="400000"/>
          </a:ln>
          <a:effectLst/>
        </p:spPr>
        <p:txBody>
          <a:bodyPr anchor="ctr"/>
          <a:lstStyle/>
          <a:p>
            <a:pPr algn="ctr">
              <a:lnSpc>
                <a:spcPct val="130000"/>
              </a:lnSpc>
            </a:pPr>
            <a:endParaRPr sz="1350">
              <a:latin typeface="微软雅黑" panose="020B0503020204020204" pitchFamily="34" charset="-122"/>
              <a:ea typeface="微软雅黑" panose="020B0503020204020204" pitchFamily="34" charset="-122"/>
            </a:endParaRPr>
          </a:p>
        </p:txBody>
      </p:sp>
      <p:sp>
        <p:nvSpPr>
          <p:cNvPr id="77" name="任意多边形 76"/>
          <p:cNvSpPr/>
          <p:nvPr>
            <p:custDataLst>
              <p:tags r:id="rId48"/>
            </p:custDataLst>
          </p:nvPr>
        </p:nvSpPr>
        <p:spPr>
          <a:xfrm>
            <a:off x="4490840" y="3113267"/>
            <a:ext cx="116443" cy="122138"/>
          </a:xfrm>
          <a:custGeom>
            <a:avLst/>
            <a:gdLst/>
            <a:ahLst/>
            <a:cxnLst>
              <a:cxn ang="0">
                <a:pos x="wd2" y="hd2"/>
              </a:cxn>
              <a:cxn ang="5400000">
                <a:pos x="wd2" y="hd2"/>
              </a:cxn>
              <a:cxn ang="10800000">
                <a:pos x="wd2" y="hd2"/>
              </a:cxn>
              <a:cxn ang="16200000">
                <a:pos x="wd2" y="hd2"/>
              </a:cxn>
            </a:cxnLst>
            <a:rect l="0" t="0" r="r" b="b"/>
            <a:pathLst>
              <a:path w="21004" h="21302" extrusionOk="0">
                <a:moveTo>
                  <a:pt x="7816" y="21302"/>
                </a:moveTo>
                <a:cubicBezTo>
                  <a:pt x="7132" y="21302"/>
                  <a:pt x="6483" y="20993"/>
                  <a:pt x="6068" y="20461"/>
                </a:cubicBezTo>
                <a:lnTo>
                  <a:pt x="445" y="13277"/>
                </a:lnTo>
                <a:cubicBezTo>
                  <a:pt x="-287" y="12344"/>
                  <a:pt x="-97" y="11016"/>
                  <a:pt x="870" y="10308"/>
                </a:cubicBezTo>
                <a:cubicBezTo>
                  <a:pt x="1838" y="9597"/>
                  <a:pt x="3211" y="9785"/>
                  <a:pt x="3943" y="10719"/>
                </a:cubicBezTo>
                <a:lnTo>
                  <a:pt x="7643" y="15442"/>
                </a:lnTo>
                <a:lnTo>
                  <a:pt x="16946" y="999"/>
                </a:lnTo>
                <a:cubicBezTo>
                  <a:pt x="17586" y="6"/>
                  <a:pt x="18940" y="-298"/>
                  <a:pt x="19969" y="321"/>
                </a:cubicBezTo>
                <a:cubicBezTo>
                  <a:pt x="20997" y="939"/>
                  <a:pt x="21313" y="2248"/>
                  <a:pt x="20671" y="3243"/>
                </a:cubicBezTo>
                <a:lnTo>
                  <a:pt x="9680" y="20301"/>
                </a:lnTo>
                <a:cubicBezTo>
                  <a:pt x="9299" y="20896"/>
                  <a:pt x="8639" y="21267"/>
                  <a:pt x="7917" y="21299"/>
                </a:cubicBezTo>
                <a:cubicBezTo>
                  <a:pt x="7882" y="21302"/>
                  <a:pt x="7851" y="21302"/>
                  <a:pt x="7816" y="21302"/>
                </a:cubicBezTo>
                <a:close/>
              </a:path>
            </a:pathLst>
          </a:custGeom>
          <a:solidFill>
            <a:srgbClr val="FFFFFF"/>
          </a:solidFill>
          <a:ln w="12700" cap="flat">
            <a:noFill/>
            <a:miter lim="400000"/>
          </a:ln>
          <a:effectLst/>
        </p:spPr>
        <p:txBody>
          <a:bodyPr anchor="ctr"/>
          <a:lstStyle/>
          <a:p>
            <a:pPr algn="ctr">
              <a:lnSpc>
                <a:spcPct val="130000"/>
              </a:lnSpc>
            </a:pPr>
            <a:endParaRPr sz="1350">
              <a:latin typeface="微软雅黑" panose="020B0503020204020204" pitchFamily="34" charset="-122"/>
              <a:ea typeface="微软雅黑" panose="020B0503020204020204" pitchFamily="34" charset="-122"/>
            </a:endParaRPr>
          </a:p>
        </p:txBody>
      </p:sp>
      <p:sp>
        <p:nvSpPr>
          <p:cNvPr id="74" name="矩形 73"/>
          <p:cNvSpPr/>
          <p:nvPr>
            <p:custDataLst>
              <p:tags r:id="rId49"/>
            </p:custDataLst>
          </p:nvPr>
        </p:nvSpPr>
        <p:spPr>
          <a:xfrm>
            <a:off x="4764187" y="2835556"/>
            <a:ext cx="3558765" cy="277507"/>
          </a:xfrm>
          <a:prstGeom prst="rect">
            <a:avLst/>
          </a:prstGeom>
        </p:spPr>
        <p:txBody>
          <a:bodyPr wrap="square" lIns="67500" tIns="35100" rIns="67500" bIns="0" anchor="b" anchorCtr="0">
            <a:normAutofit lnSpcReduction="10000"/>
          </a:bodyPr>
          <a:lstStyle/>
          <a:p>
            <a:pPr>
              <a:lnSpc>
                <a:spcPct val="120000"/>
              </a:lnSpc>
            </a:pPr>
            <a:r>
              <a:rPr lang="zh-CN" altLang="en-US" sz="1350" b="1" spc="300">
                <a:solidFill>
                  <a:srgbClr val="AE64B8"/>
                </a:solidFill>
                <a:latin typeface="微软雅黑" panose="020B0503020204020204" pitchFamily="34" charset="-122"/>
                <a:ea typeface="微软雅黑" panose="020B0503020204020204" pitchFamily="34" charset="-122"/>
                <a:cs typeface="+mn-ea"/>
              </a:rPr>
              <a:t>行政域名：</a:t>
            </a:r>
            <a:endParaRPr lang="zh-CN" altLang="en-US" sz="1350" b="1" spc="300">
              <a:solidFill>
                <a:srgbClr val="AE64B8"/>
              </a:solidFill>
              <a:latin typeface="微软雅黑" panose="020B0503020204020204" pitchFamily="34" charset="-122"/>
              <a:ea typeface="微软雅黑" panose="020B0503020204020204" pitchFamily="34" charset="-122"/>
              <a:cs typeface="+mn-ea"/>
            </a:endParaRPr>
          </a:p>
        </p:txBody>
      </p:sp>
      <p:sp>
        <p:nvSpPr>
          <p:cNvPr id="75" name="矩形 74"/>
          <p:cNvSpPr/>
          <p:nvPr>
            <p:custDataLst>
              <p:tags r:id="rId50"/>
            </p:custDataLst>
          </p:nvPr>
        </p:nvSpPr>
        <p:spPr>
          <a:xfrm>
            <a:off x="4764187" y="3127351"/>
            <a:ext cx="3558765" cy="588645"/>
          </a:xfrm>
          <a:prstGeom prst="rect">
            <a:avLst/>
          </a:prstGeom>
        </p:spPr>
        <p:txBody>
          <a:bodyPr wrap="square" lIns="67500" tIns="0" rIns="67500" bIns="35100" anchor="t">
            <a:spAutoFit/>
          </a:bodyPr>
          <a:lstStyle/>
          <a:p>
            <a:pPr>
              <a:lnSpc>
                <a:spcPct val="120000"/>
              </a:lnSpc>
            </a:pPr>
            <a:r>
              <a:rPr lang="zh-CN" altLang="en-US" sz="1000" kern="0">
                <a:solidFill>
                  <a:srgbClr val="000000"/>
                </a:solidFill>
                <a:uFillTx/>
                <a:latin typeface="微软雅黑" panose="020B0503020204020204" pitchFamily="34" charset="-122"/>
                <a:ea typeface="微软雅黑" panose="020B0503020204020204" pitchFamily="34" charset="-122"/>
              </a:rPr>
              <a:t>按照我国的行政区划分，适用于我国各省、自治区、直辖市。例如，bj 北京市、sh 上海市、ha 河南省、hb 湖北省。如，河南开封信息港的域名为kfinfo.ha.cn。</a:t>
            </a:r>
            <a:endParaRPr lang="zh-CN" altLang="en-US" sz="1000" kern="0">
              <a:solidFill>
                <a:srgbClr val="000000"/>
              </a:solidFill>
              <a:uFillTx/>
              <a:latin typeface="微软雅黑" panose="020B0503020204020204" pitchFamily="34" charset="-122"/>
              <a:ea typeface="微软雅黑" panose="020B0503020204020204" pitchFamily="34" charset="-122"/>
            </a:endParaRPr>
          </a:p>
        </p:txBody>
      </p:sp>
    </p:spTree>
    <p:custDataLst>
      <p:tags r:id="rId51"/>
    </p:custData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8" name="矩形 7"/>
          <p:cNvSpPr/>
          <p:nvPr>
            <p:custDataLst>
              <p:tags r:id="rId1"/>
            </p:custDataLst>
          </p:nvPr>
        </p:nvSpPr>
        <p:spPr>
          <a:xfrm>
            <a:off x="-1" y="0"/>
            <a:ext cx="9144001" cy="5143500"/>
          </a:xfrm>
          <a:prstGeom prst="rect">
            <a:avLst/>
          </a:prstGeom>
          <a:solidFill>
            <a:srgbClr val="6969C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solidFill>
                <a:srgbClr val="FFFFFF"/>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6" name="对话气泡: 矩形 5"/>
          <p:cNvSpPr/>
          <p:nvPr>
            <p:custDataLst>
              <p:tags r:id="rId2"/>
            </p:custDataLst>
          </p:nvPr>
        </p:nvSpPr>
        <p:spPr>
          <a:xfrm>
            <a:off x="4850839" y="859677"/>
            <a:ext cx="3364719" cy="3319200"/>
          </a:xfrm>
          <a:prstGeom prst="wedgeRectCallout">
            <a:avLst>
              <a:gd name="adj1" fmla="val -33357"/>
              <a:gd name="adj2" fmla="val 56283"/>
            </a:avLst>
          </a:prstGeom>
          <a:solidFill>
            <a:srgbClr val="FFFFFF"/>
          </a:solidFill>
          <a:ln w="63500" cap="rnd">
            <a:solidFill>
              <a:srgbClr val="9D4DA7"/>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rgbClr val="FFFFFF"/>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10" name="任意多边形: 形状 9"/>
          <p:cNvSpPr/>
          <p:nvPr>
            <p:custDataLst>
              <p:tags r:id="rId3"/>
            </p:custDataLst>
          </p:nvPr>
        </p:nvSpPr>
        <p:spPr>
          <a:xfrm rot="10800000">
            <a:off x="3978275" y="709295"/>
            <a:ext cx="255270" cy="311785"/>
          </a:xfrm>
          <a:custGeom>
            <a:avLst/>
            <a:gdLst>
              <a:gd name="connsiteX0" fmla="*/ 174788 w 340237"/>
              <a:gd name="connsiteY0" fmla="*/ 0 h 415819"/>
              <a:gd name="connsiteX1" fmla="*/ 340237 w 340237"/>
              <a:gd name="connsiteY1" fmla="*/ 0 h 415819"/>
              <a:gd name="connsiteX2" fmla="*/ 241322 w 340237"/>
              <a:gd name="connsiteY2" fmla="*/ 415819 h 415819"/>
              <a:gd name="connsiteX3" fmla="*/ 0 w 340237"/>
              <a:gd name="connsiteY3" fmla="*/ 415819 h 415819"/>
            </a:gdLst>
            <a:ahLst/>
            <a:cxnLst>
              <a:cxn ang="0">
                <a:pos x="connsiteX0" y="connsiteY0"/>
              </a:cxn>
              <a:cxn ang="0">
                <a:pos x="connsiteX1" y="connsiteY1"/>
              </a:cxn>
              <a:cxn ang="0">
                <a:pos x="connsiteX2" y="connsiteY2"/>
              </a:cxn>
              <a:cxn ang="0">
                <a:pos x="connsiteX3" y="connsiteY3"/>
              </a:cxn>
            </a:cxnLst>
            <a:rect l="l" t="t" r="r" b="b"/>
            <a:pathLst>
              <a:path w="340237" h="415819">
                <a:moveTo>
                  <a:pt x="174788" y="0"/>
                </a:moveTo>
                <a:lnTo>
                  <a:pt x="340237" y="0"/>
                </a:lnTo>
                <a:lnTo>
                  <a:pt x="241322" y="415819"/>
                </a:lnTo>
                <a:lnTo>
                  <a:pt x="0" y="415819"/>
                </a:lnTo>
                <a:close/>
              </a:path>
            </a:pathLst>
          </a:custGeom>
          <a:solidFill>
            <a:srgbClr val="FFFFFF"/>
          </a:solidFill>
          <a:ln>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350">
              <a:solidFill>
                <a:srgbClr val="FFFFFF"/>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11" name="任意多边形: 形状 10"/>
          <p:cNvSpPr/>
          <p:nvPr>
            <p:custDataLst>
              <p:tags r:id="rId4"/>
            </p:custDataLst>
          </p:nvPr>
        </p:nvSpPr>
        <p:spPr>
          <a:xfrm rot="10800000">
            <a:off x="3693795" y="709295"/>
            <a:ext cx="255270" cy="311785"/>
          </a:xfrm>
          <a:custGeom>
            <a:avLst/>
            <a:gdLst>
              <a:gd name="connsiteX0" fmla="*/ 174788 w 340237"/>
              <a:gd name="connsiteY0" fmla="*/ 0 h 415819"/>
              <a:gd name="connsiteX1" fmla="*/ 340237 w 340237"/>
              <a:gd name="connsiteY1" fmla="*/ 0 h 415819"/>
              <a:gd name="connsiteX2" fmla="*/ 241322 w 340237"/>
              <a:gd name="connsiteY2" fmla="*/ 415819 h 415819"/>
              <a:gd name="connsiteX3" fmla="*/ 0 w 340237"/>
              <a:gd name="connsiteY3" fmla="*/ 415819 h 415819"/>
            </a:gdLst>
            <a:ahLst/>
            <a:cxnLst>
              <a:cxn ang="0">
                <a:pos x="connsiteX0" y="connsiteY0"/>
              </a:cxn>
              <a:cxn ang="0">
                <a:pos x="connsiteX1" y="connsiteY1"/>
              </a:cxn>
              <a:cxn ang="0">
                <a:pos x="connsiteX2" y="connsiteY2"/>
              </a:cxn>
              <a:cxn ang="0">
                <a:pos x="connsiteX3" y="connsiteY3"/>
              </a:cxn>
            </a:cxnLst>
            <a:rect l="l" t="t" r="r" b="b"/>
            <a:pathLst>
              <a:path w="340237" h="415819">
                <a:moveTo>
                  <a:pt x="174788" y="0"/>
                </a:moveTo>
                <a:lnTo>
                  <a:pt x="340237" y="0"/>
                </a:lnTo>
                <a:lnTo>
                  <a:pt x="241322" y="415819"/>
                </a:lnTo>
                <a:lnTo>
                  <a:pt x="0" y="415819"/>
                </a:lnTo>
                <a:close/>
              </a:path>
            </a:pathLst>
          </a:custGeom>
          <a:solidFill>
            <a:srgbClr val="FFFFFF"/>
          </a:solidFill>
          <a:ln>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350" dirty="0">
              <a:solidFill>
                <a:srgbClr val="FFFFFF"/>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13" name="文本框 12"/>
          <p:cNvSpPr txBox="1"/>
          <p:nvPr>
            <p:custDataLst>
              <p:tags r:id="rId5"/>
            </p:custDataLst>
          </p:nvPr>
        </p:nvSpPr>
        <p:spPr>
          <a:xfrm>
            <a:off x="928442" y="1076320"/>
            <a:ext cx="3364719" cy="1080828"/>
          </a:xfrm>
          <a:prstGeom prst="rect">
            <a:avLst/>
          </a:prstGeom>
          <a:noFill/>
        </p:spPr>
        <p:txBody>
          <a:bodyPr wrap="square" lIns="67627" tIns="35242" rIns="67627" bIns="35242" rtlCol="0" anchor="b" anchorCtr="0">
            <a:normAutofit/>
          </a:bodyPr>
          <a:lstStyle/>
          <a:p>
            <a:pPr marL="0" indent="0" algn="l" fontAlgn="auto">
              <a:lnSpc>
                <a:spcPct val="120000"/>
              </a:lnSpc>
              <a:spcBef>
                <a:spcPts val="0"/>
              </a:spcBef>
              <a:spcAft>
                <a:spcPts val="0"/>
              </a:spcAft>
              <a:buSzPct val="100000"/>
              <a:buNone/>
            </a:pPr>
            <a:r>
              <a:rPr lang="zh-CN" altLang="en-US" sz="2700" b="1" spc="300">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TCP/IP 协议</a:t>
            </a:r>
            <a:endParaRPr lang="zh-CN" altLang="en-US" sz="2700" b="1" spc="300">
              <a:solidFill>
                <a:srgbClr val="FFFFFF"/>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9" name="矩形 8"/>
          <p:cNvSpPr/>
          <p:nvPr>
            <p:custDataLst>
              <p:tags r:id="rId6"/>
            </p:custDataLst>
          </p:nvPr>
        </p:nvSpPr>
        <p:spPr>
          <a:xfrm>
            <a:off x="928442" y="2267105"/>
            <a:ext cx="3364719" cy="1751184"/>
          </a:xfrm>
          <a:prstGeom prst="rect">
            <a:avLst/>
          </a:prstGeom>
        </p:spPr>
        <p:txBody>
          <a:bodyPr anchor="t">
            <a:normAutofit lnSpcReduction="20000"/>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lvl="0" indent="0" algn="l">
              <a:lnSpc>
                <a:spcPct val="150000"/>
              </a:lnSpc>
              <a:spcBef>
                <a:spcPts val="0"/>
              </a:spcBef>
              <a:spcAft>
                <a:spcPts val="1000"/>
              </a:spcAft>
              <a:buSzPct val="100000"/>
            </a:pPr>
            <a:r>
              <a:rPr lang="zh-CN" altLang="en-US" sz="1100" kern="0">
                <a:solidFill>
                  <a:srgbClr val="FFFFFF"/>
                </a:solidFill>
                <a:uFillTx/>
                <a:latin typeface="微软雅黑" panose="020B0503020204020204" pitchFamily="34" charset="-122"/>
                <a:ea typeface="微软雅黑" panose="020B0503020204020204" pitchFamily="34" charset="-122"/>
                <a:cs typeface="微软雅黑" panose="020B0503020204020204" pitchFamily="34" charset="-122"/>
              </a:rPr>
              <a:t>Internet 是全球性计算机网络，连接到Internet 中的网络各种各样，计算机从大型机到微型机多种多样，这些计算机运行在不同的操作系统下、使用不同的软件，为保证彼此间正确地交流信息，在通信时必须遵守共同的网络协议。</a:t>
            </a:r>
            <a:endParaRPr lang="zh-CN" altLang="en-US" sz="1100" kern="0">
              <a:solidFill>
                <a:srgbClr val="FFFFFF"/>
              </a:solidFill>
              <a:uFillTx/>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2" name="矩形 11"/>
          <p:cNvSpPr/>
          <p:nvPr>
            <p:custDataLst>
              <p:tags r:id="rId7"/>
            </p:custDataLst>
          </p:nvPr>
        </p:nvSpPr>
        <p:spPr>
          <a:xfrm>
            <a:off x="5055380" y="1076320"/>
            <a:ext cx="2955637" cy="2885915"/>
          </a:xfrm>
          <a:prstGeom prst="rect">
            <a:avLst/>
          </a:prstGeom>
        </p:spPr>
        <p:txBody>
          <a:bodyPr anchor="ctr">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50" lvl="0" indent="-285750" algn="l">
              <a:lnSpc>
                <a:spcPct val="140000"/>
              </a:lnSpc>
              <a:spcBef>
                <a:spcPts val="0"/>
              </a:spcBef>
              <a:spcAft>
                <a:spcPts val="1000"/>
              </a:spcAft>
              <a:buClr>
                <a:schemeClr val="accent2"/>
              </a:buClr>
              <a:buSzPct val="100000"/>
              <a:buFont typeface="Wingdings" panose="05000000000000000000" pitchFamily="2" charset="2"/>
              <a:buChar char="n"/>
            </a:pPr>
            <a:r>
              <a:rPr lang="zh-CN" altLang="en-US" sz="1100" kern="0">
                <a:solidFill>
                  <a:srgbClr val="404040"/>
                </a:solidFill>
                <a:uFillTx/>
                <a:latin typeface="微软雅黑" panose="020B0503020204020204" pitchFamily="34" charset="-122"/>
                <a:ea typeface="微软雅黑" panose="020B0503020204020204" pitchFamily="34" charset="-122"/>
                <a:cs typeface="微软雅黑" panose="020B0503020204020204" pitchFamily="34" charset="-122"/>
              </a:rPr>
              <a:t>Internet 采用TCP/IP 协议。TCP/IP 代表一组协议，即传输控制协议TCP（Transmission Control Protocol）和网间协议IP（Internet Protocol）。IP 负责将数据从一处传到另一处，TCP 保证传输的正确性。TCP/IP 协议采用分组交换技术，把数据分割成不超过一定大小的信息包来传送。</a:t>
            </a:r>
            <a:endParaRPr lang="zh-CN" altLang="en-US" sz="1100" kern="0">
              <a:solidFill>
                <a:srgbClr val="404040"/>
              </a:solidFill>
              <a:uFillTx/>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160" name="图片 159"/>
          <p:cNvPicPr>
            <a:picLocks noChangeAspect="1"/>
          </p:cNvPicPr>
          <p:nvPr userDrawn="1">
            <p:custDataLst>
              <p:tags r:id="rId8"/>
            </p:custDataLst>
          </p:nvPr>
        </p:nvPicPr>
        <p:blipFill>
          <a:blip r:embed="rId9">
            <a:extLst>
              <a:ext uri="{28A0092B-C50C-407E-A947-70E740481C1C}">
                <a14:useLocalDpi xmlns:a14="http://schemas.microsoft.com/office/drawing/2010/main" val="0"/>
              </a:ext>
            </a:extLst>
          </a:blip>
          <a:stretch>
            <a:fillRect/>
          </a:stretch>
        </p:blipFill>
        <p:spPr>
          <a:xfrm>
            <a:off x="7931976" y="3954677"/>
            <a:ext cx="1101947" cy="1188823"/>
          </a:xfrm>
          <a:prstGeom prst="rect">
            <a:avLst/>
          </a:prstGeom>
        </p:spPr>
      </p:pic>
    </p:spTree>
    <p:custDataLst>
      <p:tags r:id="rId10"/>
    </p:custData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文本框 18"/>
          <p:cNvSpPr txBox="1"/>
          <p:nvPr>
            <p:custDataLst>
              <p:tags r:id="rId1"/>
            </p:custDataLst>
          </p:nvPr>
        </p:nvSpPr>
        <p:spPr>
          <a:xfrm>
            <a:off x="528320" y="427355"/>
            <a:ext cx="5637530" cy="589280"/>
          </a:xfrm>
          <a:prstGeom prst="rect">
            <a:avLst/>
          </a:prstGeom>
          <a:noFill/>
        </p:spPr>
        <p:txBody>
          <a:bodyPr wrap="square" rtlCol="0">
            <a:spAutoFit/>
          </a:bodyPr>
          <a:lstStyle/>
          <a:p>
            <a:pPr marL="0" marR="0" lvl="0" indent="0" algn="l" defTabSz="914400" rtl="0" eaLnBrk="1" fontAlgn="auto" latinLnBrk="0" hangingPunct="1">
              <a:lnSpc>
                <a:spcPct val="120000"/>
              </a:lnSpc>
              <a:buClrTx/>
              <a:buSzTx/>
              <a:buFontTx/>
              <a:buNone/>
              <a:defRPr/>
            </a:pPr>
            <a:r>
              <a:rPr kumimoji="0" lang="zh-CN" altLang="en-US" sz="2700" b="1" i="0" u="none" strike="noStrike" kern="1200" cap="none" spc="150" normalizeH="0" baseline="0" noProof="0" dirty="0">
                <a:ln>
                  <a:noFill/>
                </a:ln>
                <a:solidFill>
                  <a:srgbClr val="7030A0"/>
                </a:solidFill>
                <a:effectLst/>
                <a:uLnTx/>
                <a:uFillTx/>
                <a:latin typeface="Arial" panose="020B0604020202020204" pitchFamily="34" charset="0"/>
                <a:ea typeface="微软雅黑" panose="020B0503020204020204" pitchFamily="34" charset="-122"/>
                <a:sym typeface="Arial" panose="020B0604020202020204" pitchFamily="34" charset="0"/>
              </a:rPr>
              <a:t>Internet 提供的基本服务</a:t>
            </a:r>
            <a:endParaRPr kumimoji="0" lang="zh-CN" altLang="en-US" sz="2700" b="1" i="0" u="none" strike="noStrike" kern="1200" cap="none" spc="150" normalizeH="0" baseline="0" noProof="0" dirty="0">
              <a:ln>
                <a:noFill/>
              </a:ln>
              <a:solidFill>
                <a:srgbClr val="7030A0"/>
              </a:solidFill>
              <a:effectLst/>
              <a:uLnTx/>
              <a:uFillTx/>
              <a:latin typeface="Arial" panose="020B0604020202020204" pitchFamily="34" charset="0"/>
              <a:ea typeface="微软雅黑" panose="020B0503020204020204" pitchFamily="34" charset="-122"/>
              <a:sym typeface="Arial" panose="020B0604020202020204" pitchFamily="34" charset="0"/>
            </a:endParaRPr>
          </a:p>
        </p:txBody>
      </p:sp>
      <p:sp>
        <p:nvSpPr>
          <p:cNvPr id="20" name="矩形 19"/>
          <p:cNvSpPr/>
          <p:nvPr>
            <p:custDataLst>
              <p:tags r:id="rId2"/>
            </p:custDataLst>
          </p:nvPr>
        </p:nvSpPr>
        <p:spPr>
          <a:xfrm>
            <a:off x="457200" y="535781"/>
            <a:ext cx="48006" cy="371475"/>
          </a:xfrm>
          <a:prstGeom prst="rect">
            <a:avLst/>
          </a:prstGeom>
          <a:solidFill>
            <a:schemeClr val="tx2">
              <a:lumMod val="50000"/>
            </a:schemeClr>
          </a:solidFill>
          <a:ln>
            <a:noFill/>
          </a:ln>
        </p:spPr>
        <p:style>
          <a:lnRef idx="2">
            <a:srgbClr val="1F74AD">
              <a:shade val="50000"/>
            </a:srgbClr>
          </a:lnRef>
          <a:fillRef idx="1">
            <a:srgbClr val="1F74AD"/>
          </a:fillRef>
          <a:effectRef idx="0">
            <a:srgbClr val="1F74AD"/>
          </a:effectRef>
          <a:fontRef idx="minor">
            <a:sysClr val="window" lastClr="FFFFFF"/>
          </a:fontRef>
        </p:style>
        <p:txBody>
          <a:bodyPr rtlCol="0" anchor="ctr"/>
          <a:lstStyle/>
          <a:p>
            <a:pPr marL="0" marR="0" lvl="0" indent="0" algn="ctr" defTabSz="914400" rtl="0" eaLnBrk="1" fontAlgn="auto" latinLnBrk="0" hangingPunct="1">
              <a:lnSpc>
                <a:spcPct val="120000"/>
              </a:lnSpc>
              <a:buClrTx/>
              <a:buSzTx/>
              <a:buFontTx/>
              <a:buNone/>
              <a:defRPr/>
            </a:pPr>
            <a:endParaRPr kumimoji="0" lang="zh-CN" altLang="en-US" sz="1350" b="0" i="0" u="none" strike="noStrike" kern="1200" cap="none" spc="0" normalizeH="0" baseline="0" noProof="0">
              <a:ln>
                <a:noFill/>
              </a:ln>
              <a:solidFill>
                <a:prstClr val="white"/>
              </a:solidFill>
              <a:effectLst/>
              <a:uLnTx/>
              <a:uFillTx/>
              <a:latin typeface="Arial" panose="020B0604020202020204" pitchFamily="34" charset="0"/>
              <a:ea typeface="微软雅黑" panose="020B0503020204020204" pitchFamily="34" charset="-122"/>
              <a:sym typeface="Arial" panose="020B0604020202020204" pitchFamily="34" charset="0"/>
            </a:endParaRPr>
          </a:p>
        </p:txBody>
      </p:sp>
      <p:sp>
        <p:nvSpPr>
          <p:cNvPr id="37" name="Line 16"/>
          <p:cNvSpPr>
            <a:spLocks noChangeShapeType="1"/>
          </p:cNvSpPr>
          <p:nvPr>
            <p:custDataLst>
              <p:tags r:id="rId3"/>
            </p:custDataLst>
          </p:nvPr>
        </p:nvSpPr>
        <p:spPr bwMode="auto">
          <a:xfrm flipH="1">
            <a:off x="8160104" y="620537"/>
            <a:ext cx="315371" cy="0"/>
          </a:xfrm>
          <a:prstGeom prst="line">
            <a:avLst/>
          </a:prstGeom>
          <a:noFill/>
          <a:ln w="38100" cap="flat">
            <a:solidFill>
              <a:sysClr val="window" lastClr="FFFFFF">
                <a:lumMod val="85000"/>
              </a:sysClr>
            </a:solidFill>
            <a:prstDash val="solid"/>
            <a:miter lim="800000"/>
          </a:ln>
          <a:extLst>
            <a:ext uri="{909E8E84-426E-40DD-AFC4-6F175D3DCCD1}">
              <a14:hiddenFill xmlns:a14="http://schemas.microsoft.com/office/drawing/2010/main">
                <a:noFill/>
              </a14:hiddenFill>
            </a:ext>
          </a:extLst>
        </p:spPr>
        <p:txBody>
          <a:bodyPr vert="horz" wrap="square" lIns="68580" tIns="34290" rIns="68580" bIns="34290" numCol="1" anchor="t" anchorCtr="0" compatLnSpc="1"/>
          <a:lstStyle/>
          <a:p>
            <a:pPr marL="0" marR="0" lvl="0" indent="0" algn="l" defTabSz="914400" rtl="0" eaLnBrk="1" fontAlgn="auto" latinLnBrk="0" hangingPunct="1">
              <a:lnSpc>
                <a:spcPct val="120000"/>
              </a:lnSpc>
              <a:buClrTx/>
              <a:buSzTx/>
              <a:buFontTx/>
              <a:buNone/>
              <a:defRPr/>
            </a:pPr>
            <a:endParaRPr kumimoji="0" lang="id-ID" sz="135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sym typeface="Arial" panose="020B0604020202020204" pitchFamily="34" charset="0"/>
            </a:endParaRPr>
          </a:p>
        </p:txBody>
      </p:sp>
      <p:sp>
        <p:nvSpPr>
          <p:cNvPr id="38" name="Line 17"/>
          <p:cNvSpPr>
            <a:spLocks noChangeShapeType="1"/>
          </p:cNvSpPr>
          <p:nvPr>
            <p:custDataLst>
              <p:tags r:id="rId4"/>
            </p:custDataLst>
          </p:nvPr>
        </p:nvSpPr>
        <p:spPr bwMode="auto">
          <a:xfrm flipH="1">
            <a:off x="8329922" y="721518"/>
            <a:ext cx="145554" cy="0"/>
          </a:xfrm>
          <a:prstGeom prst="line">
            <a:avLst/>
          </a:prstGeom>
          <a:noFill/>
          <a:ln w="38100" cap="flat">
            <a:solidFill>
              <a:sysClr val="window" lastClr="FFFFFF">
                <a:lumMod val="85000"/>
              </a:sysClr>
            </a:solidFill>
            <a:prstDash val="solid"/>
            <a:miter lim="800000"/>
          </a:ln>
          <a:extLst>
            <a:ext uri="{909E8E84-426E-40DD-AFC4-6F175D3DCCD1}">
              <a14:hiddenFill xmlns:a14="http://schemas.microsoft.com/office/drawing/2010/main">
                <a:noFill/>
              </a14:hiddenFill>
            </a:ext>
          </a:extLst>
        </p:spPr>
        <p:txBody>
          <a:bodyPr vert="horz" wrap="square" lIns="68580" tIns="34290" rIns="68580" bIns="34290" numCol="1" anchor="t" anchorCtr="0" compatLnSpc="1"/>
          <a:lstStyle/>
          <a:p>
            <a:pPr marL="0" marR="0" lvl="0" indent="0" algn="l" defTabSz="914400" rtl="0" eaLnBrk="1" fontAlgn="auto" latinLnBrk="0" hangingPunct="1">
              <a:lnSpc>
                <a:spcPct val="120000"/>
              </a:lnSpc>
              <a:buClrTx/>
              <a:buSzTx/>
              <a:buFontTx/>
              <a:buNone/>
              <a:defRPr/>
            </a:pPr>
            <a:endParaRPr kumimoji="0" lang="id-ID" sz="135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sym typeface="Arial" panose="020B0604020202020204" pitchFamily="34" charset="0"/>
            </a:endParaRPr>
          </a:p>
        </p:txBody>
      </p:sp>
      <p:sp>
        <p:nvSpPr>
          <p:cNvPr id="39" name="Line 18"/>
          <p:cNvSpPr>
            <a:spLocks noChangeShapeType="1"/>
          </p:cNvSpPr>
          <p:nvPr>
            <p:custDataLst>
              <p:tags r:id="rId5"/>
            </p:custDataLst>
          </p:nvPr>
        </p:nvSpPr>
        <p:spPr bwMode="auto">
          <a:xfrm flipH="1">
            <a:off x="8249257" y="822499"/>
            <a:ext cx="226219" cy="0"/>
          </a:xfrm>
          <a:prstGeom prst="line">
            <a:avLst/>
          </a:prstGeom>
          <a:noFill/>
          <a:ln w="38100" cap="flat">
            <a:solidFill>
              <a:sysClr val="window" lastClr="FFFFFF">
                <a:lumMod val="85000"/>
              </a:sysClr>
            </a:solidFill>
            <a:prstDash val="solid"/>
            <a:miter lim="800000"/>
          </a:ln>
          <a:extLst>
            <a:ext uri="{909E8E84-426E-40DD-AFC4-6F175D3DCCD1}">
              <a14:hiddenFill xmlns:a14="http://schemas.microsoft.com/office/drawing/2010/main">
                <a:noFill/>
              </a14:hiddenFill>
            </a:ext>
          </a:extLst>
        </p:spPr>
        <p:txBody>
          <a:bodyPr vert="horz" wrap="square" lIns="68580" tIns="34290" rIns="68580" bIns="34290" numCol="1" anchor="t" anchorCtr="0" compatLnSpc="1"/>
          <a:lstStyle/>
          <a:p>
            <a:pPr marL="0" marR="0" lvl="0" indent="0" algn="l" defTabSz="914400" rtl="0" eaLnBrk="1" fontAlgn="auto" latinLnBrk="0" hangingPunct="1">
              <a:lnSpc>
                <a:spcPct val="120000"/>
              </a:lnSpc>
              <a:buClrTx/>
              <a:buSzTx/>
              <a:buFontTx/>
              <a:buNone/>
              <a:defRPr/>
            </a:pPr>
            <a:endParaRPr kumimoji="0" lang="id-ID" sz="1350" b="0" i="0" u="none" strike="noStrike" kern="1200" cap="none" spc="0" normalizeH="0" baseline="0" noProof="0">
              <a:ln>
                <a:noFill/>
              </a:ln>
              <a:solidFill>
                <a:srgbClr val="000000"/>
              </a:solidFill>
              <a:effectLst/>
              <a:uLnTx/>
              <a:uFillTx/>
              <a:latin typeface="Arial" panose="020B0604020202020204" pitchFamily="34" charset="0"/>
              <a:ea typeface="微软雅黑" panose="020B0503020204020204" pitchFamily="34" charset="-122"/>
              <a:sym typeface="Arial" panose="020B0604020202020204" pitchFamily="34" charset="0"/>
            </a:endParaRPr>
          </a:p>
        </p:txBody>
      </p:sp>
      <p:sp>
        <p:nvSpPr>
          <p:cNvPr id="54" name="文本框 53"/>
          <p:cNvSpPr txBox="1"/>
          <p:nvPr>
            <p:custDataLst>
              <p:tags r:id="rId6"/>
            </p:custDataLst>
          </p:nvPr>
        </p:nvSpPr>
        <p:spPr>
          <a:xfrm>
            <a:off x="425144" y="2249646"/>
            <a:ext cx="1209494" cy="290830"/>
          </a:xfrm>
          <a:prstGeom prst="rect">
            <a:avLst/>
          </a:prstGeom>
          <a:noFill/>
        </p:spPr>
        <p:txBody>
          <a:bodyPr wrap="square" lIns="67500" tIns="35100" rIns="67500" bIns="35100" anchor="ctr" anchorCtr="0">
            <a:spAutoFit/>
          </a:bodyPr>
          <a:lstStyle>
            <a:defPPr>
              <a:defRPr lang="zh-CN"/>
            </a:defPPr>
            <a:lvl1pPr marL="0" algn="l" defTabSz="913765" rtl="0" eaLnBrk="1" latinLnBrk="0" hangingPunct="1">
              <a:defRPr sz="1800" kern="1200">
                <a:solidFill>
                  <a:srgbClr val="000000"/>
                </a:solidFill>
                <a:latin typeface="Arial" panose="020B0604020202020204" pitchFamily="34" charset="0"/>
                <a:ea typeface="微软雅黑" panose="020B0503020204020204" pitchFamily="34" charset="-122"/>
                <a:cs typeface="+mn-ea"/>
              </a:defRPr>
            </a:lvl1pPr>
            <a:lvl2pPr marL="457200" algn="l" defTabSz="913765" rtl="0" eaLnBrk="1" latinLnBrk="0" hangingPunct="1">
              <a:defRPr sz="1800" kern="1200">
                <a:solidFill>
                  <a:srgbClr val="000000"/>
                </a:solidFill>
                <a:latin typeface="Arial" panose="020B0604020202020204" pitchFamily="34" charset="0"/>
                <a:ea typeface="微软雅黑" panose="020B0503020204020204" pitchFamily="34" charset="-122"/>
                <a:cs typeface="+mn-ea"/>
              </a:defRPr>
            </a:lvl2pPr>
            <a:lvl3pPr marL="914400" algn="l" defTabSz="913765" rtl="0" eaLnBrk="1" latinLnBrk="0" hangingPunct="1">
              <a:defRPr sz="1800" kern="1200">
                <a:solidFill>
                  <a:srgbClr val="000000"/>
                </a:solidFill>
                <a:latin typeface="Arial" panose="020B0604020202020204" pitchFamily="34" charset="0"/>
                <a:ea typeface="微软雅黑" panose="020B0503020204020204" pitchFamily="34" charset="-122"/>
                <a:cs typeface="+mn-ea"/>
              </a:defRPr>
            </a:lvl3pPr>
            <a:lvl4pPr marL="1371600" algn="l" defTabSz="913765" rtl="0" eaLnBrk="1" latinLnBrk="0" hangingPunct="1">
              <a:defRPr sz="1800" kern="1200">
                <a:solidFill>
                  <a:srgbClr val="000000"/>
                </a:solidFill>
                <a:latin typeface="Arial" panose="020B0604020202020204" pitchFamily="34" charset="0"/>
                <a:ea typeface="微软雅黑" panose="020B0503020204020204" pitchFamily="34" charset="-122"/>
                <a:cs typeface="+mn-ea"/>
              </a:defRPr>
            </a:lvl4pPr>
            <a:lvl5pPr marL="1828800" algn="l" defTabSz="913765" rtl="0" eaLnBrk="1" latinLnBrk="0" hangingPunct="1">
              <a:defRPr sz="1800" kern="1200">
                <a:solidFill>
                  <a:srgbClr val="000000"/>
                </a:solidFill>
                <a:latin typeface="Arial" panose="020B0604020202020204" pitchFamily="34" charset="0"/>
                <a:ea typeface="微软雅黑" panose="020B0503020204020204" pitchFamily="34" charset="-122"/>
                <a:cs typeface="+mn-ea"/>
              </a:defRPr>
            </a:lvl5pPr>
            <a:lvl6pPr marL="2286000" algn="l" defTabSz="913765" rtl="0" eaLnBrk="1" latinLnBrk="0" hangingPunct="1">
              <a:defRPr sz="1800" kern="1200">
                <a:solidFill>
                  <a:srgbClr val="000000"/>
                </a:solidFill>
                <a:latin typeface="Arial" panose="020B0604020202020204" pitchFamily="34" charset="0"/>
                <a:ea typeface="微软雅黑" panose="020B0503020204020204" pitchFamily="34" charset="-122"/>
                <a:cs typeface="+mn-ea"/>
              </a:defRPr>
            </a:lvl6pPr>
            <a:lvl7pPr marL="2743200" algn="l" defTabSz="913765" rtl="0" eaLnBrk="1" latinLnBrk="0" hangingPunct="1">
              <a:defRPr sz="1800" kern="1200">
                <a:solidFill>
                  <a:srgbClr val="000000"/>
                </a:solidFill>
                <a:latin typeface="Arial" panose="020B0604020202020204" pitchFamily="34" charset="0"/>
                <a:ea typeface="微软雅黑" panose="020B0503020204020204" pitchFamily="34" charset="-122"/>
                <a:cs typeface="+mn-ea"/>
              </a:defRPr>
            </a:lvl7pPr>
            <a:lvl8pPr marL="3200400" algn="l" defTabSz="913765" rtl="0" eaLnBrk="1" latinLnBrk="0" hangingPunct="1">
              <a:defRPr sz="1800" kern="1200">
                <a:solidFill>
                  <a:srgbClr val="000000"/>
                </a:solidFill>
                <a:latin typeface="Arial" panose="020B0604020202020204" pitchFamily="34" charset="0"/>
                <a:ea typeface="微软雅黑" panose="020B0503020204020204" pitchFamily="34" charset="-122"/>
                <a:cs typeface="+mn-ea"/>
              </a:defRPr>
            </a:lvl8pPr>
            <a:lvl9pPr marL="3657600" algn="l" defTabSz="913765" rtl="0" eaLnBrk="1" latinLnBrk="0" hangingPunct="1">
              <a:defRPr sz="1800" kern="1200">
                <a:solidFill>
                  <a:srgbClr val="000000"/>
                </a:solidFill>
                <a:latin typeface="Arial" panose="020B0604020202020204" pitchFamily="34" charset="0"/>
                <a:ea typeface="微软雅黑" panose="020B0503020204020204" pitchFamily="34" charset="-122"/>
                <a:cs typeface="+mn-ea"/>
              </a:defRPr>
            </a:lvl9pPr>
          </a:lstStyle>
          <a:p>
            <a:pPr algn="ctr">
              <a:lnSpc>
                <a:spcPct val="120000"/>
              </a:lnSpc>
            </a:pPr>
            <a:r>
              <a:rPr lang="zh-CN" altLang="en-US" sz="1200" b="1" spc="300">
                <a:solidFill>
                  <a:srgbClr val="000000">
                    <a:lumMod val="65000"/>
                    <a:lumOff val="35000"/>
                  </a:srgbClr>
                </a:solidFill>
                <a:latin typeface="Arial" panose="020B0604020202020204" pitchFamily="34" charset="0"/>
                <a:ea typeface="微软雅黑" panose="020B0503020204020204" pitchFamily="34" charset="-122"/>
                <a:cs typeface="+mn-ea"/>
                <a:sym typeface="Arial" panose="020B0604020202020204" pitchFamily="34" charset="0"/>
              </a:rPr>
              <a:t>网上查询</a:t>
            </a:r>
            <a:endParaRPr lang="zh-CN" altLang="en-US" sz="1200" b="1" spc="300">
              <a:solidFill>
                <a:srgbClr val="000000">
                  <a:lumMod val="65000"/>
                  <a:lumOff val="35000"/>
                </a:srgb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55" name="文本框 54"/>
          <p:cNvSpPr txBox="1"/>
          <p:nvPr>
            <p:custDataLst>
              <p:tags r:id="rId7"/>
            </p:custDataLst>
          </p:nvPr>
        </p:nvSpPr>
        <p:spPr>
          <a:xfrm>
            <a:off x="229889" y="2658712"/>
            <a:ext cx="1609837" cy="2193290"/>
          </a:xfrm>
          <a:prstGeom prst="rect">
            <a:avLst/>
          </a:prstGeom>
          <a:noFill/>
        </p:spPr>
        <p:txBody>
          <a:bodyPr wrap="square" lIns="67500" tIns="0" rIns="67500" bIns="35100">
            <a:spAutoFit/>
          </a:bodyPr>
          <a:lstStyle>
            <a:defPPr>
              <a:defRPr lang="zh-CN"/>
            </a:defPPr>
            <a:lvl1pPr marL="0" algn="l" defTabSz="913765" rtl="0" eaLnBrk="1" latinLnBrk="0" hangingPunct="1">
              <a:defRPr sz="1800" kern="1200">
                <a:solidFill>
                  <a:srgbClr val="000000"/>
                </a:solidFill>
                <a:latin typeface="Arial" panose="020B0604020202020204" pitchFamily="34" charset="0"/>
                <a:ea typeface="微软雅黑" panose="020B0503020204020204" pitchFamily="34" charset="-122"/>
                <a:cs typeface="+mn-ea"/>
              </a:defRPr>
            </a:lvl1pPr>
            <a:lvl2pPr marL="457200" algn="l" defTabSz="913765" rtl="0" eaLnBrk="1" latinLnBrk="0" hangingPunct="1">
              <a:defRPr sz="1800" kern="1200">
                <a:solidFill>
                  <a:srgbClr val="000000"/>
                </a:solidFill>
                <a:latin typeface="Arial" panose="020B0604020202020204" pitchFamily="34" charset="0"/>
                <a:ea typeface="微软雅黑" panose="020B0503020204020204" pitchFamily="34" charset="-122"/>
                <a:cs typeface="+mn-ea"/>
              </a:defRPr>
            </a:lvl2pPr>
            <a:lvl3pPr marL="914400" algn="l" defTabSz="913765" rtl="0" eaLnBrk="1" latinLnBrk="0" hangingPunct="1">
              <a:defRPr sz="1800" kern="1200">
                <a:solidFill>
                  <a:srgbClr val="000000"/>
                </a:solidFill>
                <a:latin typeface="Arial" panose="020B0604020202020204" pitchFamily="34" charset="0"/>
                <a:ea typeface="微软雅黑" panose="020B0503020204020204" pitchFamily="34" charset="-122"/>
                <a:cs typeface="+mn-ea"/>
              </a:defRPr>
            </a:lvl3pPr>
            <a:lvl4pPr marL="1371600" algn="l" defTabSz="913765" rtl="0" eaLnBrk="1" latinLnBrk="0" hangingPunct="1">
              <a:defRPr sz="1800" kern="1200">
                <a:solidFill>
                  <a:srgbClr val="000000"/>
                </a:solidFill>
                <a:latin typeface="Arial" panose="020B0604020202020204" pitchFamily="34" charset="0"/>
                <a:ea typeface="微软雅黑" panose="020B0503020204020204" pitchFamily="34" charset="-122"/>
                <a:cs typeface="+mn-ea"/>
              </a:defRPr>
            </a:lvl4pPr>
            <a:lvl5pPr marL="1828800" algn="l" defTabSz="913765" rtl="0" eaLnBrk="1" latinLnBrk="0" hangingPunct="1">
              <a:defRPr sz="1800" kern="1200">
                <a:solidFill>
                  <a:srgbClr val="000000"/>
                </a:solidFill>
                <a:latin typeface="Arial" panose="020B0604020202020204" pitchFamily="34" charset="0"/>
                <a:ea typeface="微软雅黑" panose="020B0503020204020204" pitchFamily="34" charset="-122"/>
                <a:cs typeface="+mn-ea"/>
              </a:defRPr>
            </a:lvl5pPr>
            <a:lvl6pPr marL="2286000" algn="l" defTabSz="913765" rtl="0" eaLnBrk="1" latinLnBrk="0" hangingPunct="1">
              <a:defRPr sz="1800" kern="1200">
                <a:solidFill>
                  <a:srgbClr val="000000"/>
                </a:solidFill>
                <a:latin typeface="Arial" panose="020B0604020202020204" pitchFamily="34" charset="0"/>
                <a:ea typeface="微软雅黑" panose="020B0503020204020204" pitchFamily="34" charset="-122"/>
                <a:cs typeface="+mn-ea"/>
              </a:defRPr>
            </a:lvl6pPr>
            <a:lvl7pPr marL="2743200" algn="l" defTabSz="913765" rtl="0" eaLnBrk="1" latinLnBrk="0" hangingPunct="1">
              <a:defRPr sz="1800" kern="1200">
                <a:solidFill>
                  <a:srgbClr val="000000"/>
                </a:solidFill>
                <a:latin typeface="Arial" panose="020B0604020202020204" pitchFamily="34" charset="0"/>
                <a:ea typeface="微软雅黑" panose="020B0503020204020204" pitchFamily="34" charset="-122"/>
                <a:cs typeface="+mn-ea"/>
              </a:defRPr>
            </a:lvl7pPr>
            <a:lvl8pPr marL="3200400" algn="l" defTabSz="913765" rtl="0" eaLnBrk="1" latinLnBrk="0" hangingPunct="1">
              <a:defRPr sz="1800" kern="1200">
                <a:solidFill>
                  <a:srgbClr val="000000"/>
                </a:solidFill>
                <a:latin typeface="Arial" panose="020B0604020202020204" pitchFamily="34" charset="0"/>
                <a:ea typeface="微软雅黑" panose="020B0503020204020204" pitchFamily="34" charset="-122"/>
                <a:cs typeface="+mn-ea"/>
              </a:defRPr>
            </a:lvl8pPr>
            <a:lvl9pPr marL="3657600" algn="l" defTabSz="913765" rtl="0" eaLnBrk="1" latinLnBrk="0" hangingPunct="1">
              <a:defRPr sz="1800" kern="1200">
                <a:solidFill>
                  <a:srgbClr val="000000"/>
                </a:solidFill>
                <a:latin typeface="Arial" panose="020B0604020202020204" pitchFamily="34" charset="0"/>
                <a:ea typeface="微软雅黑" panose="020B0503020204020204" pitchFamily="34" charset="-122"/>
                <a:cs typeface="+mn-ea"/>
              </a:defRPr>
            </a:lvl9pPr>
          </a:lstStyle>
          <a:p>
            <a:pPr algn="just">
              <a:lnSpc>
                <a:spcPct val="120000"/>
              </a:lnSpc>
              <a:spcBef>
                <a:spcPts val="0"/>
              </a:spcBef>
              <a:spcAft>
                <a:spcPts val="0"/>
              </a:spcAft>
            </a:pPr>
            <a:r>
              <a:rPr lang="zh-CN" altLang="en-US" sz="900" kern="0">
                <a:solidFill>
                  <a:sysClr val="window" lastClr="FFFFFF">
                    <a:lumMod val="50000"/>
                  </a:sysClr>
                </a:solidFill>
                <a:uFillTx/>
                <a:latin typeface="Arial" panose="020B0604020202020204" pitchFamily="34" charset="0"/>
                <a:ea typeface="微软雅黑" panose="020B0503020204020204" pitchFamily="34" charset="-122"/>
                <a:sym typeface="Arial" panose="020B0604020202020204" pitchFamily="34" charset="0"/>
              </a:rPr>
              <a:t>Internet 是一个信息的海洋，能为用户提供大量的信息。但是，对用户来说，要在Internet 上迅速有效地找到想要的信息是一件困难的事情，就如同大海捞针，这就非常需要有效的信息查询工具。WWW 系统是目前最重要的一种交互信息查询工具，也是当前用户最多、使用最方便的工具。它为用户提供了友好的交互操作界面，并具备交互浏览信息的功能。</a:t>
            </a:r>
            <a:endParaRPr lang="zh-CN" altLang="en-US" sz="900" kern="0">
              <a:solidFill>
                <a:sysClr val="window" lastClr="FFFFFF">
                  <a:lumMod val="50000"/>
                </a:sysClr>
              </a:solidFill>
              <a:uFillTx/>
              <a:latin typeface="Arial" panose="020B0604020202020204" pitchFamily="34" charset="0"/>
              <a:ea typeface="微软雅黑" panose="020B0503020204020204" pitchFamily="34" charset="-122"/>
              <a:sym typeface="Arial" panose="020B0604020202020204" pitchFamily="34" charset="0"/>
            </a:endParaRPr>
          </a:p>
        </p:txBody>
      </p:sp>
      <p:sp>
        <p:nvSpPr>
          <p:cNvPr id="57" name="文本框 56"/>
          <p:cNvSpPr txBox="1"/>
          <p:nvPr>
            <p:custDataLst>
              <p:tags r:id="rId8"/>
            </p:custDataLst>
          </p:nvPr>
        </p:nvSpPr>
        <p:spPr>
          <a:xfrm>
            <a:off x="2192789" y="2175669"/>
            <a:ext cx="1209494" cy="438785"/>
          </a:xfrm>
          <a:prstGeom prst="rect">
            <a:avLst/>
          </a:prstGeom>
          <a:noFill/>
        </p:spPr>
        <p:txBody>
          <a:bodyPr wrap="square" lIns="67500" tIns="35100" rIns="67500" bIns="35100" anchor="ctr" anchorCtr="0">
            <a:spAutoFit/>
          </a:bodyPr>
          <a:lstStyle>
            <a:defPPr>
              <a:defRPr lang="zh-CN"/>
            </a:defPPr>
            <a:lvl1pPr marL="0" algn="l" defTabSz="913765" rtl="0" eaLnBrk="1" latinLnBrk="0" hangingPunct="1">
              <a:defRPr sz="1800" kern="1200">
                <a:solidFill>
                  <a:srgbClr val="000000"/>
                </a:solidFill>
                <a:latin typeface="Arial" panose="020B0604020202020204" pitchFamily="34" charset="0"/>
                <a:ea typeface="微软雅黑" panose="020B0503020204020204" pitchFamily="34" charset="-122"/>
                <a:cs typeface="+mn-ea"/>
              </a:defRPr>
            </a:lvl1pPr>
            <a:lvl2pPr marL="457200" algn="l" defTabSz="913765" rtl="0" eaLnBrk="1" latinLnBrk="0" hangingPunct="1">
              <a:defRPr sz="1800" kern="1200">
                <a:solidFill>
                  <a:srgbClr val="000000"/>
                </a:solidFill>
                <a:latin typeface="Arial" panose="020B0604020202020204" pitchFamily="34" charset="0"/>
                <a:ea typeface="微软雅黑" panose="020B0503020204020204" pitchFamily="34" charset="-122"/>
                <a:cs typeface="+mn-ea"/>
              </a:defRPr>
            </a:lvl2pPr>
            <a:lvl3pPr marL="914400" algn="l" defTabSz="913765" rtl="0" eaLnBrk="1" latinLnBrk="0" hangingPunct="1">
              <a:defRPr sz="1800" kern="1200">
                <a:solidFill>
                  <a:srgbClr val="000000"/>
                </a:solidFill>
                <a:latin typeface="Arial" panose="020B0604020202020204" pitchFamily="34" charset="0"/>
                <a:ea typeface="微软雅黑" panose="020B0503020204020204" pitchFamily="34" charset="-122"/>
                <a:cs typeface="+mn-ea"/>
              </a:defRPr>
            </a:lvl3pPr>
            <a:lvl4pPr marL="1371600" algn="l" defTabSz="913765" rtl="0" eaLnBrk="1" latinLnBrk="0" hangingPunct="1">
              <a:defRPr sz="1800" kern="1200">
                <a:solidFill>
                  <a:srgbClr val="000000"/>
                </a:solidFill>
                <a:latin typeface="Arial" panose="020B0604020202020204" pitchFamily="34" charset="0"/>
                <a:ea typeface="微软雅黑" panose="020B0503020204020204" pitchFamily="34" charset="-122"/>
                <a:cs typeface="+mn-ea"/>
              </a:defRPr>
            </a:lvl4pPr>
            <a:lvl5pPr marL="1828800" algn="l" defTabSz="913765" rtl="0" eaLnBrk="1" latinLnBrk="0" hangingPunct="1">
              <a:defRPr sz="1800" kern="1200">
                <a:solidFill>
                  <a:srgbClr val="000000"/>
                </a:solidFill>
                <a:latin typeface="Arial" panose="020B0604020202020204" pitchFamily="34" charset="0"/>
                <a:ea typeface="微软雅黑" panose="020B0503020204020204" pitchFamily="34" charset="-122"/>
                <a:cs typeface="+mn-ea"/>
              </a:defRPr>
            </a:lvl5pPr>
            <a:lvl6pPr marL="2286000" algn="l" defTabSz="913765" rtl="0" eaLnBrk="1" latinLnBrk="0" hangingPunct="1">
              <a:defRPr sz="1800" kern="1200">
                <a:solidFill>
                  <a:srgbClr val="000000"/>
                </a:solidFill>
                <a:latin typeface="Arial" panose="020B0604020202020204" pitchFamily="34" charset="0"/>
                <a:ea typeface="微软雅黑" panose="020B0503020204020204" pitchFamily="34" charset="-122"/>
                <a:cs typeface="+mn-ea"/>
              </a:defRPr>
            </a:lvl6pPr>
            <a:lvl7pPr marL="2743200" algn="l" defTabSz="913765" rtl="0" eaLnBrk="1" latinLnBrk="0" hangingPunct="1">
              <a:defRPr sz="1800" kern="1200">
                <a:solidFill>
                  <a:srgbClr val="000000"/>
                </a:solidFill>
                <a:latin typeface="Arial" panose="020B0604020202020204" pitchFamily="34" charset="0"/>
                <a:ea typeface="微软雅黑" panose="020B0503020204020204" pitchFamily="34" charset="-122"/>
                <a:cs typeface="+mn-ea"/>
              </a:defRPr>
            </a:lvl7pPr>
            <a:lvl8pPr marL="3200400" algn="l" defTabSz="913765" rtl="0" eaLnBrk="1" latinLnBrk="0" hangingPunct="1">
              <a:defRPr sz="1800" kern="1200">
                <a:solidFill>
                  <a:srgbClr val="000000"/>
                </a:solidFill>
                <a:latin typeface="Arial" panose="020B0604020202020204" pitchFamily="34" charset="0"/>
                <a:ea typeface="微软雅黑" panose="020B0503020204020204" pitchFamily="34" charset="-122"/>
                <a:cs typeface="+mn-ea"/>
              </a:defRPr>
            </a:lvl8pPr>
            <a:lvl9pPr marL="3657600" algn="l" defTabSz="913765" rtl="0" eaLnBrk="1" latinLnBrk="0" hangingPunct="1">
              <a:defRPr sz="1800" kern="1200">
                <a:solidFill>
                  <a:srgbClr val="000000"/>
                </a:solidFill>
                <a:latin typeface="Arial" panose="020B0604020202020204" pitchFamily="34" charset="0"/>
                <a:ea typeface="微软雅黑" panose="020B0503020204020204" pitchFamily="34" charset="-122"/>
                <a:cs typeface="+mn-ea"/>
              </a:defRPr>
            </a:lvl9pPr>
          </a:lstStyle>
          <a:p>
            <a:pPr algn="ctr">
              <a:lnSpc>
                <a:spcPct val="100000"/>
              </a:lnSpc>
            </a:pPr>
            <a:r>
              <a:rPr lang="zh-CN" altLang="en-US" sz="1200" b="1" spc="300">
                <a:solidFill>
                  <a:srgbClr val="000000">
                    <a:lumMod val="65000"/>
                    <a:lumOff val="35000"/>
                  </a:srgbClr>
                </a:solidFill>
                <a:latin typeface="Arial" panose="020B0604020202020204" pitchFamily="34" charset="0"/>
                <a:ea typeface="微软雅黑" panose="020B0503020204020204" pitchFamily="34" charset="-122"/>
                <a:cs typeface="+mn-ea"/>
                <a:sym typeface="Arial" panose="020B0604020202020204" pitchFamily="34" charset="0"/>
              </a:rPr>
              <a:t>电子邮件</a:t>
            </a:r>
            <a:endParaRPr lang="zh-CN" altLang="en-US" sz="1200" b="1" spc="300">
              <a:solidFill>
                <a:srgbClr val="000000">
                  <a:lumMod val="65000"/>
                  <a:lumOff val="35000"/>
                </a:srgbClr>
              </a:solidFill>
              <a:latin typeface="Arial" panose="020B0604020202020204" pitchFamily="34" charset="0"/>
              <a:ea typeface="微软雅黑" panose="020B0503020204020204" pitchFamily="34" charset="-122"/>
              <a:cs typeface="+mn-ea"/>
              <a:sym typeface="Arial" panose="020B0604020202020204" pitchFamily="34" charset="0"/>
            </a:endParaRPr>
          </a:p>
          <a:p>
            <a:pPr algn="ctr">
              <a:lnSpc>
                <a:spcPct val="100000"/>
              </a:lnSpc>
            </a:pPr>
            <a:r>
              <a:rPr lang="zh-CN" altLang="en-US" sz="1200" b="1" spc="300">
                <a:solidFill>
                  <a:srgbClr val="000000">
                    <a:lumMod val="65000"/>
                    <a:lumOff val="35000"/>
                  </a:srgbClr>
                </a:solidFill>
                <a:latin typeface="Arial" panose="020B0604020202020204" pitchFamily="34" charset="0"/>
                <a:ea typeface="微软雅黑" panose="020B0503020204020204" pitchFamily="34" charset="-122"/>
                <a:cs typeface="+mn-ea"/>
                <a:sym typeface="Arial" panose="020B0604020202020204" pitchFamily="34" charset="0"/>
              </a:rPr>
              <a:t>E-mail</a:t>
            </a:r>
            <a:endParaRPr lang="zh-CN" altLang="en-US" sz="1200" b="1" spc="300">
              <a:solidFill>
                <a:srgbClr val="000000">
                  <a:lumMod val="65000"/>
                  <a:lumOff val="35000"/>
                </a:srgb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58" name="文本框 57"/>
          <p:cNvSpPr txBox="1"/>
          <p:nvPr>
            <p:custDataLst>
              <p:tags r:id="rId9"/>
            </p:custDataLst>
          </p:nvPr>
        </p:nvSpPr>
        <p:spPr>
          <a:xfrm>
            <a:off x="1998485" y="2658712"/>
            <a:ext cx="1609837" cy="1529080"/>
          </a:xfrm>
          <a:prstGeom prst="rect">
            <a:avLst/>
          </a:prstGeom>
          <a:noFill/>
        </p:spPr>
        <p:txBody>
          <a:bodyPr wrap="square" lIns="67500" tIns="0" rIns="67500" bIns="35100">
            <a:spAutoFit/>
          </a:bodyPr>
          <a:lstStyle>
            <a:defPPr>
              <a:defRPr lang="zh-CN"/>
            </a:defPPr>
            <a:lvl1pPr marL="0" algn="l" defTabSz="913765" rtl="0" eaLnBrk="1" latinLnBrk="0" hangingPunct="1">
              <a:defRPr sz="1800" kern="1200">
                <a:solidFill>
                  <a:srgbClr val="000000"/>
                </a:solidFill>
                <a:latin typeface="Arial" panose="020B0604020202020204" pitchFamily="34" charset="0"/>
                <a:ea typeface="微软雅黑" panose="020B0503020204020204" pitchFamily="34" charset="-122"/>
                <a:cs typeface="+mn-ea"/>
              </a:defRPr>
            </a:lvl1pPr>
            <a:lvl2pPr marL="457200" algn="l" defTabSz="913765" rtl="0" eaLnBrk="1" latinLnBrk="0" hangingPunct="1">
              <a:defRPr sz="1800" kern="1200">
                <a:solidFill>
                  <a:srgbClr val="000000"/>
                </a:solidFill>
                <a:latin typeface="Arial" panose="020B0604020202020204" pitchFamily="34" charset="0"/>
                <a:ea typeface="微软雅黑" panose="020B0503020204020204" pitchFamily="34" charset="-122"/>
                <a:cs typeface="+mn-ea"/>
              </a:defRPr>
            </a:lvl2pPr>
            <a:lvl3pPr marL="914400" algn="l" defTabSz="913765" rtl="0" eaLnBrk="1" latinLnBrk="0" hangingPunct="1">
              <a:defRPr sz="1800" kern="1200">
                <a:solidFill>
                  <a:srgbClr val="000000"/>
                </a:solidFill>
                <a:latin typeface="Arial" panose="020B0604020202020204" pitchFamily="34" charset="0"/>
                <a:ea typeface="微软雅黑" panose="020B0503020204020204" pitchFamily="34" charset="-122"/>
                <a:cs typeface="+mn-ea"/>
              </a:defRPr>
            </a:lvl3pPr>
            <a:lvl4pPr marL="1371600" algn="l" defTabSz="913765" rtl="0" eaLnBrk="1" latinLnBrk="0" hangingPunct="1">
              <a:defRPr sz="1800" kern="1200">
                <a:solidFill>
                  <a:srgbClr val="000000"/>
                </a:solidFill>
                <a:latin typeface="Arial" panose="020B0604020202020204" pitchFamily="34" charset="0"/>
                <a:ea typeface="微软雅黑" panose="020B0503020204020204" pitchFamily="34" charset="-122"/>
                <a:cs typeface="+mn-ea"/>
              </a:defRPr>
            </a:lvl4pPr>
            <a:lvl5pPr marL="1828800" algn="l" defTabSz="913765" rtl="0" eaLnBrk="1" latinLnBrk="0" hangingPunct="1">
              <a:defRPr sz="1800" kern="1200">
                <a:solidFill>
                  <a:srgbClr val="000000"/>
                </a:solidFill>
                <a:latin typeface="Arial" panose="020B0604020202020204" pitchFamily="34" charset="0"/>
                <a:ea typeface="微软雅黑" panose="020B0503020204020204" pitchFamily="34" charset="-122"/>
                <a:cs typeface="+mn-ea"/>
              </a:defRPr>
            </a:lvl5pPr>
            <a:lvl6pPr marL="2286000" algn="l" defTabSz="913765" rtl="0" eaLnBrk="1" latinLnBrk="0" hangingPunct="1">
              <a:defRPr sz="1800" kern="1200">
                <a:solidFill>
                  <a:srgbClr val="000000"/>
                </a:solidFill>
                <a:latin typeface="Arial" panose="020B0604020202020204" pitchFamily="34" charset="0"/>
                <a:ea typeface="微软雅黑" panose="020B0503020204020204" pitchFamily="34" charset="-122"/>
                <a:cs typeface="+mn-ea"/>
              </a:defRPr>
            </a:lvl6pPr>
            <a:lvl7pPr marL="2743200" algn="l" defTabSz="913765" rtl="0" eaLnBrk="1" latinLnBrk="0" hangingPunct="1">
              <a:defRPr sz="1800" kern="1200">
                <a:solidFill>
                  <a:srgbClr val="000000"/>
                </a:solidFill>
                <a:latin typeface="Arial" panose="020B0604020202020204" pitchFamily="34" charset="0"/>
                <a:ea typeface="微软雅黑" panose="020B0503020204020204" pitchFamily="34" charset="-122"/>
                <a:cs typeface="+mn-ea"/>
              </a:defRPr>
            </a:lvl7pPr>
            <a:lvl8pPr marL="3200400" algn="l" defTabSz="913765" rtl="0" eaLnBrk="1" latinLnBrk="0" hangingPunct="1">
              <a:defRPr sz="1800" kern="1200">
                <a:solidFill>
                  <a:srgbClr val="000000"/>
                </a:solidFill>
                <a:latin typeface="Arial" panose="020B0604020202020204" pitchFamily="34" charset="0"/>
                <a:ea typeface="微软雅黑" panose="020B0503020204020204" pitchFamily="34" charset="-122"/>
                <a:cs typeface="+mn-ea"/>
              </a:defRPr>
            </a:lvl8pPr>
            <a:lvl9pPr marL="3657600" algn="l" defTabSz="913765" rtl="0" eaLnBrk="1" latinLnBrk="0" hangingPunct="1">
              <a:defRPr sz="1800" kern="1200">
                <a:solidFill>
                  <a:srgbClr val="000000"/>
                </a:solidFill>
                <a:latin typeface="Arial" panose="020B0604020202020204" pitchFamily="34" charset="0"/>
                <a:ea typeface="微软雅黑" panose="020B0503020204020204" pitchFamily="34" charset="-122"/>
                <a:cs typeface="+mn-ea"/>
              </a:defRPr>
            </a:lvl9pPr>
          </a:lstStyle>
          <a:p>
            <a:pPr algn="just">
              <a:lnSpc>
                <a:spcPct val="120000"/>
              </a:lnSpc>
              <a:spcBef>
                <a:spcPts val="0"/>
              </a:spcBef>
              <a:spcAft>
                <a:spcPts val="0"/>
              </a:spcAft>
            </a:pPr>
            <a:r>
              <a:rPr lang="zh-CN" altLang="en-US" sz="900" kern="0">
                <a:solidFill>
                  <a:sysClr val="window" lastClr="FFFFFF">
                    <a:lumMod val="50000"/>
                  </a:sysClr>
                </a:solidFill>
                <a:uFillTx/>
                <a:latin typeface="Arial" panose="020B0604020202020204" pitchFamily="34" charset="0"/>
                <a:ea typeface="微软雅黑" panose="020B0503020204020204" pitchFamily="34" charset="-122"/>
                <a:sym typeface="Arial" panose="020B0604020202020204" pitchFamily="34" charset="0"/>
              </a:rPr>
              <a:t>电子邮件E-mail（Electronic mail）是利用计算机网络交换的电子媒体信件。一个用户通过Internet，可将邮件传送给任何一个有E-mail 地址的用户。E-mail 除了作为信件交换工具外，还可用于传递文件、图形、图像、语音、视频等信息。</a:t>
            </a:r>
            <a:endParaRPr lang="zh-CN" altLang="en-US" sz="900" kern="0">
              <a:solidFill>
                <a:sysClr val="window" lastClr="FFFFFF">
                  <a:lumMod val="50000"/>
                </a:sysClr>
              </a:solidFill>
              <a:uFillTx/>
              <a:latin typeface="Arial" panose="020B0604020202020204" pitchFamily="34" charset="0"/>
              <a:ea typeface="微软雅黑" panose="020B0503020204020204" pitchFamily="34" charset="-122"/>
              <a:sym typeface="Arial" panose="020B0604020202020204" pitchFamily="34" charset="0"/>
            </a:endParaRPr>
          </a:p>
        </p:txBody>
      </p:sp>
      <p:sp>
        <p:nvSpPr>
          <p:cNvPr id="59" name="文本框 58"/>
          <p:cNvSpPr txBox="1"/>
          <p:nvPr>
            <p:custDataLst>
              <p:tags r:id="rId10"/>
            </p:custDataLst>
          </p:nvPr>
        </p:nvSpPr>
        <p:spPr>
          <a:xfrm>
            <a:off x="3961385" y="2139156"/>
            <a:ext cx="1209494" cy="511810"/>
          </a:xfrm>
          <a:prstGeom prst="rect">
            <a:avLst/>
          </a:prstGeom>
          <a:noFill/>
        </p:spPr>
        <p:txBody>
          <a:bodyPr wrap="square" lIns="67500" tIns="35100" rIns="67500" bIns="35100" anchor="ctr" anchorCtr="0">
            <a:spAutoFit/>
          </a:bodyPr>
          <a:lstStyle>
            <a:defPPr>
              <a:defRPr lang="zh-CN"/>
            </a:defPPr>
            <a:lvl1pPr marL="0" algn="l" defTabSz="913765" rtl="0" eaLnBrk="1" latinLnBrk="0" hangingPunct="1">
              <a:defRPr sz="1800" kern="1200">
                <a:solidFill>
                  <a:srgbClr val="000000"/>
                </a:solidFill>
                <a:latin typeface="Arial" panose="020B0604020202020204" pitchFamily="34" charset="0"/>
                <a:ea typeface="微软雅黑" panose="020B0503020204020204" pitchFamily="34" charset="-122"/>
                <a:cs typeface="+mn-ea"/>
              </a:defRPr>
            </a:lvl1pPr>
            <a:lvl2pPr marL="457200" algn="l" defTabSz="913765" rtl="0" eaLnBrk="1" latinLnBrk="0" hangingPunct="1">
              <a:defRPr sz="1800" kern="1200">
                <a:solidFill>
                  <a:srgbClr val="000000"/>
                </a:solidFill>
                <a:latin typeface="Arial" panose="020B0604020202020204" pitchFamily="34" charset="0"/>
                <a:ea typeface="微软雅黑" panose="020B0503020204020204" pitchFamily="34" charset="-122"/>
                <a:cs typeface="+mn-ea"/>
              </a:defRPr>
            </a:lvl2pPr>
            <a:lvl3pPr marL="914400" algn="l" defTabSz="913765" rtl="0" eaLnBrk="1" latinLnBrk="0" hangingPunct="1">
              <a:defRPr sz="1800" kern="1200">
                <a:solidFill>
                  <a:srgbClr val="000000"/>
                </a:solidFill>
                <a:latin typeface="Arial" panose="020B0604020202020204" pitchFamily="34" charset="0"/>
                <a:ea typeface="微软雅黑" panose="020B0503020204020204" pitchFamily="34" charset="-122"/>
                <a:cs typeface="+mn-ea"/>
              </a:defRPr>
            </a:lvl3pPr>
            <a:lvl4pPr marL="1371600" algn="l" defTabSz="913765" rtl="0" eaLnBrk="1" latinLnBrk="0" hangingPunct="1">
              <a:defRPr sz="1800" kern="1200">
                <a:solidFill>
                  <a:srgbClr val="000000"/>
                </a:solidFill>
                <a:latin typeface="Arial" panose="020B0604020202020204" pitchFamily="34" charset="0"/>
                <a:ea typeface="微软雅黑" panose="020B0503020204020204" pitchFamily="34" charset="-122"/>
                <a:cs typeface="+mn-ea"/>
              </a:defRPr>
            </a:lvl4pPr>
            <a:lvl5pPr marL="1828800" algn="l" defTabSz="913765" rtl="0" eaLnBrk="1" latinLnBrk="0" hangingPunct="1">
              <a:defRPr sz="1800" kern="1200">
                <a:solidFill>
                  <a:srgbClr val="000000"/>
                </a:solidFill>
                <a:latin typeface="Arial" panose="020B0604020202020204" pitchFamily="34" charset="0"/>
                <a:ea typeface="微软雅黑" panose="020B0503020204020204" pitchFamily="34" charset="-122"/>
                <a:cs typeface="+mn-ea"/>
              </a:defRPr>
            </a:lvl5pPr>
            <a:lvl6pPr marL="2286000" algn="l" defTabSz="913765" rtl="0" eaLnBrk="1" latinLnBrk="0" hangingPunct="1">
              <a:defRPr sz="1800" kern="1200">
                <a:solidFill>
                  <a:srgbClr val="000000"/>
                </a:solidFill>
                <a:latin typeface="Arial" panose="020B0604020202020204" pitchFamily="34" charset="0"/>
                <a:ea typeface="微软雅黑" panose="020B0503020204020204" pitchFamily="34" charset="-122"/>
                <a:cs typeface="+mn-ea"/>
              </a:defRPr>
            </a:lvl6pPr>
            <a:lvl7pPr marL="2743200" algn="l" defTabSz="913765" rtl="0" eaLnBrk="1" latinLnBrk="0" hangingPunct="1">
              <a:defRPr sz="1800" kern="1200">
                <a:solidFill>
                  <a:srgbClr val="000000"/>
                </a:solidFill>
                <a:latin typeface="Arial" panose="020B0604020202020204" pitchFamily="34" charset="0"/>
                <a:ea typeface="微软雅黑" panose="020B0503020204020204" pitchFamily="34" charset="-122"/>
                <a:cs typeface="+mn-ea"/>
              </a:defRPr>
            </a:lvl7pPr>
            <a:lvl8pPr marL="3200400" algn="l" defTabSz="913765" rtl="0" eaLnBrk="1" latinLnBrk="0" hangingPunct="1">
              <a:defRPr sz="1800" kern="1200">
                <a:solidFill>
                  <a:srgbClr val="000000"/>
                </a:solidFill>
                <a:latin typeface="Arial" panose="020B0604020202020204" pitchFamily="34" charset="0"/>
                <a:ea typeface="微软雅黑" panose="020B0503020204020204" pitchFamily="34" charset="-122"/>
                <a:cs typeface="+mn-ea"/>
              </a:defRPr>
            </a:lvl8pPr>
            <a:lvl9pPr marL="3657600" algn="l" defTabSz="913765" rtl="0" eaLnBrk="1" latinLnBrk="0" hangingPunct="1">
              <a:defRPr sz="1800" kern="1200">
                <a:solidFill>
                  <a:srgbClr val="000000"/>
                </a:solidFill>
                <a:latin typeface="Arial" panose="020B0604020202020204" pitchFamily="34" charset="0"/>
                <a:ea typeface="微软雅黑" panose="020B0503020204020204" pitchFamily="34" charset="-122"/>
                <a:cs typeface="+mn-ea"/>
              </a:defRPr>
            </a:lvl9pPr>
          </a:lstStyle>
          <a:p>
            <a:pPr algn="ctr">
              <a:lnSpc>
                <a:spcPct val="120000"/>
              </a:lnSpc>
            </a:pPr>
            <a:r>
              <a:rPr lang="zh-CN" altLang="en-US" sz="1200" b="1" spc="300">
                <a:solidFill>
                  <a:srgbClr val="000000">
                    <a:lumMod val="65000"/>
                    <a:lumOff val="35000"/>
                  </a:srgbClr>
                </a:solidFill>
                <a:latin typeface="Arial" panose="020B0604020202020204" pitchFamily="34" charset="0"/>
                <a:ea typeface="微软雅黑" panose="020B0503020204020204" pitchFamily="34" charset="-122"/>
                <a:cs typeface="+mn-ea"/>
                <a:sym typeface="Arial" panose="020B0604020202020204" pitchFamily="34" charset="0"/>
              </a:rPr>
              <a:t>文件传输FTP</a:t>
            </a:r>
            <a:endParaRPr lang="zh-CN" altLang="en-US" sz="1200" b="1" spc="300">
              <a:solidFill>
                <a:srgbClr val="000000">
                  <a:lumMod val="65000"/>
                  <a:lumOff val="35000"/>
                </a:srgb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60" name="文本框 59"/>
          <p:cNvSpPr txBox="1"/>
          <p:nvPr>
            <p:custDataLst>
              <p:tags r:id="rId11"/>
            </p:custDataLst>
          </p:nvPr>
        </p:nvSpPr>
        <p:spPr>
          <a:xfrm>
            <a:off x="3767082" y="2658712"/>
            <a:ext cx="1609837" cy="2027555"/>
          </a:xfrm>
          <a:prstGeom prst="rect">
            <a:avLst/>
          </a:prstGeom>
          <a:noFill/>
        </p:spPr>
        <p:txBody>
          <a:bodyPr wrap="square" lIns="67500" tIns="0" rIns="67500" bIns="35100">
            <a:spAutoFit/>
          </a:bodyPr>
          <a:lstStyle>
            <a:defPPr>
              <a:defRPr lang="zh-CN"/>
            </a:defPPr>
            <a:lvl1pPr marL="0" algn="l" defTabSz="913765" rtl="0" eaLnBrk="1" latinLnBrk="0" hangingPunct="1">
              <a:defRPr sz="1800" kern="1200">
                <a:solidFill>
                  <a:srgbClr val="000000"/>
                </a:solidFill>
                <a:latin typeface="Arial" panose="020B0604020202020204" pitchFamily="34" charset="0"/>
                <a:ea typeface="微软雅黑" panose="020B0503020204020204" pitchFamily="34" charset="-122"/>
                <a:cs typeface="+mn-ea"/>
              </a:defRPr>
            </a:lvl1pPr>
            <a:lvl2pPr marL="457200" algn="l" defTabSz="913765" rtl="0" eaLnBrk="1" latinLnBrk="0" hangingPunct="1">
              <a:defRPr sz="1800" kern="1200">
                <a:solidFill>
                  <a:srgbClr val="000000"/>
                </a:solidFill>
                <a:latin typeface="Arial" panose="020B0604020202020204" pitchFamily="34" charset="0"/>
                <a:ea typeface="微软雅黑" panose="020B0503020204020204" pitchFamily="34" charset="-122"/>
                <a:cs typeface="+mn-ea"/>
              </a:defRPr>
            </a:lvl2pPr>
            <a:lvl3pPr marL="914400" algn="l" defTabSz="913765" rtl="0" eaLnBrk="1" latinLnBrk="0" hangingPunct="1">
              <a:defRPr sz="1800" kern="1200">
                <a:solidFill>
                  <a:srgbClr val="000000"/>
                </a:solidFill>
                <a:latin typeface="Arial" panose="020B0604020202020204" pitchFamily="34" charset="0"/>
                <a:ea typeface="微软雅黑" panose="020B0503020204020204" pitchFamily="34" charset="-122"/>
                <a:cs typeface="+mn-ea"/>
              </a:defRPr>
            </a:lvl3pPr>
            <a:lvl4pPr marL="1371600" algn="l" defTabSz="913765" rtl="0" eaLnBrk="1" latinLnBrk="0" hangingPunct="1">
              <a:defRPr sz="1800" kern="1200">
                <a:solidFill>
                  <a:srgbClr val="000000"/>
                </a:solidFill>
                <a:latin typeface="Arial" panose="020B0604020202020204" pitchFamily="34" charset="0"/>
                <a:ea typeface="微软雅黑" panose="020B0503020204020204" pitchFamily="34" charset="-122"/>
                <a:cs typeface="+mn-ea"/>
              </a:defRPr>
            </a:lvl4pPr>
            <a:lvl5pPr marL="1828800" algn="l" defTabSz="913765" rtl="0" eaLnBrk="1" latinLnBrk="0" hangingPunct="1">
              <a:defRPr sz="1800" kern="1200">
                <a:solidFill>
                  <a:srgbClr val="000000"/>
                </a:solidFill>
                <a:latin typeface="Arial" panose="020B0604020202020204" pitchFamily="34" charset="0"/>
                <a:ea typeface="微软雅黑" panose="020B0503020204020204" pitchFamily="34" charset="-122"/>
                <a:cs typeface="+mn-ea"/>
              </a:defRPr>
            </a:lvl5pPr>
            <a:lvl6pPr marL="2286000" algn="l" defTabSz="913765" rtl="0" eaLnBrk="1" latinLnBrk="0" hangingPunct="1">
              <a:defRPr sz="1800" kern="1200">
                <a:solidFill>
                  <a:srgbClr val="000000"/>
                </a:solidFill>
                <a:latin typeface="Arial" panose="020B0604020202020204" pitchFamily="34" charset="0"/>
                <a:ea typeface="微软雅黑" panose="020B0503020204020204" pitchFamily="34" charset="-122"/>
                <a:cs typeface="+mn-ea"/>
              </a:defRPr>
            </a:lvl6pPr>
            <a:lvl7pPr marL="2743200" algn="l" defTabSz="913765" rtl="0" eaLnBrk="1" latinLnBrk="0" hangingPunct="1">
              <a:defRPr sz="1800" kern="1200">
                <a:solidFill>
                  <a:srgbClr val="000000"/>
                </a:solidFill>
                <a:latin typeface="Arial" panose="020B0604020202020204" pitchFamily="34" charset="0"/>
                <a:ea typeface="微软雅黑" panose="020B0503020204020204" pitchFamily="34" charset="-122"/>
                <a:cs typeface="+mn-ea"/>
              </a:defRPr>
            </a:lvl7pPr>
            <a:lvl8pPr marL="3200400" algn="l" defTabSz="913765" rtl="0" eaLnBrk="1" latinLnBrk="0" hangingPunct="1">
              <a:defRPr sz="1800" kern="1200">
                <a:solidFill>
                  <a:srgbClr val="000000"/>
                </a:solidFill>
                <a:latin typeface="Arial" panose="020B0604020202020204" pitchFamily="34" charset="0"/>
                <a:ea typeface="微软雅黑" panose="020B0503020204020204" pitchFamily="34" charset="-122"/>
                <a:cs typeface="+mn-ea"/>
              </a:defRPr>
            </a:lvl8pPr>
            <a:lvl9pPr marL="3657600" algn="l" defTabSz="913765" rtl="0" eaLnBrk="1" latinLnBrk="0" hangingPunct="1">
              <a:defRPr sz="1800" kern="1200">
                <a:solidFill>
                  <a:srgbClr val="000000"/>
                </a:solidFill>
                <a:latin typeface="Arial" panose="020B0604020202020204" pitchFamily="34" charset="0"/>
                <a:ea typeface="微软雅黑" panose="020B0503020204020204" pitchFamily="34" charset="-122"/>
                <a:cs typeface="+mn-ea"/>
              </a:defRPr>
            </a:lvl9pPr>
          </a:lstStyle>
          <a:p>
            <a:pPr algn="just">
              <a:lnSpc>
                <a:spcPct val="120000"/>
              </a:lnSpc>
              <a:spcBef>
                <a:spcPts val="0"/>
              </a:spcBef>
              <a:spcAft>
                <a:spcPts val="0"/>
              </a:spcAft>
            </a:pPr>
            <a:r>
              <a:rPr lang="zh-CN" altLang="en-US" sz="900" kern="0">
                <a:solidFill>
                  <a:sysClr val="window" lastClr="FFFFFF">
                    <a:lumMod val="50000"/>
                  </a:sysClr>
                </a:solidFill>
                <a:uFillTx/>
                <a:latin typeface="Arial" panose="020B0604020202020204" pitchFamily="34" charset="0"/>
                <a:ea typeface="微软雅黑" panose="020B0503020204020204" pitchFamily="34" charset="-122"/>
                <a:sym typeface="Arial" panose="020B0604020202020204" pitchFamily="34" charset="0"/>
              </a:rPr>
              <a:t>用文件传输功能可以使用户的本地计算机与远程计算机（一般为FTP 的一个服务器）建立连接，通过合法的登录手续进入该远程计算机系统，可直接进行文字和非文字（程序、图像等）信息的双向传输。文件传输要用到FTP（File Transfer Protocol）协议，因此人们通常就把采用这种协议传输文件的应用程序称为</a:t>
            </a:r>
            <a:r>
              <a:rPr lang="zh-CN" altLang="en-US" sz="900" b="1" kern="0">
                <a:solidFill>
                  <a:sysClr val="window" lastClr="FFFFFF">
                    <a:lumMod val="50000"/>
                  </a:sysClr>
                </a:solidFill>
                <a:uFillTx/>
                <a:latin typeface="Arial" panose="020B0604020202020204" pitchFamily="34" charset="0"/>
                <a:ea typeface="微软雅黑" panose="020B0503020204020204" pitchFamily="34" charset="-122"/>
                <a:sym typeface="Arial" panose="020B0604020202020204" pitchFamily="34" charset="0"/>
              </a:rPr>
              <a:t>FTP</a:t>
            </a:r>
            <a:r>
              <a:rPr lang="zh-CN" altLang="en-US" sz="900" kern="0">
                <a:solidFill>
                  <a:sysClr val="window" lastClr="FFFFFF">
                    <a:lumMod val="50000"/>
                  </a:sysClr>
                </a:solidFill>
                <a:uFillTx/>
                <a:latin typeface="Arial" panose="020B0604020202020204" pitchFamily="34" charset="0"/>
                <a:ea typeface="微软雅黑" panose="020B0503020204020204" pitchFamily="34" charset="-122"/>
                <a:sym typeface="Arial" panose="020B0604020202020204" pitchFamily="34" charset="0"/>
              </a:rPr>
              <a:t>。</a:t>
            </a:r>
            <a:endParaRPr lang="zh-CN" altLang="en-US" sz="900" kern="0">
              <a:solidFill>
                <a:sysClr val="window" lastClr="FFFFFF">
                  <a:lumMod val="50000"/>
                </a:sysClr>
              </a:solidFill>
              <a:uFillTx/>
              <a:latin typeface="Arial" panose="020B0604020202020204" pitchFamily="34" charset="0"/>
              <a:ea typeface="微软雅黑" panose="020B0503020204020204" pitchFamily="34" charset="-122"/>
              <a:sym typeface="Arial" panose="020B0604020202020204" pitchFamily="34" charset="0"/>
            </a:endParaRPr>
          </a:p>
        </p:txBody>
      </p:sp>
      <p:sp>
        <p:nvSpPr>
          <p:cNvPr id="61" name="文本框 60"/>
          <p:cNvSpPr txBox="1"/>
          <p:nvPr>
            <p:custDataLst>
              <p:tags r:id="rId12"/>
            </p:custDataLst>
          </p:nvPr>
        </p:nvSpPr>
        <p:spPr>
          <a:xfrm>
            <a:off x="5735850" y="2139156"/>
            <a:ext cx="1209494" cy="511810"/>
          </a:xfrm>
          <a:prstGeom prst="rect">
            <a:avLst/>
          </a:prstGeom>
          <a:noFill/>
        </p:spPr>
        <p:txBody>
          <a:bodyPr wrap="square" lIns="67500" tIns="35100" rIns="67500" bIns="35100" anchor="ctr" anchorCtr="0">
            <a:spAutoFit/>
          </a:bodyPr>
          <a:lstStyle>
            <a:defPPr>
              <a:defRPr lang="zh-CN"/>
            </a:defPPr>
            <a:lvl1pPr marL="0" algn="l" defTabSz="913765" rtl="0" eaLnBrk="1" latinLnBrk="0" hangingPunct="1">
              <a:defRPr sz="1800" kern="1200">
                <a:solidFill>
                  <a:srgbClr val="000000"/>
                </a:solidFill>
                <a:latin typeface="Arial" panose="020B0604020202020204" pitchFamily="34" charset="0"/>
                <a:ea typeface="微软雅黑" panose="020B0503020204020204" pitchFamily="34" charset="-122"/>
                <a:cs typeface="+mn-ea"/>
              </a:defRPr>
            </a:lvl1pPr>
            <a:lvl2pPr marL="457200" algn="l" defTabSz="913765" rtl="0" eaLnBrk="1" latinLnBrk="0" hangingPunct="1">
              <a:defRPr sz="1800" kern="1200">
                <a:solidFill>
                  <a:srgbClr val="000000"/>
                </a:solidFill>
                <a:latin typeface="Arial" panose="020B0604020202020204" pitchFamily="34" charset="0"/>
                <a:ea typeface="微软雅黑" panose="020B0503020204020204" pitchFamily="34" charset="-122"/>
                <a:cs typeface="+mn-ea"/>
              </a:defRPr>
            </a:lvl2pPr>
            <a:lvl3pPr marL="914400" algn="l" defTabSz="913765" rtl="0" eaLnBrk="1" latinLnBrk="0" hangingPunct="1">
              <a:defRPr sz="1800" kern="1200">
                <a:solidFill>
                  <a:srgbClr val="000000"/>
                </a:solidFill>
                <a:latin typeface="Arial" panose="020B0604020202020204" pitchFamily="34" charset="0"/>
                <a:ea typeface="微软雅黑" panose="020B0503020204020204" pitchFamily="34" charset="-122"/>
                <a:cs typeface="+mn-ea"/>
              </a:defRPr>
            </a:lvl3pPr>
            <a:lvl4pPr marL="1371600" algn="l" defTabSz="913765" rtl="0" eaLnBrk="1" latinLnBrk="0" hangingPunct="1">
              <a:defRPr sz="1800" kern="1200">
                <a:solidFill>
                  <a:srgbClr val="000000"/>
                </a:solidFill>
                <a:latin typeface="Arial" panose="020B0604020202020204" pitchFamily="34" charset="0"/>
                <a:ea typeface="微软雅黑" panose="020B0503020204020204" pitchFamily="34" charset="-122"/>
                <a:cs typeface="+mn-ea"/>
              </a:defRPr>
            </a:lvl4pPr>
            <a:lvl5pPr marL="1828800" algn="l" defTabSz="913765" rtl="0" eaLnBrk="1" latinLnBrk="0" hangingPunct="1">
              <a:defRPr sz="1800" kern="1200">
                <a:solidFill>
                  <a:srgbClr val="000000"/>
                </a:solidFill>
                <a:latin typeface="Arial" panose="020B0604020202020204" pitchFamily="34" charset="0"/>
                <a:ea typeface="微软雅黑" panose="020B0503020204020204" pitchFamily="34" charset="-122"/>
                <a:cs typeface="+mn-ea"/>
              </a:defRPr>
            </a:lvl5pPr>
            <a:lvl6pPr marL="2286000" algn="l" defTabSz="913765" rtl="0" eaLnBrk="1" latinLnBrk="0" hangingPunct="1">
              <a:defRPr sz="1800" kern="1200">
                <a:solidFill>
                  <a:srgbClr val="000000"/>
                </a:solidFill>
                <a:latin typeface="Arial" panose="020B0604020202020204" pitchFamily="34" charset="0"/>
                <a:ea typeface="微软雅黑" panose="020B0503020204020204" pitchFamily="34" charset="-122"/>
                <a:cs typeface="+mn-ea"/>
              </a:defRPr>
            </a:lvl6pPr>
            <a:lvl7pPr marL="2743200" algn="l" defTabSz="913765" rtl="0" eaLnBrk="1" latinLnBrk="0" hangingPunct="1">
              <a:defRPr sz="1800" kern="1200">
                <a:solidFill>
                  <a:srgbClr val="000000"/>
                </a:solidFill>
                <a:latin typeface="Arial" panose="020B0604020202020204" pitchFamily="34" charset="0"/>
                <a:ea typeface="微软雅黑" panose="020B0503020204020204" pitchFamily="34" charset="-122"/>
                <a:cs typeface="+mn-ea"/>
              </a:defRPr>
            </a:lvl7pPr>
            <a:lvl8pPr marL="3200400" algn="l" defTabSz="913765" rtl="0" eaLnBrk="1" latinLnBrk="0" hangingPunct="1">
              <a:defRPr sz="1800" kern="1200">
                <a:solidFill>
                  <a:srgbClr val="000000"/>
                </a:solidFill>
                <a:latin typeface="Arial" panose="020B0604020202020204" pitchFamily="34" charset="0"/>
                <a:ea typeface="微软雅黑" panose="020B0503020204020204" pitchFamily="34" charset="-122"/>
                <a:cs typeface="+mn-ea"/>
              </a:defRPr>
            </a:lvl8pPr>
            <a:lvl9pPr marL="3657600" algn="l" defTabSz="913765" rtl="0" eaLnBrk="1" latinLnBrk="0" hangingPunct="1">
              <a:defRPr sz="1800" kern="1200">
                <a:solidFill>
                  <a:srgbClr val="000000"/>
                </a:solidFill>
                <a:latin typeface="Arial" panose="020B0604020202020204" pitchFamily="34" charset="0"/>
                <a:ea typeface="微软雅黑" panose="020B0503020204020204" pitchFamily="34" charset="-122"/>
                <a:cs typeface="+mn-ea"/>
              </a:defRPr>
            </a:lvl9pPr>
          </a:lstStyle>
          <a:p>
            <a:pPr algn="ctr">
              <a:lnSpc>
                <a:spcPct val="120000"/>
              </a:lnSpc>
            </a:pPr>
            <a:r>
              <a:rPr lang="zh-CN" altLang="en-US" sz="1200" b="1" spc="300">
                <a:solidFill>
                  <a:srgbClr val="000000">
                    <a:lumMod val="65000"/>
                    <a:lumOff val="35000"/>
                  </a:srgbClr>
                </a:solidFill>
                <a:latin typeface="Arial" panose="020B0604020202020204" pitchFamily="34" charset="0"/>
                <a:ea typeface="微软雅黑" panose="020B0503020204020204" pitchFamily="34" charset="-122"/>
                <a:cs typeface="+mn-ea"/>
                <a:sym typeface="Arial" panose="020B0604020202020204" pitchFamily="34" charset="0"/>
              </a:rPr>
              <a:t>远程登录Telnet</a:t>
            </a:r>
            <a:endParaRPr lang="zh-CN" altLang="en-US" sz="1200" b="1" spc="300">
              <a:solidFill>
                <a:srgbClr val="000000">
                  <a:lumMod val="65000"/>
                  <a:lumOff val="35000"/>
                </a:srgb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62" name="文本框 61"/>
          <p:cNvSpPr txBox="1"/>
          <p:nvPr>
            <p:custDataLst>
              <p:tags r:id="rId13"/>
            </p:custDataLst>
          </p:nvPr>
        </p:nvSpPr>
        <p:spPr>
          <a:xfrm>
            <a:off x="5535679" y="2658712"/>
            <a:ext cx="1609837" cy="1529080"/>
          </a:xfrm>
          <a:prstGeom prst="rect">
            <a:avLst/>
          </a:prstGeom>
          <a:noFill/>
        </p:spPr>
        <p:txBody>
          <a:bodyPr wrap="square" lIns="67500" tIns="0" rIns="67500" bIns="35100">
            <a:spAutoFit/>
          </a:bodyPr>
          <a:lstStyle>
            <a:defPPr>
              <a:defRPr lang="zh-CN"/>
            </a:defPPr>
            <a:lvl1pPr marL="0" algn="l" defTabSz="913765" rtl="0" eaLnBrk="1" latinLnBrk="0" hangingPunct="1">
              <a:defRPr sz="1800" kern="1200">
                <a:solidFill>
                  <a:srgbClr val="000000"/>
                </a:solidFill>
                <a:latin typeface="Arial" panose="020B0604020202020204" pitchFamily="34" charset="0"/>
                <a:ea typeface="微软雅黑" panose="020B0503020204020204" pitchFamily="34" charset="-122"/>
                <a:cs typeface="+mn-ea"/>
              </a:defRPr>
            </a:lvl1pPr>
            <a:lvl2pPr marL="457200" algn="l" defTabSz="913765" rtl="0" eaLnBrk="1" latinLnBrk="0" hangingPunct="1">
              <a:defRPr sz="1800" kern="1200">
                <a:solidFill>
                  <a:srgbClr val="000000"/>
                </a:solidFill>
                <a:latin typeface="Arial" panose="020B0604020202020204" pitchFamily="34" charset="0"/>
                <a:ea typeface="微软雅黑" panose="020B0503020204020204" pitchFamily="34" charset="-122"/>
                <a:cs typeface="+mn-ea"/>
              </a:defRPr>
            </a:lvl2pPr>
            <a:lvl3pPr marL="914400" algn="l" defTabSz="913765" rtl="0" eaLnBrk="1" latinLnBrk="0" hangingPunct="1">
              <a:defRPr sz="1800" kern="1200">
                <a:solidFill>
                  <a:srgbClr val="000000"/>
                </a:solidFill>
                <a:latin typeface="Arial" panose="020B0604020202020204" pitchFamily="34" charset="0"/>
                <a:ea typeface="微软雅黑" panose="020B0503020204020204" pitchFamily="34" charset="-122"/>
                <a:cs typeface="+mn-ea"/>
              </a:defRPr>
            </a:lvl3pPr>
            <a:lvl4pPr marL="1371600" algn="l" defTabSz="913765" rtl="0" eaLnBrk="1" latinLnBrk="0" hangingPunct="1">
              <a:defRPr sz="1800" kern="1200">
                <a:solidFill>
                  <a:srgbClr val="000000"/>
                </a:solidFill>
                <a:latin typeface="Arial" panose="020B0604020202020204" pitchFamily="34" charset="0"/>
                <a:ea typeface="微软雅黑" panose="020B0503020204020204" pitchFamily="34" charset="-122"/>
                <a:cs typeface="+mn-ea"/>
              </a:defRPr>
            </a:lvl4pPr>
            <a:lvl5pPr marL="1828800" algn="l" defTabSz="913765" rtl="0" eaLnBrk="1" latinLnBrk="0" hangingPunct="1">
              <a:defRPr sz="1800" kern="1200">
                <a:solidFill>
                  <a:srgbClr val="000000"/>
                </a:solidFill>
                <a:latin typeface="Arial" panose="020B0604020202020204" pitchFamily="34" charset="0"/>
                <a:ea typeface="微软雅黑" panose="020B0503020204020204" pitchFamily="34" charset="-122"/>
                <a:cs typeface="+mn-ea"/>
              </a:defRPr>
            </a:lvl5pPr>
            <a:lvl6pPr marL="2286000" algn="l" defTabSz="913765" rtl="0" eaLnBrk="1" latinLnBrk="0" hangingPunct="1">
              <a:defRPr sz="1800" kern="1200">
                <a:solidFill>
                  <a:srgbClr val="000000"/>
                </a:solidFill>
                <a:latin typeface="Arial" panose="020B0604020202020204" pitchFamily="34" charset="0"/>
                <a:ea typeface="微软雅黑" panose="020B0503020204020204" pitchFamily="34" charset="-122"/>
                <a:cs typeface="+mn-ea"/>
              </a:defRPr>
            </a:lvl6pPr>
            <a:lvl7pPr marL="2743200" algn="l" defTabSz="913765" rtl="0" eaLnBrk="1" latinLnBrk="0" hangingPunct="1">
              <a:defRPr sz="1800" kern="1200">
                <a:solidFill>
                  <a:srgbClr val="000000"/>
                </a:solidFill>
                <a:latin typeface="Arial" panose="020B0604020202020204" pitchFamily="34" charset="0"/>
                <a:ea typeface="微软雅黑" panose="020B0503020204020204" pitchFamily="34" charset="-122"/>
                <a:cs typeface="+mn-ea"/>
              </a:defRPr>
            </a:lvl7pPr>
            <a:lvl8pPr marL="3200400" algn="l" defTabSz="913765" rtl="0" eaLnBrk="1" latinLnBrk="0" hangingPunct="1">
              <a:defRPr sz="1800" kern="1200">
                <a:solidFill>
                  <a:srgbClr val="000000"/>
                </a:solidFill>
                <a:latin typeface="Arial" panose="020B0604020202020204" pitchFamily="34" charset="0"/>
                <a:ea typeface="微软雅黑" panose="020B0503020204020204" pitchFamily="34" charset="-122"/>
                <a:cs typeface="+mn-ea"/>
              </a:defRPr>
            </a:lvl8pPr>
            <a:lvl9pPr marL="3657600" algn="l" defTabSz="913765" rtl="0" eaLnBrk="1" latinLnBrk="0" hangingPunct="1">
              <a:defRPr sz="1800" kern="1200">
                <a:solidFill>
                  <a:srgbClr val="000000"/>
                </a:solidFill>
                <a:latin typeface="Arial" panose="020B0604020202020204" pitchFamily="34" charset="0"/>
                <a:ea typeface="微软雅黑" panose="020B0503020204020204" pitchFamily="34" charset="-122"/>
                <a:cs typeface="+mn-ea"/>
              </a:defRPr>
            </a:lvl9pPr>
          </a:lstStyle>
          <a:p>
            <a:pPr algn="just">
              <a:lnSpc>
                <a:spcPct val="120000"/>
              </a:lnSpc>
              <a:spcBef>
                <a:spcPts val="0"/>
              </a:spcBef>
              <a:spcAft>
                <a:spcPts val="0"/>
              </a:spcAft>
            </a:pPr>
            <a:r>
              <a:rPr lang="zh-CN" altLang="en-US" sz="900" kern="0">
                <a:solidFill>
                  <a:sysClr val="window" lastClr="FFFFFF">
                    <a:lumMod val="50000"/>
                  </a:sysClr>
                </a:solidFill>
                <a:uFillTx/>
                <a:latin typeface="Arial" panose="020B0604020202020204" pitchFamily="34" charset="0"/>
                <a:ea typeface="微软雅黑" panose="020B0503020204020204" pitchFamily="34" charset="-122"/>
                <a:sym typeface="Arial" panose="020B0604020202020204" pitchFamily="34" charset="0"/>
              </a:rPr>
              <a:t>利用远程登录，用户可以把本地的计算机登录到主机，变成该主机的远程终端，从而使用该主机系统允许外部用户使用的硬件、软件等任何资源。在Internet 上通常使用Telnet 程序实现远程登录，所以习惯上把远程登录称为Telnet。</a:t>
            </a:r>
            <a:endParaRPr lang="zh-CN" altLang="en-US" sz="900" kern="0">
              <a:solidFill>
                <a:sysClr val="window" lastClr="FFFFFF">
                  <a:lumMod val="50000"/>
                </a:sysClr>
              </a:solidFill>
              <a:uFillTx/>
              <a:latin typeface="Arial" panose="020B0604020202020204" pitchFamily="34" charset="0"/>
              <a:ea typeface="微软雅黑" panose="020B0503020204020204" pitchFamily="34" charset="-122"/>
              <a:sym typeface="Arial" panose="020B0604020202020204" pitchFamily="34" charset="0"/>
            </a:endParaRPr>
          </a:p>
        </p:txBody>
      </p:sp>
      <p:sp>
        <p:nvSpPr>
          <p:cNvPr id="64" name="文本框 63"/>
          <p:cNvSpPr txBox="1"/>
          <p:nvPr>
            <p:custDataLst>
              <p:tags r:id="rId14"/>
            </p:custDataLst>
          </p:nvPr>
        </p:nvSpPr>
        <p:spPr>
          <a:xfrm>
            <a:off x="7304276" y="2658712"/>
            <a:ext cx="1609837" cy="1196975"/>
          </a:xfrm>
          <a:prstGeom prst="rect">
            <a:avLst/>
          </a:prstGeom>
          <a:noFill/>
        </p:spPr>
        <p:txBody>
          <a:bodyPr wrap="square" lIns="67500" tIns="0" rIns="67500" bIns="35100">
            <a:spAutoFit/>
          </a:bodyPr>
          <a:lstStyle>
            <a:defPPr>
              <a:defRPr lang="zh-CN"/>
            </a:defPPr>
            <a:lvl1pPr marL="0" algn="l" defTabSz="913765" rtl="0" eaLnBrk="1" latinLnBrk="0" hangingPunct="1">
              <a:defRPr sz="1800" kern="1200">
                <a:solidFill>
                  <a:srgbClr val="000000"/>
                </a:solidFill>
                <a:latin typeface="Arial" panose="020B0604020202020204" pitchFamily="34" charset="0"/>
                <a:ea typeface="微软雅黑" panose="020B0503020204020204" pitchFamily="34" charset="-122"/>
                <a:cs typeface="+mn-ea"/>
              </a:defRPr>
            </a:lvl1pPr>
            <a:lvl2pPr marL="457200" algn="l" defTabSz="913765" rtl="0" eaLnBrk="1" latinLnBrk="0" hangingPunct="1">
              <a:defRPr sz="1800" kern="1200">
                <a:solidFill>
                  <a:srgbClr val="000000"/>
                </a:solidFill>
                <a:latin typeface="Arial" panose="020B0604020202020204" pitchFamily="34" charset="0"/>
                <a:ea typeface="微软雅黑" panose="020B0503020204020204" pitchFamily="34" charset="-122"/>
                <a:cs typeface="+mn-ea"/>
              </a:defRPr>
            </a:lvl2pPr>
            <a:lvl3pPr marL="914400" algn="l" defTabSz="913765" rtl="0" eaLnBrk="1" latinLnBrk="0" hangingPunct="1">
              <a:defRPr sz="1800" kern="1200">
                <a:solidFill>
                  <a:srgbClr val="000000"/>
                </a:solidFill>
                <a:latin typeface="Arial" panose="020B0604020202020204" pitchFamily="34" charset="0"/>
                <a:ea typeface="微软雅黑" panose="020B0503020204020204" pitchFamily="34" charset="-122"/>
                <a:cs typeface="+mn-ea"/>
              </a:defRPr>
            </a:lvl3pPr>
            <a:lvl4pPr marL="1371600" algn="l" defTabSz="913765" rtl="0" eaLnBrk="1" latinLnBrk="0" hangingPunct="1">
              <a:defRPr sz="1800" kern="1200">
                <a:solidFill>
                  <a:srgbClr val="000000"/>
                </a:solidFill>
                <a:latin typeface="Arial" panose="020B0604020202020204" pitchFamily="34" charset="0"/>
                <a:ea typeface="微软雅黑" panose="020B0503020204020204" pitchFamily="34" charset="-122"/>
                <a:cs typeface="+mn-ea"/>
              </a:defRPr>
            </a:lvl4pPr>
            <a:lvl5pPr marL="1828800" algn="l" defTabSz="913765" rtl="0" eaLnBrk="1" latinLnBrk="0" hangingPunct="1">
              <a:defRPr sz="1800" kern="1200">
                <a:solidFill>
                  <a:srgbClr val="000000"/>
                </a:solidFill>
                <a:latin typeface="Arial" panose="020B0604020202020204" pitchFamily="34" charset="0"/>
                <a:ea typeface="微软雅黑" panose="020B0503020204020204" pitchFamily="34" charset="-122"/>
                <a:cs typeface="+mn-ea"/>
              </a:defRPr>
            </a:lvl5pPr>
            <a:lvl6pPr marL="2286000" algn="l" defTabSz="913765" rtl="0" eaLnBrk="1" latinLnBrk="0" hangingPunct="1">
              <a:defRPr sz="1800" kern="1200">
                <a:solidFill>
                  <a:srgbClr val="000000"/>
                </a:solidFill>
                <a:latin typeface="Arial" panose="020B0604020202020204" pitchFamily="34" charset="0"/>
                <a:ea typeface="微软雅黑" panose="020B0503020204020204" pitchFamily="34" charset="-122"/>
                <a:cs typeface="+mn-ea"/>
              </a:defRPr>
            </a:lvl6pPr>
            <a:lvl7pPr marL="2743200" algn="l" defTabSz="913765" rtl="0" eaLnBrk="1" latinLnBrk="0" hangingPunct="1">
              <a:defRPr sz="1800" kern="1200">
                <a:solidFill>
                  <a:srgbClr val="000000"/>
                </a:solidFill>
                <a:latin typeface="Arial" panose="020B0604020202020204" pitchFamily="34" charset="0"/>
                <a:ea typeface="微软雅黑" panose="020B0503020204020204" pitchFamily="34" charset="-122"/>
                <a:cs typeface="+mn-ea"/>
              </a:defRPr>
            </a:lvl7pPr>
            <a:lvl8pPr marL="3200400" algn="l" defTabSz="913765" rtl="0" eaLnBrk="1" latinLnBrk="0" hangingPunct="1">
              <a:defRPr sz="1800" kern="1200">
                <a:solidFill>
                  <a:srgbClr val="000000"/>
                </a:solidFill>
                <a:latin typeface="Arial" panose="020B0604020202020204" pitchFamily="34" charset="0"/>
                <a:ea typeface="微软雅黑" panose="020B0503020204020204" pitchFamily="34" charset="-122"/>
                <a:cs typeface="+mn-ea"/>
              </a:defRPr>
            </a:lvl8pPr>
            <a:lvl9pPr marL="3657600" algn="l" defTabSz="913765" rtl="0" eaLnBrk="1" latinLnBrk="0" hangingPunct="1">
              <a:defRPr sz="1800" kern="1200">
                <a:solidFill>
                  <a:srgbClr val="000000"/>
                </a:solidFill>
                <a:latin typeface="Arial" panose="020B0604020202020204" pitchFamily="34" charset="0"/>
                <a:ea typeface="微软雅黑" panose="020B0503020204020204" pitchFamily="34" charset="-122"/>
                <a:cs typeface="+mn-ea"/>
              </a:defRPr>
            </a:lvl9pPr>
          </a:lstStyle>
          <a:p>
            <a:pPr algn="just">
              <a:lnSpc>
                <a:spcPct val="120000"/>
              </a:lnSpc>
              <a:spcBef>
                <a:spcPts val="0"/>
              </a:spcBef>
              <a:spcAft>
                <a:spcPts val="0"/>
              </a:spcAft>
            </a:pPr>
            <a:r>
              <a:rPr lang="zh-CN" altLang="en-US" sz="900" kern="0">
                <a:solidFill>
                  <a:sysClr val="window" lastClr="FFFFFF">
                    <a:lumMod val="50000"/>
                  </a:sysClr>
                </a:solidFill>
                <a:uFillTx/>
                <a:latin typeface="Arial" panose="020B0604020202020204" pitchFamily="34" charset="0"/>
                <a:ea typeface="微软雅黑" panose="020B0503020204020204" pitchFamily="34" charset="-122"/>
                <a:sym typeface="Arial" panose="020B0604020202020204" pitchFamily="34" charset="0"/>
              </a:rPr>
              <a:t>Internet 是一个交互式网络，可以用Internet 提供的交流工具进行发布消息、参加讨论，甚至在线聊天。Internet 提供的网络交流工具很多，最常用的有BBS、网络新闻组和电子邮件通信组等。</a:t>
            </a:r>
            <a:endParaRPr lang="zh-CN" altLang="en-US" sz="900" kern="0">
              <a:solidFill>
                <a:sysClr val="window" lastClr="FFFFFF">
                  <a:lumMod val="50000"/>
                </a:sysClr>
              </a:solidFill>
              <a:uFillTx/>
              <a:latin typeface="Arial" panose="020B0604020202020204" pitchFamily="34" charset="0"/>
              <a:ea typeface="微软雅黑" panose="020B0503020204020204" pitchFamily="34" charset="-122"/>
              <a:sym typeface="Arial" panose="020B0604020202020204" pitchFamily="34" charset="0"/>
            </a:endParaRPr>
          </a:p>
        </p:txBody>
      </p:sp>
      <p:sp>
        <p:nvSpPr>
          <p:cNvPr id="71" name="文本框 70"/>
          <p:cNvSpPr txBox="1"/>
          <p:nvPr>
            <p:custDataLst>
              <p:tags r:id="rId15"/>
            </p:custDataLst>
          </p:nvPr>
        </p:nvSpPr>
        <p:spPr>
          <a:xfrm>
            <a:off x="7504447" y="2249646"/>
            <a:ext cx="1209494" cy="290830"/>
          </a:xfrm>
          <a:prstGeom prst="rect">
            <a:avLst/>
          </a:prstGeom>
          <a:noFill/>
        </p:spPr>
        <p:txBody>
          <a:bodyPr wrap="square" lIns="67500" tIns="35100" rIns="67500" bIns="35100" anchor="ctr" anchorCtr="0">
            <a:spAutoFit/>
          </a:bodyPr>
          <a:lstStyle>
            <a:defPPr>
              <a:defRPr lang="zh-CN"/>
            </a:defPPr>
            <a:lvl1pPr marL="0" algn="l" defTabSz="913765" rtl="0" eaLnBrk="1" latinLnBrk="0" hangingPunct="1">
              <a:defRPr sz="1800" kern="1200">
                <a:solidFill>
                  <a:srgbClr val="000000"/>
                </a:solidFill>
                <a:latin typeface="Arial" panose="020B0604020202020204" pitchFamily="34" charset="0"/>
                <a:ea typeface="微软雅黑" panose="020B0503020204020204" pitchFamily="34" charset="-122"/>
                <a:cs typeface="+mn-ea"/>
              </a:defRPr>
            </a:lvl1pPr>
            <a:lvl2pPr marL="457200" algn="l" defTabSz="913765" rtl="0" eaLnBrk="1" latinLnBrk="0" hangingPunct="1">
              <a:defRPr sz="1800" kern="1200">
                <a:solidFill>
                  <a:srgbClr val="000000"/>
                </a:solidFill>
                <a:latin typeface="Arial" panose="020B0604020202020204" pitchFamily="34" charset="0"/>
                <a:ea typeface="微软雅黑" panose="020B0503020204020204" pitchFamily="34" charset="-122"/>
                <a:cs typeface="+mn-ea"/>
              </a:defRPr>
            </a:lvl2pPr>
            <a:lvl3pPr marL="914400" algn="l" defTabSz="913765" rtl="0" eaLnBrk="1" latinLnBrk="0" hangingPunct="1">
              <a:defRPr sz="1800" kern="1200">
                <a:solidFill>
                  <a:srgbClr val="000000"/>
                </a:solidFill>
                <a:latin typeface="Arial" panose="020B0604020202020204" pitchFamily="34" charset="0"/>
                <a:ea typeface="微软雅黑" panose="020B0503020204020204" pitchFamily="34" charset="-122"/>
                <a:cs typeface="+mn-ea"/>
              </a:defRPr>
            </a:lvl3pPr>
            <a:lvl4pPr marL="1371600" algn="l" defTabSz="913765" rtl="0" eaLnBrk="1" latinLnBrk="0" hangingPunct="1">
              <a:defRPr sz="1800" kern="1200">
                <a:solidFill>
                  <a:srgbClr val="000000"/>
                </a:solidFill>
                <a:latin typeface="Arial" panose="020B0604020202020204" pitchFamily="34" charset="0"/>
                <a:ea typeface="微软雅黑" panose="020B0503020204020204" pitchFamily="34" charset="-122"/>
                <a:cs typeface="+mn-ea"/>
              </a:defRPr>
            </a:lvl4pPr>
            <a:lvl5pPr marL="1828800" algn="l" defTabSz="913765" rtl="0" eaLnBrk="1" latinLnBrk="0" hangingPunct="1">
              <a:defRPr sz="1800" kern="1200">
                <a:solidFill>
                  <a:srgbClr val="000000"/>
                </a:solidFill>
                <a:latin typeface="Arial" panose="020B0604020202020204" pitchFamily="34" charset="0"/>
                <a:ea typeface="微软雅黑" panose="020B0503020204020204" pitchFamily="34" charset="-122"/>
                <a:cs typeface="+mn-ea"/>
              </a:defRPr>
            </a:lvl5pPr>
            <a:lvl6pPr marL="2286000" algn="l" defTabSz="913765" rtl="0" eaLnBrk="1" latinLnBrk="0" hangingPunct="1">
              <a:defRPr sz="1800" kern="1200">
                <a:solidFill>
                  <a:srgbClr val="000000"/>
                </a:solidFill>
                <a:latin typeface="Arial" panose="020B0604020202020204" pitchFamily="34" charset="0"/>
                <a:ea typeface="微软雅黑" panose="020B0503020204020204" pitchFamily="34" charset="-122"/>
                <a:cs typeface="+mn-ea"/>
              </a:defRPr>
            </a:lvl6pPr>
            <a:lvl7pPr marL="2743200" algn="l" defTabSz="913765" rtl="0" eaLnBrk="1" latinLnBrk="0" hangingPunct="1">
              <a:defRPr sz="1800" kern="1200">
                <a:solidFill>
                  <a:srgbClr val="000000"/>
                </a:solidFill>
                <a:latin typeface="Arial" panose="020B0604020202020204" pitchFamily="34" charset="0"/>
                <a:ea typeface="微软雅黑" panose="020B0503020204020204" pitchFamily="34" charset="-122"/>
                <a:cs typeface="+mn-ea"/>
              </a:defRPr>
            </a:lvl7pPr>
            <a:lvl8pPr marL="3200400" algn="l" defTabSz="913765" rtl="0" eaLnBrk="1" latinLnBrk="0" hangingPunct="1">
              <a:defRPr sz="1800" kern="1200">
                <a:solidFill>
                  <a:srgbClr val="000000"/>
                </a:solidFill>
                <a:latin typeface="Arial" panose="020B0604020202020204" pitchFamily="34" charset="0"/>
                <a:ea typeface="微软雅黑" panose="020B0503020204020204" pitchFamily="34" charset="-122"/>
                <a:cs typeface="+mn-ea"/>
              </a:defRPr>
            </a:lvl8pPr>
            <a:lvl9pPr marL="3657600" algn="l" defTabSz="913765" rtl="0" eaLnBrk="1" latinLnBrk="0" hangingPunct="1">
              <a:defRPr sz="1800" kern="1200">
                <a:solidFill>
                  <a:srgbClr val="000000"/>
                </a:solidFill>
                <a:latin typeface="Arial" panose="020B0604020202020204" pitchFamily="34" charset="0"/>
                <a:ea typeface="微软雅黑" panose="020B0503020204020204" pitchFamily="34" charset="-122"/>
                <a:cs typeface="+mn-ea"/>
              </a:defRPr>
            </a:lvl9pPr>
          </a:lstStyle>
          <a:p>
            <a:pPr algn="ctr">
              <a:lnSpc>
                <a:spcPct val="120000"/>
              </a:lnSpc>
            </a:pPr>
            <a:r>
              <a:rPr lang="zh-CN" altLang="en-US" sz="1200" b="1" spc="300">
                <a:solidFill>
                  <a:srgbClr val="000000">
                    <a:lumMod val="65000"/>
                    <a:lumOff val="35000"/>
                  </a:srgbClr>
                </a:solidFill>
                <a:latin typeface="Arial" panose="020B0604020202020204" pitchFamily="34" charset="0"/>
                <a:ea typeface="微软雅黑" panose="020B0503020204020204" pitchFamily="34" charset="-122"/>
                <a:cs typeface="+mn-ea"/>
                <a:sym typeface="Arial" panose="020B0604020202020204" pitchFamily="34" charset="0"/>
              </a:rPr>
              <a:t>网上交流</a:t>
            </a:r>
            <a:endParaRPr lang="zh-CN" altLang="en-US" sz="1200" b="1" spc="300">
              <a:solidFill>
                <a:srgbClr val="000000">
                  <a:lumMod val="65000"/>
                  <a:lumOff val="35000"/>
                </a:srgb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35" name="任意形状 34" descr="A0"/>
          <p:cNvSpPr/>
          <p:nvPr>
            <p:custDataLst>
              <p:tags r:id="rId16"/>
            </p:custDataLst>
          </p:nvPr>
        </p:nvSpPr>
        <p:spPr>
          <a:xfrm>
            <a:off x="3995556" y="1629572"/>
            <a:ext cx="473939" cy="546190"/>
          </a:xfrm>
          <a:custGeom>
            <a:avLst/>
            <a:gdLst>
              <a:gd name="connsiteX0" fmla="*/ 316687 w 631918"/>
              <a:gd name="connsiteY0" fmla="*/ 0 h 728253"/>
              <a:gd name="connsiteX1" fmla="*/ 631918 w 631918"/>
              <a:gd name="connsiteY1" fmla="*/ 309389 h 728253"/>
              <a:gd name="connsiteX2" fmla="*/ 631918 w 631918"/>
              <a:gd name="connsiteY2" fmla="*/ 728253 h 728253"/>
              <a:gd name="connsiteX3" fmla="*/ 442195 w 631918"/>
              <a:gd name="connsiteY3" fmla="*/ 728253 h 728253"/>
              <a:gd name="connsiteX4" fmla="*/ 442195 w 631918"/>
              <a:gd name="connsiteY4" fmla="*/ 312322 h 728253"/>
              <a:gd name="connsiteX5" fmla="*/ 316687 w 631918"/>
              <a:gd name="connsiteY5" fmla="*/ 170751 h 728253"/>
              <a:gd name="connsiteX6" fmla="*/ 189724 w 631918"/>
              <a:gd name="connsiteY6" fmla="*/ 312311 h 728253"/>
              <a:gd name="connsiteX7" fmla="*/ 189724 w 631918"/>
              <a:gd name="connsiteY7" fmla="*/ 728253 h 728253"/>
              <a:gd name="connsiteX8" fmla="*/ 0 w 631918"/>
              <a:gd name="connsiteY8" fmla="*/ 728253 h 728253"/>
              <a:gd name="connsiteX9" fmla="*/ 0 w 631918"/>
              <a:gd name="connsiteY9" fmla="*/ 309389 h 728253"/>
              <a:gd name="connsiteX10" fmla="*/ 316687 w 631918"/>
              <a:gd name="connsiteY10" fmla="*/ 0 h 7282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31918" h="728253">
                <a:moveTo>
                  <a:pt x="316687" y="0"/>
                </a:moveTo>
                <a:cubicBezTo>
                  <a:pt x="485970" y="0"/>
                  <a:pt x="631918" y="110913"/>
                  <a:pt x="631918" y="309389"/>
                </a:cubicBezTo>
                <a:lnTo>
                  <a:pt x="631918" y="728253"/>
                </a:lnTo>
                <a:lnTo>
                  <a:pt x="442195" y="728253"/>
                </a:lnTo>
                <a:lnTo>
                  <a:pt x="442195" y="312322"/>
                </a:lnTo>
                <a:cubicBezTo>
                  <a:pt x="442195" y="224747"/>
                  <a:pt x="391121" y="170751"/>
                  <a:pt x="316687" y="170751"/>
                </a:cubicBezTo>
                <a:cubicBezTo>
                  <a:pt x="242264" y="170751"/>
                  <a:pt x="189724" y="224747"/>
                  <a:pt x="189724" y="312311"/>
                </a:cubicBezTo>
                <a:lnTo>
                  <a:pt x="189724" y="728253"/>
                </a:lnTo>
                <a:lnTo>
                  <a:pt x="0" y="728253"/>
                </a:lnTo>
                <a:lnTo>
                  <a:pt x="0" y="309389"/>
                </a:lnTo>
                <a:cubicBezTo>
                  <a:pt x="0" y="110913"/>
                  <a:pt x="147402" y="0"/>
                  <a:pt x="316687" y="0"/>
                </a:cubicBezTo>
                <a:close/>
              </a:path>
            </a:pathLst>
          </a:custGeom>
          <a:solidFill>
            <a:srgbClr val="DB63A3"/>
          </a:solidFill>
          <a:ln w="1032" cap="flat">
            <a:noFill/>
            <a:prstDash val="solid"/>
            <a:miter/>
          </a:ln>
        </p:spPr>
        <p:txBody>
          <a:bodyPr rtlCol="0" anchor="ctr"/>
          <a:lstStyle/>
          <a:p>
            <a:endParaRPr lang="zh-CN" altLang="en-US" sz="1350"/>
          </a:p>
        </p:txBody>
      </p:sp>
      <p:sp>
        <p:nvSpPr>
          <p:cNvPr id="40" name="任意形状 39" descr="A3"/>
          <p:cNvSpPr/>
          <p:nvPr>
            <p:custDataLst>
              <p:tags r:id="rId17"/>
            </p:custDataLst>
          </p:nvPr>
        </p:nvSpPr>
        <p:spPr>
          <a:xfrm>
            <a:off x="4587103" y="1630047"/>
            <a:ext cx="485043" cy="546177"/>
          </a:xfrm>
          <a:custGeom>
            <a:avLst/>
            <a:gdLst>
              <a:gd name="connsiteX0" fmla="*/ 317950 w 646724"/>
              <a:gd name="connsiteY0" fmla="*/ 0 h 728236"/>
              <a:gd name="connsiteX1" fmla="*/ 634446 w 646724"/>
              <a:gd name="connsiteY1" fmla="*/ 297536 h 728236"/>
              <a:gd name="connsiteX2" fmla="*/ 514853 w 646724"/>
              <a:gd name="connsiteY2" fmla="*/ 510481 h 728236"/>
              <a:gd name="connsiteX3" fmla="*/ 638527 w 646724"/>
              <a:gd name="connsiteY3" fmla="*/ 662462 h 728236"/>
              <a:gd name="connsiteX4" fmla="*/ 646724 w 646724"/>
              <a:gd name="connsiteY4" fmla="*/ 728236 h 728236"/>
              <a:gd name="connsiteX5" fmla="*/ 457343 w 646724"/>
              <a:gd name="connsiteY5" fmla="*/ 728236 h 728236"/>
              <a:gd name="connsiteX6" fmla="*/ 449772 w 646724"/>
              <a:gd name="connsiteY6" fmla="*/ 682292 h 728236"/>
              <a:gd name="connsiteX7" fmla="*/ 313565 w 646724"/>
              <a:gd name="connsiteY7" fmla="*/ 597992 h 728236"/>
              <a:gd name="connsiteX8" fmla="*/ 285868 w 646724"/>
              <a:gd name="connsiteY8" fmla="*/ 597992 h 728236"/>
              <a:gd name="connsiteX9" fmla="*/ 285868 w 646724"/>
              <a:gd name="connsiteY9" fmla="*/ 433183 h 728236"/>
              <a:gd name="connsiteX10" fmla="*/ 313576 w 646724"/>
              <a:gd name="connsiteY10" fmla="*/ 433183 h 728236"/>
              <a:gd name="connsiteX11" fmla="*/ 444837 w 646724"/>
              <a:gd name="connsiteY11" fmla="*/ 303364 h 728236"/>
              <a:gd name="connsiteX12" fmla="*/ 317950 w 646724"/>
              <a:gd name="connsiteY12" fmla="*/ 170649 h 728236"/>
              <a:gd name="connsiteX13" fmla="*/ 189609 w 646724"/>
              <a:gd name="connsiteY13" fmla="*/ 296082 h 728236"/>
              <a:gd name="connsiteX14" fmla="*/ 0 w 646724"/>
              <a:gd name="connsiteY14" fmla="*/ 296082 h 728236"/>
              <a:gd name="connsiteX15" fmla="*/ 317950 w 646724"/>
              <a:gd name="connsiteY15" fmla="*/ 0 h 72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646724" h="728236">
                <a:moveTo>
                  <a:pt x="317950" y="0"/>
                </a:moveTo>
                <a:cubicBezTo>
                  <a:pt x="501731" y="0"/>
                  <a:pt x="634446" y="122513"/>
                  <a:pt x="634446" y="297536"/>
                </a:cubicBezTo>
                <a:cubicBezTo>
                  <a:pt x="634446" y="409848"/>
                  <a:pt x="583403" y="474013"/>
                  <a:pt x="514853" y="510481"/>
                </a:cubicBezTo>
                <a:cubicBezTo>
                  <a:pt x="570637" y="540013"/>
                  <a:pt x="618221" y="587598"/>
                  <a:pt x="638527" y="662462"/>
                </a:cubicBezTo>
                <a:lnTo>
                  <a:pt x="646724" y="728236"/>
                </a:lnTo>
                <a:lnTo>
                  <a:pt x="457343" y="728236"/>
                </a:lnTo>
                <a:lnTo>
                  <a:pt x="449772" y="682292"/>
                </a:lnTo>
                <a:cubicBezTo>
                  <a:pt x="430628" y="629989"/>
                  <a:pt x="383587" y="597992"/>
                  <a:pt x="313565" y="597992"/>
                </a:cubicBezTo>
                <a:lnTo>
                  <a:pt x="285868" y="597992"/>
                </a:lnTo>
                <a:lnTo>
                  <a:pt x="285868" y="433183"/>
                </a:lnTo>
                <a:lnTo>
                  <a:pt x="313576" y="433183"/>
                </a:lnTo>
                <a:cubicBezTo>
                  <a:pt x="405461" y="433183"/>
                  <a:pt x="444837" y="376300"/>
                  <a:pt x="444837" y="303364"/>
                </a:cubicBezTo>
                <a:cubicBezTo>
                  <a:pt x="444837" y="215864"/>
                  <a:pt x="386500" y="170649"/>
                  <a:pt x="317950" y="170649"/>
                </a:cubicBezTo>
                <a:cubicBezTo>
                  <a:pt x="246480" y="170649"/>
                  <a:pt x="193983" y="217319"/>
                  <a:pt x="189609" y="296082"/>
                </a:cubicBezTo>
                <a:lnTo>
                  <a:pt x="0" y="296082"/>
                </a:lnTo>
                <a:cubicBezTo>
                  <a:pt x="4373" y="110846"/>
                  <a:pt x="142928" y="0"/>
                  <a:pt x="317950" y="0"/>
                </a:cubicBezTo>
                <a:close/>
              </a:path>
            </a:pathLst>
          </a:custGeom>
          <a:solidFill>
            <a:srgbClr val="DB63A3"/>
          </a:solidFill>
          <a:ln w="1032" cap="flat">
            <a:noFill/>
            <a:prstDash val="solid"/>
            <a:miter/>
          </a:ln>
        </p:spPr>
        <p:txBody>
          <a:bodyPr rtlCol="0" anchor="ctr"/>
          <a:lstStyle/>
          <a:p>
            <a:endParaRPr lang="zh-CN" altLang="en-US" sz="1350"/>
          </a:p>
        </p:txBody>
      </p:sp>
      <p:sp>
        <p:nvSpPr>
          <p:cNvPr id="43" name="任意形状 42" descr="A0"/>
          <p:cNvSpPr/>
          <p:nvPr>
            <p:custDataLst>
              <p:tags r:id="rId18"/>
            </p:custDataLst>
          </p:nvPr>
        </p:nvSpPr>
        <p:spPr>
          <a:xfrm>
            <a:off x="5691861" y="1634333"/>
            <a:ext cx="473654" cy="533081"/>
          </a:xfrm>
          <a:custGeom>
            <a:avLst/>
            <a:gdLst>
              <a:gd name="connsiteX0" fmla="*/ 316496 w 631539"/>
              <a:gd name="connsiteY0" fmla="*/ 0 h 710774"/>
              <a:gd name="connsiteX1" fmla="*/ 631539 w 631539"/>
              <a:gd name="connsiteY1" fmla="*/ 309202 h 710774"/>
              <a:gd name="connsiteX2" fmla="*/ 631539 w 631539"/>
              <a:gd name="connsiteY2" fmla="*/ 710774 h 710774"/>
              <a:gd name="connsiteX3" fmla="*/ 441930 w 631539"/>
              <a:gd name="connsiteY3" fmla="*/ 710774 h 710774"/>
              <a:gd name="connsiteX4" fmla="*/ 441930 w 631539"/>
              <a:gd name="connsiteY4" fmla="*/ 312133 h 710774"/>
              <a:gd name="connsiteX5" fmla="*/ 316496 w 631539"/>
              <a:gd name="connsiteY5" fmla="*/ 170648 h 710774"/>
              <a:gd name="connsiteX6" fmla="*/ 189609 w 631539"/>
              <a:gd name="connsiteY6" fmla="*/ 312122 h 710774"/>
              <a:gd name="connsiteX7" fmla="*/ 189609 w 631539"/>
              <a:gd name="connsiteY7" fmla="*/ 710774 h 710774"/>
              <a:gd name="connsiteX8" fmla="*/ 0 w 631539"/>
              <a:gd name="connsiteY8" fmla="*/ 710774 h 710774"/>
              <a:gd name="connsiteX9" fmla="*/ 0 w 631539"/>
              <a:gd name="connsiteY9" fmla="*/ 309202 h 710774"/>
              <a:gd name="connsiteX10" fmla="*/ 316496 w 631539"/>
              <a:gd name="connsiteY10" fmla="*/ 0 h 7107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31539" h="710774">
                <a:moveTo>
                  <a:pt x="316496" y="0"/>
                </a:moveTo>
                <a:cubicBezTo>
                  <a:pt x="485679" y="0"/>
                  <a:pt x="631539" y="110845"/>
                  <a:pt x="631539" y="309202"/>
                </a:cubicBezTo>
                <a:lnTo>
                  <a:pt x="631539" y="710774"/>
                </a:lnTo>
                <a:lnTo>
                  <a:pt x="441930" y="710774"/>
                </a:lnTo>
                <a:lnTo>
                  <a:pt x="441930" y="312133"/>
                </a:lnTo>
                <a:cubicBezTo>
                  <a:pt x="441930" y="224611"/>
                  <a:pt x="390886" y="170648"/>
                  <a:pt x="316496" y="170648"/>
                </a:cubicBezTo>
                <a:cubicBezTo>
                  <a:pt x="242118" y="170648"/>
                  <a:pt x="189609" y="224611"/>
                  <a:pt x="189609" y="312122"/>
                </a:cubicBezTo>
                <a:lnTo>
                  <a:pt x="189609" y="710774"/>
                </a:lnTo>
                <a:lnTo>
                  <a:pt x="0" y="710774"/>
                </a:lnTo>
                <a:lnTo>
                  <a:pt x="0" y="309202"/>
                </a:lnTo>
                <a:cubicBezTo>
                  <a:pt x="0" y="110845"/>
                  <a:pt x="147314" y="0"/>
                  <a:pt x="316496" y="0"/>
                </a:cubicBezTo>
                <a:close/>
              </a:path>
            </a:pathLst>
          </a:custGeom>
          <a:solidFill>
            <a:srgbClr val="F5738C"/>
          </a:solidFill>
          <a:ln w="1032" cap="flat">
            <a:noFill/>
            <a:prstDash val="solid"/>
            <a:miter/>
          </a:ln>
        </p:spPr>
        <p:txBody>
          <a:bodyPr rtlCol="0" anchor="ctr"/>
          <a:lstStyle/>
          <a:p>
            <a:endParaRPr lang="zh-CN" altLang="en-US" sz="1350"/>
          </a:p>
        </p:txBody>
      </p:sp>
      <p:sp>
        <p:nvSpPr>
          <p:cNvPr id="42" name="任意形状 41" descr="A4"/>
          <p:cNvSpPr/>
          <p:nvPr>
            <p:custDataLst>
              <p:tags r:id="rId19"/>
            </p:custDataLst>
          </p:nvPr>
        </p:nvSpPr>
        <p:spPr>
          <a:xfrm>
            <a:off x="6255144" y="1632709"/>
            <a:ext cx="463740" cy="543053"/>
          </a:xfrm>
          <a:custGeom>
            <a:avLst/>
            <a:gdLst>
              <a:gd name="connsiteX0" fmla="*/ 432087 w 618320"/>
              <a:gd name="connsiteY0" fmla="*/ 528978 h 724071"/>
              <a:gd name="connsiteX1" fmla="*/ 618320 w 618320"/>
              <a:gd name="connsiteY1" fmla="*/ 528978 h 724071"/>
              <a:gd name="connsiteX2" fmla="*/ 618320 w 618320"/>
              <a:gd name="connsiteY2" fmla="*/ 724071 h 724071"/>
              <a:gd name="connsiteX3" fmla="*/ 432087 w 618320"/>
              <a:gd name="connsiteY3" fmla="*/ 724071 h 724071"/>
              <a:gd name="connsiteX4" fmla="*/ 362044 w 618320"/>
              <a:gd name="connsiteY4" fmla="*/ 0 h 724071"/>
              <a:gd name="connsiteX5" fmla="*/ 573624 w 618320"/>
              <a:gd name="connsiteY5" fmla="*/ 0 h 724071"/>
              <a:gd name="connsiteX6" fmla="*/ 211609 w 618320"/>
              <a:gd name="connsiteY6" fmla="*/ 724071 h 724071"/>
              <a:gd name="connsiteX7" fmla="*/ 0 w 618320"/>
              <a:gd name="connsiteY7" fmla="*/ 724071 h 7240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18320" h="724071">
                <a:moveTo>
                  <a:pt x="432087" y="528978"/>
                </a:moveTo>
                <a:lnTo>
                  <a:pt x="618320" y="528978"/>
                </a:lnTo>
                <a:lnTo>
                  <a:pt x="618320" y="724071"/>
                </a:lnTo>
                <a:lnTo>
                  <a:pt x="432087" y="724071"/>
                </a:lnTo>
                <a:close/>
                <a:moveTo>
                  <a:pt x="362044" y="0"/>
                </a:moveTo>
                <a:lnTo>
                  <a:pt x="573624" y="0"/>
                </a:lnTo>
                <a:lnTo>
                  <a:pt x="211609" y="724071"/>
                </a:lnTo>
                <a:lnTo>
                  <a:pt x="0" y="724071"/>
                </a:lnTo>
                <a:close/>
              </a:path>
            </a:pathLst>
          </a:custGeom>
          <a:solidFill>
            <a:srgbClr val="F5738C"/>
          </a:solidFill>
          <a:ln w="1032" cap="flat">
            <a:noFill/>
            <a:prstDash val="solid"/>
            <a:miter/>
          </a:ln>
        </p:spPr>
        <p:txBody>
          <a:bodyPr rtlCol="0" anchor="ctr"/>
          <a:lstStyle/>
          <a:p>
            <a:endParaRPr lang="zh-CN" altLang="en-US" sz="1350"/>
          </a:p>
        </p:txBody>
      </p:sp>
      <p:sp>
        <p:nvSpPr>
          <p:cNvPr id="44" name="任意形状 43" descr="A0"/>
          <p:cNvSpPr/>
          <p:nvPr>
            <p:custDataLst>
              <p:tags r:id="rId20"/>
            </p:custDataLst>
          </p:nvPr>
        </p:nvSpPr>
        <p:spPr>
          <a:xfrm>
            <a:off x="7497899" y="1629572"/>
            <a:ext cx="473939" cy="537266"/>
          </a:xfrm>
          <a:custGeom>
            <a:avLst/>
            <a:gdLst>
              <a:gd name="connsiteX0" fmla="*/ 316687 w 631918"/>
              <a:gd name="connsiteY0" fmla="*/ 0 h 716355"/>
              <a:gd name="connsiteX1" fmla="*/ 631918 w 631918"/>
              <a:gd name="connsiteY1" fmla="*/ 309389 h 716355"/>
              <a:gd name="connsiteX2" fmla="*/ 631918 w 631918"/>
              <a:gd name="connsiteY2" fmla="*/ 716355 h 716355"/>
              <a:gd name="connsiteX3" fmla="*/ 442195 w 631918"/>
              <a:gd name="connsiteY3" fmla="*/ 716355 h 716355"/>
              <a:gd name="connsiteX4" fmla="*/ 442195 w 631918"/>
              <a:gd name="connsiteY4" fmla="*/ 312322 h 716355"/>
              <a:gd name="connsiteX5" fmla="*/ 316687 w 631918"/>
              <a:gd name="connsiteY5" fmla="*/ 170751 h 716355"/>
              <a:gd name="connsiteX6" fmla="*/ 189723 w 631918"/>
              <a:gd name="connsiteY6" fmla="*/ 312311 h 716355"/>
              <a:gd name="connsiteX7" fmla="*/ 189723 w 631918"/>
              <a:gd name="connsiteY7" fmla="*/ 716355 h 716355"/>
              <a:gd name="connsiteX8" fmla="*/ 0 w 631918"/>
              <a:gd name="connsiteY8" fmla="*/ 716355 h 716355"/>
              <a:gd name="connsiteX9" fmla="*/ 0 w 631918"/>
              <a:gd name="connsiteY9" fmla="*/ 309389 h 716355"/>
              <a:gd name="connsiteX10" fmla="*/ 316687 w 631918"/>
              <a:gd name="connsiteY10" fmla="*/ 0 h 7163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31918" h="716355">
                <a:moveTo>
                  <a:pt x="316687" y="0"/>
                </a:moveTo>
                <a:cubicBezTo>
                  <a:pt x="485970" y="0"/>
                  <a:pt x="631918" y="110913"/>
                  <a:pt x="631918" y="309389"/>
                </a:cubicBezTo>
                <a:lnTo>
                  <a:pt x="631918" y="716355"/>
                </a:lnTo>
                <a:lnTo>
                  <a:pt x="442195" y="716355"/>
                </a:lnTo>
                <a:lnTo>
                  <a:pt x="442195" y="312322"/>
                </a:lnTo>
                <a:cubicBezTo>
                  <a:pt x="442195" y="224747"/>
                  <a:pt x="391121" y="170751"/>
                  <a:pt x="316687" y="170751"/>
                </a:cubicBezTo>
                <a:cubicBezTo>
                  <a:pt x="242263" y="170751"/>
                  <a:pt x="189723" y="224747"/>
                  <a:pt x="189723" y="312311"/>
                </a:cubicBezTo>
                <a:lnTo>
                  <a:pt x="189723" y="716355"/>
                </a:lnTo>
                <a:lnTo>
                  <a:pt x="0" y="716355"/>
                </a:lnTo>
                <a:lnTo>
                  <a:pt x="0" y="309389"/>
                </a:lnTo>
                <a:cubicBezTo>
                  <a:pt x="0" y="110913"/>
                  <a:pt x="147402" y="0"/>
                  <a:pt x="316687" y="0"/>
                </a:cubicBezTo>
                <a:close/>
              </a:path>
            </a:pathLst>
          </a:custGeom>
          <a:solidFill>
            <a:srgbClr val="F79179"/>
          </a:solidFill>
          <a:ln w="1032" cap="flat">
            <a:noFill/>
            <a:prstDash val="solid"/>
            <a:miter/>
          </a:ln>
        </p:spPr>
        <p:txBody>
          <a:bodyPr rtlCol="0" anchor="ctr"/>
          <a:lstStyle/>
          <a:p>
            <a:endParaRPr lang="zh-CN" altLang="en-US" sz="1350"/>
          </a:p>
        </p:txBody>
      </p:sp>
      <p:sp>
        <p:nvSpPr>
          <p:cNvPr id="45" name="任意形状 44" descr="A5"/>
          <p:cNvSpPr/>
          <p:nvPr>
            <p:custDataLst>
              <p:tags r:id="rId21"/>
            </p:custDataLst>
          </p:nvPr>
        </p:nvSpPr>
        <p:spPr>
          <a:xfrm>
            <a:off x="8105066" y="1628430"/>
            <a:ext cx="466679" cy="538409"/>
          </a:xfrm>
          <a:custGeom>
            <a:avLst/>
            <a:gdLst>
              <a:gd name="connsiteX0" fmla="*/ 0 w 622238"/>
              <a:gd name="connsiteY0" fmla="*/ 0 h 717878"/>
              <a:gd name="connsiteX1" fmla="*/ 598647 w 622238"/>
              <a:gd name="connsiteY1" fmla="*/ 0 h 717878"/>
              <a:gd name="connsiteX2" fmla="*/ 598647 w 622238"/>
              <a:gd name="connsiteY2" fmla="*/ 172420 h 717878"/>
              <a:gd name="connsiteX3" fmla="*/ 173982 w 622238"/>
              <a:gd name="connsiteY3" fmla="*/ 172420 h 717878"/>
              <a:gd name="connsiteX4" fmla="*/ 173982 w 622238"/>
              <a:gd name="connsiteY4" fmla="*/ 397895 h 717878"/>
              <a:gd name="connsiteX5" fmla="*/ 331746 w 622238"/>
              <a:gd name="connsiteY5" fmla="*/ 344841 h 717878"/>
              <a:gd name="connsiteX6" fmla="*/ 527873 w 622238"/>
              <a:gd name="connsiteY6" fmla="*/ 415572 h 717878"/>
              <a:gd name="connsiteX7" fmla="*/ 622238 w 622238"/>
              <a:gd name="connsiteY7" fmla="*/ 695569 h 717878"/>
              <a:gd name="connsiteX8" fmla="*/ 621226 w 622238"/>
              <a:gd name="connsiteY8" fmla="*/ 717878 h 717878"/>
              <a:gd name="connsiteX9" fmla="*/ 428599 w 622238"/>
              <a:gd name="connsiteY9" fmla="*/ 717878 h 717878"/>
              <a:gd name="connsiteX10" fmla="*/ 430557 w 622238"/>
              <a:gd name="connsiteY10" fmla="*/ 695569 h 717878"/>
              <a:gd name="connsiteX11" fmla="*/ 302275 w 622238"/>
              <a:gd name="connsiteY11" fmla="*/ 506941 h 717878"/>
              <a:gd name="connsiteX12" fmla="*/ 175475 w 622238"/>
              <a:gd name="connsiteY12" fmla="*/ 592411 h 717878"/>
              <a:gd name="connsiteX13" fmla="*/ 0 w 622238"/>
              <a:gd name="connsiteY13" fmla="*/ 592411 h 7178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2238" h="717878">
                <a:moveTo>
                  <a:pt x="0" y="0"/>
                </a:moveTo>
                <a:lnTo>
                  <a:pt x="598647" y="0"/>
                </a:lnTo>
                <a:lnTo>
                  <a:pt x="598647" y="172420"/>
                </a:lnTo>
                <a:lnTo>
                  <a:pt x="173982" y="172420"/>
                </a:lnTo>
                <a:lnTo>
                  <a:pt x="173982" y="397895"/>
                </a:lnTo>
                <a:cubicBezTo>
                  <a:pt x="202007" y="371368"/>
                  <a:pt x="260973" y="344841"/>
                  <a:pt x="331746" y="344841"/>
                </a:cubicBezTo>
                <a:cubicBezTo>
                  <a:pt x="418749" y="344841"/>
                  <a:pt x="485113" y="372836"/>
                  <a:pt x="527873" y="415572"/>
                </a:cubicBezTo>
                <a:cubicBezTo>
                  <a:pt x="610454" y="498103"/>
                  <a:pt x="622238" y="596842"/>
                  <a:pt x="622238" y="695569"/>
                </a:cubicBezTo>
                <a:lnTo>
                  <a:pt x="621226" y="717878"/>
                </a:lnTo>
                <a:lnTo>
                  <a:pt x="428599" y="717878"/>
                </a:lnTo>
                <a:lnTo>
                  <a:pt x="430557" y="695569"/>
                </a:lnTo>
                <a:cubicBezTo>
                  <a:pt x="430557" y="574734"/>
                  <a:pt x="395170" y="506941"/>
                  <a:pt x="302275" y="506941"/>
                </a:cubicBezTo>
                <a:cubicBezTo>
                  <a:pt x="224128" y="506941"/>
                  <a:pt x="188741" y="551157"/>
                  <a:pt x="175475" y="592411"/>
                </a:cubicBezTo>
                <a:lnTo>
                  <a:pt x="0" y="592411"/>
                </a:lnTo>
                <a:close/>
              </a:path>
            </a:pathLst>
          </a:custGeom>
          <a:solidFill>
            <a:srgbClr val="F79179"/>
          </a:solidFill>
          <a:ln w="1032" cap="flat">
            <a:noFill/>
            <a:prstDash val="solid"/>
            <a:miter/>
          </a:ln>
        </p:spPr>
        <p:txBody>
          <a:bodyPr rtlCol="0" anchor="ctr"/>
          <a:lstStyle/>
          <a:p>
            <a:endParaRPr lang="zh-CN" altLang="en-US" sz="1350"/>
          </a:p>
        </p:txBody>
      </p:sp>
      <p:sp>
        <p:nvSpPr>
          <p:cNvPr id="56" name="任意形状 55" descr="A0"/>
          <p:cNvSpPr/>
          <p:nvPr>
            <p:custDataLst>
              <p:tags r:id="rId22"/>
            </p:custDataLst>
          </p:nvPr>
        </p:nvSpPr>
        <p:spPr>
          <a:xfrm>
            <a:off x="2201999" y="1629572"/>
            <a:ext cx="473939" cy="552224"/>
          </a:xfrm>
          <a:custGeom>
            <a:avLst/>
            <a:gdLst>
              <a:gd name="connsiteX0" fmla="*/ 316687 w 631918"/>
              <a:gd name="connsiteY0" fmla="*/ 0 h 736299"/>
              <a:gd name="connsiteX1" fmla="*/ 631918 w 631918"/>
              <a:gd name="connsiteY1" fmla="*/ 309389 h 736299"/>
              <a:gd name="connsiteX2" fmla="*/ 631918 w 631918"/>
              <a:gd name="connsiteY2" fmla="*/ 736299 h 736299"/>
              <a:gd name="connsiteX3" fmla="*/ 442195 w 631918"/>
              <a:gd name="connsiteY3" fmla="*/ 736299 h 736299"/>
              <a:gd name="connsiteX4" fmla="*/ 442195 w 631918"/>
              <a:gd name="connsiteY4" fmla="*/ 312322 h 736299"/>
              <a:gd name="connsiteX5" fmla="*/ 316687 w 631918"/>
              <a:gd name="connsiteY5" fmla="*/ 170751 h 736299"/>
              <a:gd name="connsiteX6" fmla="*/ 189723 w 631918"/>
              <a:gd name="connsiteY6" fmla="*/ 312311 h 736299"/>
              <a:gd name="connsiteX7" fmla="*/ 189723 w 631918"/>
              <a:gd name="connsiteY7" fmla="*/ 736299 h 736299"/>
              <a:gd name="connsiteX8" fmla="*/ 0 w 631918"/>
              <a:gd name="connsiteY8" fmla="*/ 736299 h 736299"/>
              <a:gd name="connsiteX9" fmla="*/ 0 w 631918"/>
              <a:gd name="connsiteY9" fmla="*/ 309389 h 736299"/>
              <a:gd name="connsiteX10" fmla="*/ 316687 w 631918"/>
              <a:gd name="connsiteY10" fmla="*/ 0 h 7362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31918" h="736299">
                <a:moveTo>
                  <a:pt x="316687" y="0"/>
                </a:moveTo>
                <a:cubicBezTo>
                  <a:pt x="485970" y="0"/>
                  <a:pt x="631918" y="110913"/>
                  <a:pt x="631918" y="309389"/>
                </a:cubicBezTo>
                <a:lnTo>
                  <a:pt x="631918" y="736299"/>
                </a:lnTo>
                <a:lnTo>
                  <a:pt x="442195" y="736299"/>
                </a:lnTo>
                <a:lnTo>
                  <a:pt x="442195" y="312322"/>
                </a:lnTo>
                <a:cubicBezTo>
                  <a:pt x="442195" y="224747"/>
                  <a:pt x="391121" y="170751"/>
                  <a:pt x="316687" y="170751"/>
                </a:cubicBezTo>
                <a:cubicBezTo>
                  <a:pt x="242264" y="170751"/>
                  <a:pt x="189723" y="224747"/>
                  <a:pt x="189723" y="312311"/>
                </a:cubicBezTo>
                <a:lnTo>
                  <a:pt x="189723" y="736299"/>
                </a:lnTo>
                <a:lnTo>
                  <a:pt x="0" y="736299"/>
                </a:lnTo>
                <a:lnTo>
                  <a:pt x="0" y="309389"/>
                </a:lnTo>
                <a:cubicBezTo>
                  <a:pt x="0" y="110913"/>
                  <a:pt x="147402" y="0"/>
                  <a:pt x="316687" y="0"/>
                </a:cubicBezTo>
                <a:close/>
              </a:path>
            </a:pathLst>
          </a:custGeom>
          <a:solidFill>
            <a:srgbClr val="AE64B8"/>
          </a:solidFill>
          <a:ln w="1032" cap="flat">
            <a:noFill/>
            <a:prstDash val="solid"/>
            <a:miter/>
          </a:ln>
        </p:spPr>
        <p:txBody>
          <a:bodyPr rtlCol="0" anchor="ctr"/>
          <a:lstStyle/>
          <a:p>
            <a:endParaRPr lang="zh-CN" altLang="en-US" sz="1350"/>
          </a:p>
        </p:txBody>
      </p:sp>
      <p:sp>
        <p:nvSpPr>
          <p:cNvPr id="63" name="任意形状 62" descr="A2"/>
          <p:cNvSpPr/>
          <p:nvPr>
            <p:custDataLst>
              <p:tags r:id="rId23"/>
            </p:custDataLst>
          </p:nvPr>
        </p:nvSpPr>
        <p:spPr>
          <a:xfrm>
            <a:off x="2795372" y="1630064"/>
            <a:ext cx="478859" cy="536776"/>
          </a:xfrm>
          <a:custGeom>
            <a:avLst/>
            <a:gdLst>
              <a:gd name="connsiteX0" fmla="*/ 319975 w 638478"/>
              <a:gd name="connsiteY0" fmla="*/ 0 h 715701"/>
              <a:gd name="connsiteX1" fmla="*/ 638478 w 638478"/>
              <a:gd name="connsiteY1" fmla="*/ 305251 h 715701"/>
              <a:gd name="connsiteX2" fmla="*/ 526415 w 638478"/>
              <a:gd name="connsiteY2" fmla="*/ 545598 h 715701"/>
              <a:gd name="connsiteX3" fmla="*/ 379875 w 638478"/>
              <a:gd name="connsiteY3" fmla="*/ 715701 h 715701"/>
              <a:gd name="connsiteX4" fmla="*/ 146785 w 638478"/>
              <a:gd name="connsiteY4" fmla="*/ 715701 h 715701"/>
              <a:gd name="connsiteX5" fmla="*/ 392230 w 638478"/>
              <a:gd name="connsiteY5" fmla="*/ 430582 h 715701"/>
              <a:gd name="connsiteX6" fmla="*/ 446798 w 638478"/>
              <a:gd name="connsiteY6" fmla="*/ 303769 h 715701"/>
              <a:gd name="connsiteX7" fmla="*/ 319975 w 638478"/>
              <a:gd name="connsiteY7" fmla="*/ 172535 h 715701"/>
              <a:gd name="connsiteX8" fmla="*/ 191693 w 638478"/>
              <a:gd name="connsiteY8" fmla="*/ 306721 h 715701"/>
              <a:gd name="connsiteX9" fmla="*/ 0 w 638478"/>
              <a:gd name="connsiteY9" fmla="*/ 306721 h 715701"/>
              <a:gd name="connsiteX10" fmla="*/ 319975 w 638478"/>
              <a:gd name="connsiteY10" fmla="*/ 0 h 7157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38478" h="715701">
                <a:moveTo>
                  <a:pt x="319975" y="0"/>
                </a:moveTo>
                <a:cubicBezTo>
                  <a:pt x="505776" y="0"/>
                  <a:pt x="638478" y="116486"/>
                  <a:pt x="638478" y="305251"/>
                </a:cubicBezTo>
                <a:cubicBezTo>
                  <a:pt x="638478" y="406990"/>
                  <a:pt x="598670" y="461547"/>
                  <a:pt x="526415" y="545598"/>
                </a:cubicBezTo>
                <a:lnTo>
                  <a:pt x="379875" y="715701"/>
                </a:lnTo>
                <a:lnTo>
                  <a:pt x="146785" y="715701"/>
                </a:lnTo>
                <a:lnTo>
                  <a:pt x="392230" y="430582"/>
                </a:lnTo>
                <a:cubicBezTo>
                  <a:pt x="430568" y="384870"/>
                  <a:pt x="446798" y="352422"/>
                  <a:pt x="446798" y="303769"/>
                </a:cubicBezTo>
                <a:cubicBezTo>
                  <a:pt x="446798" y="225622"/>
                  <a:pt x="401073" y="172535"/>
                  <a:pt x="319975" y="172535"/>
                </a:cubicBezTo>
                <a:cubicBezTo>
                  <a:pt x="256563" y="172535"/>
                  <a:pt x="191693" y="204982"/>
                  <a:pt x="191693" y="306721"/>
                </a:cubicBezTo>
                <a:lnTo>
                  <a:pt x="0" y="306721"/>
                </a:lnTo>
                <a:cubicBezTo>
                  <a:pt x="0" y="115028"/>
                  <a:pt x="140089" y="12"/>
                  <a:pt x="319975" y="0"/>
                </a:cubicBezTo>
                <a:close/>
              </a:path>
            </a:pathLst>
          </a:custGeom>
          <a:solidFill>
            <a:srgbClr val="AE64B8"/>
          </a:solidFill>
          <a:ln w="1032" cap="flat">
            <a:noFill/>
            <a:prstDash val="solid"/>
            <a:miter/>
          </a:ln>
        </p:spPr>
        <p:txBody>
          <a:bodyPr rtlCol="0" anchor="ctr"/>
          <a:lstStyle/>
          <a:p>
            <a:endParaRPr lang="zh-CN" altLang="en-US" sz="1350"/>
          </a:p>
        </p:txBody>
      </p:sp>
      <p:sp>
        <p:nvSpPr>
          <p:cNvPr id="53" name="任意形状 52" descr="A1"/>
          <p:cNvSpPr/>
          <p:nvPr>
            <p:custDataLst>
              <p:tags r:id="rId24"/>
            </p:custDataLst>
          </p:nvPr>
        </p:nvSpPr>
        <p:spPr>
          <a:xfrm>
            <a:off x="1207232" y="1627479"/>
            <a:ext cx="307676" cy="539360"/>
          </a:xfrm>
          <a:custGeom>
            <a:avLst/>
            <a:gdLst>
              <a:gd name="connsiteX0" fmla="*/ 216296 w 410235"/>
              <a:gd name="connsiteY0" fmla="*/ 0 h 719146"/>
              <a:gd name="connsiteX1" fmla="*/ 410235 w 410235"/>
              <a:gd name="connsiteY1" fmla="*/ 0 h 719146"/>
              <a:gd name="connsiteX2" fmla="*/ 410235 w 410235"/>
              <a:gd name="connsiteY2" fmla="*/ 719146 h 719146"/>
              <a:gd name="connsiteX3" fmla="*/ 216319 w 410235"/>
              <a:gd name="connsiteY3" fmla="*/ 719146 h 719146"/>
              <a:gd name="connsiteX4" fmla="*/ 216319 w 410235"/>
              <a:gd name="connsiteY4" fmla="*/ 208872 h 719146"/>
              <a:gd name="connsiteX5" fmla="*/ 0 w 410235"/>
              <a:gd name="connsiteY5" fmla="*/ 396828 h 719146"/>
              <a:gd name="connsiteX6" fmla="*/ 0 w 410235"/>
              <a:gd name="connsiteY6" fmla="*/ 187979 h 7191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0235" h="719146">
                <a:moveTo>
                  <a:pt x="216296" y="0"/>
                </a:moveTo>
                <a:lnTo>
                  <a:pt x="410235" y="0"/>
                </a:lnTo>
                <a:lnTo>
                  <a:pt x="410235" y="719146"/>
                </a:lnTo>
                <a:lnTo>
                  <a:pt x="216319" y="719146"/>
                </a:lnTo>
                <a:lnTo>
                  <a:pt x="216319" y="208872"/>
                </a:lnTo>
                <a:lnTo>
                  <a:pt x="0" y="396828"/>
                </a:lnTo>
                <a:lnTo>
                  <a:pt x="0" y="187979"/>
                </a:lnTo>
                <a:close/>
              </a:path>
            </a:pathLst>
          </a:custGeom>
          <a:solidFill>
            <a:srgbClr val="6969C7"/>
          </a:solidFill>
          <a:ln w="1032" cap="flat">
            <a:noFill/>
            <a:prstDash val="solid"/>
            <a:miter/>
          </a:ln>
        </p:spPr>
        <p:txBody>
          <a:bodyPr rtlCol="0" anchor="ctr"/>
          <a:lstStyle/>
          <a:p>
            <a:endParaRPr lang="zh-CN" altLang="en-US" sz="1350"/>
          </a:p>
        </p:txBody>
      </p:sp>
      <p:sp>
        <p:nvSpPr>
          <p:cNvPr id="51" name="任意形状 50" descr="A0"/>
          <p:cNvSpPr/>
          <p:nvPr>
            <p:custDataLst>
              <p:tags r:id="rId25"/>
            </p:custDataLst>
          </p:nvPr>
        </p:nvSpPr>
        <p:spPr>
          <a:xfrm>
            <a:off x="528456" y="1629572"/>
            <a:ext cx="473939" cy="552224"/>
          </a:xfrm>
          <a:custGeom>
            <a:avLst/>
            <a:gdLst>
              <a:gd name="connsiteX0" fmla="*/ 316687 w 631918"/>
              <a:gd name="connsiteY0" fmla="*/ 0 h 736299"/>
              <a:gd name="connsiteX1" fmla="*/ 631918 w 631918"/>
              <a:gd name="connsiteY1" fmla="*/ 309389 h 736299"/>
              <a:gd name="connsiteX2" fmla="*/ 631918 w 631918"/>
              <a:gd name="connsiteY2" fmla="*/ 736299 h 736299"/>
              <a:gd name="connsiteX3" fmla="*/ 442195 w 631918"/>
              <a:gd name="connsiteY3" fmla="*/ 736299 h 736299"/>
              <a:gd name="connsiteX4" fmla="*/ 442195 w 631918"/>
              <a:gd name="connsiteY4" fmla="*/ 312322 h 736299"/>
              <a:gd name="connsiteX5" fmla="*/ 316687 w 631918"/>
              <a:gd name="connsiteY5" fmla="*/ 170751 h 736299"/>
              <a:gd name="connsiteX6" fmla="*/ 189723 w 631918"/>
              <a:gd name="connsiteY6" fmla="*/ 312311 h 736299"/>
              <a:gd name="connsiteX7" fmla="*/ 189723 w 631918"/>
              <a:gd name="connsiteY7" fmla="*/ 736299 h 736299"/>
              <a:gd name="connsiteX8" fmla="*/ 0 w 631918"/>
              <a:gd name="connsiteY8" fmla="*/ 736299 h 736299"/>
              <a:gd name="connsiteX9" fmla="*/ 0 w 631918"/>
              <a:gd name="connsiteY9" fmla="*/ 309389 h 736299"/>
              <a:gd name="connsiteX10" fmla="*/ 316687 w 631918"/>
              <a:gd name="connsiteY10" fmla="*/ 0 h 7362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31918" h="736299">
                <a:moveTo>
                  <a:pt x="316687" y="0"/>
                </a:moveTo>
                <a:cubicBezTo>
                  <a:pt x="485970" y="0"/>
                  <a:pt x="631918" y="110913"/>
                  <a:pt x="631918" y="309389"/>
                </a:cubicBezTo>
                <a:lnTo>
                  <a:pt x="631918" y="736299"/>
                </a:lnTo>
                <a:lnTo>
                  <a:pt x="442195" y="736299"/>
                </a:lnTo>
                <a:lnTo>
                  <a:pt x="442195" y="312322"/>
                </a:lnTo>
                <a:cubicBezTo>
                  <a:pt x="442195" y="224747"/>
                  <a:pt x="391121" y="170751"/>
                  <a:pt x="316687" y="170751"/>
                </a:cubicBezTo>
                <a:cubicBezTo>
                  <a:pt x="242263" y="170751"/>
                  <a:pt x="189723" y="224747"/>
                  <a:pt x="189723" y="312311"/>
                </a:cubicBezTo>
                <a:lnTo>
                  <a:pt x="189723" y="736299"/>
                </a:lnTo>
                <a:lnTo>
                  <a:pt x="0" y="736299"/>
                </a:lnTo>
                <a:lnTo>
                  <a:pt x="0" y="309389"/>
                </a:lnTo>
                <a:cubicBezTo>
                  <a:pt x="0" y="110913"/>
                  <a:pt x="147402" y="0"/>
                  <a:pt x="316687" y="0"/>
                </a:cubicBezTo>
                <a:close/>
              </a:path>
            </a:pathLst>
          </a:custGeom>
          <a:solidFill>
            <a:srgbClr val="6969C7"/>
          </a:solidFill>
          <a:ln w="1032" cap="flat">
            <a:noFill/>
            <a:prstDash val="solid"/>
            <a:miter/>
          </a:ln>
        </p:spPr>
        <p:txBody>
          <a:bodyPr rtlCol="0" anchor="ctr"/>
          <a:lstStyle/>
          <a:p>
            <a:endParaRPr lang="zh-CN" altLang="en-US" sz="1350"/>
          </a:p>
        </p:txBody>
      </p:sp>
    </p:spTree>
    <p:custDataLst>
      <p:tags r:id="rId26"/>
    </p:custDataLst>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ctrTitle"/>
          </p:nvPr>
        </p:nvSpPr>
        <p:spPr/>
        <p:txBody>
          <a:bodyPr>
            <a:normAutofit fontScale="90000"/>
          </a:bodyPr>
          <a:lstStyle/>
          <a:p>
            <a:r>
              <a:rPr lang="zh-CN" altLang="en-US" sz="3110" b="0">
                <a:latin typeface="微软雅黑" panose="020B0503020204020204" pitchFamily="34" charset="-122"/>
                <a:ea typeface="微软雅黑" panose="020B0503020204020204" pitchFamily="34" charset="-122"/>
                <a:cs typeface="微软雅黑" panose="020B0503020204020204" pitchFamily="34" charset="-122"/>
              </a:rPr>
              <a:t>任务</a:t>
            </a:r>
            <a:r>
              <a:rPr lang="en-US" altLang="zh-CN" sz="3110" b="0">
                <a:latin typeface="微软雅黑" panose="020B0503020204020204" pitchFamily="34" charset="-122"/>
                <a:ea typeface="微软雅黑" panose="020B0503020204020204" pitchFamily="34" charset="-122"/>
                <a:cs typeface="微软雅黑" panose="020B0503020204020204" pitchFamily="34" charset="-122"/>
              </a:rPr>
              <a:t>2</a:t>
            </a:r>
            <a:br>
              <a:rPr lang="zh-CN" altLang="en-US" sz="3555">
                <a:latin typeface="创艺简老宋" charset="0"/>
                <a:ea typeface="创艺简老宋" charset="0"/>
                <a:cs typeface="创艺简老宋" charset="0"/>
              </a:rPr>
            </a:br>
            <a:r>
              <a:rPr lang="zh-CN" altLang="en-US" sz="3555" b="0">
                <a:latin typeface="创艺简老宋" charset="0"/>
                <a:ea typeface="创艺简老宋" charset="0"/>
                <a:cs typeface="创艺简老宋" charset="0"/>
              </a:rPr>
              <a:t>接入互联网</a:t>
            </a:r>
            <a:endParaRPr lang="zh-CN" altLang="en-US" sz="3555" b="0">
              <a:latin typeface="创艺简老宋" charset="0"/>
              <a:ea typeface="创艺简老宋" charset="0"/>
              <a:cs typeface="创艺简老宋" charset="0"/>
            </a:endParaRPr>
          </a:p>
        </p:txBody>
      </p:sp>
    </p:spTree>
    <p:custDataLst>
      <p:tags r:id="rId1"/>
    </p:custData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文本框 57"/>
          <p:cNvSpPr txBox="1"/>
          <p:nvPr>
            <p:custDataLst>
              <p:tags r:id="rId1"/>
            </p:custDataLst>
          </p:nvPr>
        </p:nvSpPr>
        <p:spPr>
          <a:xfrm>
            <a:off x="654505" y="1428439"/>
            <a:ext cx="310412" cy="369277"/>
          </a:xfrm>
          <a:prstGeom prst="rect">
            <a:avLst/>
          </a:prstGeom>
          <a:noFill/>
        </p:spPr>
        <p:txBody>
          <a:bodyPr wrap="square" lIns="67500" tIns="35100" rIns="67500" bIns="35100" anchor="ctr">
            <a:prstTxWarp prst="textPlain">
              <a:avLst/>
            </a:prstTxWarp>
            <a:normAutofit fontScale="40000" lnSpcReduction="20000"/>
          </a:bodyPr>
          <a:lstStyle/>
          <a:p>
            <a:pPr>
              <a:lnSpc>
                <a:spcPct val="150000"/>
              </a:lnSpc>
            </a:pPr>
            <a:r>
              <a:rPr lang="en-US" sz="3600" dirty="0">
                <a:latin typeface="微软雅黑" panose="020B0503020204020204" pitchFamily="34" charset="-122"/>
                <a:ea typeface="微软雅黑" panose="020B0503020204020204" pitchFamily="34" charset="-122"/>
              </a:rPr>
              <a:t>“</a:t>
            </a:r>
            <a:endParaRPr lang="en-US" sz="3600" dirty="0">
              <a:latin typeface="微软雅黑" panose="020B0503020204020204" pitchFamily="34" charset="-122"/>
              <a:ea typeface="微软雅黑" panose="020B0503020204020204" pitchFamily="34" charset="-122"/>
            </a:endParaRPr>
          </a:p>
        </p:txBody>
      </p:sp>
      <p:sp>
        <p:nvSpPr>
          <p:cNvPr id="60" name="文本框 59"/>
          <p:cNvSpPr txBox="1"/>
          <p:nvPr>
            <p:custDataLst>
              <p:tags r:id="rId2"/>
            </p:custDataLst>
          </p:nvPr>
        </p:nvSpPr>
        <p:spPr>
          <a:xfrm>
            <a:off x="654685" y="2455545"/>
            <a:ext cx="2802255" cy="865505"/>
          </a:xfrm>
          <a:prstGeom prst="rect">
            <a:avLst/>
          </a:prstGeom>
          <a:noFill/>
        </p:spPr>
        <p:txBody>
          <a:bodyPr wrap="square" rtlCol="0">
            <a:spAutoFit/>
          </a:bodyPr>
          <a:lstStyle/>
          <a:p>
            <a:pPr>
              <a:lnSpc>
                <a:spcPct val="120000"/>
              </a:lnSpc>
            </a:pPr>
            <a:r>
              <a:rPr lang="zh-CN" altLang="en-US" sz="1050" spc="150" dirty="0">
                <a:solidFill>
                  <a:srgbClr val="000000">
                    <a:lumMod val="75000"/>
                    <a:lumOff val="25000"/>
                  </a:srgbClr>
                </a:solidFill>
                <a:latin typeface="微软雅黑" panose="020B0503020204020204" pitchFamily="34" charset="-122"/>
                <a:ea typeface="微软雅黑" panose="020B0503020204020204" pitchFamily="34" charset="-122"/>
              </a:rPr>
              <a:t>我们经常看到别人在上网，或者你自己也经常上网，但你知道电脑是怎样接入Internet 的吗？你知道上网需要准备什么设备吗？</a:t>
            </a:r>
            <a:endParaRPr lang="zh-CN" altLang="en-US" sz="1050" spc="150" dirty="0">
              <a:solidFill>
                <a:srgbClr val="000000">
                  <a:lumMod val="75000"/>
                  <a:lumOff val="25000"/>
                </a:srgbClr>
              </a:solidFill>
              <a:latin typeface="微软雅黑" panose="020B0503020204020204" pitchFamily="34" charset="-122"/>
              <a:ea typeface="微软雅黑" panose="020B0503020204020204" pitchFamily="34" charset="-122"/>
            </a:endParaRPr>
          </a:p>
        </p:txBody>
      </p:sp>
      <p:sp>
        <p:nvSpPr>
          <p:cNvPr id="39" name="文本框 38"/>
          <p:cNvSpPr txBox="1"/>
          <p:nvPr>
            <p:custDataLst>
              <p:tags r:id="rId3"/>
            </p:custDataLst>
          </p:nvPr>
        </p:nvSpPr>
        <p:spPr>
          <a:xfrm>
            <a:off x="654505" y="1941183"/>
            <a:ext cx="2493169" cy="432904"/>
          </a:xfrm>
          <a:prstGeom prst="rect">
            <a:avLst/>
          </a:prstGeom>
          <a:noFill/>
        </p:spPr>
        <p:txBody>
          <a:bodyPr wrap="square" rtlCol="0">
            <a:normAutofit lnSpcReduction="20000"/>
          </a:bodyPr>
          <a:lstStyle/>
          <a:p>
            <a:pPr>
              <a:lnSpc>
                <a:spcPct val="140000"/>
              </a:lnSpc>
            </a:pPr>
            <a:r>
              <a:rPr lang="zh-CN" altLang="en-US" b="1" spc="300" dirty="0">
                <a:solidFill>
                  <a:srgbClr val="000000">
                    <a:lumMod val="75000"/>
                    <a:lumOff val="25000"/>
                  </a:srgbClr>
                </a:solidFill>
                <a:latin typeface="微软雅黑" panose="020B0503020204020204" pitchFamily="34" charset="-122"/>
                <a:ea typeface="微软雅黑" panose="020B0503020204020204" pitchFamily="34" charset="-122"/>
              </a:rPr>
              <a:t>任务导入</a:t>
            </a:r>
            <a:endParaRPr lang="zh-CN" altLang="en-US" b="1" spc="300" dirty="0">
              <a:solidFill>
                <a:srgbClr val="000000">
                  <a:lumMod val="75000"/>
                  <a:lumOff val="25000"/>
                </a:srgbClr>
              </a:solidFill>
              <a:latin typeface="微软雅黑" panose="020B0503020204020204" pitchFamily="34" charset="-122"/>
              <a:ea typeface="微软雅黑" panose="020B0503020204020204" pitchFamily="34" charset="-122"/>
            </a:endParaRPr>
          </a:p>
        </p:txBody>
      </p:sp>
      <p:cxnSp>
        <p:nvCxnSpPr>
          <p:cNvPr id="6" name="直接连接符 5"/>
          <p:cNvCxnSpPr/>
          <p:nvPr>
            <p:custDataLst>
              <p:tags r:id="rId4"/>
            </p:custDataLst>
          </p:nvPr>
        </p:nvCxnSpPr>
        <p:spPr>
          <a:xfrm>
            <a:off x="4986655" y="2689860"/>
            <a:ext cx="220345" cy="0"/>
          </a:xfrm>
          <a:prstGeom prst="line">
            <a:avLst/>
          </a:prstGeom>
          <a:ln w="9525">
            <a:solidFill>
              <a:srgbClr val="7030A0"/>
            </a:solidFill>
          </a:ln>
        </p:spPr>
        <p:style>
          <a:lnRef idx="1">
            <a:srgbClr val="1F74AD"/>
          </a:lnRef>
          <a:fillRef idx="0">
            <a:srgbClr val="1F74AD"/>
          </a:fillRef>
          <a:effectRef idx="0">
            <a:srgbClr val="1F74AD"/>
          </a:effectRef>
          <a:fontRef idx="minor">
            <a:srgbClr val="000000"/>
          </a:fontRef>
        </p:style>
      </p:cxnSp>
      <p:sp>
        <p:nvSpPr>
          <p:cNvPr id="9" name="椭圆 8"/>
          <p:cNvSpPr/>
          <p:nvPr>
            <p:custDataLst>
              <p:tags r:id="rId5"/>
            </p:custDataLst>
          </p:nvPr>
        </p:nvSpPr>
        <p:spPr>
          <a:xfrm>
            <a:off x="3990975" y="2222500"/>
            <a:ext cx="972185" cy="972185"/>
          </a:xfrm>
          <a:prstGeom prst="ellipse">
            <a:avLst/>
          </a:prstGeom>
          <a:solidFill>
            <a:sysClr val="window" lastClr="FFFFFF"/>
          </a:solidFill>
          <a:ln w="57150">
            <a:solidFill>
              <a:schemeClr val="accent1">
                <a:lumMod val="75000"/>
              </a:schemeClr>
            </a:solidFill>
          </a:ln>
        </p:spPr>
        <p:style>
          <a:lnRef idx="2">
            <a:srgbClr val="1F74AD">
              <a:shade val="50000"/>
            </a:srgbClr>
          </a:lnRef>
          <a:fillRef idx="1">
            <a:srgbClr val="1F74AD"/>
          </a:fillRef>
          <a:effectRef idx="0">
            <a:srgbClr val="1F74AD"/>
          </a:effectRef>
          <a:fontRef idx="minor">
            <a:sysClr val="window" lastClr="FFFFFF"/>
          </a:fontRef>
        </p:style>
        <p:txBody>
          <a:bodyPr wrap="none" tIns="0" bIns="0" anchor="ctr">
            <a:normAutofit/>
          </a:bodyPr>
          <a:lstStyle/>
          <a:p>
            <a:pPr algn="ctr">
              <a:lnSpc>
                <a:spcPct val="130000"/>
              </a:lnSpc>
            </a:pPr>
            <a:endParaRPr lang="zh-CN" altLang="en-US" sz="1500" dirty="0">
              <a:solidFill>
                <a:srgbClr val="000000"/>
              </a:solidFill>
              <a:latin typeface="微软雅黑" panose="020B0503020204020204" pitchFamily="34" charset="-122"/>
              <a:ea typeface="微软雅黑" panose="020B0503020204020204" pitchFamily="34" charset="-122"/>
              <a:cs typeface="+mn-ea"/>
            </a:endParaRPr>
          </a:p>
        </p:txBody>
      </p:sp>
      <p:sp>
        <p:nvSpPr>
          <p:cNvPr id="10" name="文本框 9"/>
          <p:cNvSpPr txBox="1"/>
          <p:nvPr>
            <p:custDataLst>
              <p:tags r:id="rId6"/>
            </p:custDataLst>
          </p:nvPr>
        </p:nvSpPr>
        <p:spPr>
          <a:xfrm>
            <a:off x="4007485" y="2534920"/>
            <a:ext cx="979170" cy="347345"/>
          </a:xfrm>
          <a:prstGeom prst="rect">
            <a:avLst/>
          </a:prstGeom>
          <a:noFill/>
        </p:spPr>
        <p:txBody>
          <a:bodyPr wrap="square" rtlCol="0" anchor="ctr" anchorCtr="0"/>
          <a:lstStyle/>
          <a:p>
            <a:pPr lvl="0" indent="0" algn="ctr" fontAlgn="ctr">
              <a:lnSpc>
                <a:spcPct val="100000"/>
              </a:lnSpc>
              <a:spcBef>
                <a:spcPts val="0"/>
              </a:spcBef>
              <a:spcAft>
                <a:spcPts val="0"/>
              </a:spcAft>
              <a:buSzPct val="100000"/>
              <a:buNone/>
            </a:pPr>
            <a:r>
              <a:rPr lang="zh-CN" altLang="en-US" b="1" spc="300" dirty="0">
                <a:solidFill>
                  <a:srgbClr val="000000">
                    <a:lumMod val="75000"/>
                    <a:lumOff val="25000"/>
                  </a:srgbClr>
                </a:solidFill>
                <a:uFillTx/>
                <a:latin typeface="微软雅黑" panose="020B0503020204020204" pitchFamily="34" charset="-122"/>
                <a:ea typeface="微软雅黑" panose="020B0503020204020204" pitchFamily="34" charset="-122"/>
              </a:rPr>
              <a:t>学习</a:t>
            </a:r>
            <a:endParaRPr lang="zh-CN" altLang="en-US" b="1" spc="300" dirty="0">
              <a:solidFill>
                <a:srgbClr val="000000">
                  <a:lumMod val="75000"/>
                  <a:lumOff val="25000"/>
                </a:srgbClr>
              </a:solidFill>
              <a:uFillTx/>
              <a:latin typeface="微软雅黑" panose="020B0503020204020204" pitchFamily="34" charset="-122"/>
              <a:ea typeface="微软雅黑" panose="020B0503020204020204" pitchFamily="34" charset="-122"/>
            </a:endParaRPr>
          </a:p>
          <a:p>
            <a:pPr lvl="0" indent="0" algn="ctr" fontAlgn="ctr">
              <a:lnSpc>
                <a:spcPct val="100000"/>
              </a:lnSpc>
              <a:spcBef>
                <a:spcPts val="0"/>
              </a:spcBef>
              <a:spcAft>
                <a:spcPts val="0"/>
              </a:spcAft>
              <a:buSzPct val="100000"/>
              <a:buNone/>
            </a:pPr>
            <a:r>
              <a:rPr lang="zh-CN" altLang="en-US" b="1" spc="300" dirty="0">
                <a:solidFill>
                  <a:srgbClr val="000000">
                    <a:lumMod val="75000"/>
                    <a:lumOff val="25000"/>
                  </a:srgbClr>
                </a:solidFill>
                <a:uFillTx/>
                <a:latin typeface="微软雅黑" panose="020B0503020204020204" pitchFamily="34" charset="-122"/>
                <a:ea typeface="微软雅黑" panose="020B0503020204020204" pitchFamily="34" charset="-122"/>
              </a:rPr>
              <a:t>目标</a:t>
            </a:r>
            <a:endParaRPr lang="zh-CN" altLang="en-US" b="1" spc="300" dirty="0">
              <a:solidFill>
                <a:srgbClr val="000000">
                  <a:lumMod val="75000"/>
                  <a:lumOff val="25000"/>
                </a:srgbClr>
              </a:solidFill>
              <a:uFillTx/>
              <a:latin typeface="微软雅黑" panose="020B0503020204020204" pitchFamily="34" charset="-122"/>
              <a:ea typeface="微软雅黑" panose="020B0503020204020204" pitchFamily="34" charset="-122"/>
            </a:endParaRPr>
          </a:p>
        </p:txBody>
      </p:sp>
      <p:cxnSp>
        <p:nvCxnSpPr>
          <p:cNvPr id="4" name="直接连接符 3"/>
          <p:cNvCxnSpPr/>
          <p:nvPr>
            <p:custDataLst>
              <p:tags r:id="rId7"/>
            </p:custDataLst>
          </p:nvPr>
        </p:nvCxnSpPr>
        <p:spPr>
          <a:xfrm>
            <a:off x="5214218" y="1446554"/>
            <a:ext cx="0" cy="2520000"/>
          </a:xfrm>
          <a:prstGeom prst="line">
            <a:avLst/>
          </a:prstGeom>
          <a:ln>
            <a:solidFill>
              <a:srgbClr val="6969C7"/>
            </a:solidFill>
          </a:ln>
        </p:spPr>
        <p:style>
          <a:lnRef idx="1">
            <a:srgbClr val="1F74AD"/>
          </a:lnRef>
          <a:fillRef idx="0">
            <a:srgbClr val="1F74AD"/>
          </a:fillRef>
          <a:effectRef idx="0">
            <a:srgbClr val="1F74AD"/>
          </a:effectRef>
          <a:fontRef idx="minor">
            <a:srgbClr val="000000"/>
          </a:fontRef>
        </p:style>
      </p:cxnSp>
      <p:sp>
        <p:nvSpPr>
          <p:cNvPr id="35" name="任意多边形 34"/>
          <p:cNvSpPr/>
          <p:nvPr>
            <p:custDataLst>
              <p:tags r:id="rId8"/>
            </p:custDataLst>
          </p:nvPr>
        </p:nvSpPr>
        <p:spPr>
          <a:xfrm>
            <a:off x="5214303" y="2818130"/>
            <a:ext cx="510064" cy="625793"/>
          </a:xfrm>
          <a:custGeom>
            <a:avLst/>
            <a:gdLst>
              <a:gd name="connsiteX0" fmla="*/ 0 w 580293"/>
              <a:gd name="connsiteY0" fmla="*/ 0 h 712177"/>
              <a:gd name="connsiteX1" fmla="*/ 580293 w 580293"/>
              <a:gd name="connsiteY1" fmla="*/ 298119 h 712177"/>
              <a:gd name="connsiteX2" fmla="*/ 580293 w 580293"/>
              <a:gd name="connsiteY2" fmla="*/ 712177 h 712177"/>
              <a:gd name="connsiteX3" fmla="*/ 0 w 580293"/>
              <a:gd name="connsiteY3" fmla="*/ 414058 h 712177"/>
            </a:gdLst>
            <a:ahLst/>
            <a:cxnLst>
              <a:cxn ang="0">
                <a:pos x="connsiteX0" y="connsiteY0"/>
              </a:cxn>
              <a:cxn ang="0">
                <a:pos x="connsiteX1" y="connsiteY1"/>
              </a:cxn>
              <a:cxn ang="0">
                <a:pos x="connsiteX2" y="connsiteY2"/>
              </a:cxn>
              <a:cxn ang="0">
                <a:pos x="connsiteX3" y="connsiteY3"/>
              </a:cxn>
            </a:cxnLst>
            <a:rect l="l" t="t" r="r" b="b"/>
            <a:pathLst>
              <a:path w="580293" h="712177">
                <a:moveTo>
                  <a:pt x="0" y="0"/>
                </a:moveTo>
                <a:lnTo>
                  <a:pt x="580293" y="298119"/>
                </a:lnTo>
                <a:lnTo>
                  <a:pt x="580293" y="712177"/>
                </a:lnTo>
                <a:lnTo>
                  <a:pt x="0" y="414058"/>
                </a:lnTo>
                <a:close/>
              </a:path>
            </a:pathLst>
          </a:custGeom>
          <a:solidFill>
            <a:srgbClr val="AE64B8">
              <a:lumMod val="75000"/>
            </a:srgbClr>
          </a:solidFill>
          <a:ln>
            <a:noFill/>
          </a:ln>
        </p:spPr>
        <p:style>
          <a:lnRef idx="2">
            <a:srgbClr val="1F74AD">
              <a:shade val="50000"/>
            </a:srgbClr>
          </a:lnRef>
          <a:fillRef idx="1">
            <a:srgbClr val="1F74AD"/>
          </a:fillRef>
          <a:effectRef idx="0">
            <a:srgbClr val="1F74AD"/>
          </a:effectRef>
          <a:fontRef idx="minor">
            <a:sysClr val="window" lastClr="FFFFFF"/>
          </a:fontRef>
        </p:style>
        <p:txBody>
          <a:bodyPr rtlCol="0" anchor="ctr">
            <a:normAutofit/>
          </a:bodyPr>
          <a:lstStyle/>
          <a:p>
            <a:pPr algn="ctr">
              <a:lnSpc>
                <a:spcPct val="120000"/>
              </a:lnSpc>
            </a:pPr>
            <a:endParaRPr lang="zh-CN" altLang="en-US" sz="1500">
              <a:latin typeface="Arial" panose="020B0604020202020204" pitchFamily="34" charset="0"/>
              <a:ea typeface="微软雅黑" panose="020B0503020204020204" pitchFamily="34" charset="-122"/>
              <a:sym typeface="Arial" panose="020B0604020202020204" pitchFamily="34" charset="0"/>
            </a:endParaRPr>
          </a:p>
        </p:txBody>
      </p:sp>
      <p:sp>
        <p:nvSpPr>
          <p:cNvPr id="37" name="任意多边形 36"/>
          <p:cNvSpPr/>
          <p:nvPr>
            <p:custDataLst>
              <p:tags r:id="rId9"/>
            </p:custDataLst>
          </p:nvPr>
        </p:nvSpPr>
        <p:spPr>
          <a:xfrm>
            <a:off x="5724366" y="3081020"/>
            <a:ext cx="347186" cy="363379"/>
          </a:xfrm>
          <a:custGeom>
            <a:avLst/>
            <a:gdLst>
              <a:gd name="connsiteX0" fmla="*/ 0 w 394921"/>
              <a:gd name="connsiteY0" fmla="*/ 0 h 413238"/>
              <a:gd name="connsiteX1" fmla="*/ 207744 w 394921"/>
              <a:gd name="connsiteY1" fmla="*/ 0 h 413238"/>
              <a:gd name="connsiteX2" fmla="*/ 394921 w 394921"/>
              <a:gd name="connsiteY2" fmla="*/ 206619 h 413238"/>
              <a:gd name="connsiteX3" fmla="*/ 207744 w 394921"/>
              <a:gd name="connsiteY3" fmla="*/ 413238 h 413238"/>
              <a:gd name="connsiteX4" fmla="*/ 0 w 394921"/>
              <a:gd name="connsiteY4" fmla="*/ 413238 h 4132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4921" h="413238">
                <a:moveTo>
                  <a:pt x="0" y="0"/>
                </a:moveTo>
                <a:lnTo>
                  <a:pt x="207744" y="0"/>
                </a:lnTo>
                <a:cubicBezTo>
                  <a:pt x="311119" y="0"/>
                  <a:pt x="394921" y="92506"/>
                  <a:pt x="394921" y="206619"/>
                </a:cubicBezTo>
                <a:cubicBezTo>
                  <a:pt x="394921" y="320731"/>
                  <a:pt x="311119" y="413238"/>
                  <a:pt x="207744" y="413238"/>
                </a:cubicBezTo>
                <a:lnTo>
                  <a:pt x="0" y="413238"/>
                </a:lnTo>
                <a:close/>
              </a:path>
            </a:pathLst>
          </a:custGeom>
          <a:solidFill>
            <a:srgbClr val="AE64B8"/>
          </a:solidFill>
          <a:ln>
            <a:noFill/>
          </a:ln>
        </p:spPr>
        <p:style>
          <a:lnRef idx="2">
            <a:srgbClr val="1F74AD">
              <a:shade val="50000"/>
            </a:srgbClr>
          </a:lnRef>
          <a:fillRef idx="1">
            <a:srgbClr val="1F74AD"/>
          </a:fillRef>
          <a:effectRef idx="0">
            <a:srgbClr val="1F74AD"/>
          </a:effectRef>
          <a:fontRef idx="minor">
            <a:sysClr val="window" lastClr="FFFFFF"/>
          </a:fontRef>
        </p:style>
        <p:txBody>
          <a:bodyPr rtlCol="0" anchor="ctr">
            <a:normAutofit lnSpcReduction="10000"/>
          </a:bodyPr>
          <a:lstStyle/>
          <a:p>
            <a:pPr algn="ctr">
              <a:lnSpc>
                <a:spcPct val="120000"/>
              </a:lnSpc>
            </a:pPr>
            <a:r>
              <a:rPr lang="en-US" sz="1500" spc="300" dirty="0">
                <a:solidFill>
                  <a:sysClr val="window" lastClr="FFFFFF"/>
                </a:solidFill>
                <a:latin typeface="Arial" panose="020B0604020202020204" pitchFamily="34" charset="0"/>
                <a:ea typeface="微软雅黑" panose="020B0503020204020204" pitchFamily="34" charset="-122"/>
                <a:sym typeface="Arial" panose="020B0604020202020204" pitchFamily="34" charset="0"/>
              </a:rPr>
              <a:t>2</a:t>
            </a:r>
            <a:endParaRPr lang="en-US" sz="1500" spc="300" dirty="0">
              <a:solidFill>
                <a:sysClr val="window" lastClr="FFFFFF"/>
              </a:solidFill>
              <a:latin typeface="Arial" panose="020B0604020202020204" pitchFamily="34" charset="0"/>
              <a:ea typeface="微软雅黑" panose="020B0503020204020204" pitchFamily="34" charset="-122"/>
              <a:sym typeface="Arial" panose="020B0604020202020204" pitchFamily="34" charset="0"/>
            </a:endParaRPr>
          </a:p>
        </p:txBody>
      </p:sp>
      <p:sp>
        <p:nvSpPr>
          <p:cNvPr id="75" name="文本框 74"/>
          <p:cNvSpPr txBox="1"/>
          <p:nvPr>
            <p:custDataLst>
              <p:tags r:id="rId10"/>
            </p:custDataLst>
          </p:nvPr>
        </p:nvSpPr>
        <p:spPr>
          <a:xfrm>
            <a:off x="6117590" y="3058795"/>
            <a:ext cx="2715260" cy="401320"/>
          </a:xfrm>
          <a:prstGeom prst="rect">
            <a:avLst/>
          </a:prstGeom>
          <a:noFill/>
        </p:spPr>
        <p:txBody>
          <a:bodyPr wrap="square" rtlCol="0" anchor="ctr">
            <a:normAutofit lnSpcReduction="10000"/>
          </a:bodyPr>
          <a:lstStyle/>
          <a:p>
            <a:pPr>
              <a:lnSpc>
                <a:spcPct val="120000"/>
              </a:lnSpc>
            </a:pPr>
            <a:r>
              <a:rPr lang="zh-CN" altLang="en-US" sz="900" spc="150">
                <a:solidFill>
                  <a:srgbClr val="AE64B8"/>
                </a:solidFill>
                <a:latin typeface="Arial" panose="020B0604020202020204" pitchFamily="34" charset="0"/>
                <a:ea typeface="微软雅黑" panose="020B0503020204020204" pitchFamily="34" charset="-122"/>
                <a:sym typeface="Arial" panose="020B0604020202020204" pitchFamily="34" charset="0"/>
              </a:rPr>
              <a:t>会根据需要将计算机通过相关设备接入Internet。</a:t>
            </a:r>
            <a:endParaRPr lang="zh-CN" altLang="en-US" sz="900" spc="150">
              <a:solidFill>
                <a:srgbClr val="AE64B8"/>
              </a:solidFill>
              <a:latin typeface="Arial" panose="020B0604020202020204" pitchFamily="34" charset="0"/>
              <a:ea typeface="微软雅黑" panose="020B0503020204020204" pitchFamily="34" charset="-122"/>
              <a:sym typeface="Arial" panose="020B0604020202020204" pitchFamily="34" charset="0"/>
            </a:endParaRPr>
          </a:p>
        </p:txBody>
      </p:sp>
      <p:sp>
        <p:nvSpPr>
          <p:cNvPr id="2" name="任意多边形 1"/>
          <p:cNvSpPr/>
          <p:nvPr>
            <p:custDataLst>
              <p:tags r:id="rId11"/>
            </p:custDataLst>
          </p:nvPr>
        </p:nvSpPr>
        <p:spPr>
          <a:xfrm>
            <a:off x="5214303" y="2160905"/>
            <a:ext cx="510064" cy="625793"/>
          </a:xfrm>
          <a:custGeom>
            <a:avLst/>
            <a:gdLst>
              <a:gd name="connsiteX0" fmla="*/ 0 w 580293"/>
              <a:gd name="connsiteY0" fmla="*/ 0 h 712177"/>
              <a:gd name="connsiteX1" fmla="*/ 580293 w 580293"/>
              <a:gd name="connsiteY1" fmla="*/ 298119 h 712177"/>
              <a:gd name="connsiteX2" fmla="*/ 580293 w 580293"/>
              <a:gd name="connsiteY2" fmla="*/ 712177 h 712177"/>
              <a:gd name="connsiteX3" fmla="*/ 0 w 580293"/>
              <a:gd name="connsiteY3" fmla="*/ 414058 h 712177"/>
            </a:gdLst>
            <a:ahLst/>
            <a:cxnLst>
              <a:cxn ang="0">
                <a:pos x="connsiteX0" y="connsiteY0"/>
              </a:cxn>
              <a:cxn ang="0">
                <a:pos x="connsiteX1" y="connsiteY1"/>
              </a:cxn>
              <a:cxn ang="0">
                <a:pos x="connsiteX2" y="connsiteY2"/>
              </a:cxn>
              <a:cxn ang="0">
                <a:pos x="connsiteX3" y="connsiteY3"/>
              </a:cxn>
            </a:cxnLst>
            <a:rect l="l" t="t" r="r" b="b"/>
            <a:pathLst>
              <a:path w="580293" h="712177">
                <a:moveTo>
                  <a:pt x="0" y="0"/>
                </a:moveTo>
                <a:lnTo>
                  <a:pt x="580293" y="298119"/>
                </a:lnTo>
                <a:lnTo>
                  <a:pt x="580293" y="712177"/>
                </a:lnTo>
                <a:lnTo>
                  <a:pt x="0" y="414058"/>
                </a:lnTo>
                <a:close/>
              </a:path>
            </a:pathLst>
          </a:custGeom>
          <a:solidFill>
            <a:srgbClr val="6969C7">
              <a:lumMod val="75000"/>
            </a:srgbClr>
          </a:solidFill>
          <a:ln>
            <a:noFill/>
          </a:ln>
        </p:spPr>
        <p:style>
          <a:lnRef idx="2">
            <a:srgbClr val="1F74AD">
              <a:shade val="50000"/>
            </a:srgbClr>
          </a:lnRef>
          <a:fillRef idx="1">
            <a:srgbClr val="1F74AD"/>
          </a:fillRef>
          <a:effectRef idx="0">
            <a:srgbClr val="1F74AD"/>
          </a:effectRef>
          <a:fontRef idx="minor">
            <a:sysClr val="window" lastClr="FFFFFF"/>
          </a:fontRef>
        </p:style>
        <p:txBody>
          <a:bodyPr rtlCol="0" anchor="ctr">
            <a:normAutofit/>
          </a:bodyPr>
          <a:lstStyle/>
          <a:p>
            <a:pPr algn="ctr">
              <a:lnSpc>
                <a:spcPct val="120000"/>
              </a:lnSpc>
            </a:pPr>
            <a:endParaRPr lang="zh-CN" altLang="en-US" sz="1500">
              <a:latin typeface="Arial" panose="020B0604020202020204" pitchFamily="34" charset="0"/>
              <a:ea typeface="微软雅黑" panose="020B0503020204020204" pitchFamily="34" charset="-122"/>
              <a:sym typeface="Arial" panose="020B0604020202020204" pitchFamily="34" charset="0"/>
            </a:endParaRPr>
          </a:p>
        </p:txBody>
      </p:sp>
      <p:sp>
        <p:nvSpPr>
          <p:cNvPr id="3" name="任意多边形 2"/>
          <p:cNvSpPr/>
          <p:nvPr>
            <p:custDataLst>
              <p:tags r:id="rId12"/>
            </p:custDataLst>
          </p:nvPr>
        </p:nvSpPr>
        <p:spPr>
          <a:xfrm>
            <a:off x="5724366" y="2423795"/>
            <a:ext cx="347186" cy="363379"/>
          </a:xfrm>
          <a:custGeom>
            <a:avLst/>
            <a:gdLst>
              <a:gd name="connsiteX0" fmla="*/ 0 w 394921"/>
              <a:gd name="connsiteY0" fmla="*/ 0 h 413238"/>
              <a:gd name="connsiteX1" fmla="*/ 207744 w 394921"/>
              <a:gd name="connsiteY1" fmla="*/ 0 h 413238"/>
              <a:gd name="connsiteX2" fmla="*/ 394921 w 394921"/>
              <a:gd name="connsiteY2" fmla="*/ 206619 h 413238"/>
              <a:gd name="connsiteX3" fmla="*/ 207744 w 394921"/>
              <a:gd name="connsiteY3" fmla="*/ 413238 h 413238"/>
              <a:gd name="connsiteX4" fmla="*/ 0 w 394921"/>
              <a:gd name="connsiteY4" fmla="*/ 413238 h 4132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4921" h="413238">
                <a:moveTo>
                  <a:pt x="0" y="0"/>
                </a:moveTo>
                <a:lnTo>
                  <a:pt x="207744" y="0"/>
                </a:lnTo>
                <a:cubicBezTo>
                  <a:pt x="311119" y="0"/>
                  <a:pt x="394921" y="92506"/>
                  <a:pt x="394921" y="206619"/>
                </a:cubicBezTo>
                <a:cubicBezTo>
                  <a:pt x="394921" y="320731"/>
                  <a:pt x="311119" y="413238"/>
                  <a:pt x="207744" y="413238"/>
                </a:cubicBezTo>
                <a:lnTo>
                  <a:pt x="0" y="413238"/>
                </a:lnTo>
                <a:close/>
              </a:path>
            </a:pathLst>
          </a:custGeom>
          <a:solidFill>
            <a:srgbClr val="6969C7"/>
          </a:solidFill>
          <a:ln>
            <a:noFill/>
          </a:ln>
        </p:spPr>
        <p:style>
          <a:lnRef idx="2">
            <a:srgbClr val="1F74AD">
              <a:shade val="50000"/>
            </a:srgbClr>
          </a:lnRef>
          <a:fillRef idx="1">
            <a:srgbClr val="1F74AD"/>
          </a:fillRef>
          <a:effectRef idx="0">
            <a:srgbClr val="1F74AD"/>
          </a:effectRef>
          <a:fontRef idx="minor">
            <a:sysClr val="window" lastClr="FFFFFF"/>
          </a:fontRef>
        </p:style>
        <p:txBody>
          <a:bodyPr rtlCol="0" anchor="ctr">
            <a:normAutofit lnSpcReduction="10000"/>
          </a:bodyPr>
          <a:lstStyle/>
          <a:p>
            <a:pPr algn="ctr">
              <a:lnSpc>
                <a:spcPct val="120000"/>
              </a:lnSpc>
            </a:pPr>
            <a:r>
              <a:rPr lang="en-US" altLang="zh-CN" sz="1500" spc="300" dirty="0">
                <a:solidFill>
                  <a:sysClr val="window" lastClr="FFFFFF"/>
                </a:solidFill>
                <a:latin typeface="Arial" panose="020B0604020202020204" pitchFamily="34" charset="0"/>
                <a:ea typeface="微软雅黑" panose="020B0503020204020204" pitchFamily="34" charset="-122"/>
                <a:sym typeface="Arial" panose="020B0604020202020204" pitchFamily="34" charset="0"/>
              </a:rPr>
              <a:t>1</a:t>
            </a:r>
            <a:endParaRPr lang="zh-CN" altLang="en-US" sz="1500" spc="300" dirty="0">
              <a:solidFill>
                <a:sysClr val="window" lastClr="FFFFFF"/>
              </a:solidFill>
              <a:latin typeface="Arial" panose="020B0604020202020204" pitchFamily="34" charset="0"/>
              <a:ea typeface="微软雅黑" panose="020B0503020204020204" pitchFamily="34" charset="-122"/>
              <a:sym typeface="Arial" panose="020B0604020202020204" pitchFamily="34" charset="0"/>
            </a:endParaRPr>
          </a:p>
        </p:txBody>
      </p:sp>
      <p:sp>
        <p:nvSpPr>
          <p:cNvPr id="5" name="文本框 4"/>
          <p:cNvSpPr txBox="1"/>
          <p:nvPr>
            <p:custDataLst>
              <p:tags r:id="rId13"/>
            </p:custDataLst>
          </p:nvPr>
        </p:nvSpPr>
        <p:spPr>
          <a:xfrm>
            <a:off x="6117590" y="2402205"/>
            <a:ext cx="2715260" cy="401320"/>
          </a:xfrm>
          <a:prstGeom prst="rect">
            <a:avLst/>
          </a:prstGeom>
          <a:noFill/>
        </p:spPr>
        <p:txBody>
          <a:bodyPr wrap="square" rtlCol="0" anchor="ctr">
            <a:normAutofit lnSpcReduction="10000"/>
          </a:bodyPr>
          <a:lstStyle/>
          <a:p>
            <a:pPr>
              <a:lnSpc>
                <a:spcPct val="120000"/>
              </a:lnSpc>
            </a:pPr>
            <a:r>
              <a:rPr lang="zh-CN" altLang="en-US" sz="900" spc="150">
                <a:solidFill>
                  <a:srgbClr val="6969C7"/>
                </a:solidFill>
                <a:latin typeface="Arial" panose="020B0604020202020204" pitchFamily="34" charset="0"/>
                <a:ea typeface="微软雅黑" panose="020B0503020204020204" pitchFamily="34" charset="-122"/>
                <a:sym typeface="Arial" panose="020B0604020202020204" pitchFamily="34" charset="0"/>
              </a:rPr>
              <a:t>了解Internet 的常用接入方式。</a:t>
            </a:r>
            <a:endParaRPr lang="zh-CN" altLang="en-US" sz="900" spc="150">
              <a:solidFill>
                <a:srgbClr val="6969C7"/>
              </a:solidFill>
              <a:latin typeface="Arial" panose="020B0604020202020204" pitchFamily="34" charset="0"/>
              <a:ea typeface="微软雅黑" panose="020B0503020204020204" pitchFamily="34" charset="-122"/>
              <a:sym typeface="Arial" panose="020B0604020202020204" pitchFamily="34" charset="0"/>
            </a:endParaRPr>
          </a:p>
        </p:txBody>
      </p:sp>
    </p:spTree>
    <p:custDataLst>
      <p:tags r:id="rId14"/>
    </p:custDataLst>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矩形 37"/>
          <p:cNvSpPr/>
          <p:nvPr>
            <p:custDataLst>
              <p:tags r:id="rId1"/>
            </p:custDataLst>
          </p:nvPr>
        </p:nvSpPr>
        <p:spPr>
          <a:xfrm>
            <a:off x="0" y="-109"/>
            <a:ext cx="9144000" cy="2820353"/>
          </a:xfrm>
          <a:prstGeom prst="rect">
            <a:avLst/>
          </a:prstGeom>
          <a:solidFill>
            <a:srgbClr val="000000"/>
          </a:solidFill>
          <a:ln>
            <a:noFill/>
          </a:ln>
        </p:spPr>
        <p:style>
          <a:lnRef idx="2">
            <a:srgbClr val="FFFFFF">
              <a:shade val="50000"/>
            </a:srgbClr>
          </a:lnRef>
          <a:fillRef idx="1">
            <a:srgbClr val="FFFFFF"/>
          </a:fillRef>
          <a:effectRef idx="0">
            <a:srgbClr val="FFFFFF"/>
          </a:effectRef>
          <a:fontRef idx="minor">
            <a:srgbClr val="FFFFFF"/>
          </a:fontRef>
        </p:style>
        <p:txBody>
          <a:bodyPr rtlCol="0" anchor="ctr"/>
          <a:lstStyle/>
          <a:p>
            <a:pPr algn="ctr"/>
            <a:endParaRPr lang="zh-CN" altLang="en-US" sz="1350" dirty="0"/>
          </a:p>
        </p:txBody>
      </p:sp>
      <p:pic>
        <p:nvPicPr>
          <p:cNvPr id="9" name="图片 8"/>
          <p:cNvPicPr>
            <a:picLocks noChangeAspect="1"/>
          </p:cNvPicPr>
          <p:nvPr>
            <p:custDataLst>
              <p:tags r:id="rId2"/>
            </p:custDataLst>
          </p:nvPr>
        </p:nvPicPr>
        <p:blipFill rotWithShape="1">
          <a:blip r:embed="rId3" cstate="print">
            <a:extLst>
              <a:ext uri="{BEBA8EAE-BF5A-486C-A8C5-ECC9F3942E4B}">
                <a14:imgProps xmlns:a14="http://schemas.microsoft.com/office/drawing/2010/main">
                  <a14:imgLayer r:embed="rId4">
                    <a14:imgEffect>
                      <a14:brightnessContrast bright="-34000"/>
                    </a14:imgEffect>
                  </a14:imgLayer>
                </a14:imgProps>
              </a:ext>
              <a:ext uri="{28A0092B-C50C-407E-A947-70E740481C1C}">
                <a14:useLocalDpi xmlns:a14="http://schemas.microsoft.com/office/drawing/2010/main" val="0"/>
              </a:ext>
            </a:extLst>
          </a:blip>
          <a:srcRect/>
          <a:stretch>
            <a:fillRect/>
          </a:stretch>
        </p:blipFill>
        <p:spPr>
          <a:xfrm>
            <a:off x="-1" y="1"/>
            <a:ext cx="9143797" cy="2820243"/>
          </a:xfrm>
          <a:prstGeom prst="rect">
            <a:avLst/>
          </a:prstGeom>
          <a:noFill/>
          <a:effectLst/>
        </p:spPr>
      </p:pic>
      <p:sp>
        <p:nvSpPr>
          <p:cNvPr id="37" name="矩形 36"/>
          <p:cNvSpPr/>
          <p:nvPr>
            <p:custDataLst>
              <p:tags r:id="rId5"/>
            </p:custDataLst>
          </p:nvPr>
        </p:nvSpPr>
        <p:spPr>
          <a:xfrm>
            <a:off x="3243263" y="2657475"/>
            <a:ext cx="2657475" cy="1834515"/>
          </a:xfrm>
          <a:prstGeom prst="rect">
            <a:avLst/>
          </a:prstGeom>
          <a:solidFill>
            <a:srgbClr val="FFFFFF"/>
          </a:solidFill>
          <a:ln>
            <a:noFill/>
          </a:ln>
          <a:effectLst>
            <a:outerShdw blurRad="317500" dist="38100" dir="5400000" sx="101000" sy="101000" algn="t" rotWithShape="0">
              <a:prstClr val="black">
                <a:alpha val="32000"/>
              </a:prstClr>
            </a:outerShdw>
          </a:effectLst>
        </p:spPr>
        <p:style>
          <a:lnRef idx="2">
            <a:srgbClr val="FFFFFF">
              <a:shade val="50000"/>
            </a:srgbClr>
          </a:lnRef>
          <a:fillRef idx="1">
            <a:srgbClr val="FFFFFF"/>
          </a:fillRef>
          <a:effectRef idx="0">
            <a:srgbClr val="FFFFFF"/>
          </a:effectRef>
          <a:fontRef idx="minor">
            <a:srgbClr val="FFFFFF"/>
          </a:fontRef>
        </p:style>
        <p:txBody>
          <a:bodyPr wrap="square" lIns="67500" tIns="35100" rIns="67500" bIns="35100" rtlCol="0" anchor="ctr">
            <a:normAutofit/>
          </a:bodyPr>
          <a:lstStyle/>
          <a:p>
            <a:pPr algn="ctr"/>
            <a:endParaRPr lang="zh-CN" altLang="en-US" sz="1350"/>
          </a:p>
        </p:txBody>
      </p:sp>
      <p:sp>
        <p:nvSpPr>
          <p:cNvPr id="23" name="矩形 22"/>
          <p:cNvSpPr/>
          <p:nvPr>
            <p:custDataLst>
              <p:tags r:id="rId6"/>
            </p:custDataLst>
          </p:nvPr>
        </p:nvSpPr>
        <p:spPr>
          <a:xfrm>
            <a:off x="6156641" y="2657475"/>
            <a:ext cx="2657475" cy="1834515"/>
          </a:xfrm>
          <a:prstGeom prst="rect">
            <a:avLst/>
          </a:prstGeom>
          <a:solidFill>
            <a:srgbClr val="FFFFFF"/>
          </a:solidFill>
          <a:ln>
            <a:noFill/>
          </a:ln>
          <a:effectLst>
            <a:outerShdw blurRad="317500" dist="38100" dir="5400000" sx="101000" sy="101000" algn="t" rotWithShape="0">
              <a:prstClr val="black">
                <a:alpha val="32000"/>
              </a:prstClr>
            </a:outerShdw>
          </a:effectLst>
        </p:spPr>
        <p:style>
          <a:lnRef idx="2">
            <a:srgbClr val="FFFFFF">
              <a:shade val="50000"/>
            </a:srgbClr>
          </a:lnRef>
          <a:fillRef idx="1">
            <a:srgbClr val="FFFFFF"/>
          </a:fillRef>
          <a:effectRef idx="0">
            <a:srgbClr val="FFFFFF"/>
          </a:effectRef>
          <a:fontRef idx="minor">
            <a:srgbClr val="FFFFFF"/>
          </a:fontRef>
        </p:style>
        <p:txBody>
          <a:bodyPr wrap="square" lIns="67500" tIns="35100" rIns="67500" bIns="35100" rtlCol="0" anchor="ctr">
            <a:normAutofit/>
          </a:bodyPr>
          <a:lstStyle/>
          <a:p>
            <a:pPr algn="ctr"/>
            <a:endParaRPr lang="zh-CN" altLang="en-US" sz="1350"/>
          </a:p>
        </p:txBody>
      </p:sp>
      <p:sp>
        <p:nvSpPr>
          <p:cNvPr id="29" name="矩形 28"/>
          <p:cNvSpPr/>
          <p:nvPr>
            <p:custDataLst>
              <p:tags r:id="rId7"/>
            </p:custDataLst>
          </p:nvPr>
        </p:nvSpPr>
        <p:spPr>
          <a:xfrm>
            <a:off x="325284" y="2657475"/>
            <a:ext cx="2657475" cy="1834515"/>
          </a:xfrm>
          <a:prstGeom prst="rect">
            <a:avLst/>
          </a:prstGeom>
          <a:solidFill>
            <a:srgbClr val="FFFFFF"/>
          </a:solidFill>
          <a:ln>
            <a:noFill/>
          </a:ln>
          <a:effectLst>
            <a:outerShdw blurRad="317500" dist="38100" dir="5400000" sx="101000" sy="101000" algn="t" rotWithShape="0">
              <a:prstClr val="black">
                <a:alpha val="32000"/>
              </a:prstClr>
            </a:outerShdw>
          </a:effectLst>
        </p:spPr>
        <p:style>
          <a:lnRef idx="2">
            <a:srgbClr val="FFFFFF">
              <a:shade val="50000"/>
            </a:srgbClr>
          </a:lnRef>
          <a:fillRef idx="1">
            <a:srgbClr val="FFFFFF"/>
          </a:fillRef>
          <a:effectRef idx="0">
            <a:srgbClr val="FFFFFF"/>
          </a:effectRef>
          <a:fontRef idx="minor">
            <a:srgbClr val="FFFFFF"/>
          </a:fontRef>
        </p:style>
        <p:txBody>
          <a:bodyPr wrap="square" lIns="67500" tIns="35100" rIns="67500" bIns="35100" rtlCol="0" anchor="ctr">
            <a:normAutofit/>
          </a:bodyPr>
          <a:lstStyle/>
          <a:p>
            <a:pPr algn="ctr"/>
            <a:endParaRPr lang="zh-CN" altLang="en-US" sz="1350"/>
          </a:p>
        </p:txBody>
      </p:sp>
      <p:sp>
        <p:nvSpPr>
          <p:cNvPr id="2" name="文本框 1"/>
          <p:cNvSpPr txBox="1"/>
          <p:nvPr>
            <p:custDataLst>
              <p:tags r:id="rId8"/>
            </p:custDataLst>
          </p:nvPr>
        </p:nvSpPr>
        <p:spPr>
          <a:xfrm>
            <a:off x="3366614" y="2741678"/>
            <a:ext cx="1536378" cy="685910"/>
          </a:xfrm>
          <a:prstGeom prst="rect">
            <a:avLst/>
          </a:prstGeom>
          <a:noFill/>
        </p:spPr>
        <p:txBody>
          <a:bodyPr wrap="square" lIns="67500" tIns="35100" rIns="67500" bIns="35100" rtlCol="0" anchor="b" anchorCtr="0">
            <a:normAutofit lnSpcReduction="10000"/>
          </a:bodyPr>
          <a:lstStyle>
            <a:defPPr>
              <a:defRPr lang="zh-CN"/>
            </a:defPPr>
            <a:lvl1pPr lvl="0" defTabSz="913765">
              <a:buSzPct val="25000"/>
              <a:defRPr sz="5400" b="1" spc="120">
                <a:solidFill>
                  <a:srgbClr val="262626"/>
                </a:solidFill>
                <a:latin typeface="Arial" panose="020B0604020202020204" pitchFamily="34" charset="0"/>
                <a:ea typeface="微软雅黑" panose="020B0503020204020204" pitchFamily="34" charset="-122"/>
                <a:cs typeface="Arial" panose="020B0604020202020204" pitchFamily="34" charset="0"/>
              </a:defRPr>
            </a:lvl1pPr>
          </a:lstStyle>
          <a:p>
            <a:r>
              <a:rPr lang="en-US" altLang="zh-CN" sz="4050">
                <a:solidFill>
                  <a:srgbClr val="000000">
                    <a:lumMod val="75000"/>
                    <a:lumOff val="25000"/>
                  </a:srgbClr>
                </a:solidFill>
              </a:rPr>
              <a:t>02.</a:t>
            </a:r>
            <a:endParaRPr lang="zh-CN" altLang="en-US" sz="4050">
              <a:solidFill>
                <a:srgbClr val="000000">
                  <a:lumMod val="75000"/>
                  <a:lumOff val="25000"/>
                </a:srgbClr>
              </a:solidFill>
            </a:endParaRPr>
          </a:p>
        </p:txBody>
      </p:sp>
      <p:sp>
        <p:nvSpPr>
          <p:cNvPr id="4" name="文本框 3"/>
          <p:cNvSpPr txBox="1"/>
          <p:nvPr>
            <p:custDataLst>
              <p:tags r:id="rId9"/>
            </p:custDataLst>
          </p:nvPr>
        </p:nvSpPr>
        <p:spPr>
          <a:xfrm>
            <a:off x="3366614" y="3463126"/>
            <a:ext cx="2401572" cy="381161"/>
          </a:xfrm>
          <a:prstGeom prst="rect">
            <a:avLst/>
          </a:prstGeom>
          <a:noFill/>
        </p:spPr>
        <p:txBody>
          <a:bodyPr wrap="square" lIns="67500" tIns="35100" rIns="67500" bIns="35100" rtlCol="0" anchor="b">
            <a:normAutofit/>
          </a:bodyPr>
          <a:lstStyle>
            <a:defPPr>
              <a:defRPr lang="zh-CN"/>
            </a:defPPr>
            <a:lvl1pPr lvl="0" defTabSz="913765">
              <a:buSzPct val="25000"/>
              <a:defRPr sz="2400" b="1" spc="120">
                <a:solidFill>
                  <a:srgbClr val="262626"/>
                </a:solidFill>
                <a:latin typeface="微软雅黑" panose="020B0503020204020204" pitchFamily="34" charset="-122"/>
                <a:ea typeface="微软雅黑" panose="020B0503020204020204" pitchFamily="34" charset="-122"/>
              </a:defRPr>
            </a:lvl1pPr>
          </a:lstStyle>
          <a:p>
            <a:r>
              <a:rPr lang="zh-CN" altLang="en-US" sz="1800">
                <a:solidFill>
                  <a:srgbClr val="000000">
                    <a:lumMod val="75000"/>
                    <a:lumOff val="25000"/>
                  </a:srgbClr>
                </a:solidFill>
              </a:rPr>
              <a:t>局域网（LAN）</a:t>
            </a:r>
            <a:endParaRPr lang="zh-CN" altLang="en-US" sz="1800">
              <a:solidFill>
                <a:srgbClr val="000000">
                  <a:lumMod val="75000"/>
                  <a:lumOff val="25000"/>
                </a:srgbClr>
              </a:solidFill>
            </a:endParaRPr>
          </a:p>
        </p:txBody>
      </p:sp>
      <p:sp>
        <p:nvSpPr>
          <p:cNvPr id="5" name="文本框 4"/>
          <p:cNvSpPr txBox="1"/>
          <p:nvPr>
            <p:custDataLst>
              <p:tags r:id="rId10"/>
            </p:custDataLst>
          </p:nvPr>
        </p:nvSpPr>
        <p:spPr>
          <a:xfrm>
            <a:off x="6279992" y="2741678"/>
            <a:ext cx="1536378" cy="685910"/>
          </a:xfrm>
          <a:prstGeom prst="rect">
            <a:avLst/>
          </a:prstGeom>
          <a:noFill/>
        </p:spPr>
        <p:txBody>
          <a:bodyPr wrap="square" lIns="67500" tIns="35100" rIns="67500" bIns="35100" rtlCol="0" anchor="b" anchorCtr="0">
            <a:normAutofit lnSpcReduction="10000"/>
          </a:bodyPr>
          <a:lstStyle>
            <a:defPPr>
              <a:defRPr lang="zh-CN"/>
            </a:defPPr>
            <a:lvl1pPr lvl="0" defTabSz="913765">
              <a:buSzPct val="25000"/>
              <a:defRPr sz="5400" b="1" spc="120">
                <a:solidFill>
                  <a:srgbClr val="262626"/>
                </a:solidFill>
                <a:latin typeface="Arial" panose="020B0604020202020204" pitchFamily="34" charset="0"/>
                <a:ea typeface="微软雅黑" panose="020B0503020204020204" pitchFamily="34" charset="-122"/>
                <a:cs typeface="Arial" panose="020B0604020202020204" pitchFamily="34" charset="0"/>
              </a:defRPr>
            </a:lvl1pPr>
          </a:lstStyle>
          <a:p>
            <a:r>
              <a:rPr lang="en-US" altLang="zh-CN" sz="4050">
                <a:solidFill>
                  <a:srgbClr val="000000">
                    <a:lumMod val="75000"/>
                    <a:lumOff val="25000"/>
                  </a:srgbClr>
                </a:solidFill>
              </a:rPr>
              <a:t>03.</a:t>
            </a:r>
            <a:endParaRPr lang="zh-CN" altLang="en-US" sz="4050">
              <a:solidFill>
                <a:srgbClr val="000000">
                  <a:lumMod val="75000"/>
                  <a:lumOff val="25000"/>
                </a:srgbClr>
              </a:solidFill>
            </a:endParaRPr>
          </a:p>
        </p:txBody>
      </p:sp>
      <p:sp>
        <p:nvSpPr>
          <p:cNvPr id="7" name="文本框 6"/>
          <p:cNvSpPr txBox="1"/>
          <p:nvPr>
            <p:custDataLst>
              <p:tags r:id="rId11"/>
            </p:custDataLst>
          </p:nvPr>
        </p:nvSpPr>
        <p:spPr>
          <a:xfrm>
            <a:off x="6279992" y="3463126"/>
            <a:ext cx="2401572" cy="381161"/>
          </a:xfrm>
          <a:prstGeom prst="rect">
            <a:avLst/>
          </a:prstGeom>
          <a:noFill/>
        </p:spPr>
        <p:txBody>
          <a:bodyPr wrap="square" lIns="67500" tIns="35100" rIns="67500" bIns="35100" rtlCol="0" anchor="b">
            <a:normAutofit/>
          </a:bodyPr>
          <a:lstStyle>
            <a:defPPr>
              <a:defRPr lang="zh-CN"/>
            </a:defPPr>
            <a:lvl1pPr lvl="0" defTabSz="913765">
              <a:buSzPct val="25000"/>
              <a:defRPr sz="2400" b="1" spc="120">
                <a:solidFill>
                  <a:srgbClr val="262626"/>
                </a:solidFill>
                <a:latin typeface="微软雅黑" panose="020B0503020204020204" pitchFamily="34" charset="-122"/>
                <a:ea typeface="微软雅黑" panose="020B0503020204020204" pitchFamily="34" charset="-122"/>
              </a:defRPr>
            </a:lvl1pPr>
          </a:lstStyle>
          <a:p>
            <a:r>
              <a:rPr lang="zh-CN" altLang="en-US" sz="1800">
                <a:solidFill>
                  <a:srgbClr val="000000">
                    <a:lumMod val="75000"/>
                    <a:lumOff val="25000"/>
                  </a:srgbClr>
                </a:solidFill>
              </a:rPr>
              <a:t>电话线连接</a:t>
            </a:r>
            <a:endParaRPr lang="zh-CN" altLang="en-US" sz="1800">
              <a:solidFill>
                <a:srgbClr val="000000">
                  <a:lumMod val="75000"/>
                  <a:lumOff val="25000"/>
                </a:srgbClr>
              </a:solidFill>
            </a:endParaRPr>
          </a:p>
        </p:txBody>
      </p:sp>
      <p:sp>
        <p:nvSpPr>
          <p:cNvPr id="8" name="文本框 7"/>
          <p:cNvSpPr txBox="1"/>
          <p:nvPr>
            <p:custDataLst>
              <p:tags r:id="rId12"/>
            </p:custDataLst>
          </p:nvPr>
        </p:nvSpPr>
        <p:spPr>
          <a:xfrm>
            <a:off x="448635" y="2741678"/>
            <a:ext cx="1536378" cy="685910"/>
          </a:xfrm>
          <a:prstGeom prst="rect">
            <a:avLst/>
          </a:prstGeom>
          <a:noFill/>
        </p:spPr>
        <p:txBody>
          <a:bodyPr wrap="square" lIns="67500" tIns="35100" rIns="67500" bIns="35100" rtlCol="0" anchor="b" anchorCtr="0">
            <a:normAutofit lnSpcReduction="10000"/>
          </a:bodyPr>
          <a:lstStyle>
            <a:defPPr>
              <a:defRPr lang="zh-CN"/>
            </a:defPPr>
            <a:lvl1pPr lvl="0" defTabSz="913765">
              <a:buSzPct val="25000"/>
              <a:defRPr sz="5400" b="1" spc="120">
                <a:solidFill>
                  <a:srgbClr val="FFFFFF"/>
                </a:solidFill>
                <a:latin typeface="Arial" panose="020B0604020202020204" pitchFamily="34" charset="0"/>
                <a:ea typeface="微软雅黑" panose="020B0503020204020204" pitchFamily="34" charset="-122"/>
                <a:cs typeface="Arial" panose="020B0604020202020204" pitchFamily="34" charset="0"/>
              </a:defRPr>
            </a:lvl1pPr>
          </a:lstStyle>
          <a:p>
            <a:r>
              <a:rPr lang="en-US" altLang="zh-CN" sz="4050">
                <a:solidFill>
                  <a:srgbClr val="000000">
                    <a:lumMod val="75000"/>
                    <a:lumOff val="25000"/>
                  </a:srgbClr>
                </a:solidFill>
              </a:rPr>
              <a:t>01.</a:t>
            </a:r>
            <a:endParaRPr lang="zh-CN" altLang="en-US" sz="4050">
              <a:solidFill>
                <a:srgbClr val="000000">
                  <a:lumMod val="75000"/>
                  <a:lumOff val="25000"/>
                </a:srgbClr>
              </a:solidFill>
            </a:endParaRPr>
          </a:p>
        </p:txBody>
      </p:sp>
      <p:sp>
        <p:nvSpPr>
          <p:cNvPr id="11" name="文本框 10"/>
          <p:cNvSpPr txBox="1"/>
          <p:nvPr>
            <p:custDataLst>
              <p:tags r:id="rId13"/>
            </p:custDataLst>
          </p:nvPr>
        </p:nvSpPr>
        <p:spPr>
          <a:xfrm>
            <a:off x="422682" y="3463126"/>
            <a:ext cx="2401572" cy="381161"/>
          </a:xfrm>
          <a:prstGeom prst="rect">
            <a:avLst/>
          </a:prstGeom>
          <a:noFill/>
        </p:spPr>
        <p:txBody>
          <a:bodyPr wrap="square" lIns="67500" tIns="35100" rIns="67500" bIns="35100" rtlCol="0" anchor="b">
            <a:normAutofit/>
          </a:bodyPr>
          <a:lstStyle>
            <a:defPPr>
              <a:defRPr lang="zh-CN"/>
            </a:defPPr>
            <a:lvl1pPr lvl="0" defTabSz="913765">
              <a:buSzPct val="25000"/>
              <a:defRPr sz="2400" b="1">
                <a:solidFill>
                  <a:srgbClr val="FFFFFF"/>
                </a:solidFill>
                <a:latin typeface="微软雅黑" panose="020B0503020204020204" pitchFamily="34" charset="-122"/>
                <a:ea typeface="微软雅黑" panose="020B0503020204020204" pitchFamily="34" charset="-122"/>
              </a:defRPr>
            </a:lvl1pPr>
          </a:lstStyle>
          <a:p>
            <a:r>
              <a:rPr lang="zh-CN" altLang="en-US" sz="1800">
                <a:solidFill>
                  <a:srgbClr val="000000">
                    <a:lumMod val="75000"/>
                    <a:lumOff val="25000"/>
                  </a:srgbClr>
                </a:solidFill>
              </a:rPr>
              <a:t>无线网（WLAN）</a:t>
            </a:r>
            <a:endParaRPr lang="zh-CN" altLang="en-US" sz="1800">
              <a:solidFill>
                <a:srgbClr val="000000">
                  <a:lumMod val="75000"/>
                  <a:lumOff val="25000"/>
                </a:srgbClr>
              </a:solidFill>
            </a:endParaRPr>
          </a:p>
        </p:txBody>
      </p:sp>
      <p:sp>
        <p:nvSpPr>
          <p:cNvPr id="12" name="文本框 11"/>
          <p:cNvSpPr txBox="1"/>
          <p:nvPr>
            <p:custDataLst>
              <p:tags r:id="rId14"/>
            </p:custDataLst>
          </p:nvPr>
        </p:nvSpPr>
        <p:spPr>
          <a:xfrm>
            <a:off x="2413727" y="766233"/>
            <a:ext cx="4316138" cy="657628"/>
          </a:xfrm>
          <a:prstGeom prst="rect">
            <a:avLst/>
          </a:prstGeom>
          <a:noFill/>
          <a:ln>
            <a:noFill/>
          </a:ln>
        </p:spPr>
        <p:txBody>
          <a:bodyPr wrap="square" lIns="68580" tIns="34290" rIns="68580" bIns="34290" anchor="b" anchorCtr="0">
            <a:normAutofit fontScale="75000" lnSpcReduction="10000"/>
          </a:bodyPr>
          <a:lstStyle>
            <a:defPPr>
              <a:defRPr lang="zh-CN"/>
            </a:defPPr>
            <a:lvl1pPr algn="ctr" defTabSz="913765">
              <a:lnSpc>
                <a:spcPct val="150000"/>
              </a:lnSpc>
              <a:buSzPct val="25000"/>
              <a:defRPr sz="4800" b="1" spc="600">
                <a:solidFill>
                  <a:srgbClr val="FFFFFF"/>
                </a:solidFill>
                <a:latin typeface="微软雅黑" panose="020B0503020204020204" pitchFamily="34" charset="-122"/>
                <a:ea typeface="微软雅黑" panose="020B0503020204020204" pitchFamily="34" charset="-122"/>
                <a:cs typeface="Arial" panose="020B0604020202020204" pitchFamily="34" charset="0"/>
              </a:defRPr>
            </a:lvl1pPr>
          </a:lstStyle>
          <a:p>
            <a:r>
              <a:rPr lang="zh-CN" altLang="en-US" sz="3600"/>
              <a:t>接入互联网</a:t>
            </a:r>
            <a:endParaRPr lang="zh-CN" altLang="en-US" sz="3600"/>
          </a:p>
        </p:txBody>
      </p:sp>
      <p:sp>
        <p:nvSpPr>
          <p:cNvPr id="13" name="文本框 12"/>
          <p:cNvSpPr txBox="1"/>
          <p:nvPr>
            <p:custDataLst>
              <p:tags r:id="rId15"/>
            </p:custDataLst>
          </p:nvPr>
        </p:nvSpPr>
        <p:spPr>
          <a:xfrm>
            <a:off x="2413727" y="1432544"/>
            <a:ext cx="4316138" cy="442556"/>
          </a:xfrm>
          <a:prstGeom prst="rect">
            <a:avLst/>
          </a:prstGeom>
          <a:noFill/>
          <a:ln>
            <a:noFill/>
          </a:ln>
        </p:spPr>
        <p:txBody>
          <a:bodyPr wrap="square" lIns="68580" tIns="34290" rIns="68580" bIns="34290" anchor="t" anchorCtr="0">
            <a:normAutofit/>
          </a:bodyPr>
          <a:lstStyle>
            <a:defPPr>
              <a:defRPr lang="zh-CN"/>
            </a:defPPr>
            <a:lvl1pPr algn="ctr" defTabSz="913765">
              <a:lnSpc>
                <a:spcPct val="150000"/>
              </a:lnSpc>
              <a:buSzPct val="25000"/>
              <a:defRPr kumimoji="0" i="0" u="none" strike="noStrike" cap="none" spc="600" normalizeH="0" baseline="0">
                <a:ln>
                  <a:noFill/>
                </a:ln>
                <a:solidFill>
                  <a:srgbClr val="FFFFFF"/>
                </a:solidFill>
                <a:effectLst/>
                <a:uLnTx/>
                <a:uFillTx/>
                <a:latin typeface="Arial" panose="020B0604020202020204" pitchFamily="34" charset="0"/>
                <a:ea typeface="微软雅黑" panose="020B0503020204020204" pitchFamily="34" charset="-122"/>
                <a:cs typeface="Arial" panose="020B0604020202020204" pitchFamily="34" charset="0"/>
              </a:defRPr>
            </a:lvl1pPr>
          </a:lstStyle>
          <a:p>
            <a:r>
              <a:rPr lang="zh-CN" altLang="en-US" sz="1350"/>
              <a:t>现在常用的接入互联网的方式：</a:t>
            </a:r>
            <a:endParaRPr lang="zh-CN" altLang="en-US" sz="1350"/>
          </a:p>
        </p:txBody>
      </p:sp>
    </p:spTree>
    <p:custDataLst>
      <p:tags r:id="rId16"/>
    </p:custDataLst>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5"/>
          <p:cNvSpPr txBox="1"/>
          <p:nvPr>
            <p:custDataLst>
              <p:tags r:id="rId1"/>
            </p:custDataLst>
          </p:nvPr>
        </p:nvSpPr>
        <p:spPr>
          <a:xfrm>
            <a:off x="362603" y="396313"/>
            <a:ext cx="8473388" cy="464316"/>
          </a:xfrm>
          <a:prstGeom prst="rect">
            <a:avLst/>
          </a:prstGeom>
          <a:noFill/>
        </p:spPr>
        <p:txBody>
          <a:bodyPr wrap="square" rtlCol="0" anchor="ctr" anchorCtr="0">
            <a:normAutofit lnSpcReduction="10000"/>
          </a:bodyPr>
          <a:lstStyle/>
          <a:p>
            <a:pPr>
              <a:lnSpc>
                <a:spcPct val="120000"/>
              </a:lnSpc>
            </a:pPr>
            <a:r>
              <a:rPr lang="zh-CN" altLang="en-US" sz="2100" b="1" spc="300" dirty="0">
                <a:latin typeface="微软雅黑" panose="020B0503020204020204" pitchFamily="34" charset="-122"/>
                <a:ea typeface="微软雅黑" panose="020B0503020204020204" pitchFamily="34" charset="-122"/>
              </a:rPr>
              <a:t>首次连接无线网</a:t>
            </a:r>
            <a:endParaRPr lang="zh-CN" altLang="en-US" sz="2100" b="1" spc="300" dirty="0">
              <a:latin typeface="微软雅黑" panose="020B0503020204020204" pitchFamily="34" charset="-122"/>
              <a:ea typeface="微软雅黑" panose="020B0503020204020204" pitchFamily="34" charset="-122"/>
            </a:endParaRPr>
          </a:p>
        </p:txBody>
      </p:sp>
      <p:sp>
        <p:nvSpPr>
          <p:cNvPr id="3" name="文本框 2"/>
          <p:cNvSpPr txBox="1"/>
          <p:nvPr>
            <p:custDataLst>
              <p:tags r:id="rId2"/>
            </p:custDataLst>
          </p:nvPr>
        </p:nvSpPr>
        <p:spPr>
          <a:xfrm>
            <a:off x="362603" y="857780"/>
            <a:ext cx="5260957" cy="251180"/>
          </a:xfrm>
          <a:prstGeom prst="rect">
            <a:avLst/>
          </a:prstGeom>
          <a:noFill/>
        </p:spPr>
        <p:txBody>
          <a:bodyPr wrap="square" rtlCol="0" anchor="ctr" anchorCtr="0">
            <a:noAutofit/>
          </a:bodyPr>
          <a:lstStyle/>
          <a:p>
            <a:pPr>
              <a:lnSpc>
                <a:spcPct val="120000"/>
              </a:lnSpc>
            </a:pPr>
            <a:r>
              <a:rPr kumimoji="1" lang="en-US" altLang="zh-CN" sz="1200" spc="150" dirty="0">
                <a:latin typeface="微软雅黑" panose="020B0503020204020204" pitchFamily="34" charset="-122"/>
                <a:ea typeface="微软雅黑" panose="020B0503020204020204" pitchFamily="34" charset="-122"/>
              </a:rPr>
              <a:t>接入无线网络的设置很简单，具体方法如下。</a:t>
            </a:r>
            <a:endParaRPr kumimoji="1" lang="en-US" altLang="zh-CN" sz="1200" spc="150" dirty="0">
              <a:latin typeface="微软雅黑" panose="020B0503020204020204" pitchFamily="34" charset="-122"/>
              <a:ea typeface="微软雅黑" panose="020B0503020204020204" pitchFamily="34" charset="-122"/>
            </a:endParaRPr>
          </a:p>
        </p:txBody>
      </p:sp>
      <p:sp>
        <p:nvSpPr>
          <p:cNvPr id="98" name="文本框 97"/>
          <p:cNvSpPr txBox="1"/>
          <p:nvPr>
            <p:custDataLst>
              <p:tags r:id="rId3"/>
            </p:custDataLst>
          </p:nvPr>
        </p:nvSpPr>
        <p:spPr>
          <a:xfrm>
            <a:off x="981199" y="3894829"/>
            <a:ext cx="3375000" cy="531495"/>
          </a:xfrm>
          <a:prstGeom prst="rect">
            <a:avLst/>
          </a:prstGeom>
          <a:noFill/>
        </p:spPr>
        <p:txBody>
          <a:bodyPr wrap="square" lIns="67500" tIns="35100" rIns="67500" bIns="35100" rtlCol="0" anchor="ctr" anchorCtr="0">
            <a:spAutoFit/>
          </a:bodyPr>
          <a:lstStyle>
            <a:defPPr>
              <a:defRPr lang="en-US"/>
            </a:defPPr>
            <a:lvl1pPr indent="0">
              <a:lnSpc>
                <a:spcPct val="130000"/>
              </a:lnSpc>
              <a:buFont typeface="Arial" panose="020B0604020202020204" pitchFamily="34" charset="0"/>
              <a:buNone/>
              <a:defRPr kumimoji="1" sz="1400">
                <a:solidFill>
                  <a:srgbClr val="222222">
                    <a:lumMod val="75000"/>
                    <a:lumOff val="25000"/>
                  </a:srgbClr>
                </a:solidFill>
              </a:defRPr>
            </a:lvl1pPr>
          </a:lstStyle>
          <a:p>
            <a:pPr>
              <a:lnSpc>
                <a:spcPct val="150000"/>
              </a:lnSpc>
            </a:pPr>
            <a:r>
              <a:rPr lang="zh-CN" altLang="en-US" sz="1000" kern="0" dirty="0">
                <a:solidFill>
                  <a:srgbClr val="222222">
                    <a:lumMod val="75000"/>
                    <a:lumOff val="25000"/>
                  </a:srgbClr>
                </a:solidFill>
                <a:uFillTx/>
                <a:latin typeface="微软雅黑" panose="020B0503020204020204" pitchFamily="34" charset="-122"/>
                <a:ea typeface="微软雅黑" panose="020B0503020204020204" pitchFamily="34" charset="-122"/>
              </a:rPr>
              <a:t>连接后，任务栏右端的通知区中会显示已经连通的无线网络图标，单击该图标，可看到“已连接，安全”提示。</a:t>
            </a:r>
            <a:endParaRPr lang="zh-CN" altLang="en-US" sz="1000" kern="0" dirty="0">
              <a:solidFill>
                <a:srgbClr val="222222">
                  <a:lumMod val="75000"/>
                  <a:lumOff val="25000"/>
                </a:srgbClr>
              </a:solidFill>
              <a:uFillTx/>
              <a:latin typeface="微软雅黑" panose="020B0503020204020204" pitchFamily="34" charset="-122"/>
              <a:ea typeface="微软雅黑" panose="020B0503020204020204" pitchFamily="34" charset="-122"/>
            </a:endParaRPr>
          </a:p>
        </p:txBody>
      </p:sp>
      <p:sp>
        <p:nvSpPr>
          <p:cNvPr id="96" name="文本框 95"/>
          <p:cNvSpPr txBox="1"/>
          <p:nvPr>
            <p:custDataLst>
              <p:tags r:id="rId4"/>
            </p:custDataLst>
          </p:nvPr>
        </p:nvSpPr>
        <p:spPr>
          <a:xfrm>
            <a:off x="981198" y="2811157"/>
            <a:ext cx="3375000" cy="531495"/>
          </a:xfrm>
          <a:prstGeom prst="rect">
            <a:avLst/>
          </a:prstGeom>
          <a:noFill/>
        </p:spPr>
        <p:txBody>
          <a:bodyPr wrap="square" lIns="67500" tIns="35100" rIns="67500" bIns="35100" rtlCol="0" anchor="ctr" anchorCtr="0">
            <a:spAutoFit/>
          </a:bodyPr>
          <a:lstStyle>
            <a:defPPr>
              <a:defRPr lang="en-US"/>
            </a:defPPr>
            <a:lvl1pPr indent="0">
              <a:lnSpc>
                <a:spcPct val="130000"/>
              </a:lnSpc>
              <a:buFont typeface="Arial" panose="020B0604020202020204" pitchFamily="34" charset="0"/>
              <a:buNone/>
              <a:defRPr kumimoji="1" sz="1400">
                <a:solidFill>
                  <a:srgbClr val="222222">
                    <a:lumMod val="75000"/>
                    <a:lumOff val="25000"/>
                  </a:srgbClr>
                </a:solidFill>
              </a:defRPr>
            </a:lvl1pPr>
          </a:lstStyle>
          <a:p>
            <a:pPr>
              <a:lnSpc>
                <a:spcPct val="150000"/>
              </a:lnSpc>
            </a:pPr>
            <a:r>
              <a:rPr lang="zh-CN" altLang="en-US" sz="1000" kern="0" dirty="0">
                <a:solidFill>
                  <a:srgbClr val="222222">
                    <a:lumMod val="75000"/>
                    <a:lumOff val="25000"/>
                  </a:srgbClr>
                </a:solidFill>
                <a:uFillTx/>
                <a:latin typeface="微软雅黑" panose="020B0503020204020204" pitchFamily="34" charset="-122"/>
                <a:ea typeface="微软雅黑" panose="020B0503020204020204" pitchFamily="34" charset="-122"/>
              </a:rPr>
              <a:t>在“输入网络安全密钥”文本框中输入密码，单击“下一步”按钮。稍等，将连接到网络。</a:t>
            </a:r>
            <a:endParaRPr lang="zh-CN" altLang="en-US" sz="1000" kern="0" dirty="0">
              <a:solidFill>
                <a:srgbClr val="222222">
                  <a:lumMod val="75000"/>
                  <a:lumOff val="25000"/>
                </a:srgbClr>
              </a:solidFill>
              <a:uFillTx/>
              <a:latin typeface="微软雅黑" panose="020B0503020204020204" pitchFamily="34" charset="-122"/>
              <a:ea typeface="微软雅黑" panose="020B0503020204020204" pitchFamily="34" charset="-122"/>
            </a:endParaRPr>
          </a:p>
        </p:txBody>
      </p:sp>
      <p:sp>
        <p:nvSpPr>
          <p:cNvPr id="94" name="文本框 93"/>
          <p:cNvSpPr txBox="1"/>
          <p:nvPr>
            <p:custDataLst>
              <p:tags r:id="rId5"/>
            </p:custDataLst>
          </p:nvPr>
        </p:nvSpPr>
        <p:spPr>
          <a:xfrm>
            <a:off x="981199" y="1612231"/>
            <a:ext cx="3375000" cy="762000"/>
          </a:xfrm>
          <a:prstGeom prst="rect">
            <a:avLst/>
          </a:prstGeom>
          <a:noFill/>
        </p:spPr>
        <p:txBody>
          <a:bodyPr wrap="square" lIns="67500" tIns="35100" rIns="67500" bIns="35100" rtlCol="0" anchor="ctr" anchorCtr="0">
            <a:spAutoFit/>
          </a:bodyPr>
          <a:lstStyle>
            <a:defPPr>
              <a:defRPr lang="en-US"/>
            </a:defPPr>
            <a:lvl1pPr indent="0">
              <a:lnSpc>
                <a:spcPct val="130000"/>
              </a:lnSpc>
              <a:buFont typeface="Arial" panose="020B0604020202020204" pitchFamily="34" charset="0"/>
              <a:buNone/>
              <a:defRPr kumimoji="1" sz="1400">
                <a:solidFill>
                  <a:srgbClr val="222222">
                    <a:lumMod val="75000"/>
                    <a:lumOff val="25000"/>
                  </a:srgbClr>
                </a:solidFill>
              </a:defRPr>
            </a:lvl1pPr>
          </a:lstStyle>
          <a:p>
            <a:pPr>
              <a:lnSpc>
                <a:spcPct val="150000"/>
              </a:lnSpc>
            </a:pPr>
            <a:r>
              <a:rPr lang="zh-CN" altLang="en-US" sz="1000" kern="0" dirty="0">
                <a:solidFill>
                  <a:srgbClr val="222222">
                    <a:lumMod val="75000"/>
                    <a:lumOff val="25000"/>
                  </a:srgbClr>
                </a:solidFill>
                <a:uFillTx/>
                <a:latin typeface="微软雅黑" panose="020B0503020204020204" pitchFamily="34" charset="-122"/>
                <a:ea typeface="微软雅黑" panose="020B0503020204020204" pitchFamily="34" charset="-122"/>
              </a:rPr>
              <a:t>在Windows 任务栏右端的通知区中，单击连接网络图标。打开无线网络列表，如图所示，单击要连接Wi-Fi 网络名称（如图中的kita-2），单击“连接”按钮。</a:t>
            </a:r>
            <a:endParaRPr lang="zh-CN" altLang="en-US" sz="1000" kern="0" dirty="0">
              <a:solidFill>
                <a:srgbClr val="222222">
                  <a:lumMod val="75000"/>
                  <a:lumOff val="25000"/>
                </a:srgbClr>
              </a:solidFill>
              <a:uFillTx/>
              <a:latin typeface="微软雅黑" panose="020B0503020204020204" pitchFamily="34" charset="-122"/>
              <a:ea typeface="微软雅黑" panose="020B0503020204020204" pitchFamily="34" charset="-122"/>
            </a:endParaRPr>
          </a:p>
        </p:txBody>
      </p:sp>
      <p:sp>
        <p:nvSpPr>
          <p:cNvPr id="93" name="椭圆 92"/>
          <p:cNvSpPr>
            <a:spLocks noChangeAspect="1"/>
          </p:cNvSpPr>
          <p:nvPr>
            <p:custDataLst>
              <p:tags r:id="rId6"/>
            </p:custDataLst>
          </p:nvPr>
        </p:nvSpPr>
        <p:spPr>
          <a:xfrm>
            <a:off x="420512" y="1724948"/>
            <a:ext cx="536568" cy="536567"/>
          </a:xfrm>
          <a:prstGeom prst="ellipse">
            <a:avLst/>
          </a:prstGeom>
          <a:solidFill>
            <a:srgbClr val="2196F3"/>
          </a:solidFill>
          <a:ln w="25400" cap="flat">
            <a:noFill/>
            <a:prstDash val="solid"/>
            <a:miter/>
          </a:ln>
          <a:effectLst/>
        </p:spPr>
        <p:txBody>
          <a:bodyPr rot="0" spcFirstLastPara="0" vertOverflow="overflow" horzOverflow="overflow" vert="horz" wrap="square" lIns="68580" tIns="34290" rIns="68580" bIns="34290" numCol="1" spcCol="0" rtlCol="0" fromWordArt="0" anchor="ctr" anchorCtr="0" forceAA="0" compatLnSpc="1">
            <a:noAutofit/>
          </a:bodyPr>
          <a:lstStyle/>
          <a:p>
            <a:endParaRPr lang="zh-CN" altLang="en-US" sz="1350">
              <a:latin typeface="微软雅黑" panose="020B0503020204020204" pitchFamily="34" charset="-122"/>
              <a:ea typeface="微软雅黑" panose="020B0503020204020204" pitchFamily="34" charset="-122"/>
            </a:endParaRPr>
          </a:p>
        </p:txBody>
      </p:sp>
      <p:sp>
        <p:nvSpPr>
          <p:cNvPr id="66" name="任意多边形: 形状 65"/>
          <p:cNvSpPr/>
          <p:nvPr>
            <p:custDataLst>
              <p:tags r:id="rId7"/>
            </p:custDataLst>
          </p:nvPr>
        </p:nvSpPr>
        <p:spPr>
          <a:xfrm>
            <a:off x="558014" y="1862450"/>
            <a:ext cx="261563" cy="261563"/>
          </a:xfrm>
          <a:custGeom>
            <a:avLst/>
            <a:gdLst>
              <a:gd name="connsiteX0" fmla="*/ 315000 w 348750"/>
              <a:gd name="connsiteY0" fmla="*/ 315000 h 348750"/>
              <a:gd name="connsiteX1" fmla="*/ 315000 w 348750"/>
              <a:gd name="connsiteY1" fmla="*/ 337500 h 348750"/>
              <a:gd name="connsiteX2" fmla="*/ 337500 w 348750"/>
              <a:gd name="connsiteY2" fmla="*/ 337500 h 348750"/>
              <a:gd name="connsiteX3" fmla="*/ 337500 w 348750"/>
              <a:gd name="connsiteY3" fmla="*/ 315000 h 348750"/>
              <a:gd name="connsiteX4" fmla="*/ 112500 w 348750"/>
              <a:gd name="connsiteY4" fmla="*/ 315000 h 348750"/>
              <a:gd name="connsiteX5" fmla="*/ 112500 w 348750"/>
              <a:gd name="connsiteY5" fmla="*/ 337500 h 348750"/>
              <a:gd name="connsiteX6" fmla="*/ 135000 w 348750"/>
              <a:gd name="connsiteY6" fmla="*/ 337500 h 348750"/>
              <a:gd name="connsiteX7" fmla="*/ 135000 w 348750"/>
              <a:gd name="connsiteY7" fmla="*/ 315000 h 348750"/>
              <a:gd name="connsiteX8" fmla="*/ 61875 w 348750"/>
              <a:gd name="connsiteY8" fmla="*/ 286875 h 348750"/>
              <a:gd name="connsiteX9" fmla="*/ 73125 w 348750"/>
              <a:gd name="connsiteY9" fmla="*/ 286875 h 348750"/>
              <a:gd name="connsiteX10" fmla="*/ 73125 w 348750"/>
              <a:gd name="connsiteY10" fmla="*/ 303750 h 348750"/>
              <a:gd name="connsiteX11" fmla="*/ 61875 w 348750"/>
              <a:gd name="connsiteY11" fmla="*/ 303750 h 348750"/>
              <a:gd name="connsiteX12" fmla="*/ 73125 w 348750"/>
              <a:gd name="connsiteY12" fmla="*/ 275625 h 348750"/>
              <a:gd name="connsiteX13" fmla="*/ 90000 w 348750"/>
              <a:gd name="connsiteY13" fmla="*/ 275625 h 348750"/>
              <a:gd name="connsiteX14" fmla="*/ 90000 w 348750"/>
              <a:gd name="connsiteY14" fmla="*/ 286875 h 348750"/>
              <a:gd name="connsiteX15" fmla="*/ 73125 w 348750"/>
              <a:gd name="connsiteY15" fmla="*/ 286875 h 348750"/>
              <a:gd name="connsiteX16" fmla="*/ 45000 w 348750"/>
              <a:gd name="connsiteY16" fmla="*/ 275625 h 348750"/>
              <a:gd name="connsiteX17" fmla="*/ 61875 w 348750"/>
              <a:gd name="connsiteY17" fmla="*/ 275625 h 348750"/>
              <a:gd name="connsiteX18" fmla="*/ 61875 w 348750"/>
              <a:gd name="connsiteY18" fmla="*/ 286875 h 348750"/>
              <a:gd name="connsiteX19" fmla="*/ 45000 w 348750"/>
              <a:gd name="connsiteY19" fmla="*/ 286875 h 348750"/>
              <a:gd name="connsiteX20" fmla="*/ 61875 w 348750"/>
              <a:gd name="connsiteY20" fmla="*/ 258750 h 348750"/>
              <a:gd name="connsiteX21" fmla="*/ 73125 w 348750"/>
              <a:gd name="connsiteY21" fmla="*/ 258750 h 348750"/>
              <a:gd name="connsiteX22" fmla="*/ 73125 w 348750"/>
              <a:gd name="connsiteY22" fmla="*/ 275625 h 348750"/>
              <a:gd name="connsiteX23" fmla="*/ 61875 w 348750"/>
              <a:gd name="connsiteY23" fmla="*/ 275625 h 348750"/>
              <a:gd name="connsiteX24" fmla="*/ 213750 w 348750"/>
              <a:gd name="connsiteY24" fmla="*/ 213750 h 348750"/>
              <a:gd name="connsiteX25" fmla="*/ 213750 w 348750"/>
              <a:gd name="connsiteY25" fmla="*/ 236250 h 348750"/>
              <a:gd name="connsiteX26" fmla="*/ 236250 w 348750"/>
              <a:gd name="connsiteY26" fmla="*/ 236250 h 348750"/>
              <a:gd name="connsiteX27" fmla="*/ 236250 w 348750"/>
              <a:gd name="connsiteY27" fmla="*/ 213750 h 348750"/>
              <a:gd name="connsiteX28" fmla="*/ 11250 w 348750"/>
              <a:gd name="connsiteY28" fmla="*/ 213750 h 348750"/>
              <a:gd name="connsiteX29" fmla="*/ 11250 w 348750"/>
              <a:gd name="connsiteY29" fmla="*/ 236250 h 348750"/>
              <a:gd name="connsiteX30" fmla="*/ 33750 w 348750"/>
              <a:gd name="connsiteY30" fmla="*/ 236250 h 348750"/>
              <a:gd name="connsiteX31" fmla="*/ 33750 w 348750"/>
              <a:gd name="connsiteY31" fmla="*/ 213750 h 348750"/>
              <a:gd name="connsiteX32" fmla="*/ 230625 w 348750"/>
              <a:gd name="connsiteY32" fmla="*/ 129375 h 348750"/>
              <a:gd name="connsiteX33" fmla="*/ 230625 w 348750"/>
              <a:gd name="connsiteY33" fmla="*/ 202500 h 348750"/>
              <a:gd name="connsiteX34" fmla="*/ 247500 w 348750"/>
              <a:gd name="connsiteY34" fmla="*/ 202500 h 348750"/>
              <a:gd name="connsiteX35" fmla="*/ 247500 w 348750"/>
              <a:gd name="connsiteY35" fmla="*/ 247500 h 348750"/>
              <a:gd name="connsiteX36" fmla="*/ 202500 w 348750"/>
              <a:gd name="connsiteY36" fmla="*/ 247500 h 348750"/>
              <a:gd name="connsiteX37" fmla="*/ 202500 w 348750"/>
              <a:gd name="connsiteY37" fmla="*/ 230625 h 348750"/>
              <a:gd name="connsiteX38" fmla="*/ 129375 w 348750"/>
              <a:gd name="connsiteY38" fmla="*/ 230625 h 348750"/>
              <a:gd name="connsiteX39" fmla="*/ 129375 w 348750"/>
              <a:gd name="connsiteY39" fmla="*/ 303750 h 348750"/>
              <a:gd name="connsiteX40" fmla="*/ 146250 w 348750"/>
              <a:gd name="connsiteY40" fmla="*/ 303750 h 348750"/>
              <a:gd name="connsiteX41" fmla="*/ 146250 w 348750"/>
              <a:gd name="connsiteY41" fmla="*/ 320625 h 348750"/>
              <a:gd name="connsiteX42" fmla="*/ 303750 w 348750"/>
              <a:gd name="connsiteY42" fmla="*/ 320625 h 348750"/>
              <a:gd name="connsiteX43" fmla="*/ 303750 w 348750"/>
              <a:gd name="connsiteY43" fmla="*/ 303750 h 348750"/>
              <a:gd name="connsiteX44" fmla="*/ 320625 w 348750"/>
              <a:gd name="connsiteY44" fmla="*/ 303750 h 348750"/>
              <a:gd name="connsiteX45" fmla="*/ 320625 w 348750"/>
              <a:gd name="connsiteY45" fmla="*/ 146250 h 348750"/>
              <a:gd name="connsiteX46" fmla="*/ 303750 w 348750"/>
              <a:gd name="connsiteY46" fmla="*/ 146250 h 348750"/>
              <a:gd name="connsiteX47" fmla="*/ 303750 w 348750"/>
              <a:gd name="connsiteY47" fmla="*/ 129375 h 348750"/>
              <a:gd name="connsiteX48" fmla="*/ 146250 w 348750"/>
              <a:gd name="connsiteY48" fmla="*/ 129375 h 348750"/>
              <a:gd name="connsiteX49" fmla="*/ 146250 w 348750"/>
              <a:gd name="connsiteY49" fmla="*/ 146250 h 348750"/>
              <a:gd name="connsiteX50" fmla="*/ 129375 w 348750"/>
              <a:gd name="connsiteY50" fmla="*/ 146250 h 348750"/>
              <a:gd name="connsiteX51" fmla="*/ 129375 w 348750"/>
              <a:gd name="connsiteY51" fmla="*/ 219375 h 348750"/>
              <a:gd name="connsiteX52" fmla="*/ 202500 w 348750"/>
              <a:gd name="connsiteY52" fmla="*/ 219375 h 348750"/>
              <a:gd name="connsiteX53" fmla="*/ 202500 w 348750"/>
              <a:gd name="connsiteY53" fmla="*/ 202500 h 348750"/>
              <a:gd name="connsiteX54" fmla="*/ 219375 w 348750"/>
              <a:gd name="connsiteY54" fmla="*/ 202500 h 348750"/>
              <a:gd name="connsiteX55" fmla="*/ 219375 w 348750"/>
              <a:gd name="connsiteY55" fmla="*/ 129375 h 348750"/>
              <a:gd name="connsiteX56" fmla="*/ 315000 w 348750"/>
              <a:gd name="connsiteY56" fmla="*/ 112500 h 348750"/>
              <a:gd name="connsiteX57" fmla="*/ 315000 w 348750"/>
              <a:gd name="connsiteY57" fmla="*/ 135000 h 348750"/>
              <a:gd name="connsiteX58" fmla="*/ 337500 w 348750"/>
              <a:gd name="connsiteY58" fmla="*/ 135000 h 348750"/>
              <a:gd name="connsiteX59" fmla="*/ 337500 w 348750"/>
              <a:gd name="connsiteY59" fmla="*/ 112500 h 348750"/>
              <a:gd name="connsiteX60" fmla="*/ 112500 w 348750"/>
              <a:gd name="connsiteY60" fmla="*/ 112500 h 348750"/>
              <a:gd name="connsiteX61" fmla="*/ 112500 w 348750"/>
              <a:gd name="connsiteY61" fmla="*/ 135000 h 348750"/>
              <a:gd name="connsiteX62" fmla="*/ 135000 w 348750"/>
              <a:gd name="connsiteY62" fmla="*/ 135000 h 348750"/>
              <a:gd name="connsiteX63" fmla="*/ 135000 w 348750"/>
              <a:gd name="connsiteY63" fmla="*/ 112500 h 348750"/>
              <a:gd name="connsiteX64" fmla="*/ 275625 w 348750"/>
              <a:gd name="connsiteY64" fmla="*/ 73125 h 348750"/>
              <a:gd name="connsiteX65" fmla="*/ 286875 w 348750"/>
              <a:gd name="connsiteY65" fmla="*/ 73125 h 348750"/>
              <a:gd name="connsiteX66" fmla="*/ 286875 w 348750"/>
              <a:gd name="connsiteY66" fmla="*/ 90000 h 348750"/>
              <a:gd name="connsiteX67" fmla="*/ 275625 w 348750"/>
              <a:gd name="connsiteY67" fmla="*/ 90000 h 348750"/>
              <a:gd name="connsiteX68" fmla="*/ 286875 w 348750"/>
              <a:gd name="connsiteY68" fmla="*/ 61875 h 348750"/>
              <a:gd name="connsiteX69" fmla="*/ 303750 w 348750"/>
              <a:gd name="connsiteY69" fmla="*/ 61875 h 348750"/>
              <a:gd name="connsiteX70" fmla="*/ 303750 w 348750"/>
              <a:gd name="connsiteY70" fmla="*/ 73125 h 348750"/>
              <a:gd name="connsiteX71" fmla="*/ 286875 w 348750"/>
              <a:gd name="connsiteY71" fmla="*/ 73125 h 348750"/>
              <a:gd name="connsiteX72" fmla="*/ 258750 w 348750"/>
              <a:gd name="connsiteY72" fmla="*/ 61875 h 348750"/>
              <a:gd name="connsiteX73" fmla="*/ 275625 w 348750"/>
              <a:gd name="connsiteY73" fmla="*/ 61875 h 348750"/>
              <a:gd name="connsiteX74" fmla="*/ 275625 w 348750"/>
              <a:gd name="connsiteY74" fmla="*/ 73125 h 348750"/>
              <a:gd name="connsiteX75" fmla="*/ 258750 w 348750"/>
              <a:gd name="connsiteY75" fmla="*/ 73125 h 348750"/>
              <a:gd name="connsiteX76" fmla="*/ 275625 w 348750"/>
              <a:gd name="connsiteY76" fmla="*/ 45000 h 348750"/>
              <a:gd name="connsiteX77" fmla="*/ 286875 w 348750"/>
              <a:gd name="connsiteY77" fmla="*/ 45000 h 348750"/>
              <a:gd name="connsiteX78" fmla="*/ 286875 w 348750"/>
              <a:gd name="connsiteY78" fmla="*/ 61875 h 348750"/>
              <a:gd name="connsiteX79" fmla="*/ 275625 w 348750"/>
              <a:gd name="connsiteY79" fmla="*/ 61875 h 348750"/>
              <a:gd name="connsiteX80" fmla="*/ 45000 w 348750"/>
              <a:gd name="connsiteY80" fmla="*/ 28125 h 348750"/>
              <a:gd name="connsiteX81" fmla="*/ 45000 w 348750"/>
              <a:gd name="connsiteY81" fmla="*/ 45000 h 348750"/>
              <a:gd name="connsiteX82" fmla="*/ 28125 w 348750"/>
              <a:gd name="connsiteY82" fmla="*/ 45000 h 348750"/>
              <a:gd name="connsiteX83" fmla="*/ 28125 w 348750"/>
              <a:gd name="connsiteY83" fmla="*/ 202500 h 348750"/>
              <a:gd name="connsiteX84" fmla="*/ 45000 w 348750"/>
              <a:gd name="connsiteY84" fmla="*/ 202500 h 348750"/>
              <a:gd name="connsiteX85" fmla="*/ 45000 w 348750"/>
              <a:gd name="connsiteY85" fmla="*/ 219375 h 348750"/>
              <a:gd name="connsiteX86" fmla="*/ 118125 w 348750"/>
              <a:gd name="connsiteY86" fmla="*/ 219375 h 348750"/>
              <a:gd name="connsiteX87" fmla="*/ 118125 w 348750"/>
              <a:gd name="connsiteY87" fmla="*/ 146250 h 348750"/>
              <a:gd name="connsiteX88" fmla="*/ 101250 w 348750"/>
              <a:gd name="connsiteY88" fmla="*/ 146250 h 348750"/>
              <a:gd name="connsiteX89" fmla="*/ 101250 w 348750"/>
              <a:gd name="connsiteY89" fmla="*/ 101250 h 348750"/>
              <a:gd name="connsiteX90" fmla="*/ 146250 w 348750"/>
              <a:gd name="connsiteY90" fmla="*/ 101250 h 348750"/>
              <a:gd name="connsiteX91" fmla="*/ 146250 w 348750"/>
              <a:gd name="connsiteY91" fmla="*/ 118125 h 348750"/>
              <a:gd name="connsiteX92" fmla="*/ 219375 w 348750"/>
              <a:gd name="connsiteY92" fmla="*/ 118125 h 348750"/>
              <a:gd name="connsiteX93" fmla="*/ 219375 w 348750"/>
              <a:gd name="connsiteY93" fmla="*/ 45000 h 348750"/>
              <a:gd name="connsiteX94" fmla="*/ 202500 w 348750"/>
              <a:gd name="connsiteY94" fmla="*/ 45000 h 348750"/>
              <a:gd name="connsiteX95" fmla="*/ 202500 w 348750"/>
              <a:gd name="connsiteY95" fmla="*/ 28125 h 348750"/>
              <a:gd name="connsiteX96" fmla="*/ 213750 w 348750"/>
              <a:gd name="connsiteY96" fmla="*/ 11250 h 348750"/>
              <a:gd name="connsiteX97" fmla="*/ 213750 w 348750"/>
              <a:gd name="connsiteY97" fmla="*/ 33750 h 348750"/>
              <a:gd name="connsiteX98" fmla="*/ 236250 w 348750"/>
              <a:gd name="connsiteY98" fmla="*/ 33750 h 348750"/>
              <a:gd name="connsiteX99" fmla="*/ 236250 w 348750"/>
              <a:gd name="connsiteY99" fmla="*/ 11250 h 348750"/>
              <a:gd name="connsiteX100" fmla="*/ 11250 w 348750"/>
              <a:gd name="connsiteY100" fmla="*/ 11250 h 348750"/>
              <a:gd name="connsiteX101" fmla="*/ 11250 w 348750"/>
              <a:gd name="connsiteY101" fmla="*/ 33750 h 348750"/>
              <a:gd name="connsiteX102" fmla="*/ 33750 w 348750"/>
              <a:gd name="connsiteY102" fmla="*/ 33750 h 348750"/>
              <a:gd name="connsiteX103" fmla="*/ 33750 w 348750"/>
              <a:gd name="connsiteY103" fmla="*/ 11250 h 348750"/>
              <a:gd name="connsiteX104" fmla="*/ 0 w 348750"/>
              <a:gd name="connsiteY104" fmla="*/ 0 h 348750"/>
              <a:gd name="connsiteX105" fmla="*/ 45000 w 348750"/>
              <a:gd name="connsiteY105" fmla="*/ 0 h 348750"/>
              <a:gd name="connsiteX106" fmla="*/ 45000 w 348750"/>
              <a:gd name="connsiteY106" fmla="*/ 16875 h 348750"/>
              <a:gd name="connsiteX107" fmla="*/ 202500 w 348750"/>
              <a:gd name="connsiteY107" fmla="*/ 16875 h 348750"/>
              <a:gd name="connsiteX108" fmla="*/ 202500 w 348750"/>
              <a:gd name="connsiteY108" fmla="*/ 0 h 348750"/>
              <a:gd name="connsiteX109" fmla="*/ 247500 w 348750"/>
              <a:gd name="connsiteY109" fmla="*/ 0 h 348750"/>
              <a:gd name="connsiteX110" fmla="*/ 247500 w 348750"/>
              <a:gd name="connsiteY110" fmla="*/ 45000 h 348750"/>
              <a:gd name="connsiteX111" fmla="*/ 230625 w 348750"/>
              <a:gd name="connsiteY111" fmla="*/ 45000 h 348750"/>
              <a:gd name="connsiteX112" fmla="*/ 230625 w 348750"/>
              <a:gd name="connsiteY112" fmla="*/ 118125 h 348750"/>
              <a:gd name="connsiteX113" fmla="*/ 303750 w 348750"/>
              <a:gd name="connsiteY113" fmla="*/ 118125 h 348750"/>
              <a:gd name="connsiteX114" fmla="*/ 303750 w 348750"/>
              <a:gd name="connsiteY114" fmla="*/ 101250 h 348750"/>
              <a:gd name="connsiteX115" fmla="*/ 348750 w 348750"/>
              <a:gd name="connsiteY115" fmla="*/ 101250 h 348750"/>
              <a:gd name="connsiteX116" fmla="*/ 348750 w 348750"/>
              <a:gd name="connsiteY116" fmla="*/ 146250 h 348750"/>
              <a:gd name="connsiteX117" fmla="*/ 331875 w 348750"/>
              <a:gd name="connsiteY117" fmla="*/ 146250 h 348750"/>
              <a:gd name="connsiteX118" fmla="*/ 331875 w 348750"/>
              <a:gd name="connsiteY118" fmla="*/ 303750 h 348750"/>
              <a:gd name="connsiteX119" fmla="*/ 348750 w 348750"/>
              <a:gd name="connsiteY119" fmla="*/ 303750 h 348750"/>
              <a:gd name="connsiteX120" fmla="*/ 348750 w 348750"/>
              <a:gd name="connsiteY120" fmla="*/ 348750 h 348750"/>
              <a:gd name="connsiteX121" fmla="*/ 303750 w 348750"/>
              <a:gd name="connsiteY121" fmla="*/ 348750 h 348750"/>
              <a:gd name="connsiteX122" fmla="*/ 303750 w 348750"/>
              <a:gd name="connsiteY122" fmla="*/ 331875 h 348750"/>
              <a:gd name="connsiteX123" fmla="*/ 146250 w 348750"/>
              <a:gd name="connsiteY123" fmla="*/ 331875 h 348750"/>
              <a:gd name="connsiteX124" fmla="*/ 146250 w 348750"/>
              <a:gd name="connsiteY124" fmla="*/ 348750 h 348750"/>
              <a:gd name="connsiteX125" fmla="*/ 101250 w 348750"/>
              <a:gd name="connsiteY125" fmla="*/ 348750 h 348750"/>
              <a:gd name="connsiteX126" fmla="*/ 101250 w 348750"/>
              <a:gd name="connsiteY126" fmla="*/ 303750 h 348750"/>
              <a:gd name="connsiteX127" fmla="*/ 118125 w 348750"/>
              <a:gd name="connsiteY127" fmla="*/ 303750 h 348750"/>
              <a:gd name="connsiteX128" fmla="*/ 118125 w 348750"/>
              <a:gd name="connsiteY128" fmla="*/ 230625 h 348750"/>
              <a:gd name="connsiteX129" fmla="*/ 45000 w 348750"/>
              <a:gd name="connsiteY129" fmla="*/ 230625 h 348750"/>
              <a:gd name="connsiteX130" fmla="*/ 45000 w 348750"/>
              <a:gd name="connsiteY130" fmla="*/ 247500 h 348750"/>
              <a:gd name="connsiteX131" fmla="*/ 0 w 348750"/>
              <a:gd name="connsiteY131" fmla="*/ 247500 h 348750"/>
              <a:gd name="connsiteX132" fmla="*/ 0 w 348750"/>
              <a:gd name="connsiteY132" fmla="*/ 202500 h 348750"/>
              <a:gd name="connsiteX133" fmla="*/ 16875 w 348750"/>
              <a:gd name="connsiteY133" fmla="*/ 202500 h 348750"/>
              <a:gd name="connsiteX134" fmla="*/ 16875 w 348750"/>
              <a:gd name="connsiteY134" fmla="*/ 45000 h 348750"/>
              <a:gd name="connsiteX135" fmla="*/ 0 w 348750"/>
              <a:gd name="connsiteY135" fmla="*/ 45000 h 3487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Lst>
            <a:rect l="l" t="t" r="r" b="b"/>
            <a:pathLst>
              <a:path w="348750" h="348750">
                <a:moveTo>
                  <a:pt x="315000" y="315000"/>
                </a:moveTo>
                <a:lnTo>
                  <a:pt x="315000" y="337500"/>
                </a:lnTo>
                <a:lnTo>
                  <a:pt x="337500" y="337500"/>
                </a:lnTo>
                <a:lnTo>
                  <a:pt x="337500" y="315000"/>
                </a:lnTo>
                <a:close/>
                <a:moveTo>
                  <a:pt x="112500" y="315000"/>
                </a:moveTo>
                <a:lnTo>
                  <a:pt x="112500" y="337500"/>
                </a:lnTo>
                <a:lnTo>
                  <a:pt x="135000" y="337500"/>
                </a:lnTo>
                <a:lnTo>
                  <a:pt x="135000" y="315000"/>
                </a:lnTo>
                <a:close/>
                <a:moveTo>
                  <a:pt x="61875" y="286875"/>
                </a:moveTo>
                <a:lnTo>
                  <a:pt x="73125" y="286875"/>
                </a:lnTo>
                <a:lnTo>
                  <a:pt x="73125" y="303750"/>
                </a:lnTo>
                <a:lnTo>
                  <a:pt x="61875" y="303750"/>
                </a:lnTo>
                <a:close/>
                <a:moveTo>
                  <a:pt x="73125" y="275625"/>
                </a:moveTo>
                <a:lnTo>
                  <a:pt x="90000" y="275625"/>
                </a:lnTo>
                <a:lnTo>
                  <a:pt x="90000" y="286875"/>
                </a:lnTo>
                <a:lnTo>
                  <a:pt x="73125" y="286875"/>
                </a:lnTo>
                <a:close/>
                <a:moveTo>
                  <a:pt x="45000" y="275625"/>
                </a:moveTo>
                <a:lnTo>
                  <a:pt x="61875" y="275625"/>
                </a:lnTo>
                <a:lnTo>
                  <a:pt x="61875" y="286875"/>
                </a:lnTo>
                <a:lnTo>
                  <a:pt x="45000" y="286875"/>
                </a:lnTo>
                <a:close/>
                <a:moveTo>
                  <a:pt x="61875" y="258750"/>
                </a:moveTo>
                <a:lnTo>
                  <a:pt x="73125" y="258750"/>
                </a:lnTo>
                <a:lnTo>
                  <a:pt x="73125" y="275625"/>
                </a:lnTo>
                <a:lnTo>
                  <a:pt x="61875" y="275625"/>
                </a:lnTo>
                <a:close/>
                <a:moveTo>
                  <a:pt x="213750" y="213750"/>
                </a:moveTo>
                <a:lnTo>
                  <a:pt x="213750" y="236250"/>
                </a:lnTo>
                <a:lnTo>
                  <a:pt x="236250" y="236250"/>
                </a:lnTo>
                <a:lnTo>
                  <a:pt x="236250" y="213750"/>
                </a:lnTo>
                <a:close/>
                <a:moveTo>
                  <a:pt x="11250" y="213750"/>
                </a:moveTo>
                <a:lnTo>
                  <a:pt x="11250" y="236250"/>
                </a:lnTo>
                <a:lnTo>
                  <a:pt x="33750" y="236250"/>
                </a:lnTo>
                <a:lnTo>
                  <a:pt x="33750" y="213750"/>
                </a:lnTo>
                <a:close/>
                <a:moveTo>
                  <a:pt x="230625" y="129375"/>
                </a:moveTo>
                <a:lnTo>
                  <a:pt x="230625" y="202500"/>
                </a:lnTo>
                <a:lnTo>
                  <a:pt x="247500" y="202500"/>
                </a:lnTo>
                <a:lnTo>
                  <a:pt x="247500" y="247500"/>
                </a:lnTo>
                <a:lnTo>
                  <a:pt x="202500" y="247500"/>
                </a:lnTo>
                <a:lnTo>
                  <a:pt x="202500" y="230625"/>
                </a:lnTo>
                <a:lnTo>
                  <a:pt x="129375" y="230625"/>
                </a:lnTo>
                <a:lnTo>
                  <a:pt x="129375" y="303750"/>
                </a:lnTo>
                <a:lnTo>
                  <a:pt x="146250" y="303750"/>
                </a:lnTo>
                <a:lnTo>
                  <a:pt x="146250" y="320625"/>
                </a:lnTo>
                <a:lnTo>
                  <a:pt x="303750" y="320625"/>
                </a:lnTo>
                <a:lnTo>
                  <a:pt x="303750" y="303750"/>
                </a:lnTo>
                <a:lnTo>
                  <a:pt x="320625" y="303750"/>
                </a:lnTo>
                <a:lnTo>
                  <a:pt x="320625" y="146250"/>
                </a:lnTo>
                <a:lnTo>
                  <a:pt x="303750" y="146250"/>
                </a:lnTo>
                <a:lnTo>
                  <a:pt x="303750" y="129375"/>
                </a:lnTo>
                <a:close/>
                <a:moveTo>
                  <a:pt x="146250" y="129375"/>
                </a:moveTo>
                <a:lnTo>
                  <a:pt x="146250" y="146250"/>
                </a:lnTo>
                <a:lnTo>
                  <a:pt x="129375" y="146250"/>
                </a:lnTo>
                <a:lnTo>
                  <a:pt x="129375" y="219375"/>
                </a:lnTo>
                <a:lnTo>
                  <a:pt x="202500" y="219375"/>
                </a:lnTo>
                <a:lnTo>
                  <a:pt x="202500" y="202500"/>
                </a:lnTo>
                <a:lnTo>
                  <a:pt x="219375" y="202500"/>
                </a:lnTo>
                <a:lnTo>
                  <a:pt x="219375" y="129375"/>
                </a:lnTo>
                <a:close/>
                <a:moveTo>
                  <a:pt x="315000" y="112500"/>
                </a:moveTo>
                <a:lnTo>
                  <a:pt x="315000" y="135000"/>
                </a:lnTo>
                <a:lnTo>
                  <a:pt x="337500" y="135000"/>
                </a:lnTo>
                <a:lnTo>
                  <a:pt x="337500" y="112500"/>
                </a:lnTo>
                <a:close/>
                <a:moveTo>
                  <a:pt x="112500" y="112500"/>
                </a:moveTo>
                <a:lnTo>
                  <a:pt x="112500" y="135000"/>
                </a:lnTo>
                <a:lnTo>
                  <a:pt x="135000" y="135000"/>
                </a:lnTo>
                <a:lnTo>
                  <a:pt x="135000" y="112500"/>
                </a:lnTo>
                <a:close/>
                <a:moveTo>
                  <a:pt x="275625" y="73125"/>
                </a:moveTo>
                <a:lnTo>
                  <a:pt x="286875" y="73125"/>
                </a:lnTo>
                <a:lnTo>
                  <a:pt x="286875" y="90000"/>
                </a:lnTo>
                <a:lnTo>
                  <a:pt x="275625" y="90000"/>
                </a:lnTo>
                <a:close/>
                <a:moveTo>
                  <a:pt x="286875" y="61875"/>
                </a:moveTo>
                <a:lnTo>
                  <a:pt x="303750" y="61875"/>
                </a:lnTo>
                <a:lnTo>
                  <a:pt x="303750" y="73125"/>
                </a:lnTo>
                <a:lnTo>
                  <a:pt x="286875" y="73125"/>
                </a:lnTo>
                <a:close/>
                <a:moveTo>
                  <a:pt x="258750" y="61875"/>
                </a:moveTo>
                <a:lnTo>
                  <a:pt x="275625" y="61875"/>
                </a:lnTo>
                <a:lnTo>
                  <a:pt x="275625" y="73125"/>
                </a:lnTo>
                <a:lnTo>
                  <a:pt x="258750" y="73125"/>
                </a:lnTo>
                <a:close/>
                <a:moveTo>
                  <a:pt x="275625" y="45000"/>
                </a:moveTo>
                <a:lnTo>
                  <a:pt x="286875" y="45000"/>
                </a:lnTo>
                <a:lnTo>
                  <a:pt x="286875" y="61875"/>
                </a:lnTo>
                <a:lnTo>
                  <a:pt x="275625" y="61875"/>
                </a:lnTo>
                <a:close/>
                <a:moveTo>
                  <a:pt x="45000" y="28125"/>
                </a:moveTo>
                <a:lnTo>
                  <a:pt x="45000" y="45000"/>
                </a:lnTo>
                <a:lnTo>
                  <a:pt x="28125" y="45000"/>
                </a:lnTo>
                <a:lnTo>
                  <a:pt x="28125" y="202500"/>
                </a:lnTo>
                <a:lnTo>
                  <a:pt x="45000" y="202500"/>
                </a:lnTo>
                <a:lnTo>
                  <a:pt x="45000" y="219375"/>
                </a:lnTo>
                <a:lnTo>
                  <a:pt x="118125" y="219375"/>
                </a:lnTo>
                <a:lnTo>
                  <a:pt x="118125" y="146250"/>
                </a:lnTo>
                <a:lnTo>
                  <a:pt x="101250" y="146250"/>
                </a:lnTo>
                <a:lnTo>
                  <a:pt x="101250" y="101250"/>
                </a:lnTo>
                <a:lnTo>
                  <a:pt x="146250" y="101250"/>
                </a:lnTo>
                <a:lnTo>
                  <a:pt x="146250" y="118125"/>
                </a:lnTo>
                <a:lnTo>
                  <a:pt x="219375" y="118125"/>
                </a:lnTo>
                <a:lnTo>
                  <a:pt x="219375" y="45000"/>
                </a:lnTo>
                <a:lnTo>
                  <a:pt x="202500" y="45000"/>
                </a:lnTo>
                <a:lnTo>
                  <a:pt x="202500" y="28125"/>
                </a:lnTo>
                <a:close/>
                <a:moveTo>
                  <a:pt x="213750" y="11250"/>
                </a:moveTo>
                <a:lnTo>
                  <a:pt x="213750" y="33750"/>
                </a:lnTo>
                <a:lnTo>
                  <a:pt x="236250" y="33750"/>
                </a:lnTo>
                <a:lnTo>
                  <a:pt x="236250" y="11250"/>
                </a:lnTo>
                <a:close/>
                <a:moveTo>
                  <a:pt x="11250" y="11250"/>
                </a:moveTo>
                <a:lnTo>
                  <a:pt x="11250" y="33750"/>
                </a:lnTo>
                <a:lnTo>
                  <a:pt x="33750" y="33750"/>
                </a:lnTo>
                <a:lnTo>
                  <a:pt x="33750" y="11250"/>
                </a:lnTo>
                <a:close/>
                <a:moveTo>
                  <a:pt x="0" y="0"/>
                </a:moveTo>
                <a:lnTo>
                  <a:pt x="45000" y="0"/>
                </a:lnTo>
                <a:lnTo>
                  <a:pt x="45000" y="16875"/>
                </a:lnTo>
                <a:lnTo>
                  <a:pt x="202500" y="16875"/>
                </a:lnTo>
                <a:lnTo>
                  <a:pt x="202500" y="0"/>
                </a:lnTo>
                <a:lnTo>
                  <a:pt x="247500" y="0"/>
                </a:lnTo>
                <a:lnTo>
                  <a:pt x="247500" y="45000"/>
                </a:lnTo>
                <a:lnTo>
                  <a:pt x="230625" y="45000"/>
                </a:lnTo>
                <a:lnTo>
                  <a:pt x="230625" y="118125"/>
                </a:lnTo>
                <a:lnTo>
                  <a:pt x="303750" y="118125"/>
                </a:lnTo>
                <a:lnTo>
                  <a:pt x="303750" y="101250"/>
                </a:lnTo>
                <a:lnTo>
                  <a:pt x="348750" y="101250"/>
                </a:lnTo>
                <a:lnTo>
                  <a:pt x="348750" y="146250"/>
                </a:lnTo>
                <a:lnTo>
                  <a:pt x="331875" y="146250"/>
                </a:lnTo>
                <a:lnTo>
                  <a:pt x="331875" y="303750"/>
                </a:lnTo>
                <a:lnTo>
                  <a:pt x="348750" y="303750"/>
                </a:lnTo>
                <a:lnTo>
                  <a:pt x="348750" y="348750"/>
                </a:lnTo>
                <a:lnTo>
                  <a:pt x="303750" y="348750"/>
                </a:lnTo>
                <a:lnTo>
                  <a:pt x="303750" y="331875"/>
                </a:lnTo>
                <a:lnTo>
                  <a:pt x="146250" y="331875"/>
                </a:lnTo>
                <a:lnTo>
                  <a:pt x="146250" y="348750"/>
                </a:lnTo>
                <a:lnTo>
                  <a:pt x="101250" y="348750"/>
                </a:lnTo>
                <a:lnTo>
                  <a:pt x="101250" y="303750"/>
                </a:lnTo>
                <a:lnTo>
                  <a:pt x="118125" y="303750"/>
                </a:lnTo>
                <a:lnTo>
                  <a:pt x="118125" y="230625"/>
                </a:lnTo>
                <a:lnTo>
                  <a:pt x="45000" y="230625"/>
                </a:lnTo>
                <a:lnTo>
                  <a:pt x="45000" y="247500"/>
                </a:lnTo>
                <a:lnTo>
                  <a:pt x="0" y="247500"/>
                </a:lnTo>
                <a:lnTo>
                  <a:pt x="0" y="202500"/>
                </a:lnTo>
                <a:lnTo>
                  <a:pt x="16875" y="202500"/>
                </a:lnTo>
                <a:lnTo>
                  <a:pt x="16875" y="45000"/>
                </a:lnTo>
                <a:lnTo>
                  <a:pt x="0" y="45000"/>
                </a:lnTo>
                <a:close/>
              </a:path>
            </a:pathLst>
          </a:custGeom>
          <a:solidFill>
            <a:srgbClr val="FFFFFF"/>
          </a:solidFill>
          <a:ln w="5507" cap="flat">
            <a:noFill/>
            <a:prstDash val="solid"/>
            <a:miter/>
          </a:ln>
        </p:spPr>
        <p:txBody>
          <a:bodyPr wrap="square" rtlCol="0" anchor="ctr">
            <a:noAutofit/>
          </a:bodyPr>
          <a:lstStyle/>
          <a:p>
            <a:endParaRPr lang="zh-CN" altLang="en-US" sz="1350">
              <a:latin typeface="微软雅黑" panose="020B0503020204020204" pitchFamily="34" charset="-122"/>
              <a:ea typeface="微软雅黑" panose="020B0503020204020204" pitchFamily="34" charset="-122"/>
            </a:endParaRPr>
          </a:p>
        </p:txBody>
      </p:sp>
      <p:sp>
        <p:nvSpPr>
          <p:cNvPr id="95" name="椭圆 94"/>
          <p:cNvSpPr>
            <a:spLocks noChangeAspect="1"/>
          </p:cNvSpPr>
          <p:nvPr>
            <p:custDataLst>
              <p:tags r:id="rId8"/>
            </p:custDataLst>
          </p:nvPr>
        </p:nvSpPr>
        <p:spPr>
          <a:xfrm>
            <a:off x="420512" y="2808620"/>
            <a:ext cx="536568" cy="536567"/>
          </a:xfrm>
          <a:prstGeom prst="ellipse">
            <a:avLst/>
          </a:prstGeom>
          <a:solidFill>
            <a:srgbClr val="8BC34A"/>
          </a:solidFill>
          <a:ln w="25400" cap="flat">
            <a:noFill/>
            <a:prstDash val="solid"/>
            <a:miter/>
          </a:ln>
          <a:effectLst/>
        </p:spPr>
        <p:txBody>
          <a:bodyPr rot="0" spcFirstLastPara="0" vertOverflow="overflow" horzOverflow="overflow" vert="horz" wrap="square" lIns="68580" tIns="34290" rIns="68580" bIns="34290" numCol="1" spcCol="0" rtlCol="0" fromWordArt="0" anchor="ctr" anchorCtr="0" forceAA="0" compatLnSpc="1">
            <a:noAutofit/>
          </a:bodyPr>
          <a:lstStyle/>
          <a:p>
            <a:endParaRPr lang="zh-CN" altLang="en-US" sz="1350">
              <a:latin typeface="微软雅黑" panose="020B0503020204020204" pitchFamily="34" charset="-122"/>
              <a:ea typeface="微软雅黑" panose="020B0503020204020204" pitchFamily="34" charset="-122"/>
            </a:endParaRPr>
          </a:p>
        </p:txBody>
      </p:sp>
      <p:sp>
        <p:nvSpPr>
          <p:cNvPr id="67" name="任意多边形: 形状 66"/>
          <p:cNvSpPr/>
          <p:nvPr>
            <p:custDataLst>
              <p:tags r:id="rId9"/>
            </p:custDataLst>
          </p:nvPr>
        </p:nvSpPr>
        <p:spPr>
          <a:xfrm>
            <a:off x="553796" y="2941107"/>
            <a:ext cx="270797" cy="270797"/>
          </a:xfrm>
          <a:custGeom>
            <a:avLst/>
            <a:gdLst>
              <a:gd name="connsiteX0" fmla="*/ 11588 w 361062"/>
              <a:gd name="connsiteY0" fmla="*/ 299616 h 361062"/>
              <a:gd name="connsiteX1" fmla="*/ 11588 w 361062"/>
              <a:gd name="connsiteY1" fmla="*/ 349475 h 361062"/>
              <a:gd name="connsiteX2" fmla="*/ 61447 w 361062"/>
              <a:gd name="connsiteY2" fmla="*/ 349475 h 361062"/>
              <a:gd name="connsiteX3" fmla="*/ 249676 w 361062"/>
              <a:gd name="connsiteY3" fmla="*/ 189256 h 361062"/>
              <a:gd name="connsiteX4" fmla="*/ 188200 w 361062"/>
              <a:gd name="connsiteY4" fmla="*/ 250745 h 361062"/>
              <a:gd name="connsiteX5" fmla="*/ 203213 w 361062"/>
              <a:gd name="connsiteY5" fmla="*/ 265757 h 361062"/>
              <a:gd name="connsiteX6" fmla="*/ 222333 w 361062"/>
              <a:gd name="connsiteY6" fmla="*/ 246636 h 361062"/>
              <a:gd name="connsiteX7" fmla="*/ 230527 w 361062"/>
              <a:gd name="connsiteY7" fmla="*/ 254830 h 361062"/>
              <a:gd name="connsiteX8" fmla="*/ 211407 w 361062"/>
              <a:gd name="connsiteY8" fmla="*/ 273951 h 361062"/>
              <a:gd name="connsiteX9" fmla="*/ 232249 w 361062"/>
              <a:gd name="connsiteY9" fmla="*/ 294793 h 361062"/>
              <a:gd name="connsiteX10" fmla="*/ 239743 w 361062"/>
              <a:gd name="connsiteY10" fmla="*/ 287299 h 361062"/>
              <a:gd name="connsiteX11" fmla="*/ 247937 w 361062"/>
              <a:gd name="connsiteY11" fmla="*/ 295493 h 361062"/>
              <a:gd name="connsiteX12" fmla="*/ 240443 w 361062"/>
              <a:gd name="connsiteY12" fmla="*/ 302987 h 361062"/>
              <a:gd name="connsiteX13" fmla="*/ 255463 w 361062"/>
              <a:gd name="connsiteY13" fmla="*/ 318007 h 361062"/>
              <a:gd name="connsiteX14" fmla="*/ 274578 w 361062"/>
              <a:gd name="connsiteY14" fmla="*/ 298892 h 361062"/>
              <a:gd name="connsiteX15" fmla="*/ 282772 w 361062"/>
              <a:gd name="connsiteY15" fmla="*/ 307086 h 361062"/>
              <a:gd name="connsiteX16" fmla="*/ 263657 w 361062"/>
              <a:gd name="connsiteY16" fmla="*/ 326201 h 361062"/>
              <a:gd name="connsiteX17" fmla="*/ 278719 w 361062"/>
              <a:gd name="connsiteY17" fmla="*/ 341262 h 361062"/>
              <a:gd name="connsiteX18" fmla="*/ 340200 w 361062"/>
              <a:gd name="connsiteY18" fmla="*/ 279781 h 361062"/>
              <a:gd name="connsiteX19" fmla="*/ 229352 w 361062"/>
              <a:gd name="connsiteY19" fmla="*/ 70220 h 361062"/>
              <a:gd name="connsiteX20" fmla="*/ 13943 w 361062"/>
              <a:gd name="connsiteY20" fmla="*/ 285583 h 361062"/>
              <a:gd name="connsiteX21" fmla="*/ 40602 w 361062"/>
              <a:gd name="connsiteY21" fmla="*/ 312242 h 361062"/>
              <a:gd name="connsiteX22" fmla="*/ 233943 w 361062"/>
              <a:gd name="connsiteY22" fmla="*/ 118900 h 361062"/>
              <a:gd name="connsiteX23" fmla="*/ 242137 w 361062"/>
              <a:gd name="connsiteY23" fmla="*/ 127094 h 361062"/>
              <a:gd name="connsiteX24" fmla="*/ 48796 w 361062"/>
              <a:gd name="connsiteY24" fmla="*/ 320436 h 361062"/>
              <a:gd name="connsiteX25" fmla="*/ 75480 w 361062"/>
              <a:gd name="connsiteY25" fmla="*/ 347120 h 361062"/>
              <a:gd name="connsiteX26" fmla="*/ 290843 w 361062"/>
              <a:gd name="connsiteY26" fmla="*/ 131711 h 361062"/>
              <a:gd name="connsiteX27" fmla="*/ 264184 w 361062"/>
              <a:gd name="connsiteY27" fmla="*/ 105052 h 361062"/>
              <a:gd name="connsiteX28" fmla="*/ 253749 w 361062"/>
              <a:gd name="connsiteY28" fmla="*/ 115486 h 361062"/>
              <a:gd name="connsiteX29" fmla="*/ 245555 w 361062"/>
              <a:gd name="connsiteY29" fmla="*/ 107292 h 361062"/>
              <a:gd name="connsiteX30" fmla="*/ 255990 w 361062"/>
              <a:gd name="connsiteY30" fmla="*/ 96858 h 361062"/>
              <a:gd name="connsiteX31" fmla="*/ 246763 w 361062"/>
              <a:gd name="connsiteY31" fmla="*/ 52813 h 361062"/>
              <a:gd name="connsiteX32" fmla="*/ 237547 w 361062"/>
              <a:gd name="connsiteY32" fmla="*/ 62027 h 361062"/>
              <a:gd name="connsiteX33" fmla="*/ 299036 w 361062"/>
              <a:gd name="connsiteY33" fmla="*/ 123516 h 361062"/>
              <a:gd name="connsiteX34" fmla="*/ 308250 w 361062"/>
              <a:gd name="connsiteY34" fmla="*/ 114300 h 361062"/>
              <a:gd name="connsiteX35" fmla="*/ 81281 w 361062"/>
              <a:gd name="connsiteY35" fmla="*/ 20862 h 361062"/>
              <a:gd name="connsiteX36" fmla="*/ 19800 w 361062"/>
              <a:gd name="connsiteY36" fmla="*/ 82343 h 361062"/>
              <a:gd name="connsiteX37" fmla="*/ 34855 w 361062"/>
              <a:gd name="connsiteY37" fmla="*/ 97398 h 361062"/>
              <a:gd name="connsiteX38" fmla="*/ 42391 w 361062"/>
              <a:gd name="connsiteY38" fmla="*/ 89862 h 361062"/>
              <a:gd name="connsiteX39" fmla="*/ 50585 w 361062"/>
              <a:gd name="connsiteY39" fmla="*/ 98056 h 361062"/>
              <a:gd name="connsiteX40" fmla="*/ 43049 w 361062"/>
              <a:gd name="connsiteY40" fmla="*/ 105592 h 361062"/>
              <a:gd name="connsiteX41" fmla="*/ 58058 w 361062"/>
              <a:gd name="connsiteY41" fmla="*/ 120601 h 361062"/>
              <a:gd name="connsiteX42" fmla="*/ 77187 w 361062"/>
              <a:gd name="connsiteY42" fmla="*/ 101471 h 361062"/>
              <a:gd name="connsiteX43" fmla="*/ 85381 w 361062"/>
              <a:gd name="connsiteY43" fmla="*/ 109665 h 361062"/>
              <a:gd name="connsiteX44" fmla="*/ 66252 w 361062"/>
              <a:gd name="connsiteY44" fmla="*/ 128795 h 361062"/>
              <a:gd name="connsiteX45" fmla="*/ 87106 w 361062"/>
              <a:gd name="connsiteY45" fmla="*/ 149649 h 361062"/>
              <a:gd name="connsiteX46" fmla="*/ 94636 w 361062"/>
              <a:gd name="connsiteY46" fmla="*/ 142118 h 361062"/>
              <a:gd name="connsiteX47" fmla="*/ 102830 w 361062"/>
              <a:gd name="connsiteY47" fmla="*/ 150312 h 361062"/>
              <a:gd name="connsiteX48" fmla="*/ 95300 w 361062"/>
              <a:gd name="connsiteY48" fmla="*/ 157843 h 361062"/>
              <a:gd name="connsiteX49" fmla="*/ 110318 w 361062"/>
              <a:gd name="connsiteY49" fmla="*/ 172861 h 361062"/>
              <a:gd name="connsiteX50" fmla="*/ 171806 w 361062"/>
              <a:gd name="connsiteY50" fmla="*/ 111387 h 361062"/>
              <a:gd name="connsiteX51" fmla="*/ 304335 w 361062"/>
              <a:gd name="connsiteY51" fmla="*/ 13246 h 361062"/>
              <a:gd name="connsiteX52" fmla="*/ 274163 w 361062"/>
              <a:gd name="connsiteY52" fmla="*/ 25418 h 361062"/>
              <a:gd name="connsiteX53" fmla="*/ 254958 w 361062"/>
              <a:gd name="connsiteY53" fmla="*/ 44620 h 361062"/>
              <a:gd name="connsiteX54" fmla="*/ 316443 w 361062"/>
              <a:gd name="connsiteY54" fmla="*/ 106105 h 361062"/>
              <a:gd name="connsiteX55" fmla="*/ 335644 w 361062"/>
              <a:gd name="connsiteY55" fmla="*/ 86900 h 361062"/>
              <a:gd name="connsiteX56" fmla="*/ 334506 w 361062"/>
              <a:gd name="connsiteY56" fmla="*/ 25418 h 361062"/>
              <a:gd name="connsiteX57" fmla="*/ 304335 w 361062"/>
              <a:gd name="connsiteY57" fmla="*/ 13246 h 361062"/>
              <a:gd name="connsiteX58" fmla="*/ 304491 w 361062"/>
              <a:gd name="connsiteY58" fmla="*/ 21 h 361062"/>
              <a:gd name="connsiteX59" fmla="*/ 343856 w 361062"/>
              <a:gd name="connsiteY59" fmla="*/ 15082 h 361062"/>
              <a:gd name="connsiteX60" fmla="*/ 345980 w 361062"/>
              <a:gd name="connsiteY60" fmla="*/ 92932 h 361062"/>
              <a:gd name="connsiteX61" fmla="*/ 343856 w 361062"/>
              <a:gd name="connsiteY61" fmla="*/ 95056 h 361062"/>
              <a:gd name="connsiteX62" fmla="*/ 324627 w 361062"/>
              <a:gd name="connsiteY62" fmla="*/ 114289 h 361062"/>
              <a:gd name="connsiteX63" fmla="*/ 335072 w 361062"/>
              <a:gd name="connsiteY63" fmla="*/ 124734 h 361062"/>
              <a:gd name="connsiteX64" fmla="*/ 326878 w 361062"/>
              <a:gd name="connsiteY64" fmla="*/ 132928 h 361062"/>
              <a:gd name="connsiteX65" fmla="*/ 316434 w 361062"/>
              <a:gd name="connsiteY65" fmla="*/ 122484 h 361062"/>
              <a:gd name="connsiteX66" fmla="*/ 307220 w 361062"/>
              <a:gd name="connsiteY66" fmla="*/ 131700 h 361062"/>
              <a:gd name="connsiteX67" fmla="*/ 317635 w 361062"/>
              <a:gd name="connsiteY67" fmla="*/ 142115 h 361062"/>
              <a:gd name="connsiteX68" fmla="*/ 309441 w 361062"/>
              <a:gd name="connsiteY68" fmla="*/ 150309 h 361062"/>
              <a:gd name="connsiteX69" fmla="*/ 299027 w 361062"/>
              <a:gd name="connsiteY69" fmla="*/ 139895 h 361062"/>
              <a:gd name="connsiteX70" fmla="*/ 257887 w 361062"/>
              <a:gd name="connsiteY70" fmla="*/ 181043 h 361062"/>
              <a:gd name="connsiteX71" fmla="*/ 356625 w 361062"/>
              <a:gd name="connsiteY71" fmla="*/ 279781 h 361062"/>
              <a:gd name="connsiteX72" fmla="*/ 278719 w 361062"/>
              <a:gd name="connsiteY72" fmla="*/ 357687 h 361062"/>
              <a:gd name="connsiteX73" fmla="*/ 179989 w 361062"/>
              <a:gd name="connsiteY73" fmla="*/ 258957 h 361062"/>
              <a:gd name="connsiteX74" fmla="*/ 77906 w 361062"/>
              <a:gd name="connsiteY74" fmla="*/ 361062 h 361062"/>
              <a:gd name="connsiteX75" fmla="*/ 0 w 361062"/>
              <a:gd name="connsiteY75" fmla="*/ 361062 h 361062"/>
              <a:gd name="connsiteX76" fmla="*/ 0 w 361062"/>
              <a:gd name="connsiteY76" fmla="*/ 283156 h 361062"/>
              <a:gd name="connsiteX77" fmla="*/ 102105 w 361062"/>
              <a:gd name="connsiteY77" fmla="*/ 181073 h 361062"/>
              <a:gd name="connsiteX78" fmla="*/ 3375 w 361062"/>
              <a:gd name="connsiteY78" fmla="*/ 82343 h 361062"/>
              <a:gd name="connsiteX79" fmla="*/ 81281 w 361062"/>
              <a:gd name="connsiteY79" fmla="*/ 4437 h 361062"/>
              <a:gd name="connsiteX80" fmla="*/ 180019 w 361062"/>
              <a:gd name="connsiteY80" fmla="*/ 103175 h 361062"/>
              <a:gd name="connsiteX81" fmla="*/ 221167 w 361062"/>
              <a:gd name="connsiteY81" fmla="*/ 62035 h 361062"/>
              <a:gd name="connsiteX82" fmla="*/ 210720 w 361062"/>
              <a:gd name="connsiteY82" fmla="*/ 51588 h 361062"/>
              <a:gd name="connsiteX83" fmla="*/ 218914 w 361062"/>
              <a:gd name="connsiteY83" fmla="*/ 43394 h 361062"/>
              <a:gd name="connsiteX84" fmla="*/ 229362 w 361062"/>
              <a:gd name="connsiteY84" fmla="*/ 53842 h 361062"/>
              <a:gd name="connsiteX85" fmla="*/ 238578 w 361062"/>
              <a:gd name="connsiteY85" fmla="*/ 44628 h 361062"/>
              <a:gd name="connsiteX86" fmla="*/ 228157 w 361062"/>
              <a:gd name="connsiteY86" fmla="*/ 34207 h 361062"/>
              <a:gd name="connsiteX87" fmla="*/ 236351 w 361062"/>
              <a:gd name="connsiteY87" fmla="*/ 26013 h 361062"/>
              <a:gd name="connsiteX88" fmla="*/ 246773 w 361062"/>
              <a:gd name="connsiteY88" fmla="*/ 36435 h 361062"/>
              <a:gd name="connsiteX89" fmla="*/ 266006 w 361062"/>
              <a:gd name="connsiteY89" fmla="*/ 17206 h 361062"/>
              <a:gd name="connsiteX90" fmla="*/ 304491 w 361062"/>
              <a:gd name="connsiteY90" fmla="*/ 21 h 3610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Lst>
            <a:rect l="l" t="t" r="r" b="b"/>
            <a:pathLst>
              <a:path w="361062" h="361062">
                <a:moveTo>
                  <a:pt x="11588" y="299616"/>
                </a:moveTo>
                <a:lnTo>
                  <a:pt x="11588" y="349475"/>
                </a:lnTo>
                <a:lnTo>
                  <a:pt x="61447" y="349475"/>
                </a:lnTo>
                <a:close/>
                <a:moveTo>
                  <a:pt x="249676" y="189256"/>
                </a:moveTo>
                <a:lnTo>
                  <a:pt x="188200" y="250745"/>
                </a:lnTo>
                <a:lnTo>
                  <a:pt x="203213" y="265757"/>
                </a:lnTo>
                <a:lnTo>
                  <a:pt x="222333" y="246636"/>
                </a:lnTo>
                <a:lnTo>
                  <a:pt x="230527" y="254830"/>
                </a:lnTo>
                <a:lnTo>
                  <a:pt x="211407" y="273951"/>
                </a:lnTo>
                <a:lnTo>
                  <a:pt x="232249" y="294793"/>
                </a:lnTo>
                <a:lnTo>
                  <a:pt x="239743" y="287299"/>
                </a:lnTo>
                <a:lnTo>
                  <a:pt x="247937" y="295493"/>
                </a:lnTo>
                <a:lnTo>
                  <a:pt x="240443" y="302987"/>
                </a:lnTo>
                <a:lnTo>
                  <a:pt x="255463" y="318007"/>
                </a:lnTo>
                <a:lnTo>
                  <a:pt x="274578" y="298892"/>
                </a:lnTo>
                <a:lnTo>
                  <a:pt x="282772" y="307086"/>
                </a:lnTo>
                <a:lnTo>
                  <a:pt x="263657" y="326201"/>
                </a:lnTo>
                <a:lnTo>
                  <a:pt x="278719" y="341262"/>
                </a:lnTo>
                <a:lnTo>
                  <a:pt x="340200" y="279781"/>
                </a:lnTo>
                <a:close/>
                <a:moveTo>
                  <a:pt x="229352" y="70220"/>
                </a:moveTo>
                <a:lnTo>
                  <a:pt x="13943" y="285583"/>
                </a:lnTo>
                <a:lnTo>
                  <a:pt x="40602" y="312242"/>
                </a:lnTo>
                <a:lnTo>
                  <a:pt x="233943" y="118900"/>
                </a:lnTo>
                <a:lnTo>
                  <a:pt x="242137" y="127094"/>
                </a:lnTo>
                <a:lnTo>
                  <a:pt x="48796" y="320436"/>
                </a:lnTo>
                <a:lnTo>
                  <a:pt x="75480" y="347120"/>
                </a:lnTo>
                <a:lnTo>
                  <a:pt x="290843" y="131711"/>
                </a:lnTo>
                <a:lnTo>
                  <a:pt x="264184" y="105052"/>
                </a:lnTo>
                <a:lnTo>
                  <a:pt x="253749" y="115486"/>
                </a:lnTo>
                <a:lnTo>
                  <a:pt x="245555" y="107292"/>
                </a:lnTo>
                <a:lnTo>
                  <a:pt x="255990" y="96858"/>
                </a:lnTo>
                <a:close/>
                <a:moveTo>
                  <a:pt x="246763" y="52813"/>
                </a:moveTo>
                <a:lnTo>
                  <a:pt x="237547" y="62027"/>
                </a:lnTo>
                <a:lnTo>
                  <a:pt x="299036" y="123516"/>
                </a:lnTo>
                <a:lnTo>
                  <a:pt x="308250" y="114300"/>
                </a:lnTo>
                <a:close/>
                <a:moveTo>
                  <a:pt x="81281" y="20862"/>
                </a:moveTo>
                <a:lnTo>
                  <a:pt x="19800" y="82343"/>
                </a:lnTo>
                <a:lnTo>
                  <a:pt x="34855" y="97398"/>
                </a:lnTo>
                <a:lnTo>
                  <a:pt x="42391" y="89862"/>
                </a:lnTo>
                <a:lnTo>
                  <a:pt x="50585" y="98056"/>
                </a:lnTo>
                <a:lnTo>
                  <a:pt x="43049" y="105592"/>
                </a:lnTo>
                <a:lnTo>
                  <a:pt x="58058" y="120601"/>
                </a:lnTo>
                <a:lnTo>
                  <a:pt x="77187" y="101471"/>
                </a:lnTo>
                <a:lnTo>
                  <a:pt x="85381" y="109665"/>
                </a:lnTo>
                <a:lnTo>
                  <a:pt x="66252" y="128795"/>
                </a:lnTo>
                <a:lnTo>
                  <a:pt x="87106" y="149649"/>
                </a:lnTo>
                <a:lnTo>
                  <a:pt x="94636" y="142118"/>
                </a:lnTo>
                <a:lnTo>
                  <a:pt x="102830" y="150312"/>
                </a:lnTo>
                <a:lnTo>
                  <a:pt x="95300" y="157843"/>
                </a:lnTo>
                <a:lnTo>
                  <a:pt x="110318" y="172861"/>
                </a:lnTo>
                <a:lnTo>
                  <a:pt x="171806" y="111387"/>
                </a:lnTo>
                <a:close/>
                <a:moveTo>
                  <a:pt x="304335" y="13246"/>
                </a:moveTo>
                <a:cubicBezTo>
                  <a:pt x="293459" y="13246"/>
                  <a:pt x="282584" y="17304"/>
                  <a:pt x="274163" y="25418"/>
                </a:cubicBezTo>
                <a:lnTo>
                  <a:pt x="254958" y="44620"/>
                </a:lnTo>
                <a:lnTo>
                  <a:pt x="316443" y="106105"/>
                </a:lnTo>
                <a:lnTo>
                  <a:pt x="335644" y="86900"/>
                </a:lnTo>
                <a:cubicBezTo>
                  <a:pt x="352307" y="69608"/>
                  <a:pt x="351798" y="42082"/>
                  <a:pt x="334506" y="25418"/>
                </a:cubicBezTo>
                <a:cubicBezTo>
                  <a:pt x="326086" y="17304"/>
                  <a:pt x="315210" y="13246"/>
                  <a:pt x="304335" y="13246"/>
                </a:cubicBezTo>
                <a:close/>
                <a:moveTo>
                  <a:pt x="304491" y="21"/>
                </a:moveTo>
                <a:cubicBezTo>
                  <a:pt x="318579" y="-364"/>
                  <a:pt x="332814" y="4627"/>
                  <a:pt x="343856" y="15082"/>
                </a:cubicBezTo>
                <a:cubicBezTo>
                  <a:pt x="365941" y="35993"/>
                  <a:pt x="366892" y="70848"/>
                  <a:pt x="345980" y="92932"/>
                </a:cubicBezTo>
                <a:cubicBezTo>
                  <a:pt x="345292" y="93659"/>
                  <a:pt x="344583" y="94367"/>
                  <a:pt x="343856" y="95056"/>
                </a:cubicBezTo>
                <a:lnTo>
                  <a:pt x="324627" y="114289"/>
                </a:lnTo>
                <a:lnTo>
                  <a:pt x="335072" y="124734"/>
                </a:lnTo>
                <a:lnTo>
                  <a:pt x="326878" y="132928"/>
                </a:lnTo>
                <a:lnTo>
                  <a:pt x="316434" y="122484"/>
                </a:lnTo>
                <a:lnTo>
                  <a:pt x="307220" y="131700"/>
                </a:lnTo>
                <a:lnTo>
                  <a:pt x="317635" y="142115"/>
                </a:lnTo>
                <a:lnTo>
                  <a:pt x="309441" y="150309"/>
                </a:lnTo>
                <a:lnTo>
                  <a:pt x="299027" y="139895"/>
                </a:lnTo>
                <a:lnTo>
                  <a:pt x="257887" y="181043"/>
                </a:lnTo>
                <a:lnTo>
                  <a:pt x="356625" y="279781"/>
                </a:lnTo>
                <a:lnTo>
                  <a:pt x="278719" y="357687"/>
                </a:lnTo>
                <a:lnTo>
                  <a:pt x="179989" y="258957"/>
                </a:lnTo>
                <a:lnTo>
                  <a:pt x="77906" y="361062"/>
                </a:lnTo>
                <a:lnTo>
                  <a:pt x="0" y="361062"/>
                </a:lnTo>
                <a:lnTo>
                  <a:pt x="0" y="283156"/>
                </a:lnTo>
                <a:lnTo>
                  <a:pt x="102105" y="181073"/>
                </a:lnTo>
                <a:lnTo>
                  <a:pt x="3375" y="82343"/>
                </a:lnTo>
                <a:lnTo>
                  <a:pt x="81281" y="4437"/>
                </a:lnTo>
                <a:lnTo>
                  <a:pt x="180019" y="103175"/>
                </a:lnTo>
                <a:lnTo>
                  <a:pt x="221167" y="62035"/>
                </a:lnTo>
                <a:lnTo>
                  <a:pt x="210720" y="51588"/>
                </a:lnTo>
                <a:lnTo>
                  <a:pt x="218914" y="43394"/>
                </a:lnTo>
                <a:lnTo>
                  <a:pt x="229362" y="53842"/>
                </a:lnTo>
                <a:lnTo>
                  <a:pt x="238578" y="44628"/>
                </a:lnTo>
                <a:lnTo>
                  <a:pt x="228157" y="34207"/>
                </a:lnTo>
                <a:lnTo>
                  <a:pt x="236351" y="26013"/>
                </a:lnTo>
                <a:lnTo>
                  <a:pt x="246773" y="36435"/>
                </a:lnTo>
                <a:lnTo>
                  <a:pt x="266006" y="17206"/>
                </a:lnTo>
                <a:cubicBezTo>
                  <a:pt x="276462" y="6164"/>
                  <a:pt x="290403" y="405"/>
                  <a:pt x="304491" y="21"/>
                </a:cubicBezTo>
                <a:close/>
              </a:path>
            </a:pathLst>
          </a:custGeom>
          <a:solidFill>
            <a:srgbClr val="FFFFFF"/>
          </a:solidFill>
          <a:ln w="5507" cap="flat">
            <a:noFill/>
            <a:prstDash val="solid"/>
            <a:miter/>
          </a:ln>
        </p:spPr>
        <p:txBody>
          <a:bodyPr wrap="square" rtlCol="0" anchor="ctr">
            <a:noAutofit/>
          </a:bodyPr>
          <a:lstStyle/>
          <a:p>
            <a:endParaRPr lang="zh-CN" altLang="en-US" sz="1350">
              <a:latin typeface="微软雅黑" panose="020B0503020204020204" pitchFamily="34" charset="-122"/>
              <a:ea typeface="微软雅黑" panose="020B0503020204020204" pitchFamily="34" charset="-122"/>
            </a:endParaRPr>
          </a:p>
        </p:txBody>
      </p:sp>
      <p:sp>
        <p:nvSpPr>
          <p:cNvPr id="97" name="椭圆 96"/>
          <p:cNvSpPr>
            <a:spLocks noChangeAspect="1"/>
          </p:cNvSpPr>
          <p:nvPr>
            <p:custDataLst>
              <p:tags r:id="rId10"/>
            </p:custDataLst>
          </p:nvPr>
        </p:nvSpPr>
        <p:spPr>
          <a:xfrm>
            <a:off x="420512" y="3892293"/>
            <a:ext cx="536568" cy="536567"/>
          </a:xfrm>
          <a:prstGeom prst="ellipse">
            <a:avLst/>
          </a:prstGeom>
          <a:solidFill>
            <a:srgbClr val="009587"/>
          </a:solidFill>
          <a:ln w="25400" cap="flat">
            <a:noFill/>
            <a:prstDash val="solid"/>
            <a:miter/>
          </a:ln>
          <a:effectLst/>
        </p:spPr>
        <p:txBody>
          <a:bodyPr rot="0" spcFirstLastPara="0" vertOverflow="overflow" horzOverflow="overflow" vert="horz" wrap="square" lIns="68580" tIns="34290" rIns="68580" bIns="34290" numCol="1" spcCol="0" rtlCol="0" fromWordArt="0" anchor="ctr" anchorCtr="0" forceAA="0" compatLnSpc="1">
            <a:noAutofit/>
          </a:bodyPr>
          <a:lstStyle/>
          <a:p>
            <a:endParaRPr lang="zh-CN" altLang="en-US" sz="1350">
              <a:latin typeface="微软雅黑" panose="020B0503020204020204" pitchFamily="34" charset="-122"/>
              <a:ea typeface="微软雅黑" panose="020B0503020204020204" pitchFamily="34" charset="-122"/>
            </a:endParaRPr>
          </a:p>
        </p:txBody>
      </p:sp>
      <p:sp>
        <p:nvSpPr>
          <p:cNvPr id="68" name="任意多边形: 形状 67"/>
          <p:cNvSpPr/>
          <p:nvPr>
            <p:custDataLst>
              <p:tags r:id="rId11"/>
            </p:custDataLst>
          </p:nvPr>
        </p:nvSpPr>
        <p:spPr>
          <a:xfrm>
            <a:off x="553796" y="4054994"/>
            <a:ext cx="270000" cy="211164"/>
          </a:xfrm>
          <a:custGeom>
            <a:avLst/>
            <a:gdLst>
              <a:gd name="connsiteX0" fmla="*/ 145083 w 360000"/>
              <a:gd name="connsiteY0" fmla="*/ 102183 h 281552"/>
              <a:gd name="connsiteX1" fmla="*/ 108224 w 360000"/>
              <a:gd name="connsiteY1" fmla="*/ 141547 h 281552"/>
              <a:gd name="connsiteX2" fmla="*/ 116445 w 360000"/>
              <a:gd name="connsiteY2" fmla="*/ 166299 h 281552"/>
              <a:gd name="connsiteX3" fmla="*/ 180045 w 360000"/>
              <a:gd name="connsiteY3" fmla="*/ 242517 h 281552"/>
              <a:gd name="connsiteX4" fmla="*/ 243669 w 360000"/>
              <a:gd name="connsiteY4" fmla="*/ 166266 h 281552"/>
              <a:gd name="connsiteX5" fmla="*/ 251865 w 360000"/>
              <a:gd name="connsiteY5" fmla="*/ 141547 h 281552"/>
              <a:gd name="connsiteX6" fmla="*/ 215006 w 360000"/>
              <a:gd name="connsiteY6" fmla="*/ 102183 h 281552"/>
              <a:gd name="connsiteX7" fmla="*/ 184755 w 360000"/>
              <a:gd name="connsiteY7" fmla="*/ 119091 h 281552"/>
              <a:gd name="connsiteX8" fmla="*/ 180045 w 360000"/>
              <a:gd name="connsiteY8" fmla="*/ 126309 h 281552"/>
              <a:gd name="connsiteX9" fmla="*/ 175334 w 360000"/>
              <a:gd name="connsiteY9" fmla="*/ 119091 h 281552"/>
              <a:gd name="connsiteX10" fmla="*/ 145083 w 360000"/>
              <a:gd name="connsiteY10" fmla="*/ 102183 h 281552"/>
              <a:gd name="connsiteX11" fmla="*/ 145083 w 360000"/>
              <a:gd name="connsiteY11" fmla="*/ 90933 h 281552"/>
              <a:gd name="connsiteX12" fmla="*/ 180045 w 360000"/>
              <a:gd name="connsiteY12" fmla="*/ 106803 h 281552"/>
              <a:gd name="connsiteX13" fmla="*/ 215006 w 360000"/>
              <a:gd name="connsiteY13" fmla="*/ 90933 h 281552"/>
              <a:gd name="connsiteX14" fmla="*/ 263115 w 360000"/>
              <a:gd name="connsiteY14" fmla="*/ 141547 h 281552"/>
              <a:gd name="connsiteX15" fmla="*/ 252612 w 360000"/>
              <a:gd name="connsiteY15" fmla="*/ 173088 h 281552"/>
              <a:gd name="connsiteX16" fmla="*/ 184359 w 360000"/>
              <a:gd name="connsiteY16" fmla="*/ 254893 h 281552"/>
              <a:gd name="connsiteX17" fmla="*/ 180044 w 360000"/>
              <a:gd name="connsiteY17" fmla="*/ 260051 h 281552"/>
              <a:gd name="connsiteX18" fmla="*/ 175730 w 360000"/>
              <a:gd name="connsiteY18" fmla="*/ 254893 h 281552"/>
              <a:gd name="connsiteX19" fmla="*/ 107488 w 360000"/>
              <a:gd name="connsiteY19" fmla="*/ 173105 h 281552"/>
              <a:gd name="connsiteX20" fmla="*/ 96974 w 360000"/>
              <a:gd name="connsiteY20" fmla="*/ 141547 h 281552"/>
              <a:gd name="connsiteX21" fmla="*/ 145083 w 360000"/>
              <a:gd name="connsiteY21" fmla="*/ 90933 h 281552"/>
              <a:gd name="connsiteX22" fmla="*/ 180371 w 360000"/>
              <a:gd name="connsiteY22" fmla="*/ 34420 h 281552"/>
              <a:gd name="connsiteX23" fmla="*/ 45352 w 360000"/>
              <a:gd name="connsiteY23" fmla="*/ 81810 h 281552"/>
              <a:gd name="connsiteX24" fmla="*/ 45352 w 360000"/>
              <a:gd name="connsiteY24" fmla="*/ 270302 h 281552"/>
              <a:gd name="connsiteX25" fmla="*/ 315000 w 360000"/>
              <a:gd name="connsiteY25" fmla="*/ 270302 h 281552"/>
              <a:gd name="connsiteX26" fmla="*/ 315000 w 360000"/>
              <a:gd name="connsiteY26" fmla="*/ 81848 h 281552"/>
              <a:gd name="connsiteX27" fmla="*/ 180371 w 360000"/>
              <a:gd name="connsiteY27" fmla="*/ 11920 h 281552"/>
              <a:gd name="connsiteX28" fmla="*/ 11338 w 360000"/>
              <a:gd name="connsiteY28" fmla="*/ 71246 h 281552"/>
              <a:gd name="connsiteX29" fmla="*/ 11338 w 360000"/>
              <a:gd name="connsiteY29" fmla="*/ 81821 h 281552"/>
              <a:gd name="connsiteX30" fmla="*/ 180376 w 360000"/>
              <a:gd name="connsiteY30" fmla="*/ 22500 h 281552"/>
              <a:gd name="connsiteX31" fmla="*/ 348750 w 360000"/>
              <a:gd name="connsiteY31" fmla="*/ 81815 h 281552"/>
              <a:gd name="connsiteX32" fmla="*/ 348750 w 360000"/>
              <a:gd name="connsiteY32" fmla="*/ 71241 h 281552"/>
              <a:gd name="connsiteX33" fmla="*/ 180376 w 360000"/>
              <a:gd name="connsiteY33" fmla="*/ 0 h 281552"/>
              <a:gd name="connsiteX34" fmla="*/ 182241 w 360000"/>
              <a:gd name="connsiteY34" fmla="*/ 654 h 281552"/>
              <a:gd name="connsiteX35" fmla="*/ 360000 w 360000"/>
              <a:gd name="connsiteY35" fmla="*/ 63276 h 281552"/>
              <a:gd name="connsiteX36" fmla="*/ 360000 w 360000"/>
              <a:gd name="connsiteY36" fmla="*/ 97701 h 281552"/>
              <a:gd name="connsiteX37" fmla="*/ 326250 w 360000"/>
              <a:gd name="connsiteY37" fmla="*/ 85812 h 281552"/>
              <a:gd name="connsiteX38" fmla="*/ 326250 w 360000"/>
              <a:gd name="connsiteY38" fmla="*/ 270302 h 281552"/>
              <a:gd name="connsiteX39" fmla="*/ 360000 w 360000"/>
              <a:gd name="connsiteY39" fmla="*/ 270302 h 281552"/>
              <a:gd name="connsiteX40" fmla="*/ 360000 w 360000"/>
              <a:gd name="connsiteY40" fmla="*/ 281552 h 281552"/>
              <a:gd name="connsiteX41" fmla="*/ 0 w 360000"/>
              <a:gd name="connsiteY41" fmla="*/ 281552 h 281552"/>
              <a:gd name="connsiteX42" fmla="*/ 0 w 360000"/>
              <a:gd name="connsiteY42" fmla="*/ 270302 h 281552"/>
              <a:gd name="connsiteX43" fmla="*/ 34102 w 360000"/>
              <a:gd name="connsiteY43" fmla="*/ 270302 h 281552"/>
              <a:gd name="connsiteX44" fmla="*/ 34102 w 360000"/>
              <a:gd name="connsiteY44" fmla="*/ 85758 h 281552"/>
              <a:gd name="connsiteX45" fmla="*/ 88 w 360000"/>
              <a:gd name="connsiteY45" fmla="*/ 97696 h 281552"/>
              <a:gd name="connsiteX46" fmla="*/ 88 w 360000"/>
              <a:gd name="connsiteY46" fmla="*/ 63270 h 2815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360000" h="281552">
                <a:moveTo>
                  <a:pt x="145083" y="102183"/>
                </a:moveTo>
                <a:cubicBezTo>
                  <a:pt x="124056" y="102921"/>
                  <a:pt x="107580" y="120517"/>
                  <a:pt x="108224" y="141547"/>
                </a:cubicBezTo>
                <a:cubicBezTo>
                  <a:pt x="108211" y="150471"/>
                  <a:pt x="111096" y="159157"/>
                  <a:pt x="116445" y="166299"/>
                </a:cubicBezTo>
                <a:cubicBezTo>
                  <a:pt x="118046" y="168343"/>
                  <a:pt x="159495" y="217941"/>
                  <a:pt x="180045" y="242517"/>
                </a:cubicBezTo>
                <a:cubicBezTo>
                  <a:pt x="200594" y="217941"/>
                  <a:pt x="242046" y="168337"/>
                  <a:pt x="243669" y="166266"/>
                </a:cubicBezTo>
                <a:cubicBezTo>
                  <a:pt x="249003" y="159130"/>
                  <a:pt x="251879" y="150457"/>
                  <a:pt x="251865" y="141547"/>
                </a:cubicBezTo>
                <a:cubicBezTo>
                  <a:pt x="252509" y="120517"/>
                  <a:pt x="236033" y="102921"/>
                  <a:pt x="215006" y="102183"/>
                </a:cubicBezTo>
                <a:cubicBezTo>
                  <a:pt x="202708" y="102327"/>
                  <a:pt x="191320" y="108692"/>
                  <a:pt x="184755" y="119091"/>
                </a:cubicBezTo>
                <a:lnTo>
                  <a:pt x="180045" y="126309"/>
                </a:lnTo>
                <a:lnTo>
                  <a:pt x="175334" y="119091"/>
                </a:lnTo>
                <a:cubicBezTo>
                  <a:pt x="168769" y="108692"/>
                  <a:pt x="157381" y="102327"/>
                  <a:pt x="145083" y="102183"/>
                </a:cubicBezTo>
                <a:close/>
                <a:moveTo>
                  <a:pt x="145083" y="90933"/>
                </a:moveTo>
                <a:cubicBezTo>
                  <a:pt x="158465" y="91005"/>
                  <a:pt x="171181" y="96777"/>
                  <a:pt x="180045" y="106803"/>
                </a:cubicBezTo>
                <a:cubicBezTo>
                  <a:pt x="188908" y="96777"/>
                  <a:pt x="201624" y="91005"/>
                  <a:pt x="215006" y="90933"/>
                </a:cubicBezTo>
                <a:cubicBezTo>
                  <a:pt x="242246" y="91672"/>
                  <a:pt x="263758" y="114304"/>
                  <a:pt x="263115" y="141547"/>
                </a:cubicBezTo>
                <a:cubicBezTo>
                  <a:pt x="263123" y="152921"/>
                  <a:pt x="259437" y="163990"/>
                  <a:pt x="252612" y="173088"/>
                </a:cubicBezTo>
                <a:cubicBezTo>
                  <a:pt x="250997" y="175209"/>
                  <a:pt x="191176" y="246741"/>
                  <a:pt x="184359" y="254893"/>
                </a:cubicBezTo>
                <a:lnTo>
                  <a:pt x="180044" y="260051"/>
                </a:lnTo>
                <a:lnTo>
                  <a:pt x="175730" y="254893"/>
                </a:lnTo>
                <a:cubicBezTo>
                  <a:pt x="168913" y="246741"/>
                  <a:pt x="109092" y="175209"/>
                  <a:pt x="107488" y="173105"/>
                </a:cubicBezTo>
                <a:cubicBezTo>
                  <a:pt x="100655" y="164004"/>
                  <a:pt x="96966" y="152928"/>
                  <a:pt x="96974" y="141547"/>
                </a:cubicBezTo>
                <a:cubicBezTo>
                  <a:pt x="96331" y="114304"/>
                  <a:pt x="117843" y="91673"/>
                  <a:pt x="145083" y="90933"/>
                </a:cubicBezTo>
                <a:close/>
                <a:moveTo>
                  <a:pt x="180371" y="34420"/>
                </a:moveTo>
                <a:lnTo>
                  <a:pt x="45352" y="81810"/>
                </a:lnTo>
                <a:lnTo>
                  <a:pt x="45352" y="270302"/>
                </a:lnTo>
                <a:lnTo>
                  <a:pt x="315000" y="270302"/>
                </a:lnTo>
                <a:lnTo>
                  <a:pt x="315000" y="81848"/>
                </a:lnTo>
                <a:close/>
                <a:moveTo>
                  <a:pt x="180371" y="11920"/>
                </a:moveTo>
                <a:lnTo>
                  <a:pt x="11338" y="71246"/>
                </a:lnTo>
                <a:lnTo>
                  <a:pt x="11338" y="81821"/>
                </a:lnTo>
                <a:lnTo>
                  <a:pt x="180376" y="22500"/>
                </a:lnTo>
                <a:lnTo>
                  <a:pt x="348750" y="81815"/>
                </a:lnTo>
                <a:lnTo>
                  <a:pt x="348750" y="71241"/>
                </a:lnTo>
                <a:close/>
                <a:moveTo>
                  <a:pt x="180376" y="0"/>
                </a:moveTo>
                <a:lnTo>
                  <a:pt x="182241" y="654"/>
                </a:lnTo>
                <a:lnTo>
                  <a:pt x="360000" y="63276"/>
                </a:lnTo>
                <a:lnTo>
                  <a:pt x="360000" y="97701"/>
                </a:lnTo>
                <a:lnTo>
                  <a:pt x="326250" y="85812"/>
                </a:lnTo>
                <a:lnTo>
                  <a:pt x="326250" y="270302"/>
                </a:lnTo>
                <a:lnTo>
                  <a:pt x="360000" y="270302"/>
                </a:lnTo>
                <a:lnTo>
                  <a:pt x="360000" y="281552"/>
                </a:lnTo>
                <a:lnTo>
                  <a:pt x="0" y="281552"/>
                </a:lnTo>
                <a:lnTo>
                  <a:pt x="0" y="270302"/>
                </a:lnTo>
                <a:lnTo>
                  <a:pt x="34102" y="270302"/>
                </a:lnTo>
                <a:lnTo>
                  <a:pt x="34102" y="85758"/>
                </a:lnTo>
                <a:lnTo>
                  <a:pt x="88" y="97696"/>
                </a:lnTo>
                <a:lnTo>
                  <a:pt x="88" y="63270"/>
                </a:lnTo>
                <a:close/>
              </a:path>
            </a:pathLst>
          </a:custGeom>
          <a:solidFill>
            <a:srgbClr val="FFFFFF"/>
          </a:solidFill>
          <a:ln w="5507" cap="flat">
            <a:noFill/>
            <a:prstDash val="solid"/>
            <a:miter/>
          </a:ln>
        </p:spPr>
        <p:txBody>
          <a:bodyPr wrap="square" rtlCol="0" anchor="ctr">
            <a:noAutofit/>
          </a:bodyPr>
          <a:lstStyle/>
          <a:p>
            <a:endParaRPr lang="zh-CN" altLang="en-US" sz="1350">
              <a:latin typeface="微软雅黑" panose="020B0503020204020204" pitchFamily="34" charset="-122"/>
              <a:ea typeface="微软雅黑" panose="020B0503020204020204" pitchFamily="34" charset="-122"/>
            </a:endParaRPr>
          </a:p>
        </p:txBody>
      </p:sp>
      <p:grpSp>
        <p:nvGrpSpPr>
          <p:cNvPr id="7" name="组合 6"/>
          <p:cNvGrpSpPr/>
          <p:nvPr/>
        </p:nvGrpSpPr>
        <p:grpSpPr>
          <a:xfrm>
            <a:off x="4464685" y="1109345"/>
            <a:ext cx="4361180" cy="3599180"/>
            <a:chOff x="7031" y="1747"/>
            <a:chExt cx="6868" cy="5668"/>
          </a:xfrm>
        </p:grpSpPr>
        <p:pic>
          <p:nvPicPr>
            <p:cNvPr id="4" name="图片 3"/>
            <p:cNvPicPr>
              <a:picLocks noChangeAspect="1"/>
            </p:cNvPicPr>
            <p:nvPr/>
          </p:nvPicPr>
          <p:blipFill>
            <a:blip r:embed="rId12"/>
            <a:stretch>
              <a:fillRect/>
            </a:stretch>
          </p:blipFill>
          <p:spPr>
            <a:xfrm>
              <a:off x="7031" y="1747"/>
              <a:ext cx="3337" cy="5669"/>
            </a:xfrm>
            <a:prstGeom prst="rect">
              <a:avLst/>
            </a:prstGeom>
          </p:spPr>
        </p:pic>
        <p:pic>
          <p:nvPicPr>
            <p:cNvPr id="5" name="图片 4"/>
            <p:cNvPicPr>
              <a:picLocks noChangeAspect="1"/>
            </p:cNvPicPr>
            <p:nvPr/>
          </p:nvPicPr>
          <p:blipFill>
            <a:blip r:embed="rId13"/>
            <a:stretch>
              <a:fillRect/>
            </a:stretch>
          </p:blipFill>
          <p:spPr>
            <a:xfrm>
              <a:off x="10521" y="1747"/>
              <a:ext cx="3378" cy="5669"/>
            </a:xfrm>
            <a:prstGeom prst="rect">
              <a:avLst/>
            </a:prstGeom>
          </p:spPr>
        </p:pic>
        <p:sp>
          <p:nvSpPr>
            <p:cNvPr id="6" name="右箭头 5"/>
            <p:cNvSpPr/>
            <p:nvPr/>
          </p:nvSpPr>
          <p:spPr>
            <a:xfrm>
              <a:off x="9666" y="2385"/>
              <a:ext cx="1080" cy="960"/>
            </a:xfrm>
            <a:prstGeom prst="rightArrow">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ustDataLst>
      <p:tags r:id="rId14"/>
    </p:custDataLst>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1"/>
            </p:custDataLst>
          </p:nvPr>
        </p:nvSpPr>
        <p:spPr>
          <a:xfrm>
            <a:off x="2720627" y="494567"/>
            <a:ext cx="3702744" cy="553916"/>
          </a:xfrm>
          <a:prstGeom prst="rect">
            <a:avLst/>
          </a:prstGeom>
          <a:noFill/>
        </p:spPr>
        <p:txBody>
          <a:bodyPr wrap="square" rtlCol="0" anchor="ctr" anchorCtr="0">
            <a:normAutofit fontScale="70000"/>
          </a:bodyPr>
          <a:lstStyle/>
          <a:p>
            <a:pPr algn="ctr">
              <a:lnSpc>
                <a:spcPct val="120000"/>
              </a:lnSpc>
            </a:pPr>
            <a:r>
              <a:rPr lang="zh-CN" altLang="en-US" sz="2700" b="1" spc="300">
                <a:latin typeface="Arial" panose="020B0604020202020204" pitchFamily="34" charset="0"/>
                <a:ea typeface="微软雅黑" panose="020B0503020204020204" pitchFamily="34" charset="-122"/>
                <a:sym typeface="Arial" panose="020B0604020202020204" pitchFamily="34" charset="0"/>
              </a:rPr>
              <a:t>默认无线网络的断开或连接</a:t>
            </a:r>
            <a:endParaRPr lang="zh-CN" altLang="en-US" sz="2700" b="1" spc="300">
              <a:latin typeface="Arial" panose="020B0604020202020204" pitchFamily="34" charset="0"/>
              <a:ea typeface="微软雅黑" panose="020B0503020204020204" pitchFamily="34" charset="-122"/>
              <a:sym typeface="Arial" panose="020B0604020202020204" pitchFamily="34" charset="0"/>
            </a:endParaRPr>
          </a:p>
        </p:txBody>
      </p:sp>
      <p:sp>
        <p:nvSpPr>
          <p:cNvPr id="65" name="Shape 8696"/>
          <p:cNvSpPr/>
          <p:nvPr>
            <p:custDataLst>
              <p:tags r:id="rId2"/>
            </p:custDataLst>
          </p:nvPr>
        </p:nvSpPr>
        <p:spPr>
          <a:xfrm>
            <a:off x="2932346" y="2460517"/>
            <a:ext cx="1166374" cy="553916"/>
          </a:xfrm>
          <a:custGeom>
            <a:avLst/>
            <a:gdLst/>
            <a:ahLst/>
            <a:cxnLst>
              <a:cxn ang="0">
                <a:pos x="wd2" y="hd2"/>
              </a:cxn>
              <a:cxn ang="5400000">
                <a:pos x="wd2" y="hd2"/>
              </a:cxn>
              <a:cxn ang="10800000">
                <a:pos x="wd2" y="hd2"/>
              </a:cxn>
              <a:cxn ang="16200000">
                <a:pos x="wd2" y="hd2"/>
              </a:cxn>
            </a:cxnLst>
            <a:rect l="0" t="0" r="r" b="b"/>
            <a:pathLst>
              <a:path w="21600" h="18692" extrusionOk="0">
                <a:moveTo>
                  <a:pt x="0" y="18692"/>
                </a:moveTo>
                <a:cubicBezTo>
                  <a:pt x="5757" y="2869"/>
                  <a:pt x="12957" y="-2908"/>
                  <a:pt x="21600" y="1360"/>
                </a:cubicBezTo>
              </a:path>
            </a:pathLst>
          </a:custGeom>
          <a:ln w="12700">
            <a:solidFill>
              <a:sysClr val="windowText" lastClr="000000">
                <a:lumMod val="65000"/>
                <a:lumOff val="35000"/>
              </a:sysClr>
            </a:solidFill>
            <a:miter lim="400000"/>
            <a:headEnd type="triangle"/>
            <a:tailEnd type="oval"/>
          </a:ln>
        </p:spPr>
        <p:txBody>
          <a:bodyPr/>
          <a:lstStyle/>
          <a:p>
            <a:endParaRPr sz="1315">
              <a:latin typeface="Arial" panose="020B0604020202020204" pitchFamily="34" charset="0"/>
              <a:ea typeface="微软雅黑" panose="020B0503020204020204" pitchFamily="34" charset="-122"/>
              <a:sym typeface="Arial" panose="020B0604020202020204" pitchFamily="34" charset="0"/>
            </a:endParaRPr>
          </a:p>
        </p:txBody>
      </p:sp>
      <p:sp>
        <p:nvSpPr>
          <p:cNvPr id="68" name="Shape 8699"/>
          <p:cNvSpPr/>
          <p:nvPr>
            <p:custDataLst>
              <p:tags r:id="rId3"/>
            </p:custDataLst>
          </p:nvPr>
        </p:nvSpPr>
        <p:spPr>
          <a:xfrm rot="1607237">
            <a:off x="5609655" y="2734934"/>
            <a:ext cx="638307" cy="454915"/>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cubicBezTo>
                  <a:pt x="10517" y="895"/>
                  <a:pt x="3317" y="8095"/>
                  <a:pt x="0" y="21600"/>
                </a:cubicBezTo>
              </a:path>
            </a:pathLst>
          </a:custGeom>
          <a:ln w="12700">
            <a:solidFill>
              <a:sysClr val="windowText" lastClr="000000">
                <a:lumMod val="65000"/>
                <a:lumOff val="35000"/>
              </a:sysClr>
            </a:solidFill>
            <a:miter lim="400000"/>
            <a:headEnd type="triangle"/>
            <a:tailEnd type="oval"/>
          </a:ln>
        </p:spPr>
        <p:txBody>
          <a:bodyPr/>
          <a:lstStyle/>
          <a:p>
            <a:endParaRPr sz="1315">
              <a:latin typeface="Arial" panose="020B0604020202020204" pitchFamily="34" charset="0"/>
              <a:ea typeface="微软雅黑" panose="020B0503020204020204" pitchFamily="34" charset="-122"/>
              <a:sym typeface="Arial" panose="020B0604020202020204" pitchFamily="34" charset="0"/>
            </a:endParaRPr>
          </a:p>
        </p:txBody>
      </p:sp>
      <p:sp>
        <p:nvSpPr>
          <p:cNvPr id="34" name="矩形 33"/>
          <p:cNvSpPr/>
          <p:nvPr>
            <p:custDataLst>
              <p:tags r:id="rId4"/>
            </p:custDataLst>
          </p:nvPr>
        </p:nvSpPr>
        <p:spPr>
          <a:xfrm>
            <a:off x="2681736" y="629487"/>
            <a:ext cx="38891" cy="301927"/>
          </a:xfrm>
          <a:prstGeom prst="rect">
            <a:avLst/>
          </a:prstGeom>
          <a:solidFill>
            <a:sysClr val="window" lastClr="FFFFFF">
              <a:lumMod val="65000"/>
            </a:sysClr>
          </a:solidFill>
          <a:ln>
            <a:noFill/>
          </a:ln>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zh-CN" altLang="en-US" sz="1350" dirty="0">
              <a:solidFill>
                <a:sysClr val="windowText" lastClr="000000">
                  <a:lumMod val="50000"/>
                  <a:lumOff val="50000"/>
                </a:sysClr>
              </a:solidFill>
              <a:latin typeface="Arial" panose="020B0604020202020204" pitchFamily="34" charset="0"/>
              <a:ea typeface="微软雅黑" panose="020B0503020204020204" pitchFamily="34" charset="-122"/>
              <a:sym typeface="Arial" panose="020B0604020202020204" pitchFamily="34" charset="0"/>
            </a:endParaRPr>
          </a:p>
        </p:txBody>
      </p:sp>
      <p:sp>
        <p:nvSpPr>
          <p:cNvPr id="35" name="矩形 34"/>
          <p:cNvSpPr/>
          <p:nvPr>
            <p:custDataLst>
              <p:tags r:id="rId5"/>
            </p:custDataLst>
          </p:nvPr>
        </p:nvSpPr>
        <p:spPr>
          <a:xfrm>
            <a:off x="2574826" y="724245"/>
            <a:ext cx="37577" cy="207169"/>
          </a:xfrm>
          <a:prstGeom prst="rect">
            <a:avLst/>
          </a:prstGeom>
          <a:solidFill>
            <a:sysClr val="window" lastClr="FFFFFF">
              <a:lumMod val="65000"/>
            </a:sysClr>
          </a:solidFill>
          <a:ln>
            <a:noFill/>
          </a:ln>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zh-CN" altLang="en-US" sz="1350">
              <a:solidFill>
                <a:sysClr val="windowText" lastClr="000000">
                  <a:lumMod val="50000"/>
                  <a:lumOff val="50000"/>
                </a:sysClr>
              </a:solidFill>
              <a:latin typeface="Arial" panose="020B0604020202020204" pitchFamily="34" charset="0"/>
              <a:ea typeface="微软雅黑" panose="020B0503020204020204" pitchFamily="34" charset="-122"/>
              <a:sym typeface="Arial" panose="020B0604020202020204" pitchFamily="34" charset="0"/>
            </a:endParaRPr>
          </a:p>
        </p:txBody>
      </p:sp>
      <p:sp>
        <p:nvSpPr>
          <p:cNvPr id="36" name="矩形 35"/>
          <p:cNvSpPr/>
          <p:nvPr>
            <p:custDataLst>
              <p:tags r:id="rId6"/>
            </p:custDataLst>
          </p:nvPr>
        </p:nvSpPr>
        <p:spPr>
          <a:xfrm>
            <a:off x="2465528" y="811757"/>
            <a:ext cx="38891" cy="119657"/>
          </a:xfrm>
          <a:prstGeom prst="rect">
            <a:avLst/>
          </a:prstGeom>
          <a:solidFill>
            <a:sysClr val="window" lastClr="FFFFFF">
              <a:lumMod val="65000"/>
            </a:sysClr>
          </a:solidFill>
          <a:ln>
            <a:noFill/>
          </a:ln>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zh-CN" altLang="en-US" sz="1350">
              <a:solidFill>
                <a:sysClr val="windowText" lastClr="000000">
                  <a:lumMod val="50000"/>
                  <a:lumOff val="50000"/>
                </a:sysClr>
              </a:solidFill>
              <a:latin typeface="Arial" panose="020B0604020202020204" pitchFamily="34" charset="0"/>
              <a:ea typeface="微软雅黑" panose="020B0503020204020204" pitchFamily="34" charset="-122"/>
              <a:sym typeface="Arial" panose="020B0604020202020204" pitchFamily="34" charset="0"/>
            </a:endParaRPr>
          </a:p>
        </p:txBody>
      </p:sp>
      <p:sp>
        <p:nvSpPr>
          <p:cNvPr id="31" name="矩形 30"/>
          <p:cNvSpPr/>
          <p:nvPr>
            <p:custDataLst>
              <p:tags r:id="rId7"/>
            </p:custDataLst>
          </p:nvPr>
        </p:nvSpPr>
        <p:spPr>
          <a:xfrm>
            <a:off x="6423371" y="629486"/>
            <a:ext cx="38891" cy="301927"/>
          </a:xfrm>
          <a:prstGeom prst="rect">
            <a:avLst/>
          </a:prstGeom>
          <a:solidFill>
            <a:sysClr val="window" lastClr="FFFFFF">
              <a:lumMod val="65000"/>
            </a:sysClr>
          </a:solidFill>
          <a:ln>
            <a:noFill/>
          </a:ln>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zh-CN" altLang="en-US" sz="1350">
              <a:solidFill>
                <a:sysClr val="windowText" lastClr="000000">
                  <a:lumMod val="50000"/>
                  <a:lumOff val="50000"/>
                </a:sysClr>
              </a:solidFill>
              <a:latin typeface="Arial" panose="020B0604020202020204" pitchFamily="34" charset="0"/>
              <a:ea typeface="微软雅黑" panose="020B0503020204020204" pitchFamily="34" charset="-122"/>
              <a:sym typeface="Arial" panose="020B0604020202020204" pitchFamily="34" charset="0"/>
            </a:endParaRPr>
          </a:p>
        </p:txBody>
      </p:sp>
      <p:sp>
        <p:nvSpPr>
          <p:cNvPr id="32" name="矩形 31"/>
          <p:cNvSpPr/>
          <p:nvPr>
            <p:custDataLst>
              <p:tags r:id="rId8"/>
            </p:custDataLst>
          </p:nvPr>
        </p:nvSpPr>
        <p:spPr>
          <a:xfrm>
            <a:off x="6532670" y="724244"/>
            <a:ext cx="37442" cy="207169"/>
          </a:xfrm>
          <a:prstGeom prst="rect">
            <a:avLst/>
          </a:prstGeom>
          <a:solidFill>
            <a:sysClr val="window" lastClr="FFFFFF">
              <a:lumMod val="65000"/>
            </a:sysClr>
          </a:solidFill>
          <a:ln>
            <a:noFill/>
          </a:ln>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zh-CN" altLang="en-US" sz="1350">
              <a:solidFill>
                <a:sysClr val="windowText" lastClr="000000">
                  <a:lumMod val="50000"/>
                  <a:lumOff val="50000"/>
                </a:sysClr>
              </a:solidFill>
              <a:latin typeface="Arial" panose="020B0604020202020204" pitchFamily="34" charset="0"/>
              <a:ea typeface="微软雅黑" panose="020B0503020204020204" pitchFamily="34" charset="-122"/>
              <a:sym typeface="Arial" panose="020B0604020202020204" pitchFamily="34" charset="0"/>
            </a:endParaRPr>
          </a:p>
        </p:txBody>
      </p:sp>
      <p:sp>
        <p:nvSpPr>
          <p:cNvPr id="33" name="矩形 32"/>
          <p:cNvSpPr/>
          <p:nvPr>
            <p:custDataLst>
              <p:tags r:id="rId9"/>
            </p:custDataLst>
          </p:nvPr>
        </p:nvSpPr>
        <p:spPr>
          <a:xfrm>
            <a:off x="6639580" y="811756"/>
            <a:ext cx="38891" cy="119657"/>
          </a:xfrm>
          <a:prstGeom prst="rect">
            <a:avLst/>
          </a:prstGeom>
          <a:solidFill>
            <a:sysClr val="window" lastClr="FFFFFF">
              <a:lumMod val="65000"/>
            </a:sysClr>
          </a:solidFill>
          <a:ln>
            <a:noFill/>
          </a:ln>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zh-CN" altLang="en-US" sz="1350">
              <a:solidFill>
                <a:sysClr val="windowText" lastClr="000000">
                  <a:lumMod val="50000"/>
                  <a:lumOff val="50000"/>
                </a:sysClr>
              </a:solidFill>
              <a:latin typeface="Arial" panose="020B0604020202020204" pitchFamily="34" charset="0"/>
              <a:ea typeface="微软雅黑" panose="020B0503020204020204" pitchFamily="34" charset="-122"/>
              <a:sym typeface="Arial" panose="020B0604020202020204" pitchFamily="34" charset="0"/>
            </a:endParaRPr>
          </a:p>
        </p:txBody>
      </p:sp>
      <p:sp>
        <p:nvSpPr>
          <p:cNvPr id="45" name="文本框 44"/>
          <p:cNvSpPr txBox="1"/>
          <p:nvPr>
            <p:custDataLst>
              <p:tags r:id="rId10"/>
            </p:custDataLst>
          </p:nvPr>
        </p:nvSpPr>
        <p:spPr>
          <a:xfrm>
            <a:off x="766853" y="2280571"/>
            <a:ext cx="1935122" cy="599440"/>
          </a:xfrm>
          <a:prstGeom prst="rect">
            <a:avLst/>
          </a:prstGeom>
          <a:noFill/>
        </p:spPr>
        <p:txBody>
          <a:bodyPr wrap="square" bIns="0" rtlCol="0" anchor="b" anchorCtr="0">
            <a:spAutoFit/>
          </a:bodyPr>
          <a:lstStyle/>
          <a:p>
            <a:pPr algn="r">
              <a:lnSpc>
                <a:spcPct val="120000"/>
              </a:lnSpc>
            </a:pPr>
            <a:r>
              <a:rPr lang="zh-CN" altLang="en-US" sz="1500" b="1" spc="300">
                <a:solidFill>
                  <a:srgbClr val="A100FF"/>
                </a:solidFill>
                <a:latin typeface="Arial" panose="020B0604020202020204" pitchFamily="34" charset="0"/>
                <a:ea typeface="微软雅黑" panose="020B0503020204020204" pitchFamily="34" charset="-122"/>
                <a:sym typeface="Arial" panose="020B0604020202020204" pitchFamily="34" charset="0"/>
              </a:rPr>
              <a:t>（1）暂时断开WLAN</a:t>
            </a:r>
            <a:endParaRPr lang="zh-CN" altLang="en-US" sz="1500" b="1" spc="300">
              <a:solidFill>
                <a:srgbClr val="A100FF"/>
              </a:solidFill>
              <a:latin typeface="Arial" panose="020B0604020202020204" pitchFamily="34" charset="0"/>
              <a:ea typeface="微软雅黑" panose="020B0503020204020204" pitchFamily="34" charset="-122"/>
              <a:sym typeface="Arial" panose="020B0604020202020204" pitchFamily="34" charset="0"/>
            </a:endParaRPr>
          </a:p>
        </p:txBody>
      </p:sp>
      <p:sp>
        <p:nvSpPr>
          <p:cNvPr id="46" name="文本框 18"/>
          <p:cNvSpPr txBox="1"/>
          <p:nvPr>
            <p:custDataLst>
              <p:tags r:id="rId11"/>
            </p:custDataLst>
          </p:nvPr>
        </p:nvSpPr>
        <p:spPr>
          <a:xfrm>
            <a:off x="621030" y="2898140"/>
            <a:ext cx="2080895" cy="1650365"/>
          </a:xfrm>
          <a:prstGeom prst="rect">
            <a:avLst/>
          </a:prstGeom>
          <a:noFill/>
        </p:spPr>
        <p:txBody>
          <a:bodyPr wrap="square" lIns="67500" tIns="0" rIns="67500" bIns="35100">
            <a:spAutoFit/>
          </a:bodyPr>
          <a:lstStyle>
            <a:defPPr>
              <a:defRPr lang="zh-CN"/>
            </a:defPPr>
            <a:lvl1pPr marL="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1pPr>
            <a:lvl2pPr marL="4572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2pPr>
            <a:lvl3pPr marL="9144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3pPr>
            <a:lvl4pPr marL="13716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4pPr>
            <a:lvl5pPr marL="18288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5pPr>
            <a:lvl6pPr marL="22860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6pPr>
            <a:lvl7pPr marL="27432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7pPr>
            <a:lvl8pPr marL="32004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8pPr>
            <a:lvl9pPr marL="36576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9pPr>
          </a:lstStyle>
          <a:p>
            <a:pPr algn="r">
              <a:lnSpc>
                <a:spcPct val="150000"/>
              </a:lnSpc>
            </a:pPr>
            <a:r>
              <a:rPr lang="zh-CN" altLang="en-US" sz="1000" kern="0">
                <a:solidFill>
                  <a:sysClr val="windowText" lastClr="000000"/>
                </a:solidFill>
                <a:uFillTx/>
                <a:latin typeface="Arial" panose="020B0604020202020204" pitchFamily="34" charset="0"/>
                <a:ea typeface="微软雅黑" panose="020B0503020204020204" pitchFamily="34" charset="-122"/>
                <a:sym typeface="Arial" panose="020B0604020202020204" pitchFamily="34" charset="0"/>
              </a:rPr>
              <a:t>在Windows 任务栏右端的通知区中，单击无线网络图标        或网络图标      ，展开网线网络列表，如图3-2所示；或者单击通知中心图标      ，展开通知中心，如图3-3所示。单击点亮的WLAN 图标，使之熄灭，变为灰色。</a:t>
            </a:r>
            <a:endParaRPr lang="zh-CN" altLang="en-US" sz="1000" kern="0">
              <a:solidFill>
                <a:sysClr val="windowText" lastClr="000000"/>
              </a:solidFill>
              <a:uFillTx/>
              <a:latin typeface="Arial" panose="020B0604020202020204" pitchFamily="34" charset="0"/>
              <a:ea typeface="微软雅黑" panose="020B0503020204020204" pitchFamily="34" charset="-122"/>
              <a:sym typeface="Arial" panose="020B0604020202020204" pitchFamily="34" charset="0"/>
            </a:endParaRPr>
          </a:p>
        </p:txBody>
      </p:sp>
      <p:sp>
        <p:nvSpPr>
          <p:cNvPr id="63" name="文本框 62"/>
          <p:cNvSpPr txBox="1"/>
          <p:nvPr>
            <p:custDataLst>
              <p:tags r:id="rId12"/>
            </p:custDataLst>
          </p:nvPr>
        </p:nvSpPr>
        <p:spPr>
          <a:xfrm>
            <a:off x="6442025" y="2280571"/>
            <a:ext cx="1935122" cy="599440"/>
          </a:xfrm>
          <a:prstGeom prst="rect">
            <a:avLst/>
          </a:prstGeom>
          <a:noFill/>
        </p:spPr>
        <p:txBody>
          <a:bodyPr wrap="square" bIns="0" rtlCol="0" anchor="b" anchorCtr="0">
            <a:spAutoFit/>
          </a:bodyPr>
          <a:lstStyle/>
          <a:p>
            <a:pPr>
              <a:lnSpc>
                <a:spcPct val="120000"/>
              </a:lnSpc>
            </a:pPr>
            <a:r>
              <a:rPr lang="zh-CN" altLang="en-US" sz="1500" b="1" spc="300">
                <a:solidFill>
                  <a:srgbClr val="A100FF"/>
                </a:solidFill>
                <a:latin typeface="Arial" panose="020B0604020202020204" pitchFamily="34" charset="0"/>
                <a:ea typeface="微软雅黑" panose="020B0503020204020204" pitchFamily="34" charset="-122"/>
                <a:sym typeface="Arial" panose="020B0604020202020204" pitchFamily="34" charset="0"/>
              </a:rPr>
              <a:t>（2）再次接入WLAN</a:t>
            </a:r>
            <a:endParaRPr lang="zh-CN" altLang="en-US" sz="1500" b="1" spc="300">
              <a:solidFill>
                <a:srgbClr val="A100FF"/>
              </a:solidFill>
              <a:latin typeface="Arial" panose="020B0604020202020204" pitchFamily="34" charset="0"/>
              <a:ea typeface="微软雅黑" panose="020B0503020204020204" pitchFamily="34" charset="-122"/>
              <a:sym typeface="Arial" panose="020B0604020202020204" pitchFamily="34" charset="0"/>
            </a:endParaRPr>
          </a:p>
        </p:txBody>
      </p:sp>
      <p:sp>
        <p:nvSpPr>
          <p:cNvPr id="64" name="文本框 18"/>
          <p:cNvSpPr txBox="1"/>
          <p:nvPr>
            <p:custDataLst>
              <p:tags r:id="rId13"/>
            </p:custDataLst>
          </p:nvPr>
        </p:nvSpPr>
        <p:spPr>
          <a:xfrm>
            <a:off x="6442075" y="2898140"/>
            <a:ext cx="2226310" cy="1188720"/>
          </a:xfrm>
          <a:prstGeom prst="rect">
            <a:avLst/>
          </a:prstGeom>
          <a:noFill/>
        </p:spPr>
        <p:txBody>
          <a:bodyPr wrap="square" lIns="67500" tIns="0" rIns="67500" bIns="35100">
            <a:spAutoFit/>
          </a:bodyPr>
          <a:lstStyle>
            <a:defPPr>
              <a:defRPr lang="zh-CN"/>
            </a:defPPr>
            <a:lvl1pPr marL="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1pPr>
            <a:lvl2pPr marL="4572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2pPr>
            <a:lvl3pPr marL="9144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3pPr>
            <a:lvl4pPr marL="13716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4pPr>
            <a:lvl5pPr marL="18288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5pPr>
            <a:lvl6pPr marL="22860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6pPr>
            <a:lvl7pPr marL="27432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7pPr>
            <a:lvl8pPr marL="32004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8pPr>
            <a:lvl9pPr marL="36576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9pPr>
          </a:lstStyle>
          <a:p>
            <a:pPr algn="l">
              <a:lnSpc>
                <a:spcPct val="150000"/>
              </a:lnSpc>
            </a:pPr>
            <a:r>
              <a:rPr lang="zh-CN" altLang="en-US" sz="1000" kern="0">
                <a:solidFill>
                  <a:sysClr val="windowText" lastClr="000000"/>
                </a:solidFill>
                <a:uFillTx/>
                <a:latin typeface="Arial" panose="020B0604020202020204" pitchFamily="34" charset="0"/>
                <a:ea typeface="微软雅黑" panose="020B0503020204020204" pitchFamily="34" charset="-122"/>
                <a:sym typeface="Arial" panose="020B0604020202020204" pitchFamily="34" charset="0"/>
              </a:rPr>
              <a:t>单击WLAN 未连接图标       ，展开无线网络连接选单；或者单击通知中心图标      ，展开通知中心。单击WLAN 名，使之点亮，则接入默认的无线网络。</a:t>
            </a:r>
            <a:endParaRPr lang="zh-CN" altLang="en-US" sz="1000" kern="0">
              <a:solidFill>
                <a:sysClr val="windowText" lastClr="000000"/>
              </a:solidFill>
              <a:uFillTx/>
              <a:latin typeface="Arial" panose="020B0604020202020204" pitchFamily="34" charset="0"/>
              <a:ea typeface="微软雅黑" panose="020B0503020204020204" pitchFamily="34" charset="-122"/>
              <a:sym typeface="Arial" panose="020B0604020202020204" pitchFamily="34" charset="0"/>
            </a:endParaRPr>
          </a:p>
        </p:txBody>
      </p:sp>
      <p:sp>
        <p:nvSpPr>
          <p:cNvPr id="29" name="Shape 8683"/>
          <p:cNvSpPr/>
          <p:nvPr>
            <p:custDataLst>
              <p:tags r:id="rId14"/>
            </p:custDataLst>
          </p:nvPr>
        </p:nvSpPr>
        <p:spPr>
          <a:xfrm>
            <a:off x="4202843" y="2949119"/>
            <a:ext cx="842437" cy="1452898"/>
          </a:xfrm>
          <a:custGeom>
            <a:avLst/>
            <a:gdLst/>
            <a:ahLst/>
            <a:cxnLst>
              <a:cxn ang="0">
                <a:pos x="wd2" y="hd2"/>
              </a:cxn>
              <a:cxn ang="5400000">
                <a:pos x="wd2" y="hd2"/>
              </a:cxn>
              <a:cxn ang="10800000">
                <a:pos x="wd2" y="hd2"/>
              </a:cxn>
              <a:cxn ang="16200000">
                <a:pos x="wd2" y="hd2"/>
              </a:cxn>
            </a:cxnLst>
            <a:rect l="0" t="0" r="r" b="b"/>
            <a:pathLst>
              <a:path w="21600" h="21600" extrusionOk="0">
                <a:moveTo>
                  <a:pt x="7703" y="21600"/>
                </a:moveTo>
                <a:cubicBezTo>
                  <a:pt x="7703" y="21600"/>
                  <a:pt x="9620" y="14257"/>
                  <a:pt x="8497" y="12086"/>
                </a:cubicBezTo>
                <a:lnTo>
                  <a:pt x="0" y="5437"/>
                </a:lnTo>
                <a:lnTo>
                  <a:pt x="1378" y="4710"/>
                </a:lnTo>
                <a:lnTo>
                  <a:pt x="9371" y="9988"/>
                </a:lnTo>
                <a:lnTo>
                  <a:pt x="10244" y="0"/>
                </a:lnTo>
                <a:lnTo>
                  <a:pt x="12276" y="0"/>
                </a:lnTo>
                <a:lnTo>
                  <a:pt x="13114" y="6514"/>
                </a:lnTo>
                <a:lnTo>
                  <a:pt x="20103" y="2173"/>
                </a:lnTo>
                <a:lnTo>
                  <a:pt x="21600" y="3331"/>
                </a:lnTo>
                <a:lnTo>
                  <a:pt x="14237" y="8468"/>
                </a:lnTo>
                <a:cubicBezTo>
                  <a:pt x="14237" y="8468"/>
                  <a:pt x="12990" y="8468"/>
                  <a:pt x="13738" y="13605"/>
                </a:cubicBezTo>
                <a:cubicBezTo>
                  <a:pt x="14487" y="18743"/>
                  <a:pt x="15111" y="21492"/>
                  <a:pt x="15111" y="21492"/>
                </a:cubicBezTo>
                <a:cubicBezTo>
                  <a:pt x="15111" y="21492"/>
                  <a:pt x="7703" y="21600"/>
                  <a:pt x="7703" y="21600"/>
                </a:cubicBezTo>
                <a:close/>
              </a:path>
            </a:pathLst>
          </a:custGeom>
          <a:solidFill>
            <a:srgbClr val="A100FF"/>
          </a:solidFill>
          <a:ln w="12700" cap="flat">
            <a:noFill/>
            <a:miter lim="400000"/>
          </a:ln>
          <a:effectLst/>
        </p:spPr>
        <p:txBody>
          <a:bodyPr wrap="square" lIns="14287" tIns="14287" rIns="14287" bIns="14287" numCol="1" anchor="ctr">
            <a:noAutofit/>
          </a:bodyPr>
          <a:lstStyle/>
          <a:p>
            <a:pPr>
              <a:defRPr sz="3200">
                <a:solidFill>
                  <a:srgbClr val="FFFFFF"/>
                </a:solidFill>
                <a:latin typeface="Helvetica Light" panose="00000400000000000000"/>
                <a:ea typeface="Helvetica Light" panose="00000400000000000000"/>
                <a:cs typeface="Helvetica Light" panose="00000400000000000000"/>
                <a:sym typeface="Helvetica Light" panose="00000400000000000000"/>
              </a:defRPr>
            </a:pPr>
            <a:endParaRPr sz="1200">
              <a:latin typeface="Arial" panose="020B0604020202020204" pitchFamily="34" charset="0"/>
              <a:ea typeface="微软雅黑" panose="020B0503020204020204" pitchFamily="34" charset="-122"/>
              <a:sym typeface="Arial" panose="020B0604020202020204" pitchFamily="34" charset="0"/>
            </a:endParaRPr>
          </a:p>
        </p:txBody>
      </p:sp>
      <p:sp>
        <p:nvSpPr>
          <p:cNvPr id="19" name="Shape 8684"/>
          <p:cNvSpPr/>
          <p:nvPr>
            <p:custDataLst>
              <p:tags r:id="rId15"/>
            </p:custDataLst>
          </p:nvPr>
        </p:nvSpPr>
        <p:spPr>
          <a:xfrm>
            <a:off x="3902441" y="1609085"/>
            <a:ext cx="1427807" cy="1427808"/>
          </a:xfrm>
          <a:prstGeom prst="ellipse">
            <a:avLst/>
          </a:prstGeom>
          <a:solidFill>
            <a:srgbClr val="A100FF"/>
          </a:solidFill>
          <a:ln w="63500" cap="flat">
            <a:solidFill>
              <a:srgbClr val="FFFFFF"/>
            </a:solidFill>
            <a:prstDash val="solid"/>
            <a:miter lim="400000"/>
          </a:ln>
          <a:effectLst/>
        </p:spPr>
        <p:txBody>
          <a:bodyPr wrap="square" lIns="14287" tIns="14287" rIns="14287" bIns="14287" numCol="1" anchor="ctr">
            <a:noAutofit/>
          </a:bodyPr>
          <a:lstStyle/>
          <a:p>
            <a:pPr>
              <a:defRPr sz="3200">
                <a:solidFill>
                  <a:srgbClr val="FFFFFF"/>
                </a:solidFill>
                <a:latin typeface="Helvetica Light" panose="00000400000000000000"/>
                <a:ea typeface="Helvetica Light" panose="00000400000000000000"/>
                <a:cs typeface="Helvetica Light" panose="00000400000000000000"/>
                <a:sym typeface="Helvetica Light" panose="00000400000000000000"/>
              </a:defRPr>
            </a:pPr>
            <a:endParaRPr sz="1200">
              <a:latin typeface="Arial" panose="020B0604020202020204" pitchFamily="34" charset="0"/>
              <a:ea typeface="微软雅黑" panose="020B0503020204020204" pitchFamily="34" charset="-122"/>
              <a:sym typeface="Arial" panose="020B0604020202020204" pitchFamily="34" charset="0"/>
            </a:endParaRPr>
          </a:p>
        </p:txBody>
      </p:sp>
      <p:sp>
        <p:nvSpPr>
          <p:cNvPr id="20" name="Shape 8685"/>
          <p:cNvSpPr/>
          <p:nvPr>
            <p:custDataLst>
              <p:tags r:id="rId16"/>
            </p:custDataLst>
          </p:nvPr>
        </p:nvSpPr>
        <p:spPr>
          <a:xfrm>
            <a:off x="4846697" y="2312098"/>
            <a:ext cx="1110709" cy="1110706"/>
          </a:xfrm>
          <a:prstGeom prst="ellipse">
            <a:avLst/>
          </a:prstGeom>
          <a:solidFill>
            <a:srgbClr val="A100FF"/>
          </a:solidFill>
          <a:ln w="12700" cap="flat">
            <a:solidFill>
              <a:srgbClr val="FFFFFF"/>
            </a:solidFill>
            <a:prstDash val="solid"/>
            <a:miter lim="400000"/>
          </a:ln>
          <a:effectLst/>
        </p:spPr>
        <p:txBody>
          <a:bodyPr wrap="square" lIns="14287" tIns="14287" rIns="14287" bIns="14287" numCol="1" anchor="ctr">
            <a:noAutofit/>
          </a:bodyPr>
          <a:lstStyle/>
          <a:p>
            <a:pPr>
              <a:defRPr sz="3200">
                <a:solidFill>
                  <a:srgbClr val="FFFFFF"/>
                </a:solidFill>
                <a:latin typeface="Helvetica Light" panose="00000400000000000000"/>
                <a:ea typeface="Helvetica Light" panose="00000400000000000000"/>
                <a:cs typeface="Helvetica Light" panose="00000400000000000000"/>
                <a:sym typeface="Helvetica Light" panose="00000400000000000000"/>
              </a:defRPr>
            </a:pPr>
            <a:endParaRPr sz="1200">
              <a:latin typeface="Arial" panose="020B0604020202020204" pitchFamily="34" charset="0"/>
              <a:ea typeface="微软雅黑" panose="020B0503020204020204" pitchFamily="34" charset="-122"/>
              <a:sym typeface="Arial" panose="020B0604020202020204" pitchFamily="34" charset="0"/>
            </a:endParaRPr>
          </a:p>
        </p:txBody>
      </p:sp>
      <p:pic>
        <p:nvPicPr>
          <p:cNvPr id="2" name="图片 1"/>
          <p:cNvPicPr>
            <a:picLocks noChangeAspect="1"/>
          </p:cNvPicPr>
          <p:nvPr/>
        </p:nvPicPr>
        <p:blipFill>
          <a:blip r:embed="rId17"/>
          <a:stretch>
            <a:fillRect/>
          </a:stretch>
        </p:blipFill>
        <p:spPr>
          <a:xfrm>
            <a:off x="2008505" y="3129915"/>
            <a:ext cx="180000" cy="180000"/>
          </a:xfrm>
          <a:prstGeom prst="rect">
            <a:avLst/>
          </a:prstGeom>
        </p:spPr>
      </p:pic>
      <p:pic>
        <p:nvPicPr>
          <p:cNvPr id="4" name="图片 3"/>
          <p:cNvPicPr>
            <a:picLocks noChangeAspect="1"/>
          </p:cNvPicPr>
          <p:nvPr/>
        </p:nvPicPr>
        <p:blipFill>
          <a:blip r:embed="rId18"/>
          <a:stretch>
            <a:fillRect/>
          </a:stretch>
        </p:blipFill>
        <p:spPr>
          <a:xfrm>
            <a:off x="1070610" y="3395980"/>
            <a:ext cx="180000" cy="180000"/>
          </a:xfrm>
          <a:prstGeom prst="rect">
            <a:avLst/>
          </a:prstGeom>
        </p:spPr>
      </p:pic>
      <p:pic>
        <p:nvPicPr>
          <p:cNvPr id="5" name="图片 4"/>
          <p:cNvPicPr>
            <a:picLocks noChangeAspect="1"/>
          </p:cNvPicPr>
          <p:nvPr/>
        </p:nvPicPr>
        <p:blipFill>
          <a:blip r:embed="rId19"/>
          <a:stretch>
            <a:fillRect/>
          </a:stretch>
        </p:blipFill>
        <p:spPr>
          <a:xfrm>
            <a:off x="876935" y="3847465"/>
            <a:ext cx="180000" cy="180000"/>
          </a:xfrm>
          <a:prstGeom prst="rect">
            <a:avLst/>
          </a:prstGeom>
        </p:spPr>
      </p:pic>
      <p:pic>
        <p:nvPicPr>
          <p:cNvPr id="6" name="图片 5"/>
          <p:cNvPicPr>
            <a:picLocks noChangeAspect="1"/>
          </p:cNvPicPr>
          <p:nvPr/>
        </p:nvPicPr>
        <p:blipFill>
          <a:blip r:embed="rId20"/>
          <a:stretch>
            <a:fillRect/>
          </a:stretch>
        </p:blipFill>
        <p:spPr>
          <a:xfrm>
            <a:off x="7856220" y="2948940"/>
            <a:ext cx="195882" cy="180000"/>
          </a:xfrm>
          <a:prstGeom prst="rect">
            <a:avLst/>
          </a:prstGeom>
        </p:spPr>
      </p:pic>
      <p:pic>
        <p:nvPicPr>
          <p:cNvPr id="7" name="图片 6"/>
          <p:cNvPicPr>
            <a:picLocks noChangeAspect="1"/>
          </p:cNvPicPr>
          <p:nvPr/>
        </p:nvPicPr>
        <p:blipFill>
          <a:blip r:embed="rId19"/>
          <a:stretch>
            <a:fillRect/>
          </a:stretch>
        </p:blipFill>
        <p:spPr>
          <a:xfrm>
            <a:off x="6798945" y="3402965"/>
            <a:ext cx="180000" cy="180000"/>
          </a:xfrm>
          <a:prstGeom prst="rect">
            <a:avLst/>
          </a:prstGeom>
        </p:spPr>
      </p:pic>
    </p:spTree>
    <p:custDataLst>
      <p:tags r:id="rId21"/>
    </p:custDataLst>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clrChange>
              <a:clrFrom>
                <a:srgbClr val="FFFFFF">
                  <a:alpha val="100000"/>
                </a:srgbClr>
              </a:clrFrom>
              <a:clrTo>
                <a:srgbClr val="FFFFFF">
                  <a:alpha val="100000"/>
                  <a:alpha val="0"/>
                </a:srgbClr>
              </a:clrTo>
            </a:clrChange>
          </a:blip>
          <a:stretch>
            <a:fillRect/>
          </a:stretch>
        </p:blipFill>
        <p:spPr>
          <a:xfrm>
            <a:off x="971550" y="598805"/>
            <a:ext cx="7200000" cy="3945210"/>
          </a:xfrm>
          <a:prstGeom prst="rect">
            <a:avLst/>
          </a:prstGeom>
        </p:spPr>
      </p:pic>
    </p:spTree>
    <p:custDataLst>
      <p:tags r:id="rId2"/>
    </p:custData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160" name="图片 159"/>
          <p:cNvPicPr>
            <a:picLocks noChangeAspect="1"/>
          </p:cNvPicPr>
          <p:nvPr userDrawn="1">
            <p:custDataLst>
              <p:tags r:id="rId1"/>
            </p:custDataLst>
          </p:nvPr>
        </p:nvPicPr>
        <p:blipFill>
          <a:blip r:embed="rId2">
            <a:extLst>
              <a:ext uri="{28A0092B-C50C-407E-A947-70E740481C1C}">
                <a14:useLocalDpi xmlns:a14="http://schemas.microsoft.com/office/drawing/2010/main" val="0"/>
              </a:ext>
            </a:extLst>
          </a:blip>
          <a:stretch>
            <a:fillRect/>
          </a:stretch>
        </p:blipFill>
        <p:spPr>
          <a:xfrm>
            <a:off x="7931976" y="3954677"/>
            <a:ext cx="1101947" cy="1188823"/>
          </a:xfrm>
          <a:prstGeom prst="rect">
            <a:avLst/>
          </a:prstGeom>
        </p:spPr>
      </p:pic>
      <p:sp>
        <p:nvSpPr>
          <p:cNvPr id="4" name="矩形 3"/>
          <p:cNvSpPr/>
          <p:nvPr>
            <p:custDataLst>
              <p:tags r:id="rId3"/>
            </p:custDataLst>
          </p:nvPr>
        </p:nvSpPr>
        <p:spPr>
          <a:xfrm>
            <a:off x="0" y="0"/>
            <a:ext cx="9144000" cy="5143500"/>
          </a:xfrm>
          <a:prstGeom prst="rect">
            <a:avLst/>
          </a:prstGeom>
          <a:pattFill prst="dotGrid">
            <a:fgClr>
              <a:srgbClr val="D9D9D9"/>
            </a:fgClr>
            <a:bgClr>
              <a:srgbClr val="D9D9D9"/>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solidFill>
                <a:srgbClr val="FFFFFF"/>
              </a:solidFill>
              <a:latin typeface="微软雅黑" panose="020B0503020204020204" pitchFamily="34" charset="-122"/>
              <a:ea typeface="微软雅黑" panose="020B0503020204020204" pitchFamily="34" charset="-122"/>
            </a:endParaRPr>
          </a:p>
        </p:txBody>
      </p:sp>
      <p:sp>
        <p:nvSpPr>
          <p:cNvPr id="8" name="任意多边形: 形状 7"/>
          <p:cNvSpPr/>
          <p:nvPr>
            <p:custDataLst>
              <p:tags r:id="rId4"/>
            </p:custDataLst>
          </p:nvPr>
        </p:nvSpPr>
        <p:spPr>
          <a:xfrm>
            <a:off x="0" y="0"/>
            <a:ext cx="5786226" cy="5143500"/>
          </a:xfrm>
          <a:custGeom>
            <a:avLst/>
            <a:gdLst>
              <a:gd name="connsiteX0" fmla="*/ 1736336 w 7714968"/>
              <a:gd name="connsiteY0" fmla="*/ 0 h 6858000"/>
              <a:gd name="connsiteX1" fmla="*/ 5645816 w 7714968"/>
              <a:gd name="connsiteY1" fmla="*/ 0 h 6858000"/>
              <a:gd name="connsiteX2" fmla="*/ 5839302 w 7714968"/>
              <a:gd name="connsiteY2" fmla="*/ 113594 h 6858000"/>
              <a:gd name="connsiteX3" fmla="*/ 7714968 w 7714968"/>
              <a:gd name="connsiteY3" fmla="*/ 3516874 h 6858000"/>
              <a:gd name="connsiteX4" fmla="*/ 5940720 w 7714968"/>
              <a:gd name="connsiteY4" fmla="*/ 6853836 h 6858000"/>
              <a:gd name="connsiteX5" fmla="*/ 5934226 w 7714968"/>
              <a:gd name="connsiteY5" fmla="*/ 6858000 h 6858000"/>
              <a:gd name="connsiteX6" fmla="*/ 1447412 w 7714968"/>
              <a:gd name="connsiteY6" fmla="*/ 6858000 h 6858000"/>
              <a:gd name="connsiteX7" fmla="*/ 1440740 w 7714968"/>
              <a:gd name="connsiteY7" fmla="*/ 6853836 h 6858000"/>
              <a:gd name="connsiteX8" fmla="*/ 106742 w 7714968"/>
              <a:gd name="connsiteY8" fmla="*/ 5348915 h 6858000"/>
              <a:gd name="connsiteX9" fmla="*/ 0 w 7714968"/>
              <a:gd name="connsiteY9" fmla="*/ 5120268 h 6858000"/>
              <a:gd name="connsiteX10" fmla="*/ 0 w 7714968"/>
              <a:gd name="connsiteY10" fmla="*/ 1910728 h 6858000"/>
              <a:gd name="connsiteX11" fmla="*/ 2094 w 7714968"/>
              <a:gd name="connsiteY11" fmla="*/ 1905464 h 6858000"/>
              <a:gd name="connsiteX12" fmla="*/ 1486117 w 7714968"/>
              <a:gd name="connsiteY12" fmla="*/ 14970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714968" h="6858000">
                <a:moveTo>
                  <a:pt x="1736336" y="0"/>
                </a:moveTo>
                <a:lnTo>
                  <a:pt x="5645816" y="0"/>
                </a:lnTo>
                <a:lnTo>
                  <a:pt x="5839302" y="113594"/>
                </a:lnTo>
                <a:cubicBezTo>
                  <a:pt x="6966500" y="826715"/>
                  <a:pt x="7714968" y="2084387"/>
                  <a:pt x="7714968" y="3516874"/>
                </a:cubicBezTo>
                <a:cubicBezTo>
                  <a:pt x="7714968" y="4905952"/>
                  <a:pt x="7011174" y="6130651"/>
                  <a:pt x="5940720" y="6853836"/>
                </a:cubicBezTo>
                <a:lnTo>
                  <a:pt x="5934226" y="6858000"/>
                </a:lnTo>
                <a:lnTo>
                  <a:pt x="1447412" y="6858000"/>
                </a:lnTo>
                <a:lnTo>
                  <a:pt x="1440740" y="6853836"/>
                </a:lnTo>
                <a:cubicBezTo>
                  <a:pt x="878752" y="6474164"/>
                  <a:pt x="417824" y="5956262"/>
                  <a:pt x="106742" y="5348915"/>
                </a:cubicBezTo>
                <a:lnTo>
                  <a:pt x="0" y="5120268"/>
                </a:lnTo>
                <a:lnTo>
                  <a:pt x="0" y="1910728"/>
                </a:lnTo>
                <a:lnTo>
                  <a:pt x="2094" y="1905464"/>
                </a:lnTo>
                <a:cubicBezTo>
                  <a:pt x="316870" y="1185936"/>
                  <a:pt x="836008" y="576218"/>
                  <a:pt x="1486117" y="149702"/>
                </a:cubicBezTo>
                <a:close/>
              </a:path>
            </a:pathLst>
          </a:custGeom>
          <a:solidFill>
            <a:srgbClr val="7F7F7F">
              <a:alpha val="2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rgbClr val="FFFFFF"/>
              </a:solidFill>
              <a:latin typeface="微软雅黑" panose="020B0503020204020204" pitchFamily="34" charset="-122"/>
              <a:ea typeface="微软雅黑" panose="020B0503020204020204" pitchFamily="34" charset="-122"/>
            </a:endParaRPr>
          </a:p>
        </p:txBody>
      </p:sp>
      <p:sp>
        <p:nvSpPr>
          <p:cNvPr id="9" name="任意多边形: 形状 8"/>
          <p:cNvSpPr/>
          <p:nvPr>
            <p:custDataLst>
              <p:tags r:id="rId5"/>
            </p:custDataLst>
          </p:nvPr>
        </p:nvSpPr>
        <p:spPr>
          <a:xfrm>
            <a:off x="138816" y="0"/>
            <a:ext cx="5485269" cy="5143500"/>
          </a:xfrm>
          <a:custGeom>
            <a:avLst/>
            <a:gdLst>
              <a:gd name="connsiteX0" fmla="*/ 2390577 w 7313692"/>
              <a:gd name="connsiteY0" fmla="*/ 0 h 6858000"/>
              <a:gd name="connsiteX1" fmla="*/ 4923117 w 7313692"/>
              <a:gd name="connsiteY1" fmla="*/ 0 h 6858000"/>
              <a:gd name="connsiteX2" fmla="*/ 5141490 w 7313692"/>
              <a:gd name="connsiteY2" fmla="*/ 86476 h 6858000"/>
              <a:gd name="connsiteX3" fmla="*/ 7313692 w 7313692"/>
              <a:gd name="connsiteY3" fmla="*/ 3429383 h 6858000"/>
              <a:gd name="connsiteX4" fmla="*/ 5141490 w 7313692"/>
              <a:gd name="connsiteY4" fmla="*/ 6772292 h 6858000"/>
              <a:gd name="connsiteX5" fmla="*/ 4925055 w 7313692"/>
              <a:gd name="connsiteY5" fmla="*/ 6858000 h 6858000"/>
              <a:gd name="connsiteX6" fmla="*/ 2388638 w 7313692"/>
              <a:gd name="connsiteY6" fmla="*/ 6858000 h 6858000"/>
              <a:gd name="connsiteX7" fmla="*/ 2172202 w 7313692"/>
              <a:gd name="connsiteY7" fmla="*/ 6772292 h 6858000"/>
              <a:gd name="connsiteX8" fmla="*/ 0 w 7313692"/>
              <a:gd name="connsiteY8" fmla="*/ 3429383 h 6858000"/>
              <a:gd name="connsiteX9" fmla="*/ 2172202 w 7313692"/>
              <a:gd name="connsiteY9" fmla="*/ 86476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313692" h="6858000">
                <a:moveTo>
                  <a:pt x="2390577" y="0"/>
                </a:moveTo>
                <a:lnTo>
                  <a:pt x="4923117" y="0"/>
                </a:lnTo>
                <a:lnTo>
                  <a:pt x="5141490" y="86476"/>
                </a:lnTo>
                <a:cubicBezTo>
                  <a:pt x="6421307" y="655715"/>
                  <a:pt x="7313692" y="1938335"/>
                  <a:pt x="7313692" y="3429383"/>
                </a:cubicBezTo>
                <a:cubicBezTo>
                  <a:pt x="7313692" y="4920432"/>
                  <a:pt x="6421308" y="6203052"/>
                  <a:pt x="5141490" y="6772292"/>
                </a:cubicBezTo>
                <a:lnTo>
                  <a:pt x="4925055" y="6858000"/>
                </a:lnTo>
                <a:lnTo>
                  <a:pt x="2388638" y="6858000"/>
                </a:lnTo>
                <a:lnTo>
                  <a:pt x="2172202" y="6772292"/>
                </a:lnTo>
                <a:cubicBezTo>
                  <a:pt x="892385" y="6203052"/>
                  <a:pt x="0" y="4920432"/>
                  <a:pt x="0" y="3429383"/>
                </a:cubicBezTo>
                <a:cubicBezTo>
                  <a:pt x="0" y="1938335"/>
                  <a:pt x="892385" y="655715"/>
                  <a:pt x="2172202" y="86476"/>
                </a:cubicBezTo>
                <a:close/>
              </a:path>
            </a:pathLst>
          </a:custGeom>
          <a:solidFill>
            <a:srgbClr val="8888D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rgbClr val="FFFFFF"/>
              </a:solidFill>
              <a:latin typeface="微软雅黑" panose="020B0503020204020204" pitchFamily="34" charset="-122"/>
              <a:ea typeface="微软雅黑" panose="020B0503020204020204" pitchFamily="34" charset="-122"/>
            </a:endParaRPr>
          </a:p>
        </p:txBody>
      </p:sp>
      <p:sp>
        <p:nvSpPr>
          <p:cNvPr id="10" name="任意多边形: 形状 9"/>
          <p:cNvSpPr/>
          <p:nvPr>
            <p:custDataLst>
              <p:tags r:id="rId6"/>
            </p:custDataLst>
          </p:nvPr>
        </p:nvSpPr>
        <p:spPr>
          <a:xfrm>
            <a:off x="6662674" y="4066152"/>
            <a:ext cx="2481326" cy="1077349"/>
          </a:xfrm>
          <a:custGeom>
            <a:avLst/>
            <a:gdLst>
              <a:gd name="connsiteX0" fmla="*/ 2072311 w 3308435"/>
              <a:gd name="connsiteY0" fmla="*/ 0 h 1436465"/>
              <a:gd name="connsiteX1" fmla="*/ 3175387 w 3308435"/>
              <a:gd name="connsiteY1" fmla="*/ 293607 h 1436465"/>
              <a:gd name="connsiteX2" fmla="*/ 3308435 w 3308435"/>
              <a:gd name="connsiteY2" fmla="*/ 376655 h 1436465"/>
              <a:gd name="connsiteX3" fmla="*/ 3308435 w 3308435"/>
              <a:gd name="connsiteY3" fmla="*/ 1436465 h 1436465"/>
              <a:gd name="connsiteX4" fmla="*/ 0 w 3308435"/>
              <a:gd name="connsiteY4" fmla="*/ 1436465 h 1436465"/>
              <a:gd name="connsiteX5" fmla="*/ 30369 w 3308435"/>
              <a:gd name="connsiteY5" fmla="*/ 1353490 h 1436465"/>
              <a:gd name="connsiteX6" fmla="*/ 2072311 w 3308435"/>
              <a:gd name="connsiteY6" fmla="*/ 0 h 14364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308435" h="1436465">
                <a:moveTo>
                  <a:pt x="2072311" y="0"/>
                </a:moveTo>
                <a:cubicBezTo>
                  <a:pt x="2473908" y="0"/>
                  <a:pt x="2850555" y="106824"/>
                  <a:pt x="3175387" y="293607"/>
                </a:cubicBezTo>
                <a:lnTo>
                  <a:pt x="3308435" y="376655"/>
                </a:lnTo>
                <a:lnTo>
                  <a:pt x="3308435" y="1436465"/>
                </a:lnTo>
                <a:lnTo>
                  <a:pt x="0" y="1436465"/>
                </a:lnTo>
                <a:lnTo>
                  <a:pt x="30369" y="1353490"/>
                </a:lnTo>
                <a:cubicBezTo>
                  <a:pt x="366790" y="558101"/>
                  <a:pt x="1154375" y="0"/>
                  <a:pt x="2072311" y="0"/>
                </a:cubicBezTo>
                <a:close/>
              </a:path>
            </a:pathLst>
          </a:custGeom>
          <a:solidFill>
            <a:srgbClr val="A5A5D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rgbClr val="FFFFFF"/>
              </a:solidFill>
              <a:latin typeface="微软雅黑" panose="020B0503020204020204" pitchFamily="34" charset="-122"/>
              <a:ea typeface="微软雅黑" panose="020B0503020204020204" pitchFamily="34" charset="-122"/>
            </a:endParaRPr>
          </a:p>
        </p:txBody>
      </p:sp>
      <p:sp>
        <p:nvSpPr>
          <p:cNvPr id="11" name="椭圆 10"/>
          <p:cNvSpPr/>
          <p:nvPr>
            <p:custDataLst>
              <p:tags r:id="rId7"/>
            </p:custDataLst>
          </p:nvPr>
        </p:nvSpPr>
        <p:spPr>
          <a:xfrm>
            <a:off x="337010" y="18658"/>
            <a:ext cx="5088882" cy="5088882"/>
          </a:xfrm>
          <a:prstGeom prst="ellipse">
            <a:avLst/>
          </a:prstGeom>
          <a:solidFill>
            <a:srgbClr val="FFFFFF"/>
          </a:solidFill>
          <a:ln>
            <a:solidFill>
              <a:srgbClr val="F2F2F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rgbClr val="FFFFFF"/>
              </a:solidFill>
              <a:latin typeface="微软雅黑" panose="020B0503020204020204" pitchFamily="34" charset="-122"/>
              <a:ea typeface="微软雅黑" panose="020B0503020204020204" pitchFamily="34" charset="-122"/>
            </a:endParaRPr>
          </a:p>
        </p:txBody>
      </p:sp>
      <p:sp>
        <p:nvSpPr>
          <p:cNvPr id="5" name="文本框 4"/>
          <p:cNvSpPr txBox="1"/>
          <p:nvPr>
            <p:custDataLst>
              <p:tags r:id="rId8"/>
            </p:custDataLst>
          </p:nvPr>
        </p:nvSpPr>
        <p:spPr>
          <a:xfrm>
            <a:off x="1618615" y="2125345"/>
            <a:ext cx="2470150" cy="1940560"/>
          </a:xfrm>
          <a:prstGeom prst="rect">
            <a:avLst/>
          </a:prstGeom>
          <a:noFill/>
        </p:spPr>
        <p:txBody>
          <a:bodyPr wrap="square" lIns="67627" tIns="35242" rIns="67627" bIns="35242" rtlCol="0">
            <a:noAutofit/>
          </a:bodyPr>
          <a:lstStyle>
            <a:defPPr>
              <a:defRPr lang="zh-CN"/>
            </a:defPPr>
            <a:lvl1pPr fontAlgn="auto">
              <a:lnSpc>
                <a:spcPct val="130000"/>
              </a:lnSpc>
              <a:spcAft>
                <a:spcPts val="1000"/>
              </a:spcAft>
              <a:defRPr sz="1600" spc="150"/>
            </a:lvl1pPr>
          </a:lstStyle>
          <a:p>
            <a:pPr marL="0" lvl="0" indent="-358775" algn="just" fontAlgn="ctr">
              <a:lnSpc>
                <a:spcPct val="130000"/>
              </a:lnSpc>
              <a:spcBef>
                <a:spcPts val="1000"/>
              </a:spcBef>
              <a:spcAft>
                <a:spcPts val="0"/>
              </a:spcAft>
              <a:buSzPct val="100000"/>
              <a:buFont typeface="WPS-Bullets" pitchFamily="2" charset="0"/>
              <a:buNone/>
            </a:pPr>
            <a:r>
              <a:rPr lang="zh-CN" altLang="en-US" sz="1200" b="1" kern="0" spc="0">
                <a:solidFill>
                  <a:srgbClr val="404040"/>
                </a:solidFill>
                <a:uFillTx/>
                <a:latin typeface="微软雅黑" panose="020B0503020204020204" pitchFamily="34" charset="-122"/>
                <a:ea typeface="微软雅黑" panose="020B0503020204020204" pitchFamily="34" charset="-122"/>
                <a:cs typeface="微软雅黑" panose="020B0503020204020204" pitchFamily="34" charset="-122"/>
              </a:rPr>
              <a:t>使用飞行模式，可以快速关闭计算机上的所有无线通信，包括WLAN、网络、蓝牙、GPS 和近场通信（NFC）。若要启用飞行模式，可选择任务栏上的“网络”图标，然后选择“飞行模式”。</a:t>
            </a:r>
            <a:endParaRPr lang="zh-CN" altLang="en-US" sz="1200" b="1" kern="0" spc="0">
              <a:solidFill>
                <a:srgbClr val="404040"/>
              </a:solidFill>
              <a:uFillTx/>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2" name="文本框 11"/>
          <p:cNvSpPr txBox="1"/>
          <p:nvPr>
            <p:custDataLst>
              <p:tags r:id="rId9"/>
            </p:custDataLst>
          </p:nvPr>
        </p:nvSpPr>
        <p:spPr>
          <a:xfrm>
            <a:off x="1618931" y="1332819"/>
            <a:ext cx="2724150" cy="468630"/>
          </a:xfrm>
          <a:prstGeom prst="rect">
            <a:avLst/>
          </a:prstGeom>
          <a:noFill/>
        </p:spPr>
        <p:txBody>
          <a:bodyPr wrap="none" lIns="67627" tIns="35242" rIns="67627" bIns="35242" rtlCol="0">
            <a:noAutofit/>
          </a:bodyPr>
          <a:lstStyle/>
          <a:p>
            <a:pPr marL="0" indent="0" algn="l">
              <a:lnSpc>
                <a:spcPct val="100000"/>
              </a:lnSpc>
              <a:spcBef>
                <a:spcPts val="0"/>
              </a:spcBef>
              <a:spcAft>
                <a:spcPts val="0"/>
              </a:spcAft>
              <a:buSzPct val="100000"/>
              <a:buNone/>
            </a:pPr>
            <a:r>
              <a:rPr lang="zh-CN" altLang="en-US" sz="2700" b="1" spc="300">
                <a:solidFill>
                  <a:srgbClr val="404040"/>
                </a:solidFill>
                <a:latin typeface="微软雅黑" panose="020B0503020204020204" pitchFamily="34" charset="-122"/>
                <a:ea typeface="微软雅黑" panose="020B0503020204020204" pitchFamily="34" charset="-122"/>
              </a:rPr>
              <a:t>提示</a:t>
            </a:r>
            <a:endParaRPr lang="zh-CN" altLang="en-US" sz="2700" b="1" spc="300">
              <a:solidFill>
                <a:srgbClr val="404040"/>
              </a:solidFill>
              <a:latin typeface="微软雅黑" panose="020B0503020204020204" pitchFamily="34" charset="-122"/>
              <a:ea typeface="微软雅黑" panose="020B0503020204020204" pitchFamily="34" charset="-122"/>
            </a:endParaRPr>
          </a:p>
        </p:txBody>
      </p:sp>
    </p:spTree>
    <p:custDataLst>
      <p:tags r:id="rId10"/>
    </p:custData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63" name="图片 62"/>
          <p:cNvPicPr>
            <a:picLocks noChangeAspect="1"/>
          </p:cNvPicPr>
          <p:nvPr userDrawn="1">
            <p:custDataLst>
              <p:tags r:id="rId1"/>
            </p:custDataLst>
          </p:nvPr>
        </p:nvPicPr>
        <p:blipFill>
          <a:blip r:embed="rId2">
            <a:extLst>
              <a:ext uri="{28A0092B-C50C-407E-A947-70E740481C1C}">
                <a14:useLocalDpi xmlns:a14="http://schemas.microsoft.com/office/drawing/2010/main" val="0"/>
              </a:ext>
            </a:extLst>
          </a:blip>
          <a:stretch>
            <a:fillRect/>
          </a:stretch>
        </p:blipFill>
        <p:spPr>
          <a:xfrm>
            <a:off x="7931976" y="3954677"/>
            <a:ext cx="1101947" cy="1188823"/>
          </a:xfrm>
          <a:prstGeom prst="rect">
            <a:avLst/>
          </a:prstGeom>
        </p:spPr>
      </p:pic>
      <p:sp>
        <p:nvSpPr>
          <p:cNvPr id="10" name="矩形 9"/>
          <p:cNvSpPr/>
          <p:nvPr userDrawn="1">
            <p:custDataLst>
              <p:tags r:id="rId3"/>
            </p:custDataLst>
          </p:nvPr>
        </p:nvSpPr>
        <p:spPr>
          <a:xfrm>
            <a:off x="0" y="0"/>
            <a:ext cx="9144000" cy="694373"/>
          </a:xfrm>
          <a:prstGeom prst="rect">
            <a:avLst/>
          </a:prstGeom>
          <a:solidFill>
            <a:srgbClr val="E7E7F0"/>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olidFill>
                <a:srgbClr val="FFFFFF"/>
              </a:solidFill>
              <a:latin typeface="微软雅黑" panose="020B0503020204020204" pitchFamily="34" charset="-122"/>
              <a:ea typeface="微软雅黑" panose="020B0503020204020204" pitchFamily="34" charset="-122"/>
              <a:sym typeface="+mn-ea"/>
            </a:endParaRPr>
          </a:p>
        </p:txBody>
      </p:sp>
      <p:sp>
        <p:nvSpPr>
          <p:cNvPr id="17" name="矩形 16"/>
          <p:cNvSpPr/>
          <p:nvPr>
            <p:custDataLst>
              <p:tags r:id="rId4"/>
            </p:custDataLst>
          </p:nvPr>
        </p:nvSpPr>
        <p:spPr>
          <a:xfrm>
            <a:off x="5214375" y="1193531"/>
            <a:ext cx="3472911" cy="2970717"/>
          </a:xfrm>
          <a:prstGeom prst="rect">
            <a:avLst/>
          </a:prstGeom>
          <a:solidFill>
            <a:srgbClr val="FFFFFF"/>
          </a:solidFill>
          <a:ln>
            <a:noFill/>
          </a:ln>
          <a:effectLst>
            <a:outerShdw blurRad="127000" dist="38100" dir="5400000" algn="t" rotWithShape="0">
              <a:srgbClr val="000000">
                <a:alpha val="3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200" b="1"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15" name="折角形 33"/>
          <p:cNvSpPr/>
          <p:nvPr>
            <p:custDataLst>
              <p:tags r:id="rId5"/>
            </p:custDataLst>
          </p:nvPr>
        </p:nvSpPr>
        <p:spPr>
          <a:xfrm>
            <a:off x="456301" y="1193531"/>
            <a:ext cx="4301471" cy="2970717"/>
          </a:xfrm>
          <a:prstGeom prst="foldedCorner">
            <a:avLst>
              <a:gd name="adj" fmla="val 16445"/>
            </a:avLst>
          </a:prstGeom>
          <a:solidFill>
            <a:srgbClr val="FFFFFF"/>
          </a:solidFill>
          <a:ln>
            <a:noFill/>
          </a:ln>
          <a:effectLst>
            <a:outerShdw blurRad="127000" dist="38100" dir="5400000" algn="t" rotWithShape="0">
              <a:srgbClr val="000000">
                <a:alpha val="3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rgbClr val="FFFFFF"/>
              </a:solidFill>
              <a:latin typeface="微软雅黑" panose="020B0503020204020204" pitchFamily="34" charset="-122"/>
              <a:ea typeface="微软雅黑" panose="020B0503020204020204" pitchFamily="34" charset="-122"/>
            </a:endParaRPr>
          </a:p>
        </p:txBody>
      </p:sp>
      <p:sp>
        <p:nvSpPr>
          <p:cNvPr id="16" name="任意多边形 8"/>
          <p:cNvSpPr/>
          <p:nvPr>
            <p:custDataLst>
              <p:tags r:id="rId6"/>
            </p:custDataLst>
          </p:nvPr>
        </p:nvSpPr>
        <p:spPr>
          <a:xfrm>
            <a:off x="688924" y="1193531"/>
            <a:ext cx="347186" cy="498634"/>
          </a:xfrm>
          <a:custGeom>
            <a:avLst/>
            <a:gdLst>
              <a:gd name="connsiteX0" fmla="*/ 0 w 1500"/>
              <a:gd name="connsiteY0" fmla="*/ 0 h 1449"/>
              <a:gd name="connsiteX1" fmla="*/ 1500 w 1500"/>
              <a:gd name="connsiteY1" fmla="*/ 0 h 1449"/>
              <a:gd name="connsiteX2" fmla="*/ 1500 w 1500"/>
              <a:gd name="connsiteY2" fmla="*/ 1449 h 1449"/>
              <a:gd name="connsiteX3" fmla="*/ 768 w 1500"/>
              <a:gd name="connsiteY3" fmla="*/ 1098 h 1449"/>
              <a:gd name="connsiteX4" fmla="*/ 0 w 1500"/>
              <a:gd name="connsiteY4" fmla="*/ 1449 h 1449"/>
              <a:gd name="connsiteX5" fmla="*/ 0 w 1500"/>
              <a:gd name="connsiteY5" fmla="*/ 0 h 1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00" h="1449">
                <a:moveTo>
                  <a:pt x="0" y="0"/>
                </a:moveTo>
                <a:lnTo>
                  <a:pt x="1500" y="0"/>
                </a:lnTo>
                <a:lnTo>
                  <a:pt x="1500" y="1449"/>
                </a:lnTo>
                <a:lnTo>
                  <a:pt x="768" y="1098"/>
                </a:lnTo>
                <a:lnTo>
                  <a:pt x="0" y="1449"/>
                </a:lnTo>
                <a:lnTo>
                  <a:pt x="0" y="0"/>
                </a:lnTo>
                <a:close/>
              </a:path>
            </a:pathLst>
          </a:custGeom>
          <a:solidFill>
            <a:srgbClr val="E1E1F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rgbClr val="FFFFFF"/>
              </a:solidFill>
              <a:latin typeface="微软雅黑" panose="020B0503020204020204" pitchFamily="34" charset="-122"/>
              <a:ea typeface="微软雅黑" panose="020B0503020204020204" pitchFamily="34" charset="-122"/>
            </a:endParaRPr>
          </a:p>
        </p:txBody>
      </p:sp>
      <p:sp>
        <p:nvSpPr>
          <p:cNvPr id="6" name="Title 6"/>
          <p:cNvSpPr txBox="1"/>
          <p:nvPr>
            <p:custDataLst>
              <p:tags r:id="rId7"/>
            </p:custDataLst>
          </p:nvPr>
        </p:nvSpPr>
        <p:spPr>
          <a:xfrm>
            <a:off x="688924" y="1795186"/>
            <a:ext cx="3836225" cy="1767407"/>
          </a:xfrm>
          <a:prstGeom prst="rect">
            <a:avLst/>
          </a:prstGeom>
          <a:noFill/>
          <a:ln w="3175">
            <a:noFill/>
            <a:prstDash val="dash"/>
          </a:ln>
        </p:spPr>
        <p:txBody>
          <a:bodyPr wrap="square" lIns="54000" tIns="0" rIns="54000" bIns="0" anchor="ctr" anchorCtr="0">
            <a:no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0" lvl="0" indent="-285750" algn="just">
              <a:lnSpc>
                <a:spcPct val="150000"/>
              </a:lnSpc>
              <a:spcBef>
                <a:spcPts val="0"/>
              </a:spcBef>
              <a:spcAft>
                <a:spcPts val="800"/>
              </a:spcAft>
              <a:buSzPct val="100000"/>
              <a:buFont typeface="Wingdings" panose="05000000000000000000" pitchFamily="2" charset="2"/>
              <a:buNone/>
            </a:pPr>
            <a:r>
              <a:rPr lang="zh-CN" altLang="en-US" sz="1300" kern="0" spc="0">
                <a:ln w="3175">
                  <a:noFill/>
                  <a:prstDash val="dash"/>
                </a:ln>
                <a:solidFill>
                  <a:srgbClr val="595959"/>
                </a:solidFill>
                <a:uFillTx/>
                <a:latin typeface="微软雅黑" panose="020B0503020204020204" pitchFamily="34" charset="-122"/>
                <a:ea typeface="微软雅黑" panose="020B0503020204020204" pitchFamily="34" charset="-122"/>
                <a:cs typeface="微软雅黑" panose="020B0503020204020204" pitchFamily="34" charset="-122"/>
              </a:rPr>
              <a:t>在无线网络列表中，单击“网络和Internet 设置”，将显示“设置”“网络和Internet”窗口，单击“WLAN”选项卡，如图3-4所示。在“WLAN”区域下，有无线网络的开关、搜索到的无线网名称、硬件属性和管理已知网络等。</a:t>
            </a:r>
            <a:endParaRPr lang="zh-CN" altLang="en-US" sz="1300" kern="0" spc="0">
              <a:ln w="3175">
                <a:noFill/>
                <a:prstDash val="dash"/>
              </a:ln>
              <a:solidFill>
                <a:srgbClr val="595959"/>
              </a:solidFill>
              <a:uFillTx/>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8" name="Title 6"/>
          <p:cNvSpPr txBox="1"/>
          <p:nvPr>
            <p:custDataLst>
              <p:tags r:id="rId8"/>
            </p:custDataLst>
          </p:nvPr>
        </p:nvSpPr>
        <p:spPr>
          <a:xfrm>
            <a:off x="456299" y="114750"/>
            <a:ext cx="8230987" cy="456300"/>
          </a:xfrm>
          <a:prstGeom prst="rect">
            <a:avLst/>
          </a:prstGeom>
          <a:noFill/>
          <a:ln w="3175">
            <a:noFill/>
            <a:prstDash val="dash"/>
          </a:ln>
        </p:spPr>
        <p:txBody>
          <a:bodyPr wrap="square" lIns="54000" tIns="27000" rIns="54000" bIns="27000" anchor="b" anchorCtr="0">
            <a:no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0" indent="0" algn="l">
              <a:lnSpc>
                <a:spcPct val="100000"/>
              </a:lnSpc>
              <a:spcBef>
                <a:spcPts val="0"/>
              </a:spcBef>
              <a:spcAft>
                <a:spcPts val="0"/>
              </a:spcAft>
              <a:buSzPct val="100000"/>
              <a:buNone/>
              <a:defRPr/>
            </a:pPr>
            <a:r>
              <a:rPr lang="zh-CN" altLang="en-US" sz="2400" b="1" spc="150">
                <a:ln w="3175">
                  <a:noFill/>
                  <a:prstDash val="dash"/>
                </a:ln>
                <a:solidFill>
                  <a:srgbClr val="7F7F7F"/>
                </a:solidFill>
                <a:latin typeface="微软雅黑" panose="020B0503020204020204" pitchFamily="34" charset="-122"/>
                <a:ea typeface="微软雅黑" panose="020B0503020204020204" pitchFamily="34" charset="-122"/>
                <a:cs typeface="微软雅黑" panose="020B0503020204020204" pitchFamily="34" charset="-122"/>
              </a:rPr>
              <a:t>设置无线网络连接</a:t>
            </a:r>
            <a:endParaRPr lang="zh-CN" altLang="en-US" sz="2400" b="1" spc="150">
              <a:ln w="3175">
                <a:noFill/>
                <a:prstDash val="dash"/>
              </a:ln>
              <a:solidFill>
                <a:srgbClr val="7F7F7F"/>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9" name="TextBox 13"/>
          <p:cNvSpPr txBox="1"/>
          <p:nvPr>
            <p:custDataLst>
              <p:tags r:id="rId9"/>
            </p:custDataLst>
          </p:nvPr>
        </p:nvSpPr>
        <p:spPr>
          <a:xfrm>
            <a:off x="456300" y="4681430"/>
            <a:ext cx="2176785" cy="169943"/>
          </a:xfrm>
          <a:prstGeom prst="rect">
            <a:avLst/>
          </a:prstGeom>
          <a:noFill/>
          <a:ln>
            <a:noFill/>
          </a:ln>
        </p:spPr>
        <p:txBody>
          <a:bodyPr wrap="square" lIns="67500" tIns="27000" rIns="67500" bIns="27000"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750" b="0" i="0" u="none" strike="noStrike" kern="1200" cap="none" spc="150" normalizeH="0" noProof="0" dirty="0">
                <a:ln>
                  <a:noFill/>
                </a:ln>
                <a:solidFill>
                  <a:schemeClr val="accent3">
                    <a:lumMod val="75000"/>
                  </a:schemeClr>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https://</a:t>
            </a:r>
            <a:r>
              <a:rPr kumimoji="0" lang="en-US" altLang="zh-CN" sz="750" b="1" i="0" u="none" strike="noStrike" kern="1200" cap="none" spc="150" normalizeH="0" noProof="0" dirty="0">
                <a:ln>
                  <a:noFill/>
                </a:ln>
                <a:solidFill>
                  <a:schemeClr val="accent4">
                    <a:lumMod val="75000"/>
                  </a:schemeClr>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www.textbookcenter.cn</a:t>
            </a:r>
            <a:endParaRPr kumimoji="0" lang="en-US" altLang="zh-CN" sz="750" b="1" i="0" u="none" strike="noStrike" kern="1200" cap="none" spc="150" normalizeH="0" noProof="0" dirty="0">
              <a:ln>
                <a:noFill/>
              </a:ln>
              <a:solidFill>
                <a:schemeClr val="accent4">
                  <a:lumMod val="75000"/>
                </a:schemeClr>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1" name="椭圆 10"/>
          <p:cNvSpPr>
            <a:spLocks noChangeAspect="1"/>
          </p:cNvSpPr>
          <p:nvPr>
            <p:custDataLst>
              <p:tags r:id="rId10"/>
            </p:custDataLst>
          </p:nvPr>
        </p:nvSpPr>
        <p:spPr>
          <a:xfrm>
            <a:off x="8644255" y="4744720"/>
            <a:ext cx="43180" cy="43180"/>
          </a:xfrm>
          <a:prstGeom prst="ellipse">
            <a:avLst/>
          </a:prstGeom>
          <a:solidFill>
            <a:srgbClr val="EF1F47"/>
          </a:solidFill>
          <a:ln>
            <a:noFill/>
          </a:ln>
        </p:spPr>
        <p:style>
          <a:lnRef idx="2">
            <a:srgbClr val="1E6BC5">
              <a:shade val="50000"/>
            </a:srgbClr>
          </a:lnRef>
          <a:fillRef idx="1">
            <a:srgbClr val="1E6BC5"/>
          </a:fillRef>
          <a:effectRef idx="0">
            <a:srgbClr val="1E6BC5"/>
          </a:effectRef>
          <a:fontRef idx="minor">
            <a:sysClr val="window" lastClr="FFFFFF"/>
          </a:fontRef>
        </p:style>
        <p:txBody>
          <a:bodyPr rtlCol="0" anchor="ctr"/>
          <a:lstStyle>
            <a:defPPr>
              <a:defRPr lang="zh-CN">
                <a:solidFill>
                  <a:sysClr val="window" lastClr="FFFFFF"/>
                </a:solidFill>
              </a:defRPr>
            </a:defPPr>
            <a:lvl1pPr marL="0" algn="l" defTabSz="914400" rtl="0" eaLnBrk="1" latinLnBrk="0" hangingPunct="1">
              <a:defRPr sz="1800" kern="1200">
                <a:solidFill>
                  <a:sysClr val="window" lastClr="FFFFFF"/>
                </a:solidFill>
                <a:latin typeface="+mn-lt"/>
                <a:ea typeface="+mn-ea"/>
                <a:cs typeface="+mn-cs"/>
              </a:defRPr>
            </a:lvl1pPr>
            <a:lvl2pPr marL="457200" algn="l" defTabSz="914400" rtl="0" eaLnBrk="1" latinLnBrk="0" hangingPunct="1">
              <a:defRPr sz="1800" kern="1200">
                <a:solidFill>
                  <a:sysClr val="window" lastClr="FFFFFF"/>
                </a:solidFill>
                <a:latin typeface="+mn-lt"/>
                <a:ea typeface="+mn-ea"/>
                <a:cs typeface="+mn-cs"/>
              </a:defRPr>
            </a:lvl2pPr>
            <a:lvl3pPr marL="914400" algn="l" defTabSz="914400" rtl="0" eaLnBrk="1" latinLnBrk="0" hangingPunct="1">
              <a:defRPr sz="1800" kern="1200">
                <a:solidFill>
                  <a:sysClr val="window" lastClr="FFFFFF"/>
                </a:solidFill>
                <a:latin typeface="+mn-lt"/>
                <a:ea typeface="+mn-ea"/>
                <a:cs typeface="+mn-cs"/>
              </a:defRPr>
            </a:lvl3pPr>
            <a:lvl4pPr marL="1371600" algn="l" defTabSz="914400" rtl="0" eaLnBrk="1" latinLnBrk="0" hangingPunct="1">
              <a:defRPr sz="1800" kern="1200">
                <a:solidFill>
                  <a:sysClr val="window" lastClr="FFFFFF"/>
                </a:solidFill>
                <a:latin typeface="+mn-lt"/>
                <a:ea typeface="+mn-ea"/>
                <a:cs typeface="+mn-cs"/>
              </a:defRPr>
            </a:lvl4pPr>
            <a:lvl5pPr marL="1828800" algn="l" defTabSz="914400" rtl="0" eaLnBrk="1" latinLnBrk="0" hangingPunct="1">
              <a:defRPr sz="1800" kern="1200">
                <a:solidFill>
                  <a:sysClr val="window" lastClr="FFFFFF"/>
                </a:solidFill>
                <a:latin typeface="+mn-lt"/>
                <a:ea typeface="+mn-ea"/>
                <a:cs typeface="+mn-cs"/>
              </a:defRPr>
            </a:lvl5pPr>
            <a:lvl6pPr marL="2286000" algn="l" defTabSz="914400" rtl="0" eaLnBrk="1" latinLnBrk="0" hangingPunct="1">
              <a:defRPr sz="1800" kern="1200">
                <a:solidFill>
                  <a:sysClr val="window" lastClr="FFFFFF"/>
                </a:solidFill>
                <a:latin typeface="+mn-lt"/>
                <a:ea typeface="+mn-ea"/>
                <a:cs typeface="+mn-cs"/>
              </a:defRPr>
            </a:lvl6pPr>
            <a:lvl7pPr marL="2743200" algn="l" defTabSz="914400" rtl="0" eaLnBrk="1" latinLnBrk="0" hangingPunct="1">
              <a:defRPr sz="1800" kern="1200">
                <a:solidFill>
                  <a:sysClr val="window" lastClr="FFFFFF"/>
                </a:solidFill>
                <a:latin typeface="+mn-lt"/>
                <a:ea typeface="+mn-ea"/>
                <a:cs typeface="+mn-cs"/>
              </a:defRPr>
            </a:lvl7pPr>
            <a:lvl8pPr marL="3200400" algn="l" defTabSz="914400" rtl="0" eaLnBrk="1" latinLnBrk="0" hangingPunct="1">
              <a:defRPr sz="1800" kern="1200">
                <a:solidFill>
                  <a:sysClr val="window" lastClr="FFFFFF"/>
                </a:solidFill>
                <a:latin typeface="+mn-lt"/>
                <a:ea typeface="+mn-ea"/>
                <a:cs typeface="+mn-cs"/>
              </a:defRPr>
            </a:lvl8pPr>
            <a:lvl9pPr marL="3657600" algn="l" defTabSz="914400" rtl="0" eaLnBrk="1" latinLnBrk="0" hangingPunct="1">
              <a:defRPr sz="1800" kern="1200">
                <a:solidFill>
                  <a:sysClr val="window" lastClr="FFFFFF"/>
                </a:solidFill>
                <a:latin typeface="+mn-lt"/>
                <a:ea typeface="+mn-ea"/>
                <a:cs typeface="+mn-cs"/>
              </a:defRPr>
            </a:lvl9pPr>
          </a:lstStyle>
          <a:p>
            <a:pPr algn="ctr"/>
            <a:endParaRPr lang="zh-CN" altLang="en-US" sz="1350">
              <a:solidFill>
                <a:sysClr val="window" lastClr="FFFFFF"/>
              </a:solidFill>
              <a:latin typeface="微软雅黑" panose="020B0503020204020204" pitchFamily="34" charset="-122"/>
              <a:ea typeface="微软雅黑" panose="020B0503020204020204" pitchFamily="34" charset="-122"/>
            </a:endParaRPr>
          </a:p>
        </p:txBody>
      </p:sp>
      <p:sp>
        <p:nvSpPr>
          <p:cNvPr id="12" name="椭圆 11"/>
          <p:cNvSpPr/>
          <p:nvPr>
            <p:custDataLst>
              <p:tags r:id="rId11"/>
            </p:custDataLst>
          </p:nvPr>
        </p:nvSpPr>
        <p:spPr>
          <a:xfrm>
            <a:off x="8406765" y="4744720"/>
            <a:ext cx="43180" cy="43180"/>
          </a:xfrm>
          <a:prstGeom prst="ellipse">
            <a:avLst/>
          </a:prstGeom>
          <a:solidFill>
            <a:srgbClr val="EF1F47"/>
          </a:solidFill>
          <a:ln>
            <a:noFill/>
          </a:ln>
        </p:spPr>
        <p:style>
          <a:lnRef idx="2">
            <a:srgbClr val="1E6BC5">
              <a:shade val="50000"/>
            </a:srgbClr>
          </a:lnRef>
          <a:fillRef idx="1">
            <a:srgbClr val="1E6BC5"/>
          </a:fillRef>
          <a:effectRef idx="0">
            <a:srgbClr val="1E6BC5"/>
          </a:effectRef>
          <a:fontRef idx="minor">
            <a:sysClr val="window" lastClr="FFFFFF"/>
          </a:fontRef>
        </p:style>
        <p:txBody>
          <a:bodyPr rtlCol="0" anchor="ctr"/>
          <a:lstStyle>
            <a:defPPr>
              <a:defRPr lang="zh-CN">
                <a:solidFill>
                  <a:sysClr val="window" lastClr="FFFFFF"/>
                </a:solidFill>
              </a:defRPr>
            </a:defPPr>
            <a:lvl1pPr marL="0" algn="l" defTabSz="914400" rtl="0" eaLnBrk="1" latinLnBrk="0" hangingPunct="1">
              <a:defRPr sz="1800" kern="1200">
                <a:solidFill>
                  <a:sysClr val="window" lastClr="FFFFFF"/>
                </a:solidFill>
                <a:latin typeface="+mn-lt"/>
                <a:ea typeface="+mn-ea"/>
                <a:cs typeface="+mn-cs"/>
              </a:defRPr>
            </a:lvl1pPr>
            <a:lvl2pPr marL="457200" algn="l" defTabSz="914400" rtl="0" eaLnBrk="1" latinLnBrk="0" hangingPunct="1">
              <a:defRPr sz="1800" kern="1200">
                <a:solidFill>
                  <a:sysClr val="window" lastClr="FFFFFF"/>
                </a:solidFill>
                <a:latin typeface="+mn-lt"/>
                <a:ea typeface="+mn-ea"/>
                <a:cs typeface="+mn-cs"/>
              </a:defRPr>
            </a:lvl2pPr>
            <a:lvl3pPr marL="914400" algn="l" defTabSz="914400" rtl="0" eaLnBrk="1" latinLnBrk="0" hangingPunct="1">
              <a:defRPr sz="1800" kern="1200">
                <a:solidFill>
                  <a:sysClr val="window" lastClr="FFFFFF"/>
                </a:solidFill>
                <a:latin typeface="+mn-lt"/>
                <a:ea typeface="+mn-ea"/>
                <a:cs typeface="+mn-cs"/>
              </a:defRPr>
            </a:lvl3pPr>
            <a:lvl4pPr marL="1371600" algn="l" defTabSz="914400" rtl="0" eaLnBrk="1" latinLnBrk="0" hangingPunct="1">
              <a:defRPr sz="1800" kern="1200">
                <a:solidFill>
                  <a:sysClr val="window" lastClr="FFFFFF"/>
                </a:solidFill>
                <a:latin typeface="+mn-lt"/>
                <a:ea typeface="+mn-ea"/>
                <a:cs typeface="+mn-cs"/>
              </a:defRPr>
            </a:lvl4pPr>
            <a:lvl5pPr marL="1828800" algn="l" defTabSz="914400" rtl="0" eaLnBrk="1" latinLnBrk="0" hangingPunct="1">
              <a:defRPr sz="1800" kern="1200">
                <a:solidFill>
                  <a:sysClr val="window" lastClr="FFFFFF"/>
                </a:solidFill>
                <a:latin typeface="+mn-lt"/>
                <a:ea typeface="+mn-ea"/>
                <a:cs typeface="+mn-cs"/>
              </a:defRPr>
            </a:lvl5pPr>
            <a:lvl6pPr marL="2286000" algn="l" defTabSz="914400" rtl="0" eaLnBrk="1" latinLnBrk="0" hangingPunct="1">
              <a:defRPr sz="1800" kern="1200">
                <a:solidFill>
                  <a:sysClr val="window" lastClr="FFFFFF"/>
                </a:solidFill>
                <a:latin typeface="+mn-lt"/>
                <a:ea typeface="+mn-ea"/>
                <a:cs typeface="+mn-cs"/>
              </a:defRPr>
            </a:lvl6pPr>
            <a:lvl7pPr marL="2743200" algn="l" defTabSz="914400" rtl="0" eaLnBrk="1" latinLnBrk="0" hangingPunct="1">
              <a:defRPr sz="1800" kern="1200">
                <a:solidFill>
                  <a:sysClr val="window" lastClr="FFFFFF"/>
                </a:solidFill>
                <a:latin typeface="+mn-lt"/>
                <a:ea typeface="+mn-ea"/>
                <a:cs typeface="+mn-cs"/>
              </a:defRPr>
            </a:lvl7pPr>
            <a:lvl8pPr marL="3200400" algn="l" defTabSz="914400" rtl="0" eaLnBrk="1" latinLnBrk="0" hangingPunct="1">
              <a:defRPr sz="1800" kern="1200">
                <a:solidFill>
                  <a:sysClr val="window" lastClr="FFFFFF"/>
                </a:solidFill>
                <a:latin typeface="+mn-lt"/>
                <a:ea typeface="+mn-ea"/>
                <a:cs typeface="+mn-cs"/>
              </a:defRPr>
            </a:lvl8pPr>
            <a:lvl9pPr marL="3657600" algn="l" defTabSz="914400" rtl="0" eaLnBrk="1" latinLnBrk="0" hangingPunct="1">
              <a:defRPr sz="1800" kern="1200">
                <a:solidFill>
                  <a:sysClr val="window" lastClr="FFFFFF"/>
                </a:solidFill>
                <a:latin typeface="+mn-lt"/>
                <a:ea typeface="+mn-ea"/>
                <a:cs typeface="+mn-cs"/>
              </a:defRPr>
            </a:lvl9pPr>
          </a:lstStyle>
          <a:p>
            <a:pPr algn="ctr"/>
            <a:endParaRPr lang="zh-CN" altLang="en-US" sz="1350">
              <a:solidFill>
                <a:sysClr val="window" lastClr="FFFFFF"/>
              </a:solidFill>
              <a:latin typeface="微软雅黑" panose="020B0503020204020204" pitchFamily="34" charset="-122"/>
              <a:ea typeface="微软雅黑" panose="020B0503020204020204" pitchFamily="34" charset="-122"/>
            </a:endParaRPr>
          </a:p>
        </p:txBody>
      </p:sp>
      <p:sp>
        <p:nvSpPr>
          <p:cNvPr id="13" name="椭圆 12"/>
          <p:cNvSpPr>
            <a:spLocks noChangeAspect="1"/>
          </p:cNvSpPr>
          <p:nvPr>
            <p:custDataLst>
              <p:tags r:id="rId12"/>
            </p:custDataLst>
          </p:nvPr>
        </p:nvSpPr>
        <p:spPr>
          <a:xfrm>
            <a:off x="8525510" y="4744720"/>
            <a:ext cx="43180" cy="43180"/>
          </a:xfrm>
          <a:prstGeom prst="ellipse">
            <a:avLst/>
          </a:prstGeom>
          <a:solidFill>
            <a:srgbClr val="EF1F47"/>
          </a:solidFill>
          <a:ln>
            <a:noFill/>
          </a:ln>
        </p:spPr>
        <p:style>
          <a:lnRef idx="2">
            <a:srgbClr val="1E6BC5">
              <a:shade val="50000"/>
            </a:srgbClr>
          </a:lnRef>
          <a:fillRef idx="1">
            <a:srgbClr val="1E6BC5"/>
          </a:fillRef>
          <a:effectRef idx="0">
            <a:srgbClr val="1E6BC5"/>
          </a:effectRef>
          <a:fontRef idx="minor">
            <a:sysClr val="window" lastClr="FFFFFF"/>
          </a:fontRef>
        </p:style>
        <p:txBody>
          <a:bodyPr rtlCol="0" anchor="ctr"/>
          <a:lstStyle>
            <a:defPPr>
              <a:defRPr lang="zh-CN">
                <a:solidFill>
                  <a:sysClr val="window" lastClr="FFFFFF"/>
                </a:solidFill>
              </a:defRPr>
            </a:defPPr>
            <a:lvl1pPr marL="0" algn="l" defTabSz="914400" rtl="0" eaLnBrk="1" latinLnBrk="0" hangingPunct="1">
              <a:defRPr sz="1800" kern="1200">
                <a:solidFill>
                  <a:sysClr val="window" lastClr="FFFFFF"/>
                </a:solidFill>
                <a:latin typeface="+mn-lt"/>
                <a:ea typeface="+mn-ea"/>
                <a:cs typeface="+mn-cs"/>
              </a:defRPr>
            </a:lvl1pPr>
            <a:lvl2pPr marL="457200" algn="l" defTabSz="914400" rtl="0" eaLnBrk="1" latinLnBrk="0" hangingPunct="1">
              <a:defRPr sz="1800" kern="1200">
                <a:solidFill>
                  <a:sysClr val="window" lastClr="FFFFFF"/>
                </a:solidFill>
                <a:latin typeface="+mn-lt"/>
                <a:ea typeface="+mn-ea"/>
                <a:cs typeface="+mn-cs"/>
              </a:defRPr>
            </a:lvl2pPr>
            <a:lvl3pPr marL="914400" algn="l" defTabSz="914400" rtl="0" eaLnBrk="1" latinLnBrk="0" hangingPunct="1">
              <a:defRPr sz="1800" kern="1200">
                <a:solidFill>
                  <a:sysClr val="window" lastClr="FFFFFF"/>
                </a:solidFill>
                <a:latin typeface="+mn-lt"/>
                <a:ea typeface="+mn-ea"/>
                <a:cs typeface="+mn-cs"/>
              </a:defRPr>
            </a:lvl3pPr>
            <a:lvl4pPr marL="1371600" algn="l" defTabSz="914400" rtl="0" eaLnBrk="1" latinLnBrk="0" hangingPunct="1">
              <a:defRPr sz="1800" kern="1200">
                <a:solidFill>
                  <a:sysClr val="window" lastClr="FFFFFF"/>
                </a:solidFill>
                <a:latin typeface="+mn-lt"/>
                <a:ea typeface="+mn-ea"/>
                <a:cs typeface="+mn-cs"/>
              </a:defRPr>
            </a:lvl4pPr>
            <a:lvl5pPr marL="1828800" algn="l" defTabSz="914400" rtl="0" eaLnBrk="1" latinLnBrk="0" hangingPunct="1">
              <a:defRPr sz="1800" kern="1200">
                <a:solidFill>
                  <a:sysClr val="window" lastClr="FFFFFF"/>
                </a:solidFill>
                <a:latin typeface="+mn-lt"/>
                <a:ea typeface="+mn-ea"/>
                <a:cs typeface="+mn-cs"/>
              </a:defRPr>
            </a:lvl5pPr>
            <a:lvl6pPr marL="2286000" algn="l" defTabSz="914400" rtl="0" eaLnBrk="1" latinLnBrk="0" hangingPunct="1">
              <a:defRPr sz="1800" kern="1200">
                <a:solidFill>
                  <a:sysClr val="window" lastClr="FFFFFF"/>
                </a:solidFill>
                <a:latin typeface="+mn-lt"/>
                <a:ea typeface="+mn-ea"/>
                <a:cs typeface="+mn-cs"/>
              </a:defRPr>
            </a:lvl6pPr>
            <a:lvl7pPr marL="2743200" algn="l" defTabSz="914400" rtl="0" eaLnBrk="1" latinLnBrk="0" hangingPunct="1">
              <a:defRPr sz="1800" kern="1200">
                <a:solidFill>
                  <a:sysClr val="window" lastClr="FFFFFF"/>
                </a:solidFill>
                <a:latin typeface="+mn-lt"/>
                <a:ea typeface="+mn-ea"/>
                <a:cs typeface="+mn-cs"/>
              </a:defRPr>
            </a:lvl7pPr>
            <a:lvl8pPr marL="3200400" algn="l" defTabSz="914400" rtl="0" eaLnBrk="1" latinLnBrk="0" hangingPunct="1">
              <a:defRPr sz="1800" kern="1200">
                <a:solidFill>
                  <a:sysClr val="window" lastClr="FFFFFF"/>
                </a:solidFill>
                <a:latin typeface="+mn-lt"/>
                <a:ea typeface="+mn-ea"/>
                <a:cs typeface="+mn-cs"/>
              </a:defRPr>
            </a:lvl8pPr>
            <a:lvl9pPr marL="3657600" algn="l" defTabSz="914400" rtl="0" eaLnBrk="1" latinLnBrk="0" hangingPunct="1">
              <a:defRPr sz="1800" kern="1200">
                <a:solidFill>
                  <a:sysClr val="window" lastClr="FFFFFF"/>
                </a:solidFill>
                <a:latin typeface="+mn-lt"/>
                <a:ea typeface="+mn-ea"/>
                <a:cs typeface="+mn-cs"/>
              </a:defRPr>
            </a:lvl9pPr>
          </a:lstStyle>
          <a:p>
            <a:pPr algn="ctr"/>
            <a:endParaRPr lang="zh-CN" altLang="en-US" sz="1350">
              <a:solidFill>
                <a:sysClr val="window" lastClr="FFFFFF"/>
              </a:solidFill>
              <a:latin typeface="微软雅黑" panose="020B0503020204020204" pitchFamily="34" charset="-122"/>
              <a:ea typeface="微软雅黑" panose="020B0503020204020204" pitchFamily="34" charset="-122"/>
            </a:endParaRPr>
          </a:p>
        </p:txBody>
      </p:sp>
      <p:pic>
        <p:nvPicPr>
          <p:cNvPr id="23" name="图片 22"/>
          <p:cNvPicPr>
            <a:picLocks noChangeAspect="1"/>
          </p:cNvPicPr>
          <p:nvPr>
            <p:custDataLst>
              <p:tags r:id="rId13"/>
            </p:custDataLst>
          </p:nvPr>
        </p:nvPicPr>
        <p:blipFill rotWithShape="1">
          <a:blip r:embed="rId14"/>
          <a:srcRect l="2253" r="2253"/>
          <a:stretch>
            <a:fillRect/>
          </a:stretch>
        </p:blipFill>
        <p:spPr>
          <a:xfrm>
            <a:off x="5323301" y="1306931"/>
            <a:ext cx="3246106" cy="2745247"/>
          </a:xfrm>
          <a:prstGeom prst="rect">
            <a:avLst/>
          </a:prstGeom>
        </p:spPr>
      </p:pic>
    </p:spTree>
    <p:custDataLst>
      <p:tags r:id="rId15"/>
    </p:custData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1" name="矩形: 圆角 10"/>
          <p:cNvSpPr/>
          <p:nvPr>
            <p:custDataLst>
              <p:tags r:id="rId1"/>
            </p:custDataLst>
          </p:nvPr>
        </p:nvSpPr>
        <p:spPr>
          <a:xfrm>
            <a:off x="468086" y="1447256"/>
            <a:ext cx="8207828" cy="3451318"/>
          </a:xfrm>
          <a:prstGeom prst="roundRect">
            <a:avLst>
              <a:gd name="adj" fmla="val 4249"/>
            </a:avLst>
          </a:prstGeom>
          <a:solidFill>
            <a:srgbClr val="C3C3E9">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1350">
              <a:solidFill>
                <a:srgbClr val="FFFFFF"/>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10" name="任意多边形: 形状 9"/>
          <p:cNvSpPr/>
          <p:nvPr>
            <p:custDataLst>
              <p:tags r:id="rId2"/>
            </p:custDataLst>
          </p:nvPr>
        </p:nvSpPr>
        <p:spPr>
          <a:xfrm>
            <a:off x="35990" y="0"/>
            <a:ext cx="9072020" cy="581628"/>
          </a:xfrm>
          <a:custGeom>
            <a:avLst/>
            <a:gdLst>
              <a:gd name="connsiteX0" fmla="*/ 0 w 12096026"/>
              <a:gd name="connsiteY0" fmla="*/ 0 h 879200"/>
              <a:gd name="connsiteX1" fmla="*/ 12096026 w 12096026"/>
              <a:gd name="connsiteY1" fmla="*/ 0 h 879200"/>
              <a:gd name="connsiteX2" fmla="*/ 11987519 w 12096026"/>
              <a:gd name="connsiteY2" fmla="*/ 47063 h 879200"/>
              <a:gd name="connsiteX3" fmla="*/ 6048013 w 12096026"/>
              <a:gd name="connsiteY3" fmla="*/ 879200 h 879200"/>
              <a:gd name="connsiteX4" fmla="*/ 108507 w 12096026"/>
              <a:gd name="connsiteY4" fmla="*/ 47063 h 879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096026" h="879200">
                <a:moveTo>
                  <a:pt x="0" y="0"/>
                </a:moveTo>
                <a:lnTo>
                  <a:pt x="12096026" y="0"/>
                </a:lnTo>
                <a:lnTo>
                  <a:pt x="11987519" y="47063"/>
                </a:lnTo>
                <a:cubicBezTo>
                  <a:pt x="10700312" y="549115"/>
                  <a:pt x="8520454" y="879200"/>
                  <a:pt x="6048013" y="879200"/>
                </a:cubicBezTo>
                <a:cubicBezTo>
                  <a:pt x="3575573" y="879200"/>
                  <a:pt x="1395714" y="549115"/>
                  <a:pt x="108507" y="47063"/>
                </a:cubicBezTo>
                <a:close/>
              </a:path>
            </a:pathLst>
          </a:custGeom>
          <a:solidFill>
            <a:srgbClr val="E1E1F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1350">
              <a:solidFill>
                <a:srgbClr val="FFFFFF"/>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4" name="矩形 3"/>
          <p:cNvSpPr/>
          <p:nvPr>
            <p:custDataLst>
              <p:tags r:id="rId3"/>
            </p:custDataLst>
          </p:nvPr>
        </p:nvSpPr>
        <p:spPr>
          <a:xfrm>
            <a:off x="1061156" y="719485"/>
            <a:ext cx="7021688" cy="581628"/>
          </a:xfrm>
          <a:prstGeom prst="rect">
            <a:avLst/>
          </a:prstGeom>
        </p:spPr>
        <p:txBody>
          <a:bodyPr wrap="square" anchor="b">
            <a:normAutofit lnSpcReduction="20000"/>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ct val="120000"/>
              </a:lnSpc>
              <a:spcBef>
                <a:spcPts val="0"/>
              </a:spcBef>
              <a:spcAft>
                <a:spcPts val="0"/>
              </a:spcAft>
              <a:buSzPct val="100000"/>
              <a:buNone/>
            </a:pPr>
            <a:r>
              <a:rPr lang="zh-CN" altLang="en-US" sz="3000" b="1" spc="300">
                <a:solidFill>
                  <a:srgbClr val="404040"/>
                </a:solidFill>
                <a:latin typeface="微软雅黑" panose="020B0503020204020204" pitchFamily="34" charset="-122"/>
                <a:ea typeface="微软雅黑" panose="020B0503020204020204" pitchFamily="34" charset="-122"/>
              </a:rPr>
              <a:t>接入局域网</a:t>
            </a:r>
            <a:endParaRPr lang="zh-CN" altLang="en-US" sz="3000" b="1" spc="300">
              <a:solidFill>
                <a:srgbClr val="404040"/>
              </a:solidFill>
              <a:latin typeface="微软雅黑" panose="020B0503020204020204" pitchFamily="34" charset="-122"/>
              <a:ea typeface="微软雅黑" panose="020B0503020204020204" pitchFamily="34" charset="-122"/>
            </a:endParaRPr>
          </a:p>
        </p:txBody>
      </p:sp>
      <p:sp>
        <p:nvSpPr>
          <p:cNvPr id="5" name="矩形 4"/>
          <p:cNvSpPr/>
          <p:nvPr>
            <p:custDataLst>
              <p:tags r:id="rId4"/>
            </p:custDataLst>
          </p:nvPr>
        </p:nvSpPr>
        <p:spPr>
          <a:xfrm>
            <a:off x="780028" y="1523456"/>
            <a:ext cx="7583945" cy="3286125"/>
          </a:xfrm>
          <a:prstGeom prst="rect">
            <a:avLst/>
          </a:prstGeom>
        </p:spPr>
        <p:txBody>
          <a:bodyPr>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50" lvl="0" indent="-285750" algn="l" fontAlgn="ctr">
              <a:lnSpc>
                <a:spcPct val="130000"/>
              </a:lnSpc>
              <a:spcBef>
                <a:spcPts val="1000"/>
              </a:spcBef>
              <a:spcAft>
                <a:spcPts val="0"/>
              </a:spcAft>
              <a:buSzPct val="100000"/>
              <a:buFont typeface="Wingdings" panose="05000000000000000000" charset="0"/>
              <a:buChar char="l"/>
            </a:pPr>
            <a:r>
              <a:rPr lang="zh-CN" altLang="en-US" sz="1200" spc="15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许多学校、企业等单位均采用局域网方式接入互联网。如果是学校、企业等单位的局域网，一般不需要设置，插入双绞线的RJ45口就可接入局域网。</a:t>
            </a:r>
            <a:endParaRPr lang="zh-CN" altLang="en-US" sz="1200" spc="150">
              <a:solidFill>
                <a:srgbClr val="404040"/>
              </a:solidFill>
              <a:latin typeface="微软雅黑" panose="020B0503020204020204" pitchFamily="34" charset="-122"/>
              <a:ea typeface="微软雅黑" panose="020B0503020204020204" pitchFamily="34" charset="-122"/>
              <a:cs typeface="微软雅黑" panose="020B0503020204020204" pitchFamily="34" charset="-122"/>
            </a:endParaRPr>
          </a:p>
          <a:p>
            <a:pPr marL="285750" lvl="0" indent="-285750" algn="l" fontAlgn="ctr">
              <a:lnSpc>
                <a:spcPct val="130000"/>
              </a:lnSpc>
              <a:spcBef>
                <a:spcPts val="1000"/>
              </a:spcBef>
              <a:spcAft>
                <a:spcPts val="0"/>
              </a:spcAft>
              <a:buSzPct val="100000"/>
              <a:buFont typeface="Wingdings" panose="05000000000000000000" charset="0"/>
              <a:buChar char="l"/>
            </a:pPr>
            <a:r>
              <a:rPr lang="zh-CN" altLang="en-US" sz="1200" spc="15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有些局域网需要手工设置IP地址、子网掩码、网关、DNS服务器等项目。例如，一台笔记本电脑网卡驱动程序已经安装完成，RJ45口已经插好并联入局域网。分配的配置内容如下。</a:t>
            </a:r>
            <a:endParaRPr lang="zh-CN" altLang="en-US" sz="1200" spc="150">
              <a:solidFill>
                <a:srgbClr val="404040"/>
              </a:solidFill>
              <a:latin typeface="微软雅黑" panose="020B0503020204020204" pitchFamily="34" charset="-122"/>
              <a:ea typeface="微软雅黑" panose="020B0503020204020204" pitchFamily="34" charset="-122"/>
              <a:cs typeface="微软雅黑" panose="020B0503020204020204" pitchFamily="34" charset="-122"/>
            </a:endParaRPr>
          </a:p>
          <a:p>
            <a:pPr marL="285750" lvl="0" indent="-285750" algn="l" fontAlgn="ctr">
              <a:lnSpc>
                <a:spcPct val="130000"/>
              </a:lnSpc>
              <a:spcBef>
                <a:spcPts val="1000"/>
              </a:spcBef>
              <a:spcAft>
                <a:spcPts val="0"/>
              </a:spcAft>
              <a:buSzPct val="100000"/>
              <a:buFont typeface="Wingdings" panose="05000000000000000000" charset="0"/>
              <a:buChar char="l"/>
            </a:pPr>
            <a:r>
              <a:rPr lang="zh-CN" altLang="en-US" sz="1200" spc="15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IP 地址：192.168.12.7</a:t>
            </a:r>
            <a:endParaRPr lang="zh-CN" altLang="en-US" sz="1200" spc="150">
              <a:solidFill>
                <a:srgbClr val="404040"/>
              </a:solidFill>
              <a:latin typeface="微软雅黑" panose="020B0503020204020204" pitchFamily="34" charset="-122"/>
              <a:ea typeface="微软雅黑" panose="020B0503020204020204" pitchFamily="34" charset="-122"/>
              <a:cs typeface="微软雅黑" panose="020B0503020204020204" pitchFamily="34" charset="-122"/>
            </a:endParaRPr>
          </a:p>
          <a:p>
            <a:pPr marL="285750" lvl="0" indent="-285750" algn="l" fontAlgn="ctr">
              <a:lnSpc>
                <a:spcPct val="130000"/>
              </a:lnSpc>
              <a:spcBef>
                <a:spcPts val="1000"/>
              </a:spcBef>
              <a:spcAft>
                <a:spcPts val="0"/>
              </a:spcAft>
              <a:buSzPct val="100000"/>
              <a:buFont typeface="Wingdings" panose="05000000000000000000" charset="0"/>
              <a:buChar char="l"/>
            </a:pPr>
            <a:r>
              <a:rPr lang="zh-CN" altLang="en-US" sz="1200" spc="15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子网掩码：255.255.255.0</a:t>
            </a:r>
            <a:endParaRPr lang="zh-CN" altLang="en-US" sz="1200" spc="150">
              <a:solidFill>
                <a:srgbClr val="404040"/>
              </a:solidFill>
              <a:latin typeface="微软雅黑" panose="020B0503020204020204" pitchFamily="34" charset="-122"/>
              <a:ea typeface="微软雅黑" panose="020B0503020204020204" pitchFamily="34" charset="-122"/>
              <a:cs typeface="微软雅黑" panose="020B0503020204020204" pitchFamily="34" charset="-122"/>
            </a:endParaRPr>
          </a:p>
          <a:p>
            <a:pPr marL="285750" lvl="0" indent="-285750" algn="l" fontAlgn="ctr">
              <a:lnSpc>
                <a:spcPct val="130000"/>
              </a:lnSpc>
              <a:spcBef>
                <a:spcPts val="1000"/>
              </a:spcBef>
              <a:spcAft>
                <a:spcPts val="0"/>
              </a:spcAft>
              <a:buSzPct val="100000"/>
              <a:buFont typeface="Wingdings" panose="05000000000000000000" charset="0"/>
              <a:buChar char="l"/>
            </a:pPr>
            <a:r>
              <a:rPr lang="zh-CN" altLang="en-US" sz="1200" spc="15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默认网关：192.168.12.1</a:t>
            </a:r>
            <a:endParaRPr lang="zh-CN" altLang="en-US" sz="1200" spc="150">
              <a:solidFill>
                <a:srgbClr val="404040"/>
              </a:solidFill>
              <a:latin typeface="微软雅黑" panose="020B0503020204020204" pitchFamily="34" charset="-122"/>
              <a:ea typeface="微软雅黑" panose="020B0503020204020204" pitchFamily="34" charset="-122"/>
              <a:cs typeface="微软雅黑" panose="020B0503020204020204" pitchFamily="34" charset="-122"/>
            </a:endParaRPr>
          </a:p>
          <a:p>
            <a:pPr marL="285750" lvl="0" indent="-285750" algn="l" fontAlgn="ctr">
              <a:lnSpc>
                <a:spcPct val="130000"/>
              </a:lnSpc>
              <a:spcBef>
                <a:spcPts val="1000"/>
              </a:spcBef>
              <a:spcAft>
                <a:spcPts val="0"/>
              </a:spcAft>
              <a:buSzPct val="100000"/>
              <a:buFont typeface="Wingdings" panose="05000000000000000000" charset="0"/>
              <a:buChar char="l"/>
            </a:pPr>
            <a:r>
              <a:rPr lang="zh-CN" altLang="en-US" sz="1200" spc="15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首选DNS 服务器：202.96.64.68</a:t>
            </a:r>
            <a:endParaRPr lang="zh-CN" altLang="en-US" sz="1200" spc="150">
              <a:solidFill>
                <a:srgbClr val="404040"/>
              </a:solidFill>
              <a:latin typeface="微软雅黑" panose="020B0503020204020204" pitchFamily="34" charset="-122"/>
              <a:ea typeface="微软雅黑" panose="020B0503020204020204" pitchFamily="34" charset="-122"/>
              <a:cs typeface="微软雅黑" panose="020B0503020204020204" pitchFamily="34" charset="-122"/>
            </a:endParaRPr>
          </a:p>
          <a:p>
            <a:pPr marL="285750" lvl="0" indent="-285750" algn="l" fontAlgn="ctr">
              <a:lnSpc>
                <a:spcPct val="130000"/>
              </a:lnSpc>
              <a:spcBef>
                <a:spcPts val="1000"/>
              </a:spcBef>
              <a:spcAft>
                <a:spcPts val="0"/>
              </a:spcAft>
              <a:buSzPct val="100000"/>
              <a:buFont typeface="Wingdings" panose="05000000000000000000" charset="0"/>
              <a:buChar char="l"/>
            </a:pPr>
            <a:r>
              <a:rPr lang="zh-CN" altLang="en-US" sz="1200" spc="15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备用DNS 服务器：202.96.69.38</a:t>
            </a:r>
            <a:endParaRPr lang="zh-CN" altLang="en-US" sz="1200" spc="150">
              <a:solidFill>
                <a:srgbClr val="404040"/>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9" name="任意多边形: 形状 8"/>
          <p:cNvSpPr/>
          <p:nvPr>
            <p:custDataLst>
              <p:tags r:id="rId5"/>
            </p:custDataLst>
          </p:nvPr>
        </p:nvSpPr>
        <p:spPr>
          <a:xfrm>
            <a:off x="35990" y="0"/>
            <a:ext cx="9072020" cy="472614"/>
          </a:xfrm>
          <a:custGeom>
            <a:avLst/>
            <a:gdLst>
              <a:gd name="connsiteX0" fmla="*/ 0 w 12096026"/>
              <a:gd name="connsiteY0" fmla="*/ 0 h 879200"/>
              <a:gd name="connsiteX1" fmla="*/ 12096026 w 12096026"/>
              <a:gd name="connsiteY1" fmla="*/ 0 h 879200"/>
              <a:gd name="connsiteX2" fmla="*/ 11987519 w 12096026"/>
              <a:gd name="connsiteY2" fmla="*/ 47063 h 879200"/>
              <a:gd name="connsiteX3" fmla="*/ 6048013 w 12096026"/>
              <a:gd name="connsiteY3" fmla="*/ 879200 h 879200"/>
              <a:gd name="connsiteX4" fmla="*/ 108507 w 12096026"/>
              <a:gd name="connsiteY4" fmla="*/ 47063 h 879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096026" h="879200">
                <a:moveTo>
                  <a:pt x="0" y="0"/>
                </a:moveTo>
                <a:lnTo>
                  <a:pt x="12096026" y="0"/>
                </a:lnTo>
                <a:lnTo>
                  <a:pt x="11987519" y="47063"/>
                </a:lnTo>
                <a:cubicBezTo>
                  <a:pt x="10700312" y="549115"/>
                  <a:pt x="8520454" y="879200"/>
                  <a:pt x="6048013" y="879200"/>
                </a:cubicBezTo>
                <a:cubicBezTo>
                  <a:pt x="3575573" y="879200"/>
                  <a:pt x="1395714" y="549115"/>
                  <a:pt x="108507" y="47063"/>
                </a:cubicBezTo>
                <a:close/>
              </a:path>
            </a:pathLst>
          </a:custGeom>
          <a:solidFill>
            <a:srgbClr val="6969C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1350">
              <a:solidFill>
                <a:srgbClr val="FFFFFF"/>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13" name="任意多边形: 形状 12"/>
          <p:cNvSpPr>
            <a:spLocks noChangeAspect="1"/>
          </p:cNvSpPr>
          <p:nvPr>
            <p:custDataLst>
              <p:tags r:id="rId6"/>
            </p:custDataLst>
          </p:nvPr>
        </p:nvSpPr>
        <p:spPr>
          <a:xfrm>
            <a:off x="8142605" y="862965"/>
            <a:ext cx="191135" cy="294640"/>
          </a:xfrm>
          <a:custGeom>
            <a:avLst/>
            <a:gdLst>
              <a:gd name="connsiteX0" fmla="*/ 0 w 950118"/>
              <a:gd name="connsiteY0" fmla="*/ 0 h 1464467"/>
              <a:gd name="connsiteX1" fmla="*/ 950118 w 950118"/>
              <a:gd name="connsiteY1" fmla="*/ 0 h 1464467"/>
              <a:gd name="connsiteX2" fmla="*/ 950118 w 950118"/>
              <a:gd name="connsiteY2" fmla="*/ 950118 h 1464467"/>
              <a:gd name="connsiteX3" fmla="*/ 945895 w 950118"/>
              <a:gd name="connsiteY3" fmla="*/ 1007193 h 1464467"/>
              <a:gd name="connsiteX4" fmla="*/ 534143 w 950118"/>
              <a:gd name="connsiteY4" fmla="*/ 1464467 h 1464467"/>
              <a:gd name="connsiteX5" fmla="*/ 525809 w 950118"/>
              <a:gd name="connsiteY5" fmla="*/ 1463322 h 1464467"/>
              <a:gd name="connsiteX6" fmla="*/ 525809 w 950118"/>
              <a:gd name="connsiteY6" fmla="*/ 950118 h 1464467"/>
              <a:gd name="connsiteX7" fmla="*/ 0 w 950118"/>
              <a:gd name="connsiteY7" fmla="*/ 950118 h 1464467"/>
              <a:gd name="connsiteX0-1" fmla="*/ 0 w 950118"/>
              <a:gd name="connsiteY0-2" fmla="*/ 0 h 1464467"/>
              <a:gd name="connsiteX1-3" fmla="*/ 950118 w 950118"/>
              <a:gd name="connsiteY1-4" fmla="*/ 0 h 1464467"/>
              <a:gd name="connsiteX2-5" fmla="*/ 950118 w 950118"/>
              <a:gd name="connsiteY2-6" fmla="*/ 950118 h 1464467"/>
              <a:gd name="connsiteX3-7" fmla="*/ 534143 w 950118"/>
              <a:gd name="connsiteY3-8" fmla="*/ 1464467 h 1464467"/>
              <a:gd name="connsiteX4-9" fmla="*/ 525809 w 950118"/>
              <a:gd name="connsiteY4-10" fmla="*/ 1463322 h 1464467"/>
              <a:gd name="connsiteX5-11" fmla="*/ 525809 w 950118"/>
              <a:gd name="connsiteY5-12" fmla="*/ 950118 h 1464467"/>
              <a:gd name="connsiteX6-13" fmla="*/ 0 w 950118"/>
              <a:gd name="connsiteY6-14" fmla="*/ 950118 h 1464467"/>
              <a:gd name="connsiteX7-15" fmla="*/ 0 w 950118"/>
              <a:gd name="connsiteY7-16" fmla="*/ 0 h 1464467"/>
              <a:gd name="connsiteX0-17" fmla="*/ 0 w 950118"/>
              <a:gd name="connsiteY0-18" fmla="*/ 0 h 1464467"/>
              <a:gd name="connsiteX1-19" fmla="*/ 950118 w 950118"/>
              <a:gd name="connsiteY1-20" fmla="*/ 0 h 1464467"/>
              <a:gd name="connsiteX2-21" fmla="*/ 950118 w 950118"/>
              <a:gd name="connsiteY2-22" fmla="*/ 950118 h 1464467"/>
              <a:gd name="connsiteX3-23" fmla="*/ 534143 w 950118"/>
              <a:gd name="connsiteY3-24" fmla="*/ 1464467 h 1464467"/>
              <a:gd name="connsiteX4-25" fmla="*/ 525809 w 950118"/>
              <a:gd name="connsiteY4-26" fmla="*/ 1463322 h 1464467"/>
              <a:gd name="connsiteX5-27" fmla="*/ 525809 w 950118"/>
              <a:gd name="connsiteY5-28" fmla="*/ 950118 h 1464467"/>
              <a:gd name="connsiteX6-29" fmla="*/ 0 w 950118"/>
              <a:gd name="connsiteY6-30" fmla="*/ 950118 h 1464467"/>
              <a:gd name="connsiteX7-31" fmla="*/ 0 w 950118"/>
              <a:gd name="connsiteY7-32" fmla="*/ 0 h 1464467"/>
              <a:gd name="connsiteX0-33" fmla="*/ 0 w 950118"/>
              <a:gd name="connsiteY0-34" fmla="*/ 0 h 1463322"/>
              <a:gd name="connsiteX1-35" fmla="*/ 950118 w 950118"/>
              <a:gd name="connsiteY1-36" fmla="*/ 0 h 1463322"/>
              <a:gd name="connsiteX2-37" fmla="*/ 950118 w 950118"/>
              <a:gd name="connsiteY2-38" fmla="*/ 950118 h 1463322"/>
              <a:gd name="connsiteX3-39" fmla="*/ 525809 w 950118"/>
              <a:gd name="connsiteY3-40" fmla="*/ 1463322 h 1463322"/>
              <a:gd name="connsiteX4-41" fmla="*/ 525809 w 950118"/>
              <a:gd name="connsiteY4-42" fmla="*/ 950118 h 1463322"/>
              <a:gd name="connsiteX5-43" fmla="*/ 0 w 950118"/>
              <a:gd name="connsiteY5-44" fmla="*/ 950118 h 1463322"/>
              <a:gd name="connsiteX6-45" fmla="*/ 0 w 950118"/>
              <a:gd name="connsiteY6-46" fmla="*/ 0 h 1463322"/>
              <a:gd name="connsiteX0-47" fmla="*/ 0 w 950118"/>
              <a:gd name="connsiteY0-48" fmla="*/ 0 h 1463322"/>
              <a:gd name="connsiteX1-49" fmla="*/ 950118 w 950118"/>
              <a:gd name="connsiteY1-50" fmla="*/ 0 h 1463322"/>
              <a:gd name="connsiteX2-51" fmla="*/ 950118 w 950118"/>
              <a:gd name="connsiteY2-52" fmla="*/ 950118 h 1463322"/>
              <a:gd name="connsiteX3-53" fmla="*/ 525809 w 950118"/>
              <a:gd name="connsiteY3-54" fmla="*/ 1463322 h 1463322"/>
              <a:gd name="connsiteX4-55" fmla="*/ 525809 w 950118"/>
              <a:gd name="connsiteY4-56" fmla="*/ 950118 h 1463322"/>
              <a:gd name="connsiteX5-57" fmla="*/ 0 w 950118"/>
              <a:gd name="connsiteY5-58" fmla="*/ 950118 h 1463322"/>
              <a:gd name="connsiteX6-59" fmla="*/ 0 w 950118"/>
              <a:gd name="connsiteY6-60" fmla="*/ 0 h 1463322"/>
              <a:gd name="connsiteX0-61" fmla="*/ 0 w 950118"/>
              <a:gd name="connsiteY0-62" fmla="*/ 0 h 1463322"/>
              <a:gd name="connsiteX1-63" fmla="*/ 950118 w 950118"/>
              <a:gd name="connsiteY1-64" fmla="*/ 0 h 1463322"/>
              <a:gd name="connsiteX2-65" fmla="*/ 950118 w 950118"/>
              <a:gd name="connsiteY2-66" fmla="*/ 923925 h 1463322"/>
              <a:gd name="connsiteX3-67" fmla="*/ 525809 w 950118"/>
              <a:gd name="connsiteY3-68" fmla="*/ 1463322 h 1463322"/>
              <a:gd name="connsiteX4-69" fmla="*/ 525809 w 950118"/>
              <a:gd name="connsiteY4-70" fmla="*/ 950118 h 1463322"/>
              <a:gd name="connsiteX5-71" fmla="*/ 0 w 950118"/>
              <a:gd name="connsiteY5-72" fmla="*/ 950118 h 1463322"/>
              <a:gd name="connsiteX6-73" fmla="*/ 0 w 950118"/>
              <a:gd name="connsiteY6-74" fmla="*/ 0 h 1463322"/>
              <a:gd name="connsiteX0-75" fmla="*/ 0 w 950118"/>
              <a:gd name="connsiteY0-76" fmla="*/ 0 h 1463322"/>
              <a:gd name="connsiteX1-77" fmla="*/ 950118 w 950118"/>
              <a:gd name="connsiteY1-78" fmla="*/ 0 h 1463322"/>
              <a:gd name="connsiteX2-79" fmla="*/ 950118 w 950118"/>
              <a:gd name="connsiteY2-80" fmla="*/ 923925 h 1463322"/>
              <a:gd name="connsiteX3-81" fmla="*/ 525809 w 950118"/>
              <a:gd name="connsiteY3-82" fmla="*/ 1463322 h 1463322"/>
              <a:gd name="connsiteX4-83" fmla="*/ 525809 w 950118"/>
              <a:gd name="connsiteY4-84" fmla="*/ 950118 h 1463322"/>
              <a:gd name="connsiteX5-85" fmla="*/ 0 w 950118"/>
              <a:gd name="connsiteY5-86" fmla="*/ 950118 h 1463322"/>
              <a:gd name="connsiteX6-87" fmla="*/ 0 w 950118"/>
              <a:gd name="connsiteY6-88" fmla="*/ 0 h 1463322"/>
              <a:gd name="connsiteX0-89" fmla="*/ 0 w 950118"/>
              <a:gd name="connsiteY0-90" fmla="*/ 0 h 1463322"/>
              <a:gd name="connsiteX1-91" fmla="*/ 950118 w 950118"/>
              <a:gd name="connsiteY1-92" fmla="*/ 0 h 1463322"/>
              <a:gd name="connsiteX2-93" fmla="*/ 950118 w 950118"/>
              <a:gd name="connsiteY2-94" fmla="*/ 923925 h 1463322"/>
              <a:gd name="connsiteX3-95" fmla="*/ 525809 w 950118"/>
              <a:gd name="connsiteY3-96" fmla="*/ 1463322 h 1463322"/>
              <a:gd name="connsiteX4-97" fmla="*/ 525809 w 950118"/>
              <a:gd name="connsiteY4-98" fmla="*/ 950118 h 1463322"/>
              <a:gd name="connsiteX5-99" fmla="*/ 0 w 950118"/>
              <a:gd name="connsiteY5-100" fmla="*/ 950118 h 1463322"/>
              <a:gd name="connsiteX6-101" fmla="*/ 0 w 950118"/>
              <a:gd name="connsiteY6-102" fmla="*/ 0 h 1463322"/>
              <a:gd name="connsiteX0-103" fmla="*/ 0 w 950118"/>
              <a:gd name="connsiteY0-104" fmla="*/ 0 h 1463322"/>
              <a:gd name="connsiteX1-105" fmla="*/ 950118 w 950118"/>
              <a:gd name="connsiteY1-106" fmla="*/ 0 h 1463322"/>
              <a:gd name="connsiteX2-107" fmla="*/ 950118 w 950118"/>
              <a:gd name="connsiteY2-108" fmla="*/ 923925 h 1463322"/>
              <a:gd name="connsiteX3-109" fmla="*/ 525809 w 950118"/>
              <a:gd name="connsiteY3-110" fmla="*/ 1463322 h 1463322"/>
              <a:gd name="connsiteX4-111" fmla="*/ 525809 w 950118"/>
              <a:gd name="connsiteY4-112" fmla="*/ 950118 h 1463322"/>
              <a:gd name="connsiteX5-113" fmla="*/ 0 w 950118"/>
              <a:gd name="connsiteY5-114" fmla="*/ 950118 h 1463322"/>
              <a:gd name="connsiteX6-115" fmla="*/ 0 w 950118"/>
              <a:gd name="connsiteY6-116" fmla="*/ 0 h 1463322"/>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950118" h="1463322">
                <a:moveTo>
                  <a:pt x="0" y="0"/>
                </a:moveTo>
                <a:lnTo>
                  <a:pt x="950118" y="0"/>
                </a:lnTo>
                <a:lnTo>
                  <a:pt x="950118" y="923925"/>
                </a:lnTo>
                <a:cubicBezTo>
                  <a:pt x="946074" y="1377362"/>
                  <a:pt x="596527" y="1463322"/>
                  <a:pt x="525809" y="1463322"/>
                </a:cubicBezTo>
                <a:lnTo>
                  <a:pt x="525809" y="950118"/>
                </a:lnTo>
                <a:lnTo>
                  <a:pt x="0" y="950118"/>
                </a:lnTo>
                <a:lnTo>
                  <a:pt x="0" y="0"/>
                </a:lnTo>
                <a:close/>
              </a:path>
            </a:pathLst>
          </a:custGeom>
          <a:solidFill>
            <a:srgbClr val="E1E1F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lnSpc>
                <a:spcPct val="120000"/>
              </a:lnSpc>
            </a:pPr>
            <a:endParaRPr lang="zh-CN" altLang="en-US" sz="1350">
              <a:solidFill>
                <a:srgbClr val="FFFFFF"/>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14" name="任意多边形: 形状 13"/>
          <p:cNvSpPr>
            <a:spLocks noChangeAspect="1"/>
          </p:cNvSpPr>
          <p:nvPr>
            <p:custDataLst>
              <p:tags r:id="rId7"/>
            </p:custDataLst>
          </p:nvPr>
        </p:nvSpPr>
        <p:spPr>
          <a:xfrm>
            <a:off x="8394065" y="862965"/>
            <a:ext cx="191135" cy="294640"/>
          </a:xfrm>
          <a:custGeom>
            <a:avLst/>
            <a:gdLst>
              <a:gd name="connsiteX0" fmla="*/ 0 w 950118"/>
              <a:gd name="connsiteY0" fmla="*/ 0 h 1464467"/>
              <a:gd name="connsiteX1" fmla="*/ 950118 w 950118"/>
              <a:gd name="connsiteY1" fmla="*/ 0 h 1464467"/>
              <a:gd name="connsiteX2" fmla="*/ 950118 w 950118"/>
              <a:gd name="connsiteY2" fmla="*/ 950118 h 1464467"/>
              <a:gd name="connsiteX3" fmla="*/ 945895 w 950118"/>
              <a:gd name="connsiteY3" fmla="*/ 1007193 h 1464467"/>
              <a:gd name="connsiteX4" fmla="*/ 534143 w 950118"/>
              <a:gd name="connsiteY4" fmla="*/ 1464467 h 1464467"/>
              <a:gd name="connsiteX5" fmla="*/ 525809 w 950118"/>
              <a:gd name="connsiteY5" fmla="*/ 1463322 h 1464467"/>
              <a:gd name="connsiteX6" fmla="*/ 525809 w 950118"/>
              <a:gd name="connsiteY6" fmla="*/ 950118 h 1464467"/>
              <a:gd name="connsiteX7" fmla="*/ 0 w 950118"/>
              <a:gd name="connsiteY7" fmla="*/ 950118 h 1464467"/>
              <a:gd name="connsiteX0-1" fmla="*/ 0 w 950118"/>
              <a:gd name="connsiteY0-2" fmla="*/ 0 h 1464467"/>
              <a:gd name="connsiteX1-3" fmla="*/ 950118 w 950118"/>
              <a:gd name="connsiteY1-4" fmla="*/ 0 h 1464467"/>
              <a:gd name="connsiteX2-5" fmla="*/ 950118 w 950118"/>
              <a:gd name="connsiteY2-6" fmla="*/ 950118 h 1464467"/>
              <a:gd name="connsiteX3-7" fmla="*/ 534143 w 950118"/>
              <a:gd name="connsiteY3-8" fmla="*/ 1464467 h 1464467"/>
              <a:gd name="connsiteX4-9" fmla="*/ 525809 w 950118"/>
              <a:gd name="connsiteY4-10" fmla="*/ 1463322 h 1464467"/>
              <a:gd name="connsiteX5-11" fmla="*/ 525809 w 950118"/>
              <a:gd name="connsiteY5-12" fmla="*/ 950118 h 1464467"/>
              <a:gd name="connsiteX6-13" fmla="*/ 0 w 950118"/>
              <a:gd name="connsiteY6-14" fmla="*/ 950118 h 1464467"/>
              <a:gd name="connsiteX7-15" fmla="*/ 0 w 950118"/>
              <a:gd name="connsiteY7-16" fmla="*/ 0 h 1464467"/>
              <a:gd name="connsiteX0-17" fmla="*/ 0 w 950118"/>
              <a:gd name="connsiteY0-18" fmla="*/ 0 h 1464467"/>
              <a:gd name="connsiteX1-19" fmla="*/ 950118 w 950118"/>
              <a:gd name="connsiteY1-20" fmla="*/ 0 h 1464467"/>
              <a:gd name="connsiteX2-21" fmla="*/ 950118 w 950118"/>
              <a:gd name="connsiteY2-22" fmla="*/ 950118 h 1464467"/>
              <a:gd name="connsiteX3-23" fmla="*/ 534143 w 950118"/>
              <a:gd name="connsiteY3-24" fmla="*/ 1464467 h 1464467"/>
              <a:gd name="connsiteX4-25" fmla="*/ 525809 w 950118"/>
              <a:gd name="connsiteY4-26" fmla="*/ 1463322 h 1464467"/>
              <a:gd name="connsiteX5-27" fmla="*/ 525809 w 950118"/>
              <a:gd name="connsiteY5-28" fmla="*/ 950118 h 1464467"/>
              <a:gd name="connsiteX6-29" fmla="*/ 0 w 950118"/>
              <a:gd name="connsiteY6-30" fmla="*/ 950118 h 1464467"/>
              <a:gd name="connsiteX7-31" fmla="*/ 0 w 950118"/>
              <a:gd name="connsiteY7-32" fmla="*/ 0 h 1464467"/>
              <a:gd name="connsiteX0-33" fmla="*/ 0 w 950118"/>
              <a:gd name="connsiteY0-34" fmla="*/ 0 h 1463322"/>
              <a:gd name="connsiteX1-35" fmla="*/ 950118 w 950118"/>
              <a:gd name="connsiteY1-36" fmla="*/ 0 h 1463322"/>
              <a:gd name="connsiteX2-37" fmla="*/ 950118 w 950118"/>
              <a:gd name="connsiteY2-38" fmla="*/ 950118 h 1463322"/>
              <a:gd name="connsiteX3-39" fmla="*/ 525809 w 950118"/>
              <a:gd name="connsiteY3-40" fmla="*/ 1463322 h 1463322"/>
              <a:gd name="connsiteX4-41" fmla="*/ 525809 w 950118"/>
              <a:gd name="connsiteY4-42" fmla="*/ 950118 h 1463322"/>
              <a:gd name="connsiteX5-43" fmla="*/ 0 w 950118"/>
              <a:gd name="connsiteY5-44" fmla="*/ 950118 h 1463322"/>
              <a:gd name="connsiteX6-45" fmla="*/ 0 w 950118"/>
              <a:gd name="connsiteY6-46" fmla="*/ 0 h 1463322"/>
              <a:gd name="connsiteX0-47" fmla="*/ 0 w 950118"/>
              <a:gd name="connsiteY0-48" fmla="*/ 0 h 1463322"/>
              <a:gd name="connsiteX1-49" fmla="*/ 950118 w 950118"/>
              <a:gd name="connsiteY1-50" fmla="*/ 0 h 1463322"/>
              <a:gd name="connsiteX2-51" fmla="*/ 950118 w 950118"/>
              <a:gd name="connsiteY2-52" fmla="*/ 950118 h 1463322"/>
              <a:gd name="connsiteX3-53" fmla="*/ 525809 w 950118"/>
              <a:gd name="connsiteY3-54" fmla="*/ 1463322 h 1463322"/>
              <a:gd name="connsiteX4-55" fmla="*/ 525809 w 950118"/>
              <a:gd name="connsiteY4-56" fmla="*/ 950118 h 1463322"/>
              <a:gd name="connsiteX5-57" fmla="*/ 0 w 950118"/>
              <a:gd name="connsiteY5-58" fmla="*/ 950118 h 1463322"/>
              <a:gd name="connsiteX6-59" fmla="*/ 0 w 950118"/>
              <a:gd name="connsiteY6-60" fmla="*/ 0 h 1463322"/>
              <a:gd name="connsiteX0-61" fmla="*/ 0 w 950118"/>
              <a:gd name="connsiteY0-62" fmla="*/ 0 h 1463322"/>
              <a:gd name="connsiteX1-63" fmla="*/ 950118 w 950118"/>
              <a:gd name="connsiteY1-64" fmla="*/ 0 h 1463322"/>
              <a:gd name="connsiteX2-65" fmla="*/ 950118 w 950118"/>
              <a:gd name="connsiteY2-66" fmla="*/ 923925 h 1463322"/>
              <a:gd name="connsiteX3-67" fmla="*/ 525809 w 950118"/>
              <a:gd name="connsiteY3-68" fmla="*/ 1463322 h 1463322"/>
              <a:gd name="connsiteX4-69" fmla="*/ 525809 w 950118"/>
              <a:gd name="connsiteY4-70" fmla="*/ 950118 h 1463322"/>
              <a:gd name="connsiteX5-71" fmla="*/ 0 w 950118"/>
              <a:gd name="connsiteY5-72" fmla="*/ 950118 h 1463322"/>
              <a:gd name="connsiteX6-73" fmla="*/ 0 w 950118"/>
              <a:gd name="connsiteY6-74" fmla="*/ 0 h 1463322"/>
              <a:gd name="connsiteX0-75" fmla="*/ 0 w 950118"/>
              <a:gd name="connsiteY0-76" fmla="*/ 0 h 1463322"/>
              <a:gd name="connsiteX1-77" fmla="*/ 950118 w 950118"/>
              <a:gd name="connsiteY1-78" fmla="*/ 0 h 1463322"/>
              <a:gd name="connsiteX2-79" fmla="*/ 950118 w 950118"/>
              <a:gd name="connsiteY2-80" fmla="*/ 923925 h 1463322"/>
              <a:gd name="connsiteX3-81" fmla="*/ 525809 w 950118"/>
              <a:gd name="connsiteY3-82" fmla="*/ 1463322 h 1463322"/>
              <a:gd name="connsiteX4-83" fmla="*/ 525809 w 950118"/>
              <a:gd name="connsiteY4-84" fmla="*/ 950118 h 1463322"/>
              <a:gd name="connsiteX5-85" fmla="*/ 0 w 950118"/>
              <a:gd name="connsiteY5-86" fmla="*/ 950118 h 1463322"/>
              <a:gd name="connsiteX6-87" fmla="*/ 0 w 950118"/>
              <a:gd name="connsiteY6-88" fmla="*/ 0 h 1463322"/>
              <a:gd name="connsiteX0-89" fmla="*/ 0 w 950118"/>
              <a:gd name="connsiteY0-90" fmla="*/ 0 h 1463322"/>
              <a:gd name="connsiteX1-91" fmla="*/ 950118 w 950118"/>
              <a:gd name="connsiteY1-92" fmla="*/ 0 h 1463322"/>
              <a:gd name="connsiteX2-93" fmla="*/ 950118 w 950118"/>
              <a:gd name="connsiteY2-94" fmla="*/ 923925 h 1463322"/>
              <a:gd name="connsiteX3-95" fmla="*/ 525809 w 950118"/>
              <a:gd name="connsiteY3-96" fmla="*/ 1463322 h 1463322"/>
              <a:gd name="connsiteX4-97" fmla="*/ 525809 w 950118"/>
              <a:gd name="connsiteY4-98" fmla="*/ 950118 h 1463322"/>
              <a:gd name="connsiteX5-99" fmla="*/ 0 w 950118"/>
              <a:gd name="connsiteY5-100" fmla="*/ 950118 h 1463322"/>
              <a:gd name="connsiteX6-101" fmla="*/ 0 w 950118"/>
              <a:gd name="connsiteY6-102" fmla="*/ 0 h 1463322"/>
              <a:gd name="connsiteX0-103" fmla="*/ 0 w 950118"/>
              <a:gd name="connsiteY0-104" fmla="*/ 0 h 1463322"/>
              <a:gd name="connsiteX1-105" fmla="*/ 950118 w 950118"/>
              <a:gd name="connsiteY1-106" fmla="*/ 0 h 1463322"/>
              <a:gd name="connsiteX2-107" fmla="*/ 950118 w 950118"/>
              <a:gd name="connsiteY2-108" fmla="*/ 923925 h 1463322"/>
              <a:gd name="connsiteX3-109" fmla="*/ 525809 w 950118"/>
              <a:gd name="connsiteY3-110" fmla="*/ 1463322 h 1463322"/>
              <a:gd name="connsiteX4-111" fmla="*/ 525809 w 950118"/>
              <a:gd name="connsiteY4-112" fmla="*/ 950118 h 1463322"/>
              <a:gd name="connsiteX5-113" fmla="*/ 0 w 950118"/>
              <a:gd name="connsiteY5-114" fmla="*/ 950118 h 1463322"/>
              <a:gd name="connsiteX6-115" fmla="*/ 0 w 950118"/>
              <a:gd name="connsiteY6-116" fmla="*/ 0 h 1463322"/>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950118" h="1463322">
                <a:moveTo>
                  <a:pt x="0" y="0"/>
                </a:moveTo>
                <a:lnTo>
                  <a:pt x="950118" y="0"/>
                </a:lnTo>
                <a:lnTo>
                  <a:pt x="950118" y="923925"/>
                </a:lnTo>
                <a:cubicBezTo>
                  <a:pt x="946074" y="1377362"/>
                  <a:pt x="596527" y="1463322"/>
                  <a:pt x="525809" y="1463322"/>
                </a:cubicBezTo>
                <a:lnTo>
                  <a:pt x="525809" y="950118"/>
                </a:lnTo>
                <a:lnTo>
                  <a:pt x="0" y="950118"/>
                </a:lnTo>
                <a:lnTo>
                  <a:pt x="0" y="0"/>
                </a:lnTo>
                <a:close/>
              </a:path>
            </a:pathLst>
          </a:custGeom>
          <a:solidFill>
            <a:srgbClr val="E1E1F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lnSpc>
                <a:spcPct val="120000"/>
              </a:lnSpc>
            </a:pPr>
            <a:endParaRPr lang="zh-CN" altLang="en-US" sz="1350">
              <a:solidFill>
                <a:srgbClr val="FFFFFF"/>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16" name="任意多边形: 形状 15"/>
          <p:cNvSpPr>
            <a:spLocks noChangeAspect="1"/>
          </p:cNvSpPr>
          <p:nvPr>
            <p:custDataLst>
              <p:tags r:id="rId8"/>
            </p:custDataLst>
          </p:nvPr>
        </p:nvSpPr>
        <p:spPr>
          <a:xfrm flipH="1" flipV="1">
            <a:off x="810260" y="862965"/>
            <a:ext cx="191135" cy="294640"/>
          </a:xfrm>
          <a:custGeom>
            <a:avLst/>
            <a:gdLst>
              <a:gd name="connsiteX0" fmla="*/ 0 w 950118"/>
              <a:gd name="connsiteY0" fmla="*/ 0 h 1464467"/>
              <a:gd name="connsiteX1" fmla="*/ 950118 w 950118"/>
              <a:gd name="connsiteY1" fmla="*/ 0 h 1464467"/>
              <a:gd name="connsiteX2" fmla="*/ 950118 w 950118"/>
              <a:gd name="connsiteY2" fmla="*/ 950118 h 1464467"/>
              <a:gd name="connsiteX3" fmla="*/ 945895 w 950118"/>
              <a:gd name="connsiteY3" fmla="*/ 1007193 h 1464467"/>
              <a:gd name="connsiteX4" fmla="*/ 534143 w 950118"/>
              <a:gd name="connsiteY4" fmla="*/ 1464467 h 1464467"/>
              <a:gd name="connsiteX5" fmla="*/ 525809 w 950118"/>
              <a:gd name="connsiteY5" fmla="*/ 1463322 h 1464467"/>
              <a:gd name="connsiteX6" fmla="*/ 525809 w 950118"/>
              <a:gd name="connsiteY6" fmla="*/ 950118 h 1464467"/>
              <a:gd name="connsiteX7" fmla="*/ 0 w 950118"/>
              <a:gd name="connsiteY7" fmla="*/ 950118 h 1464467"/>
              <a:gd name="connsiteX0-1" fmla="*/ 0 w 950118"/>
              <a:gd name="connsiteY0-2" fmla="*/ 0 h 1464467"/>
              <a:gd name="connsiteX1-3" fmla="*/ 950118 w 950118"/>
              <a:gd name="connsiteY1-4" fmla="*/ 0 h 1464467"/>
              <a:gd name="connsiteX2-5" fmla="*/ 950118 w 950118"/>
              <a:gd name="connsiteY2-6" fmla="*/ 950118 h 1464467"/>
              <a:gd name="connsiteX3-7" fmla="*/ 534143 w 950118"/>
              <a:gd name="connsiteY3-8" fmla="*/ 1464467 h 1464467"/>
              <a:gd name="connsiteX4-9" fmla="*/ 525809 w 950118"/>
              <a:gd name="connsiteY4-10" fmla="*/ 1463322 h 1464467"/>
              <a:gd name="connsiteX5-11" fmla="*/ 525809 w 950118"/>
              <a:gd name="connsiteY5-12" fmla="*/ 950118 h 1464467"/>
              <a:gd name="connsiteX6-13" fmla="*/ 0 w 950118"/>
              <a:gd name="connsiteY6-14" fmla="*/ 950118 h 1464467"/>
              <a:gd name="connsiteX7-15" fmla="*/ 0 w 950118"/>
              <a:gd name="connsiteY7-16" fmla="*/ 0 h 1464467"/>
              <a:gd name="connsiteX0-17" fmla="*/ 0 w 950118"/>
              <a:gd name="connsiteY0-18" fmla="*/ 0 h 1464467"/>
              <a:gd name="connsiteX1-19" fmla="*/ 950118 w 950118"/>
              <a:gd name="connsiteY1-20" fmla="*/ 0 h 1464467"/>
              <a:gd name="connsiteX2-21" fmla="*/ 950118 w 950118"/>
              <a:gd name="connsiteY2-22" fmla="*/ 950118 h 1464467"/>
              <a:gd name="connsiteX3-23" fmla="*/ 534143 w 950118"/>
              <a:gd name="connsiteY3-24" fmla="*/ 1464467 h 1464467"/>
              <a:gd name="connsiteX4-25" fmla="*/ 525809 w 950118"/>
              <a:gd name="connsiteY4-26" fmla="*/ 1463322 h 1464467"/>
              <a:gd name="connsiteX5-27" fmla="*/ 525809 w 950118"/>
              <a:gd name="connsiteY5-28" fmla="*/ 950118 h 1464467"/>
              <a:gd name="connsiteX6-29" fmla="*/ 0 w 950118"/>
              <a:gd name="connsiteY6-30" fmla="*/ 950118 h 1464467"/>
              <a:gd name="connsiteX7-31" fmla="*/ 0 w 950118"/>
              <a:gd name="connsiteY7-32" fmla="*/ 0 h 1464467"/>
              <a:gd name="connsiteX0-33" fmla="*/ 0 w 950118"/>
              <a:gd name="connsiteY0-34" fmla="*/ 0 h 1463322"/>
              <a:gd name="connsiteX1-35" fmla="*/ 950118 w 950118"/>
              <a:gd name="connsiteY1-36" fmla="*/ 0 h 1463322"/>
              <a:gd name="connsiteX2-37" fmla="*/ 950118 w 950118"/>
              <a:gd name="connsiteY2-38" fmla="*/ 950118 h 1463322"/>
              <a:gd name="connsiteX3-39" fmla="*/ 525809 w 950118"/>
              <a:gd name="connsiteY3-40" fmla="*/ 1463322 h 1463322"/>
              <a:gd name="connsiteX4-41" fmla="*/ 525809 w 950118"/>
              <a:gd name="connsiteY4-42" fmla="*/ 950118 h 1463322"/>
              <a:gd name="connsiteX5-43" fmla="*/ 0 w 950118"/>
              <a:gd name="connsiteY5-44" fmla="*/ 950118 h 1463322"/>
              <a:gd name="connsiteX6-45" fmla="*/ 0 w 950118"/>
              <a:gd name="connsiteY6-46" fmla="*/ 0 h 1463322"/>
              <a:gd name="connsiteX0-47" fmla="*/ 0 w 950118"/>
              <a:gd name="connsiteY0-48" fmla="*/ 0 h 1463322"/>
              <a:gd name="connsiteX1-49" fmla="*/ 950118 w 950118"/>
              <a:gd name="connsiteY1-50" fmla="*/ 0 h 1463322"/>
              <a:gd name="connsiteX2-51" fmla="*/ 950118 w 950118"/>
              <a:gd name="connsiteY2-52" fmla="*/ 950118 h 1463322"/>
              <a:gd name="connsiteX3-53" fmla="*/ 525809 w 950118"/>
              <a:gd name="connsiteY3-54" fmla="*/ 1463322 h 1463322"/>
              <a:gd name="connsiteX4-55" fmla="*/ 525809 w 950118"/>
              <a:gd name="connsiteY4-56" fmla="*/ 950118 h 1463322"/>
              <a:gd name="connsiteX5-57" fmla="*/ 0 w 950118"/>
              <a:gd name="connsiteY5-58" fmla="*/ 950118 h 1463322"/>
              <a:gd name="connsiteX6-59" fmla="*/ 0 w 950118"/>
              <a:gd name="connsiteY6-60" fmla="*/ 0 h 1463322"/>
              <a:gd name="connsiteX0-61" fmla="*/ 0 w 950118"/>
              <a:gd name="connsiteY0-62" fmla="*/ 0 h 1463322"/>
              <a:gd name="connsiteX1-63" fmla="*/ 950118 w 950118"/>
              <a:gd name="connsiteY1-64" fmla="*/ 0 h 1463322"/>
              <a:gd name="connsiteX2-65" fmla="*/ 950118 w 950118"/>
              <a:gd name="connsiteY2-66" fmla="*/ 923925 h 1463322"/>
              <a:gd name="connsiteX3-67" fmla="*/ 525809 w 950118"/>
              <a:gd name="connsiteY3-68" fmla="*/ 1463322 h 1463322"/>
              <a:gd name="connsiteX4-69" fmla="*/ 525809 w 950118"/>
              <a:gd name="connsiteY4-70" fmla="*/ 950118 h 1463322"/>
              <a:gd name="connsiteX5-71" fmla="*/ 0 w 950118"/>
              <a:gd name="connsiteY5-72" fmla="*/ 950118 h 1463322"/>
              <a:gd name="connsiteX6-73" fmla="*/ 0 w 950118"/>
              <a:gd name="connsiteY6-74" fmla="*/ 0 h 1463322"/>
              <a:gd name="connsiteX0-75" fmla="*/ 0 w 950118"/>
              <a:gd name="connsiteY0-76" fmla="*/ 0 h 1463322"/>
              <a:gd name="connsiteX1-77" fmla="*/ 950118 w 950118"/>
              <a:gd name="connsiteY1-78" fmla="*/ 0 h 1463322"/>
              <a:gd name="connsiteX2-79" fmla="*/ 950118 w 950118"/>
              <a:gd name="connsiteY2-80" fmla="*/ 923925 h 1463322"/>
              <a:gd name="connsiteX3-81" fmla="*/ 525809 w 950118"/>
              <a:gd name="connsiteY3-82" fmla="*/ 1463322 h 1463322"/>
              <a:gd name="connsiteX4-83" fmla="*/ 525809 w 950118"/>
              <a:gd name="connsiteY4-84" fmla="*/ 950118 h 1463322"/>
              <a:gd name="connsiteX5-85" fmla="*/ 0 w 950118"/>
              <a:gd name="connsiteY5-86" fmla="*/ 950118 h 1463322"/>
              <a:gd name="connsiteX6-87" fmla="*/ 0 w 950118"/>
              <a:gd name="connsiteY6-88" fmla="*/ 0 h 1463322"/>
              <a:gd name="connsiteX0-89" fmla="*/ 0 w 950118"/>
              <a:gd name="connsiteY0-90" fmla="*/ 0 h 1463322"/>
              <a:gd name="connsiteX1-91" fmla="*/ 950118 w 950118"/>
              <a:gd name="connsiteY1-92" fmla="*/ 0 h 1463322"/>
              <a:gd name="connsiteX2-93" fmla="*/ 950118 w 950118"/>
              <a:gd name="connsiteY2-94" fmla="*/ 923925 h 1463322"/>
              <a:gd name="connsiteX3-95" fmla="*/ 525809 w 950118"/>
              <a:gd name="connsiteY3-96" fmla="*/ 1463322 h 1463322"/>
              <a:gd name="connsiteX4-97" fmla="*/ 525809 w 950118"/>
              <a:gd name="connsiteY4-98" fmla="*/ 950118 h 1463322"/>
              <a:gd name="connsiteX5-99" fmla="*/ 0 w 950118"/>
              <a:gd name="connsiteY5-100" fmla="*/ 950118 h 1463322"/>
              <a:gd name="connsiteX6-101" fmla="*/ 0 w 950118"/>
              <a:gd name="connsiteY6-102" fmla="*/ 0 h 1463322"/>
              <a:gd name="connsiteX0-103" fmla="*/ 0 w 950118"/>
              <a:gd name="connsiteY0-104" fmla="*/ 0 h 1463322"/>
              <a:gd name="connsiteX1-105" fmla="*/ 950118 w 950118"/>
              <a:gd name="connsiteY1-106" fmla="*/ 0 h 1463322"/>
              <a:gd name="connsiteX2-107" fmla="*/ 950118 w 950118"/>
              <a:gd name="connsiteY2-108" fmla="*/ 923925 h 1463322"/>
              <a:gd name="connsiteX3-109" fmla="*/ 525809 w 950118"/>
              <a:gd name="connsiteY3-110" fmla="*/ 1463322 h 1463322"/>
              <a:gd name="connsiteX4-111" fmla="*/ 525809 w 950118"/>
              <a:gd name="connsiteY4-112" fmla="*/ 950118 h 1463322"/>
              <a:gd name="connsiteX5-113" fmla="*/ 0 w 950118"/>
              <a:gd name="connsiteY5-114" fmla="*/ 950118 h 1463322"/>
              <a:gd name="connsiteX6-115" fmla="*/ 0 w 950118"/>
              <a:gd name="connsiteY6-116" fmla="*/ 0 h 1463322"/>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950118" h="1463322">
                <a:moveTo>
                  <a:pt x="0" y="0"/>
                </a:moveTo>
                <a:lnTo>
                  <a:pt x="950118" y="0"/>
                </a:lnTo>
                <a:lnTo>
                  <a:pt x="950118" y="923925"/>
                </a:lnTo>
                <a:cubicBezTo>
                  <a:pt x="946074" y="1377362"/>
                  <a:pt x="596527" y="1463322"/>
                  <a:pt x="525809" y="1463322"/>
                </a:cubicBezTo>
                <a:lnTo>
                  <a:pt x="525809" y="950118"/>
                </a:lnTo>
                <a:lnTo>
                  <a:pt x="0" y="950118"/>
                </a:lnTo>
                <a:lnTo>
                  <a:pt x="0" y="0"/>
                </a:lnTo>
                <a:close/>
              </a:path>
            </a:pathLst>
          </a:custGeom>
          <a:solidFill>
            <a:srgbClr val="E1E1F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lnSpc>
                <a:spcPct val="120000"/>
              </a:lnSpc>
            </a:pPr>
            <a:endParaRPr lang="zh-CN" altLang="en-US" sz="1350">
              <a:solidFill>
                <a:srgbClr val="FFFFFF"/>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17" name="任意多边形: 形状 16"/>
          <p:cNvSpPr>
            <a:spLocks noChangeAspect="1"/>
          </p:cNvSpPr>
          <p:nvPr>
            <p:custDataLst>
              <p:tags r:id="rId9"/>
            </p:custDataLst>
          </p:nvPr>
        </p:nvSpPr>
        <p:spPr>
          <a:xfrm flipH="1" flipV="1">
            <a:off x="558800" y="862965"/>
            <a:ext cx="191135" cy="294640"/>
          </a:xfrm>
          <a:custGeom>
            <a:avLst/>
            <a:gdLst>
              <a:gd name="connsiteX0" fmla="*/ 0 w 950118"/>
              <a:gd name="connsiteY0" fmla="*/ 0 h 1464467"/>
              <a:gd name="connsiteX1" fmla="*/ 950118 w 950118"/>
              <a:gd name="connsiteY1" fmla="*/ 0 h 1464467"/>
              <a:gd name="connsiteX2" fmla="*/ 950118 w 950118"/>
              <a:gd name="connsiteY2" fmla="*/ 950118 h 1464467"/>
              <a:gd name="connsiteX3" fmla="*/ 945895 w 950118"/>
              <a:gd name="connsiteY3" fmla="*/ 1007193 h 1464467"/>
              <a:gd name="connsiteX4" fmla="*/ 534143 w 950118"/>
              <a:gd name="connsiteY4" fmla="*/ 1464467 h 1464467"/>
              <a:gd name="connsiteX5" fmla="*/ 525809 w 950118"/>
              <a:gd name="connsiteY5" fmla="*/ 1463322 h 1464467"/>
              <a:gd name="connsiteX6" fmla="*/ 525809 w 950118"/>
              <a:gd name="connsiteY6" fmla="*/ 950118 h 1464467"/>
              <a:gd name="connsiteX7" fmla="*/ 0 w 950118"/>
              <a:gd name="connsiteY7" fmla="*/ 950118 h 1464467"/>
              <a:gd name="connsiteX0-1" fmla="*/ 0 w 950118"/>
              <a:gd name="connsiteY0-2" fmla="*/ 0 h 1464467"/>
              <a:gd name="connsiteX1-3" fmla="*/ 950118 w 950118"/>
              <a:gd name="connsiteY1-4" fmla="*/ 0 h 1464467"/>
              <a:gd name="connsiteX2-5" fmla="*/ 950118 w 950118"/>
              <a:gd name="connsiteY2-6" fmla="*/ 950118 h 1464467"/>
              <a:gd name="connsiteX3-7" fmla="*/ 534143 w 950118"/>
              <a:gd name="connsiteY3-8" fmla="*/ 1464467 h 1464467"/>
              <a:gd name="connsiteX4-9" fmla="*/ 525809 w 950118"/>
              <a:gd name="connsiteY4-10" fmla="*/ 1463322 h 1464467"/>
              <a:gd name="connsiteX5-11" fmla="*/ 525809 w 950118"/>
              <a:gd name="connsiteY5-12" fmla="*/ 950118 h 1464467"/>
              <a:gd name="connsiteX6-13" fmla="*/ 0 w 950118"/>
              <a:gd name="connsiteY6-14" fmla="*/ 950118 h 1464467"/>
              <a:gd name="connsiteX7-15" fmla="*/ 0 w 950118"/>
              <a:gd name="connsiteY7-16" fmla="*/ 0 h 1464467"/>
              <a:gd name="connsiteX0-17" fmla="*/ 0 w 950118"/>
              <a:gd name="connsiteY0-18" fmla="*/ 0 h 1464467"/>
              <a:gd name="connsiteX1-19" fmla="*/ 950118 w 950118"/>
              <a:gd name="connsiteY1-20" fmla="*/ 0 h 1464467"/>
              <a:gd name="connsiteX2-21" fmla="*/ 950118 w 950118"/>
              <a:gd name="connsiteY2-22" fmla="*/ 950118 h 1464467"/>
              <a:gd name="connsiteX3-23" fmla="*/ 534143 w 950118"/>
              <a:gd name="connsiteY3-24" fmla="*/ 1464467 h 1464467"/>
              <a:gd name="connsiteX4-25" fmla="*/ 525809 w 950118"/>
              <a:gd name="connsiteY4-26" fmla="*/ 1463322 h 1464467"/>
              <a:gd name="connsiteX5-27" fmla="*/ 525809 w 950118"/>
              <a:gd name="connsiteY5-28" fmla="*/ 950118 h 1464467"/>
              <a:gd name="connsiteX6-29" fmla="*/ 0 w 950118"/>
              <a:gd name="connsiteY6-30" fmla="*/ 950118 h 1464467"/>
              <a:gd name="connsiteX7-31" fmla="*/ 0 w 950118"/>
              <a:gd name="connsiteY7-32" fmla="*/ 0 h 1464467"/>
              <a:gd name="connsiteX0-33" fmla="*/ 0 w 950118"/>
              <a:gd name="connsiteY0-34" fmla="*/ 0 h 1463322"/>
              <a:gd name="connsiteX1-35" fmla="*/ 950118 w 950118"/>
              <a:gd name="connsiteY1-36" fmla="*/ 0 h 1463322"/>
              <a:gd name="connsiteX2-37" fmla="*/ 950118 w 950118"/>
              <a:gd name="connsiteY2-38" fmla="*/ 950118 h 1463322"/>
              <a:gd name="connsiteX3-39" fmla="*/ 525809 w 950118"/>
              <a:gd name="connsiteY3-40" fmla="*/ 1463322 h 1463322"/>
              <a:gd name="connsiteX4-41" fmla="*/ 525809 w 950118"/>
              <a:gd name="connsiteY4-42" fmla="*/ 950118 h 1463322"/>
              <a:gd name="connsiteX5-43" fmla="*/ 0 w 950118"/>
              <a:gd name="connsiteY5-44" fmla="*/ 950118 h 1463322"/>
              <a:gd name="connsiteX6-45" fmla="*/ 0 w 950118"/>
              <a:gd name="connsiteY6-46" fmla="*/ 0 h 1463322"/>
              <a:gd name="connsiteX0-47" fmla="*/ 0 w 950118"/>
              <a:gd name="connsiteY0-48" fmla="*/ 0 h 1463322"/>
              <a:gd name="connsiteX1-49" fmla="*/ 950118 w 950118"/>
              <a:gd name="connsiteY1-50" fmla="*/ 0 h 1463322"/>
              <a:gd name="connsiteX2-51" fmla="*/ 950118 w 950118"/>
              <a:gd name="connsiteY2-52" fmla="*/ 950118 h 1463322"/>
              <a:gd name="connsiteX3-53" fmla="*/ 525809 w 950118"/>
              <a:gd name="connsiteY3-54" fmla="*/ 1463322 h 1463322"/>
              <a:gd name="connsiteX4-55" fmla="*/ 525809 w 950118"/>
              <a:gd name="connsiteY4-56" fmla="*/ 950118 h 1463322"/>
              <a:gd name="connsiteX5-57" fmla="*/ 0 w 950118"/>
              <a:gd name="connsiteY5-58" fmla="*/ 950118 h 1463322"/>
              <a:gd name="connsiteX6-59" fmla="*/ 0 w 950118"/>
              <a:gd name="connsiteY6-60" fmla="*/ 0 h 1463322"/>
              <a:gd name="connsiteX0-61" fmla="*/ 0 w 950118"/>
              <a:gd name="connsiteY0-62" fmla="*/ 0 h 1463322"/>
              <a:gd name="connsiteX1-63" fmla="*/ 950118 w 950118"/>
              <a:gd name="connsiteY1-64" fmla="*/ 0 h 1463322"/>
              <a:gd name="connsiteX2-65" fmla="*/ 950118 w 950118"/>
              <a:gd name="connsiteY2-66" fmla="*/ 923925 h 1463322"/>
              <a:gd name="connsiteX3-67" fmla="*/ 525809 w 950118"/>
              <a:gd name="connsiteY3-68" fmla="*/ 1463322 h 1463322"/>
              <a:gd name="connsiteX4-69" fmla="*/ 525809 w 950118"/>
              <a:gd name="connsiteY4-70" fmla="*/ 950118 h 1463322"/>
              <a:gd name="connsiteX5-71" fmla="*/ 0 w 950118"/>
              <a:gd name="connsiteY5-72" fmla="*/ 950118 h 1463322"/>
              <a:gd name="connsiteX6-73" fmla="*/ 0 w 950118"/>
              <a:gd name="connsiteY6-74" fmla="*/ 0 h 1463322"/>
              <a:gd name="connsiteX0-75" fmla="*/ 0 w 950118"/>
              <a:gd name="connsiteY0-76" fmla="*/ 0 h 1463322"/>
              <a:gd name="connsiteX1-77" fmla="*/ 950118 w 950118"/>
              <a:gd name="connsiteY1-78" fmla="*/ 0 h 1463322"/>
              <a:gd name="connsiteX2-79" fmla="*/ 950118 w 950118"/>
              <a:gd name="connsiteY2-80" fmla="*/ 923925 h 1463322"/>
              <a:gd name="connsiteX3-81" fmla="*/ 525809 w 950118"/>
              <a:gd name="connsiteY3-82" fmla="*/ 1463322 h 1463322"/>
              <a:gd name="connsiteX4-83" fmla="*/ 525809 w 950118"/>
              <a:gd name="connsiteY4-84" fmla="*/ 950118 h 1463322"/>
              <a:gd name="connsiteX5-85" fmla="*/ 0 w 950118"/>
              <a:gd name="connsiteY5-86" fmla="*/ 950118 h 1463322"/>
              <a:gd name="connsiteX6-87" fmla="*/ 0 w 950118"/>
              <a:gd name="connsiteY6-88" fmla="*/ 0 h 1463322"/>
              <a:gd name="connsiteX0-89" fmla="*/ 0 w 950118"/>
              <a:gd name="connsiteY0-90" fmla="*/ 0 h 1463322"/>
              <a:gd name="connsiteX1-91" fmla="*/ 950118 w 950118"/>
              <a:gd name="connsiteY1-92" fmla="*/ 0 h 1463322"/>
              <a:gd name="connsiteX2-93" fmla="*/ 950118 w 950118"/>
              <a:gd name="connsiteY2-94" fmla="*/ 923925 h 1463322"/>
              <a:gd name="connsiteX3-95" fmla="*/ 525809 w 950118"/>
              <a:gd name="connsiteY3-96" fmla="*/ 1463322 h 1463322"/>
              <a:gd name="connsiteX4-97" fmla="*/ 525809 w 950118"/>
              <a:gd name="connsiteY4-98" fmla="*/ 950118 h 1463322"/>
              <a:gd name="connsiteX5-99" fmla="*/ 0 w 950118"/>
              <a:gd name="connsiteY5-100" fmla="*/ 950118 h 1463322"/>
              <a:gd name="connsiteX6-101" fmla="*/ 0 w 950118"/>
              <a:gd name="connsiteY6-102" fmla="*/ 0 h 1463322"/>
              <a:gd name="connsiteX0-103" fmla="*/ 0 w 950118"/>
              <a:gd name="connsiteY0-104" fmla="*/ 0 h 1463322"/>
              <a:gd name="connsiteX1-105" fmla="*/ 950118 w 950118"/>
              <a:gd name="connsiteY1-106" fmla="*/ 0 h 1463322"/>
              <a:gd name="connsiteX2-107" fmla="*/ 950118 w 950118"/>
              <a:gd name="connsiteY2-108" fmla="*/ 923925 h 1463322"/>
              <a:gd name="connsiteX3-109" fmla="*/ 525809 w 950118"/>
              <a:gd name="connsiteY3-110" fmla="*/ 1463322 h 1463322"/>
              <a:gd name="connsiteX4-111" fmla="*/ 525809 w 950118"/>
              <a:gd name="connsiteY4-112" fmla="*/ 950118 h 1463322"/>
              <a:gd name="connsiteX5-113" fmla="*/ 0 w 950118"/>
              <a:gd name="connsiteY5-114" fmla="*/ 950118 h 1463322"/>
              <a:gd name="connsiteX6-115" fmla="*/ 0 w 950118"/>
              <a:gd name="connsiteY6-116" fmla="*/ 0 h 1463322"/>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950118" h="1463322">
                <a:moveTo>
                  <a:pt x="0" y="0"/>
                </a:moveTo>
                <a:lnTo>
                  <a:pt x="950118" y="0"/>
                </a:lnTo>
                <a:lnTo>
                  <a:pt x="950118" y="923925"/>
                </a:lnTo>
                <a:cubicBezTo>
                  <a:pt x="946074" y="1377362"/>
                  <a:pt x="596527" y="1463322"/>
                  <a:pt x="525809" y="1463322"/>
                </a:cubicBezTo>
                <a:lnTo>
                  <a:pt x="525809" y="950118"/>
                </a:lnTo>
                <a:lnTo>
                  <a:pt x="0" y="950118"/>
                </a:lnTo>
                <a:lnTo>
                  <a:pt x="0" y="0"/>
                </a:lnTo>
                <a:close/>
              </a:path>
            </a:pathLst>
          </a:custGeom>
          <a:solidFill>
            <a:srgbClr val="E1E1F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lnSpc>
                <a:spcPct val="120000"/>
              </a:lnSpc>
            </a:pPr>
            <a:endParaRPr lang="zh-CN" altLang="en-US" sz="1350">
              <a:solidFill>
                <a:srgbClr val="FFFFFF"/>
              </a:solidFill>
              <a:latin typeface="微软雅黑" panose="020B0503020204020204" pitchFamily="34" charset="-122"/>
              <a:ea typeface="微软雅黑" panose="020B0503020204020204" pitchFamily="34" charset="-122"/>
              <a:sym typeface="Arial" panose="020B0604020202020204" pitchFamily="34" charset="0"/>
            </a:endParaRPr>
          </a:p>
        </p:txBody>
      </p:sp>
    </p:spTree>
    <p:custDataLst>
      <p:tags r:id="rId10"/>
    </p:custData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1" name="矩形 20"/>
          <p:cNvSpPr/>
          <p:nvPr userDrawn="1">
            <p:custDataLst>
              <p:tags r:id="rId1"/>
            </p:custDataLst>
          </p:nvPr>
        </p:nvSpPr>
        <p:spPr>
          <a:xfrm>
            <a:off x="0" y="0"/>
            <a:ext cx="9144000" cy="694373"/>
          </a:xfrm>
          <a:prstGeom prst="rect">
            <a:avLst/>
          </a:prstGeom>
          <a:solidFill>
            <a:srgbClr val="E7E7F0"/>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olidFill>
                <a:srgbClr val="FFFFFF"/>
              </a:solidFill>
              <a:latin typeface="微软雅黑" panose="020B0503020204020204" pitchFamily="34" charset="-122"/>
              <a:ea typeface="微软雅黑" panose="020B0503020204020204" pitchFamily="34" charset="-122"/>
              <a:sym typeface="+mn-ea"/>
            </a:endParaRPr>
          </a:p>
        </p:txBody>
      </p:sp>
      <p:sp>
        <p:nvSpPr>
          <p:cNvPr id="17" name="矩形 16"/>
          <p:cNvSpPr/>
          <p:nvPr>
            <p:custDataLst>
              <p:tags r:id="rId2"/>
            </p:custDataLst>
          </p:nvPr>
        </p:nvSpPr>
        <p:spPr>
          <a:xfrm>
            <a:off x="6042821" y="1193531"/>
            <a:ext cx="2644465" cy="2970717"/>
          </a:xfrm>
          <a:prstGeom prst="rect">
            <a:avLst/>
          </a:prstGeom>
          <a:solidFill>
            <a:srgbClr val="FFFFFF"/>
          </a:solidFill>
          <a:ln>
            <a:noFill/>
          </a:ln>
          <a:effectLst>
            <a:outerShdw blurRad="127000" dist="38100" dir="5400000" algn="t" rotWithShape="0">
              <a:srgbClr val="000000">
                <a:alpha val="3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200" b="1"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15" name="折角形 33"/>
          <p:cNvSpPr/>
          <p:nvPr>
            <p:custDataLst>
              <p:tags r:id="rId3"/>
            </p:custDataLst>
          </p:nvPr>
        </p:nvSpPr>
        <p:spPr>
          <a:xfrm>
            <a:off x="456301" y="1193531"/>
            <a:ext cx="5130146" cy="2970717"/>
          </a:xfrm>
          <a:prstGeom prst="foldedCorner">
            <a:avLst>
              <a:gd name="adj" fmla="val 16445"/>
            </a:avLst>
          </a:prstGeom>
          <a:solidFill>
            <a:srgbClr val="FFFFFF"/>
          </a:solidFill>
          <a:ln>
            <a:noFill/>
          </a:ln>
          <a:effectLst>
            <a:outerShdw blurRad="127000" dist="38100" dir="5400000" algn="t" rotWithShape="0">
              <a:srgbClr val="000000">
                <a:alpha val="3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rgbClr val="FFFFFF"/>
              </a:solidFill>
              <a:latin typeface="微软雅黑" panose="020B0503020204020204" pitchFamily="34" charset="-122"/>
              <a:ea typeface="微软雅黑" panose="020B0503020204020204" pitchFamily="34" charset="-122"/>
            </a:endParaRPr>
          </a:p>
        </p:txBody>
      </p:sp>
      <p:sp>
        <p:nvSpPr>
          <p:cNvPr id="16" name="任意多边形 8"/>
          <p:cNvSpPr/>
          <p:nvPr>
            <p:custDataLst>
              <p:tags r:id="rId4"/>
            </p:custDataLst>
          </p:nvPr>
        </p:nvSpPr>
        <p:spPr>
          <a:xfrm>
            <a:off x="688924" y="1193531"/>
            <a:ext cx="347186" cy="498634"/>
          </a:xfrm>
          <a:custGeom>
            <a:avLst/>
            <a:gdLst>
              <a:gd name="connsiteX0" fmla="*/ 0 w 1500"/>
              <a:gd name="connsiteY0" fmla="*/ 0 h 1449"/>
              <a:gd name="connsiteX1" fmla="*/ 1500 w 1500"/>
              <a:gd name="connsiteY1" fmla="*/ 0 h 1449"/>
              <a:gd name="connsiteX2" fmla="*/ 1500 w 1500"/>
              <a:gd name="connsiteY2" fmla="*/ 1449 h 1449"/>
              <a:gd name="connsiteX3" fmla="*/ 768 w 1500"/>
              <a:gd name="connsiteY3" fmla="*/ 1098 h 1449"/>
              <a:gd name="connsiteX4" fmla="*/ 0 w 1500"/>
              <a:gd name="connsiteY4" fmla="*/ 1449 h 1449"/>
              <a:gd name="connsiteX5" fmla="*/ 0 w 1500"/>
              <a:gd name="connsiteY5" fmla="*/ 0 h 1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00" h="1449">
                <a:moveTo>
                  <a:pt x="0" y="0"/>
                </a:moveTo>
                <a:lnTo>
                  <a:pt x="1500" y="0"/>
                </a:lnTo>
                <a:lnTo>
                  <a:pt x="1500" y="1449"/>
                </a:lnTo>
                <a:lnTo>
                  <a:pt x="768" y="1098"/>
                </a:lnTo>
                <a:lnTo>
                  <a:pt x="0" y="1449"/>
                </a:lnTo>
                <a:lnTo>
                  <a:pt x="0" y="0"/>
                </a:lnTo>
                <a:close/>
              </a:path>
            </a:pathLst>
          </a:custGeom>
          <a:solidFill>
            <a:srgbClr val="E1E1F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rgbClr val="FFFFFF"/>
              </a:solidFill>
              <a:latin typeface="微软雅黑" panose="020B0503020204020204" pitchFamily="34" charset="-122"/>
              <a:ea typeface="微软雅黑" panose="020B0503020204020204" pitchFamily="34" charset="-122"/>
            </a:endParaRPr>
          </a:p>
        </p:txBody>
      </p:sp>
      <p:sp>
        <p:nvSpPr>
          <p:cNvPr id="19" name="Title 6"/>
          <p:cNvSpPr txBox="1"/>
          <p:nvPr>
            <p:custDataLst>
              <p:tags r:id="rId5"/>
            </p:custDataLst>
          </p:nvPr>
        </p:nvSpPr>
        <p:spPr>
          <a:xfrm>
            <a:off x="688924" y="1795186"/>
            <a:ext cx="4664900" cy="1767407"/>
          </a:xfrm>
          <a:prstGeom prst="rect">
            <a:avLst/>
          </a:prstGeom>
          <a:noFill/>
          <a:ln w="3175">
            <a:noFill/>
            <a:prstDash val="dash"/>
          </a:ln>
        </p:spPr>
        <p:txBody>
          <a:bodyPr wrap="square" lIns="54000" tIns="0" rIns="54000" bIns="0" anchor="ctr" anchorCtr="0">
            <a:no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0" lvl="0" indent="-285750" algn="just">
              <a:lnSpc>
                <a:spcPct val="150000"/>
              </a:lnSpc>
              <a:spcBef>
                <a:spcPts val="0"/>
              </a:spcBef>
              <a:spcAft>
                <a:spcPts val="800"/>
              </a:spcAft>
              <a:buSzPct val="100000"/>
              <a:buFont typeface="Wingdings" panose="05000000000000000000" pitchFamily="2" charset="2"/>
              <a:buNone/>
            </a:pPr>
            <a:r>
              <a:rPr altLang="zh-CN" sz="1400" spc="100" dirty="0">
                <a:ln w="3175">
                  <a:noFill/>
                  <a:prstDash val="dash"/>
                </a:ln>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1400" spc="100" dirty="0">
                <a:ln w="3175">
                  <a:noFill/>
                  <a:prstDash val="dash"/>
                </a:ln>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在桌面任务栏右端的通知区域，单击“网络”图标      或   ，打开无线网络列表，单击“网络和Internet 设置”项。</a:t>
            </a:r>
            <a:endParaRPr lang="zh-CN" altLang="en-US" sz="1400" spc="100" dirty="0">
              <a:ln w="3175">
                <a:noFill/>
                <a:prstDash val="dash"/>
              </a:ln>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0" name="Title 6"/>
          <p:cNvSpPr txBox="1"/>
          <p:nvPr>
            <p:custDataLst>
              <p:tags r:id="rId6"/>
            </p:custDataLst>
          </p:nvPr>
        </p:nvSpPr>
        <p:spPr>
          <a:xfrm>
            <a:off x="456299" y="114750"/>
            <a:ext cx="8230987" cy="456300"/>
          </a:xfrm>
          <a:prstGeom prst="rect">
            <a:avLst/>
          </a:prstGeom>
          <a:noFill/>
          <a:ln w="3175">
            <a:noFill/>
            <a:prstDash val="dash"/>
          </a:ln>
        </p:spPr>
        <p:txBody>
          <a:bodyPr wrap="square" lIns="54000" tIns="27000" rIns="54000" bIns="27000" anchor="b" anchorCtr="0">
            <a:no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0" indent="0" algn="l">
              <a:lnSpc>
                <a:spcPct val="100000"/>
              </a:lnSpc>
              <a:spcBef>
                <a:spcPts val="0"/>
              </a:spcBef>
              <a:spcAft>
                <a:spcPts val="0"/>
              </a:spcAft>
              <a:buSzPct val="100000"/>
              <a:buNone/>
              <a:defRPr/>
            </a:pPr>
            <a:r>
              <a:rPr lang="zh-CN" altLang="en-US" sz="2400" b="1" spc="150" dirty="0">
                <a:ln w="3175">
                  <a:noFill/>
                  <a:prstDash val="dash"/>
                </a:ln>
                <a:solidFill>
                  <a:srgbClr val="7F7F7F"/>
                </a:solidFill>
                <a:latin typeface="微软雅黑" panose="020B0503020204020204" pitchFamily="34" charset="-122"/>
                <a:ea typeface="微软雅黑" panose="020B0503020204020204" pitchFamily="34" charset="-122"/>
                <a:cs typeface="微软雅黑" panose="020B0503020204020204" pitchFamily="34" charset="-122"/>
              </a:rPr>
              <a:t>接入局域网具体设置方法如下。</a:t>
            </a:r>
            <a:endParaRPr lang="zh-CN" altLang="en-US" sz="2400" b="1" spc="150" dirty="0">
              <a:ln w="3175">
                <a:noFill/>
                <a:prstDash val="dash"/>
              </a:ln>
              <a:solidFill>
                <a:srgbClr val="7F7F7F"/>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 name="TextBox 13"/>
          <p:cNvSpPr txBox="1"/>
          <p:nvPr>
            <p:custDataLst>
              <p:tags r:id="rId7"/>
            </p:custDataLst>
          </p:nvPr>
        </p:nvSpPr>
        <p:spPr>
          <a:xfrm>
            <a:off x="456300" y="4681430"/>
            <a:ext cx="2176785" cy="169943"/>
          </a:xfrm>
          <a:prstGeom prst="rect">
            <a:avLst/>
          </a:prstGeom>
          <a:noFill/>
          <a:ln>
            <a:noFill/>
          </a:ln>
        </p:spPr>
        <p:txBody>
          <a:bodyPr wrap="square" lIns="67500" tIns="27000" rIns="67500" bIns="27000"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750" b="0" i="0" u="none" strike="noStrike" kern="1200" cap="none" spc="150" normalizeH="0" noProof="0" dirty="0">
                <a:ln>
                  <a:noFill/>
                </a:ln>
                <a:solidFill>
                  <a:schemeClr val="accent3">
                    <a:lumMod val="75000"/>
                  </a:schemeClr>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https://</a:t>
            </a:r>
            <a:r>
              <a:rPr kumimoji="0" lang="en-US" altLang="zh-CN" sz="750" b="1" i="0" u="none" strike="noStrike" kern="1200" cap="none" spc="150" normalizeH="0" noProof="0" dirty="0">
                <a:ln>
                  <a:noFill/>
                </a:ln>
                <a:solidFill>
                  <a:schemeClr val="accent4">
                    <a:lumMod val="75000"/>
                  </a:schemeClr>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www.textbookcenter.cn</a:t>
            </a:r>
            <a:endParaRPr kumimoji="0" lang="en-US" altLang="zh-CN" sz="750" b="1" i="0" u="none" strike="noStrike" kern="1200" cap="none" spc="150" normalizeH="0" noProof="0" dirty="0">
              <a:ln>
                <a:noFill/>
              </a:ln>
              <a:solidFill>
                <a:schemeClr val="accent4">
                  <a:lumMod val="75000"/>
                </a:schemeClr>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 name="椭圆 2"/>
          <p:cNvSpPr>
            <a:spLocks noChangeAspect="1"/>
          </p:cNvSpPr>
          <p:nvPr>
            <p:custDataLst>
              <p:tags r:id="rId8"/>
            </p:custDataLst>
          </p:nvPr>
        </p:nvSpPr>
        <p:spPr>
          <a:xfrm>
            <a:off x="8644255" y="4744720"/>
            <a:ext cx="43180" cy="43180"/>
          </a:xfrm>
          <a:prstGeom prst="ellipse">
            <a:avLst/>
          </a:prstGeom>
          <a:solidFill>
            <a:srgbClr val="EF1F47"/>
          </a:solidFill>
          <a:ln>
            <a:noFill/>
          </a:ln>
        </p:spPr>
        <p:style>
          <a:lnRef idx="2">
            <a:srgbClr val="1E6BC5">
              <a:shade val="50000"/>
            </a:srgbClr>
          </a:lnRef>
          <a:fillRef idx="1">
            <a:srgbClr val="1E6BC5"/>
          </a:fillRef>
          <a:effectRef idx="0">
            <a:srgbClr val="1E6BC5"/>
          </a:effectRef>
          <a:fontRef idx="minor">
            <a:sysClr val="window" lastClr="FFFFFF"/>
          </a:fontRef>
        </p:style>
        <p:txBody>
          <a:bodyPr rtlCol="0" anchor="ctr"/>
          <a:lstStyle>
            <a:defPPr>
              <a:defRPr lang="zh-CN">
                <a:solidFill>
                  <a:sysClr val="window" lastClr="FFFFFF"/>
                </a:solidFill>
              </a:defRPr>
            </a:defPPr>
            <a:lvl1pPr marL="0" algn="l" defTabSz="914400" rtl="0" eaLnBrk="1" latinLnBrk="0" hangingPunct="1">
              <a:defRPr sz="1800" kern="1200">
                <a:solidFill>
                  <a:sysClr val="window" lastClr="FFFFFF"/>
                </a:solidFill>
                <a:latin typeface="+mn-lt"/>
                <a:ea typeface="+mn-ea"/>
                <a:cs typeface="+mn-cs"/>
              </a:defRPr>
            </a:lvl1pPr>
            <a:lvl2pPr marL="457200" algn="l" defTabSz="914400" rtl="0" eaLnBrk="1" latinLnBrk="0" hangingPunct="1">
              <a:defRPr sz="1800" kern="1200">
                <a:solidFill>
                  <a:sysClr val="window" lastClr="FFFFFF"/>
                </a:solidFill>
                <a:latin typeface="+mn-lt"/>
                <a:ea typeface="+mn-ea"/>
                <a:cs typeface="+mn-cs"/>
              </a:defRPr>
            </a:lvl2pPr>
            <a:lvl3pPr marL="914400" algn="l" defTabSz="914400" rtl="0" eaLnBrk="1" latinLnBrk="0" hangingPunct="1">
              <a:defRPr sz="1800" kern="1200">
                <a:solidFill>
                  <a:sysClr val="window" lastClr="FFFFFF"/>
                </a:solidFill>
                <a:latin typeface="+mn-lt"/>
                <a:ea typeface="+mn-ea"/>
                <a:cs typeface="+mn-cs"/>
              </a:defRPr>
            </a:lvl3pPr>
            <a:lvl4pPr marL="1371600" algn="l" defTabSz="914400" rtl="0" eaLnBrk="1" latinLnBrk="0" hangingPunct="1">
              <a:defRPr sz="1800" kern="1200">
                <a:solidFill>
                  <a:sysClr val="window" lastClr="FFFFFF"/>
                </a:solidFill>
                <a:latin typeface="+mn-lt"/>
                <a:ea typeface="+mn-ea"/>
                <a:cs typeface="+mn-cs"/>
              </a:defRPr>
            </a:lvl4pPr>
            <a:lvl5pPr marL="1828800" algn="l" defTabSz="914400" rtl="0" eaLnBrk="1" latinLnBrk="0" hangingPunct="1">
              <a:defRPr sz="1800" kern="1200">
                <a:solidFill>
                  <a:sysClr val="window" lastClr="FFFFFF"/>
                </a:solidFill>
                <a:latin typeface="+mn-lt"/>
                <a:ea typeface="+mn-ea"/>
                <a:cs typeface="+mn-cs"/>
              </a:defRPr>
            </a:lvl5pPr>
            <a:lvl6pPr marL="2286000" algn="l" defTabSz="914400" rtl="0" eaLnBrk="1" latinLnBrk="0" hangingPunct="1">
              <a:defRPr sz="1800" kern="1200">
                <a:solidFill>
                  <a:sysClr val="window" lastClr="FFFFFF"/>
                </a:solidFill>
                <a:latin typeface="+mn-lt"/>
                <a:ea typeface="+mn-ea"/>
                <a:cs typeface="+mn-cs"/>
              </a:defRPr>
            </a:lvl6pPr>
            <a:lvl7pPr marL="2743200" algn="l" defTabSz="914400" rtl="0" eaLnBrk="1" latinLnBrk="0" hangingPunct="1">
              <a:defRPr sz="1800" kern="1200">
                <a:solidFill>
                  <a:sysClr val="window" lastClr="FFFFFF"/>
                </a:solidFill>
                <a:latin typeface="+mn-lt"/>
                <a:ea typeface="+mn-ea"/>
                <a:cs typeface="+mn-cs"/>
              </a:defRPr>
            </a:lvl7pPr>
            <a:lvl8pPr marL="3200400" algn="l" defTabSz="914400" rtl="0" eaLnBrk="1" latinLnBrk="0" hangingPunct="1">
              <a:defRPr sz="1800" kern="1200">
                <a:solidFill>
                  <a:sysClr val="window" lastClr="FFFFFF"/>
                </a:solidFill>
                <a:latin typeface="+mn-lt"/>
                <a:ea typeface="+mn-ea"/>
                <a:cs typeface="+mn-cs"/>
              </a:defRPr>
            </a:lvl8pPr>
            <a:lvl9pPr marL="3657600" algn="l" defTabSz="914400" rtl="0" eaLnBrk="1" latinLnBrk="0" hangingPunct="1">
              <a:defRPr sz="1800" kern="1200">
                <a:solidFill>
                  <a:sysClr val="window" lastClr="FFFFFF"/>
                </a:solidFill>
                <a:latin typeface="+mn-lt"/>
                <a:ea typeface="+mn-ea"/>
                <a:cs typeface="+mn-cs"/>
              </a:defRPr>
            </a:lvl9pPr>
          </a:lstStyle>
          <a:p>
            <a:pPr algn="ctr"/>
            <a:endParaRPr lang="zh-CN" altLang="en-US" sz="1350">
              <a:solidFill>
                <a:sysClr val="window" lastClr="FFFFFF"/>
              </a:solidFill>
              <a:latin typeface="微软雅黑" panose="020B0503020204020204" pitchFamily="34" charset="-122"/>
              <a:ea typeface="微软雅黑" panose="020B0503020204020204" pitchFamily="34" charset="-122"/>
            </a:endParaRPr>
          </a:p>
        </p:txBody>
      </p:sp>
      <p:sp>
        <p:nvSpPr>
          <p:cNvPr id="8" name="椭圆 7"/>
          <p:cNvSpPr/>
          <p:nvPr>
            <p:custDataLst>
              <p:tags r:id="rId9"/>
            </p:custDataLst>
          </p:nvPr>
        </p:nvSpPr>
        <p:spPr>
          <a:xfrm>
            <a:off x="8406765" y="4744720"/>
            <a:ext cx="43180" cy="43180"/>
          </a:xfrm>
          <a:prstGeom prst="ellipse">
            <a:avLst/>
          </a:prstGeom>
          <a:solidFill>
            <a:srgbClr val="EF1F47"/>
          </a:solidFill>
          <a:ln>
            <a:noFill/>
          </a:ln>
        </p:spPr>
        <p:style>
          <a:lnRef idx="2">
            <a:srgbClr val="1E6BC5">
              <a:shade val="50000"/>
            </a:srgbClr>
          </a:lnRef>
          <a:fillRef idx="1">
            <a:srgbClr val="1E6BC5"/>
          </a:fillRef>
          <a:effectRef idx="0">
            <a:srgbClr val="1E6BC5"/>
          </a:effectRef>
          <a:fontRef idx="minor">
            <a:sysClr val="window" lastClr="FFFFFF"/>
          </a:fontRef>
        </p:style>
        <p:txBody>
          <a:bodyPr rtlCol="0" anchor="ctr"/>
          <a:lstStyle>
            <a:defPPr>
              <a:defRPr lang="zh-CN">
                <a:solidFill>
                  <a:sysClr val="window" lastClr="FFFFFF"/>
                </a:solidFill>
              </a:defRPr>
            </a:defPPr>
            <a:lvl1pPr marL="0" algn="l" defTabSz="914400" rtl="0" eaLnBrk="1" latinLnBrk="0" hangingPunct="1">
              <a:defRPr sz="1800" kern="1200">
                <a:solidFill>
                  <a:sysClr val="window" lastClr="FFFFFF"/>
                </a:solidFill>
                <a:latin typeface="+mn-lt"/>
                <a:ea typeface="+mn-ea"/>
                <a:cs typeface="+mn-cs"/>
              </a:defRPr>
            </a:lvl1pPr>
            <a:lvl2pPr marL="457200" algn="l" defTabSz="914400" rtl="0" eaLnBrk="1" latinLnBrk="0" hangingPunct="1">
              <a:defRPr sz="1800" kern="1200">
                <a:solidFill>
                  <a:sysClr val="window" lastClr="FFFFFF"/>
                </a:solidFill>
                <a:latin typeface="+mn-lt"/>
                <a:ea typeface="+mn-ea"/>
                <a:cs typeface="+mn-cs"/>
              </a:defRPr>
            </a:lvl2pPr>
            <a:lvl3pPr marL="914400" algn="l" defTabSz="914400" rtl="0" eaLnBrk="1" latinLnBrk="0" hangingPunct="1">
              <a:defRPr sz="1800" kern="1200">
                <a:solidFill>
                  <a:sysClr val="window" lastClr="FFFFFF"/>
                </a:solidFill>
                <a:latin typeface="+mn-lt"/>
                <a:ea typeface="+mn-ea"/>
                <a:cs typeface="+mn-cs"/>
              </a:defRPr>
            </a:lvl3pPr>
            <a:lvl4pPr marL="1371600" algn="l" defTabSz="914400" rtl="0" eaLnBrk="1" latinLnBrk="0" hangingPunct="1">
              <a:defRPr sz="1800" kern="1200">
                <a:solidFill>
                  <a:sysClr val="window" lastClr="FFFFFF"/>
                </a:solidFill>
                <a:latin typeface="+mn-lt"/>
                <a:ea typeface="+mn-ea"/>
                <a:cs typeface="+mn-cs"/>
              </a:defRPr>
            </a:lvl4pPr>
            <a:lvl5pPr marL="1828800" algn="l" defTabSz="914400" rtl="0" eaLnBrk="1" latinLnBrk="0" hangingPunct="1">
              <a:defRPr sz="1800" kern="1200">
                <a:solidFill>
                  <a:sysClr val="window" lastClr="FFFFFF"/>
                </a:solidFill>
                <a:latin typeface="+mn-lt"/>
                <a:ea typeface="+mn-ea"/>
                <a:cs typeface="+mn-cs"/>
              </a:defRPr>
            </a:lvl5pPr>
            <a:lvl6pPr marL="2286000" algn="l" defTabSz="914400" rtl="0" eaLnBrk="1" latinLnBrk="0" hangingPunct="1">
              <a:defRPr sz="1800" kern="1200">
                <a:solidFill>
                  <a:sysClr val="window" lastClr="FFFFFF"/>
                </a:solidFill>
                <a:latin typeface="+mn-lt"/>
                <a:ea typeface="+mn-ea"/>
                <a:cs typeface="+mn-cs"/>
              </a:defRPr>
            </a:lvl6pPr>
            <a:lvl7pPr marL="2743200" algn="l" defTabSz="914400" rtl="0" eaLnBrk="1" latinLnBrk="0" hangingPunct="1">
              <a:defRPr sz="1800" kern="1200">
                <a:solidFill>
                  <a:sysClr val="window" lastClr="FFFFFF"/>
                </a:solidFill>
                <a:latin typeface="+mn-lt"/>
                <a:ea typeface="+mn-ea"/>
                <a:cs typeface="+mn-cs"/>
              </a:defRPr>
            </a:lvl7pPr>
            <a:lvl8pPr marL="3200400" algn="l" defTabSz="914400" rtl="0" eaLnBrk="1" latinLnBrk="0" hangingPunct="1">
              <a:defRPr sz="1800" kern="1200">
                <a:solidFill>
                  <a:sysClr val="window" lastClr="FFFFFF"/>
                </a:solidFill>
                <a:latin typeface="+mn-lt"/>
                <a:ea typeface="+mn-ea"/>
                <a:cs typeface="+mn-cs"/>
              </a:defRPr>
            </a:lvl8pPr>
            <a:lvl9pPr marL="3657600" algn="l" defTabSz="914400" rtl="0" eaLnBrk="1" latinLnBrk="0" hangingPunct="1">
              <a:defRPr sz="1800" kern="1200">
                <a:solidFill>
                  <a:sysClr val="window" lastClr="FFFFFF"/>
                </a:solidFill>
                <a:latin typeface="+mn-lt"/>
                <a:ea typeface="+mn-ea"/>
                <a:cs typeface="+mn-cs"/>
              </a:defRPr>
            </a:lvl9pPr>
          </a:lstStyle>
          <a:p>
            <a:pPr algn="ctr"/>
            <a:endParaRPr lang="zh-CN" altLang="en-US" sz="1350">
              <a:solidFill>
                <a:sysClr val="window" lastClr="FFFFFF"/>
              </a:solidFill>
              <a:latin typeface="微软雅黑" panose="020B0503020204020204" pitchFamily="34" charset="-122"/>
              <a:ea typeface="微软雅黑" panose="020B0503020204020204" pitchFamily="34" charset="-122"/>
            </a:endParaRPr>
          </a:p>
        </p:txBody>
      </p:sp>
      <p:sp>
        <p:nvSpPr>
          <p:cNvPr id="18" name="椭圆 17"/>
          <p:cNvSpPr>
            <a:spLocks noChangeAspect="1"/>
          </p:cNvSpPr>
          <p:nvPr>
            <p:custDataLst>
              <p:tags r:id="rId10"/>
            </p:custDataLst>
          </p:nvPr>
        </p:nvSpPr>
        <p:spPr>
          <a:xfrm>
            <a:off x="8525510" y="4744720"/>
            <a:ext cx="43180" cy="43180"/>
          </a:xfrm>
          <a:prstGeom prst="ellipse">
            <a:avLst/>
          </a:prstGeom>
          <a:solidFill>
            <a:srgbClr val="EF1F47"/>
          </a:solidFill>
          <a:ln>
            <a:noFill/>
          </a:ln>
        </p:spPr>
        <p:style>
          <a:lnRef idx="2">
            <a:srgbClr val="1E6BC5">
              <a:shade val="50000"/>
            </a:srgbClr>
          </a:lnRef>
          <a:fillRef idx="1">
            <a:srgbClr val="1E6BC5"/>
          </a:fillRef>
          <a:effectRef idx="0">
            <a:srgbClr val="1E6BC5"/>
          </a:effectRef>
          <a:fontRef idx="minor">
            <a:sysClr val="window" lastClr="FFFFFF"/>
          </a:fontRef>
        </p:style>
        <p:txBody>
          <a:bodyPr rtlCol="0" anchor="ctr"/>
          <a:lstStyle>
            <a:defPPr>
              <a:defRPr lang="zh-CN">
                <a:solidFill>
                  <a:sysClr val="window" lastClr="FFFFFF"/>
                </a:solidFill>
              </a:defRPr>
            </a:defPPr>
            <a:lvl1pPr marL="0" algn="l" defTabSz="914400" rtl="0" eaLnBrk="1" latinLnBrk="0" hangingPunct="1">
              <a:defRPr sz="1800" kern="1200">
                <a:solidFill>
                  <a:sysClr val="window" lastClr="FFFFFF"/>
                </a:solidFill>
                <a:latin typeface="+mn-lt"/>
                <a:ea typeface="+mn-ea"/>
                <a:cs typeface="+mn-cs"/>
              </a:defRPr>
            </a:lvl1pPr>
            <a:lvl2pPr marL="457200" algn="l" defTabSz="914400" rtl="0" eaLnBrk="1" latinLnBrk="0" hangingPunct="1">
              <a:defRPr sz="1800" kern="1200">
                <a:solidFill>
                  <a:sysClr val="window" lastClr="FFFFFF"/>
                </a:solidFill>
                <a:latin typeface="+mn-lt"/>
                <a:ea typeface="+mn-ea"/>
                <a:cs typeface="+mn-cs"/>
              </a:defRPr>
            </a:lvl2pPr>
            <a:lvl3pPr marL="914400" algn="l" defTabSz="914400" rtl="0" eaLnBrk="1" latinLnBrk="0" hangingPunct="1">
              <a:defRPr sz="1800" kern="1200">
                <a:solidFill>
                  <a:sysClr val="window" lastClr="FFFFFF"/>
                </a:solidFill>
                <a:latin typeface="+mn-lt"/>
                <a:ea typeface="+mn-ea"/>
                <a:cs typeface="+mn-cs"/>
              </a:defRPr>
            </a:lvl3pPr>
            <a:lvl4pPr marL="1371600" algn="l" defTabSz="914400" rtl="0" eaLnBrk="1" latinLnBrk="0" hangingPunct="1">
              <a:defRPr sz="1800" kern="1200">
                <a:solidFill>
                  <a:sysClr val="window" lastClr="FFFFFF"/>
                </a:solidFill>
                <a:latin typeface="+mn-lt"/>
                <a:ea typeface="+mn-ea"/>
                <a:cs typeface="+mn-cs"/>
              </a:defRPr>
            </a:lvl4pPr>
            <a:lvl5pPr marL="1828800" algn="l" defTabSz="914400" rtl="0" eaLnBrk="1" latinLnBrk="0" hangingPunct="1">
              <a:defRPr sz="1800" kern="1200">
                <a:solidFill>
                  <a:sysClr val="window" lastClr="FFFFFF"/>
                </a:solidFill>
                <a:latin typeface="+mn-lt"/>
                <a:ea typeface="+mn-ea"/>
                <a:cs typeface="+mn-cs"/>
              </a:defRPr>
            </a:lvl5pPr>
            <a:lvl6pPr marL="2286000" algn="l" defTabSz="914400" rtl="0" eaLnBrk="1" latinLnBrk="0" hangingPunct="1">
              <a:defRPr sz="1800" kern="1200">
                <a:solidFill>
                  <a:sysClr val="window" lastClr="FFFFFF"/>
                </a:solidFill>
                <a:latin typeface="+mn-lt"/>
                <a:ea typeface="+mn-ea"/>
                <a:cs typeface="+mn-cs"/>
              </a:defRPr>
            </a:lvl6pPr>
            <a:lvl7pPr marL="2743200" algn="l" defTabSz="914400" rtl="0" eaLnBrk="1" latinLnBrk="0" hangingPunct="1">
              <a:defRPr sz="1800" kern="1200">
                <a:solidFill>
                  <a:sysClr val="window" lastClr="FFFFFF"/>
                </a:solidFill>
                <a:latin typeface="+mn-lt"/>
                <a:ea typeface="+mn-ea"/>
                <a:cs typeface="+mn-cs"/>
              </a:defRPr>
            </a:lvl7pPr>
            <a:lvl8pPr marL="3200400" algn="l" defTabSz="914400" rtl="0" eaLnBrk="1" latinLnBrk="0" hangingPunct="1">
              <a:defRPr sz="1800" kern="1200">
                <a:solidFill>
                  <a:sysClr val="window" lastClr="FFFFFF"/>
                </a:solidFill>
                <a:latin typeface="+mn-lt"/>
                <a:ea typeface="+mn-ea"/>
                <a:cs typeface="+mn-cs"/>
              </a:defRPr>
            </a:lvl8pPr>
            <a:lvl9pPr marL="3657600" algn="l" defTabSz="914400" rtl="0" eaLnBrk="1" latinLnBrk="0" hangingPunct="1">
              <a:defRPr sz="1800" kern="1200">
                <a:solidFill>
                  <a:sysClr val="window" lastClr="FFFFFF"/>
                </a:solidFill>
                <a:latin typeface="+mn-lt"/>
                <a:ea typeface="+mn-ea"/>
                <a:cs typeface="+mn-cs"/>
              </a:defRPr>
            </a:lvl9pPr>
          </a:lstStyle>
          <a:p>
            <a:pPr algn="ctr"/>
            <a:endParaRPr lang="zh-CN" altLang="en-US" sz="1350">
              <a:solidFill>
                <a:sysClr val="window" lastClr="FFFFFF"/>
              </a:solidFill>
              <a:latin typeface="微软雅黑" panose="020B0503020204020204" pitchFamily="34" charset="-122"/>
              <a:ea typeface="微软雅黑" panose="020B0503020204020204" pitchFamily="34" charset="-122"/>
            </a:endParaRPr>
          </a:p>
        </p:txBody>
      </p:sp>
      <p:pic>
        <p:nvPicPr>
          <p:cNvPr id="23" name="图片 22"/>
          <p:cNvPicPr>
            <a:picLocks noChangeAspect="1"/>
          </p:cNvPicPr>
          <p:nvPr>
            <p:custDataLst>
              <p:tags r:id="rId11"/>
            </p:custDataLst>
          </p:nvPr>
        </p:nvPicPr>
        <p:blipFill rotWithShape="1">
          <a:blip r:embed="rId12"/>
          <a:srcRect l="2458" r="2458"/>
          <a:stretch>
            <a:fillRect/>
          </a:stretch>
        </p:blipFill>
        <p:spPr>
          <a:xfrm>
            <a:off x="6151747" y="1306931"/>
            <a:ext cx="2417660" cy="2745247"/>
          </a:xfrm>
          <a:prstGeom prst="rect">
            <a:avLst/>
          </a:prstGeom>
        </p:spPr>
      </p:pic>
      <p:pic>
        <p:nvPicPr>
          <p:cNvPr id="5" name="图片 4"/>
          <p:cNvPicPr>
            <a:picLocks noChangeAspect="1"/>
          </p:cNvPicPr>
          <p:nvPr/>
        </p:nvPicPr>
        <p:blipFill>
          <a:blip r:embed="rId13"/>
          <a:stretch>
            <a:fillRect/>
          </a:stretch>
        </p:blipFill>
        <p:spPr>
          <a:xfrm>
            <a:off x="5102225" y="2261870"/>
            <a:ext cx="310800" cy="252000"/>
          </a:xfrm>
          <a:prstGeom prst="rect">
            <a:avLst/>
          </a:prstGeom>
        </p:spPr>
      </p:pic>
      <p:pic>
        <p:nvPicPr>
          <p:cNvPr id="6" name="图片 5"/>
          <p:cNvPicPr>
            <a:picLocks noChangeAspect="1"/>
          </p:cNvPicPr>
          <p:nvPr/>
        </p:nvPicPr>
        <p:blipFill>
          <a:blip r:embed="rId14"/>
          <a:stretch>
            <a:fillRect/>
          </a:stretch>
        </p:blipFill>
        <p:spPr>
          <a:xfrm>
            <a:off x="939800" y="2569845"/>
            <a:ext cx="243871" cy="252000"/>
          </a:xfrm>
          <a:prstGeom prst="rect">
            <a:avLst/>
          </a:prstGeom>
        </p:spPr>
      </p:pic>
    </p:spTree>
    <p:custDataLst>
      <p:tags r:id="rId15"/>
    </p:custData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12" name="矩形 11"/>
          <p:cNvSpPr/>
          <p:nvPr>
            <p:custDataLst>
              <p:tags r:id="rId1"/>
            </p:custDataLst>
          </p:nvPr>
        </p:nvSpPr>
        <p:spPr>
          <a:xfrm>
            <a:off x="5782628" y="711518"/>
            <a:ext cx="2948940" cy="3932873"/>
          </a:xfrm>
          <a:prstGeom prst="rect">
            <a:avLst/>
          </a:prstGeom>
          <a:solidFill>
            <a:srgbClr val="D9D9D9"/>
          </a:solidFill>
          <a:ln w="25400">
            <a:solidFill>
              <a:srgbClr val="D9D9D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rgbClr val="FFFFFF"/>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2" name="矩形 1"/>
          <p:cNvSpPr/>
          <p:nvPr>
            <p:custDataLst>
              <p:tags r:id="rId2"/>
            </p:custDataLst>
          </p:nvPr>
        </p:nvSpPr>
        <p:spPr>
          <a:xfrm>
            <a:off x="5687378" y="616268"/>
            <a:ext cx="2948940" cy="3932873"/>
          </a:xfrm>
          <a:prstGeom prst="rect">
            <a:avLst/>
          </a:prstGeom>
          <a:solidFill>
            <a:srgbClr val="FFFFFF"/>
          </a:solidFill>
          <a:ln w="50800">
            <a:solidFill>
              <a:srgbClr val="BFBFB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rgbClr val="FFFFFF"/>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4" name="文本框 3"/>
          <p:cNvSpPr txBox="1"/>
          <p:nvPr>
            <p:custDataLst>
              <p:tags r:id="rId3"/>
            </p:custDataLst>
          </p:nvPr>
        </p:nvSpPr>
        <p:spPr>
          <a:xfrm>
            <a:off x="5938838" y="922496"/>
            <a:ext cx="2446020" cy="1012508"/>
          </a:xfrm>
          <a:prstGeom prst="rect">
            <a:avLst/>
          </a:prstGeom>
          <a:noFill/>
        </p:spPr>
        <p:txBody>
          <a:bodyPr wrap="square" rtlCol="0" anchor="b" anchorCtr="0">
            <a:normAutofit/>
          </a:bodyPr>
          <a:lstStyle/>
          <a:p>
            <a:pPr marL="0" indent="0" algn="l">
              <a:lnSpc>
                <a:spcPct val="100000"/>
              </a:lnSpc>
              <a:spcBef>
                <a:spcPts val="0"/>
              </a:spcBef>
              <a:spcAft>
                <a:spcPts val="0"/>
              </a:spcAft>
              <a:buSzPct val="100000"/>
              <a:buNone/>
            </a:pPr>
            <a:r>
              <a:rPr lang="zh-CN" altLang="en-US" sz="1900" b="1" spc="400" dirty="0">
                <a:solidFill>
                  <a:srgbClr val="000000"/>
                </a:solidFill>
                <a:latin typeface="微软雅黑" panose="020B0503020204020204" pitchFamily="34" charset="-122"/>
                <a:ea typeface="微软雅黑" panose="020B0503020204020204" pitchFamily="34" charset="-122"/>
                <a:sym typeface="+mn-ea"/>
              </a:rPr>
              <a:t>接入局域网具体设置方法如下。</a:t>
            </a:r>
            <a:endParaRPr lang="zh-CN" altLang="en-US" sz="1900" b="1" spc="400" dirty="0">
              <a:solidFill>
                <a:srgbClr val="000000"/>
              </a:solidFill>
              <a:latin typeface="微软雅黑" panose="020B0503020204020204" pitchFamily="34" charset="-122"/>
              <a:ea typeface="微软雅黑" panose="020B0503020204020204" pitchFamily="34" charset="-122"/>
              <a:sym typeface="+mn-ea"/>
            </a:endParaRPr>
          </a:p>
        </p:txBody>
      </p:sp>
      <p:pic>
        <p:nvPicPr>
          <p:cNvPr id="5" name="图片 4" descr="310454300"/>
          <p:cNvPicPr>
            <a:picLocks noChangeAspect="1"/>
          </p:cNvPicPr>
          <p:nvPr>
            <p:custDataLst>
              <p:tags r:id="rId4"/>
            </p:custDataLst>
          </p:nvPr>
        </p:nvPicPr>
        <p:blipFill>
          <a:blip r:embed="rId5"/>
          <a:srcRect l="510" r="141" b="81"/>
          <a:stretch>
            <a:fillRect/>
          </a:stretch>
        </p:blipFill>
        <p:spPr>
          <a:xfrm>
            <a:off x="487203" y="616268"/>
            <a:ext cx="4916329" cy="3933349"/>
          </a:xfrm>
          <a:prstGeom prst="rect">
            <a:avLst/>
          </a:prstGeom>
        </p:spPr>
      </p:pic>
      <p:sp>
        <p:nvSpPr>
          <p:cNvPr id="6" name="矩形 5"/>
          <p:cNvSpPr/>
          <p:nvPr>
            <p:custDataLst>
              <p:tags r:id="rId6"/>
            </p:custDataLst>
          </p:nvPr>
        </p:nvSpPr>
        <p:spPr>
          <a:xfrm>
            <a:off x="6035516" y="2085023"/>
            <a:ext cx="571505" cy="19050"/>
          </a:xfrm>
          <a:prstGeom prst="rect">
            <a:avLst/>
          </a:prstGeom>
          <a:solidFill>
            <a:srgbClr val="BFBFB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rgbClr val="FFFFFF"/>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8" name="矩形 7"/>
          <p:cNvSpPr/>
          <p:nvPr>
            <p:custDataLst>
              <p:tags r:id="rId7"/>
            </p:custDataLst>
          </p:nvPr>
        </p:nvSpPr>
        <p:spPr>
          <a:xfrm>
            <a:off x="5938838" y="2275523"/>
            <a:ext cx="2446020" cy="1945481"/>
          </a:xfrm>
          <a:prstGeom prst="rect">
            <a:avLst/>
          </a:prstGeom>
          <a:noFill/>
        </p:spPr>
        <p:txBody>
          <a:bodyPr wrap="square" lIns="76200" tIns="0" rIns="61912" bIns="0" rtlCol="0" anchor="t" anchorCtr="0">
            <a:normAutofit/>
          </a:bodyPr>
          <a:lstStyle/>
          <a:p>
            <a:pPr marL="0" lvl="0" indent="0" algn="just">
              <a:lnSpc>
                <a:spcPct val="130000"/>
              </a:lnSpc>
              <a:spcBef>
                <a:spcPts val="0"/>
              </a:spcBef>
              <a:spcAft>
                <a:spcPts val="800"/>
              </a:spcAft>
              <a:buSzPct val="100000"/>
              <a:buNone/>
            </a:pPr>
            <a:r>
              <a:rPr lang="en-US" altLang="zh-CN" sz="1200" kern="0" dirty="0">
                <a:solidFill>
                  <a:srgbClr val="404040"/>
                </a:solidFill>
                <a:uFillTx/>
                <a:latin typeface="微软雅黑" panose="020B0503020204020204" pitchFamily="34" charset="-122"/>
                <a:ea typeface="微软雅黑" panose="020B0503020204020204" pitchFamily="34" charset="-122"/>
                <a:cs typeface="微软雅黑" panose="020B0503020204020204" pitchFamily="34" charset="-122"/>
              </a:rPr>
              <a:t>2.</a:t>
            </a:r>
            <a:r>
              <a:rPr lang="zh-CN" altLang="en-US" sz="1200" kern="0" dirty="0">
                <a:solidFill>
                  <a:srgbClr val="404040"/>
                </a:solidFill>
                <a:uFillTx/>
                <a:latin typeface="微软雅黑" panose="020B0503020204020204" pitchFamily="34" charset="-122"/>
                <a:ea typeface="微软雅黑" panose="020B0503020204020204" pitchFamily="34" charset="-122"/>
                <a:cs typeface="微软雅黑" panose="020B0503020204020204" pitchFamily="34" charset="-122"/>
              </a:rPr>
              <a:t>在“网络和Internet”窗口中，在左侧窗格中单击“以太网”，右侧窗格会显示“以太网”选项，如图所示。如果显示“未连接”，则需要设置网络。设置方法为在“相关设置”下，单击“更改适配器选项”。</a:t>
            </a:r>
            <a:endParaRPr lang="zh-CN" altLang="en-US" sz="1200" kern="0" dirty="0">
              <a:solidFill>
                <a:srgbClr val="404040"/>
              </a:solidFill>
              <a:uFillTx/>
              <a:latin typeface="微软雅黑" panose="020B0503020204020204" pitchFamily="34" charset="-122"/>
              <a:ea typeface="微软雅黑" panose="020B0503020204020204" pitchFamily="34" charset="-122"/>
              <a:cs typeface="微软雅黑" panose="020B0503020204020204" pitchFamily="34" charset="-122"/>
            </a:endParaRPr>
          </a:p>
        </p:txBody>
      </p:sp>
    </p:spTree>
    <p:custDataLst>
      <p:tags r:id="rId8"/>
    </p:custData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160" name="图片 159"/>
          <p:cNvPicPr>
            <a:picLocks noChangeAspect="1"/>
          </p:cNvPicPr>
          <p:nvPr userDrawn="1">
            <p:custDataLst>
              <p:tags r:id="rId1"/>
            </p:custDataLst>
          </p:nvPr>
        </p:nvPicPr>
        <p:blipFill>
          <a:blip r:embed="rId2">
            <a:extLst>
              <a:ext uri="{28A0092B-C50C-407E-A947-70E740481C1C}">
                <a14:useLocalDpi xmlns:a14="http://schemas.microsoft.com/office/drawing/2010/main" val="0"/>
              </a:ext>
            </a:extLst>
          </a:blip>
          <a:stretch>
            <a:fillRect/>
          </a:stretch>
        </p:blipFill>
        <p:spPr>
          <a:xfrm>
            <a:off x="7931976" y="3954677"/>
            <a:ext cx="1101947" cy="1188823"/>
          </a:xfrm>
          <a:prstGeom prst="rect">
            <a:avLst/>
          </a:prstGeom>
        </p:spPr>
      </p:pic>
      <p:sp>
        <p:nvSpPr>
          <p:cNvPr id="257" name="任意多边形: 形状 256"/>
          <p:cNvSpPr/>
          <p:nvPr>
            <p:custDataLst>
              <p:tags r:id="rId3"/>
            </p:custDataLst>
          </p:nvPr>
        </p:nvSpPr>
        <p:spPr>
          <a:xfrm flipH="1" flipV="1">
            <a:off x="10256" y="10001"/>
            <a:ext cx="2588420" cy="5143499"/>
          </a:xfrm>
          <a:custGeom>
            <a:avLst/>
            <a:gdLst>
              <a:gd name="connsiteX0" fmla="*/ 3417548 w 3451226"/>
              <a:gd name="connsiteY0" fmla="*/ 0 h 6857999"/>
              <a:gd name="connsiteX1" fmla="*/ 3451226 w 3451226"/>
              <a:gd name="connsiteY1" fmla="*/ 0 h 6857999"/>
              <a:gd name="connsiteX2" fmla="*/ 3451226 w 3451226"/>
              <a:gd name="connsiteY2" fmla="*/ 6805797 h 6857999"/>
              <a:gd name="connsiteX3" fmla="*/ 3425212 w 3451226"/>
              <a:gd name="connsiteY3" fmla="*/ 6857999 h 6857999"/>
              <a:gd name="connsiteX4" fmla="*/ 0 w 3451226"/>
              <a:gd name="connsiteY4" fmla="*/ 6857999 h 68579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51226" h="6857999">
                <a:moveTo>
                  <a:pt x="3417548" y="0"/>
                </a:moveTo>
                <a:lnTo>
                  <a:pt x="3451226" y="0"/>
                </a:lnTo>
                <a:lnTo>
                  <a:pt x="3451226" y="6805797"/>
                </a:lnTo>
                <a:lnTo>
                  <a:pt x="3425212" y="6857999"/>
                </a:lnTo>
                <a:lnTo>
                  <a:pt x="0" y="6857999"/>
                </a:lnTo>
                <a:close/>
              </a:path>
            </a:pathLst>
          </a:custGeom>
          <a:solidFill>
            <a:srgbClr val="F2F2F2">
              <a:alpha val="20000"/>
            </a:srgbClr>
          </a:solidFill>
          <a:ln>
            <a:noFill/>
          </a:ln>
          <a:effectLst>
            <a:outerShdw blurRad="406400" dist="292100" algn="l" rotWithShape="0">
              <a:prstClr val="black">
                <a:alpha val="4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lnSpc>
                <a:spcPct val="120000"/>
              </a:lnSpc>
            </a:pPr>
            <a:endParaRPr lang="zh-CN" altLang="en-US" sz="1350">
              <a:solidFill>
                <a:srgbClr val="FFFFFF"/>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258" name="任意多边形: 形状 257"/>
          <p:cNvSpPr/>
          <p:nvPr>
            <p:custDataLst>
              <p:tags r:id="rId4"/>
            </p:custDataLst>
          </p:nvPr>
        </p:nvSpPr>
        <p:spPr>
          <a:xfrm>
            <a:off x="6555581" y="-10000"/>
            <a:ext cx="2588420" cy="5143499"/>
          </a:xfrm>
          <a:custGeom>
            <a:avLst/>
            <a:gdLst>
              <a:gd name="connsiteX0" fmla="*/ 3417548 w 3451226"/>
              <a:gd name="connsiteY0" fmla="*/ 0 h 6857999"/>
              <a:gd name="connsiteX1" fmla="*/ 3451226 w 3451226"/>
              <a:gd name="connsiteY1" fmla="*/ 0 h 6857999"/>
              <a:gd name="connsiteX2" fmla="*/ 3451226 w 3451226"/>
              <a:gd name="connsiteY2" fmla="*/ 6805797 h 6857999"/>
              <a:gd name="connsiteX3" fmla="*/ 3425212 w 3451226"/>
              <a:gd name="connsiteY3" fmla="*/ 6857999 h 6857999"/>
              <a:gd name="connsiteX4" fmla="*/ 0 w 3451226"/>
              <a:gd name="connsiteY4" fmla="*/ 6857999 h 68579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51226" h="6857999">
                <a:moveTo>
                  <a:pt x="3417548" y="0"/>
                </a:moveTo>
                <a:lnTo>
                  <a:pt x="3451226" y="0"/>
                </a:lnTo>
                <a:lnTo>
                  <a:pt x="3451226" y="6805797"/>
                </a:lnTo>
                <a:lnTo>
                  <a:pt x="3425212" y="6857999"/>
                </a:lnTo>
                <a:lnTo>
                  <a:pt x="0" y="6857999"/>
                </a:lnTo>
                <a:close/>
              </a:path>
            </a:pathLst>
          </a:custGeom>
          <a:solidFill>
            <a:srgbClr val="F2F2F2">
              <a:alpha val="40000"/>
            </a:srgbClr>
          </a:solidFill>
          <a:ln>
            <a:noFill/>
          </a:ln>
          <a:effectLst>
            <a:outerShdw blurRad="406400" dist="292100" algn="l" rotWithShape="0">
              <a:prstClr val="black">
                <a:alpha val="4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lnSpc>
                <a:spcPct val="120000"/>
              </a:lnSpc>
            </a:pPr>
            <a:endParaRPr lang="zh-CN" altLang="en-US" sz="1350">
              <a:solidFill>
                <a:srgbClr val="FFFFFF"/>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260" name="平行四边形 259"/>
          <p:cNvSpPr/>
          <p:nvPr>
            <p:custDataLst>
              <p:tags r:id="rId5"/>
            </p:custDataLst>
          </p:nvPr>
        </p:nvSpPr>
        <p:spPr>
          <a:xfrm>
            <a:off x="1190625" y="4011295"/>
            <a:ext cx="789940" cy="1118235"/>
          </a:xfrm>
          <a:prstGeom prst="parallelogram">
            <a:avLst>
              <a:gd name="adj" fmla="val 71296"/>
            </a:avLst>
          </a:prstGeom>
          <a:solidFill>
            <a:srgbClr val="D9D9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1350">
              <a:solidFill>
                <a:srgbClr val="FFFFFF"/>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261" name="平行四边形 260"/>
          <p:cNvSpPr/>
          <p:nvPr>
            <p:custDataLst>
              <p:tags r:id="rId6"/>
            </p:custDataLst>
          </p:nvPr>
        </p:nvSpPr>
        <p:spPr>
          <a:xfrm>
            <a:off x="735965" y="4011295"/>
            <a:ext cx="789940" cy="1118235"/>
          </a:xfrm>
          <a:prstGeom prst="parallelogram">
            <a:avLst>
              <a:gd name="adj" fmla="val 71296"/>
            </a:avLst>
          </a:prstGeom>
          <a:solidFill>
            <a:srgbClr val="D9D9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1350">
              <a:solidFill>
                <a:srgbClr val="FFFFFF"/>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262" name="平行四边形 261"/>
          <p:cNvSpPr/>
          <p:nvPr>
            <p:custDataLst>
              <p:tags r:id="rId7"/>
            </p:custDataLst>
          </p:nvPr>
        </p:nvSpPr>
        <p:spPr>
          <a:xfrm>
            <a:off x="281940" y="4011295"/>
            <a:ext cx="789940" cy="1118235"/>
          </a:xfrm>
          <a:prstGeom prst="parallelogram">
            <a:avLst>
              <a:gd name="adj" fmla="val 71296"/>
            </a:avLst>
          </a:prstGeom>
          <a:solidFill>
            <a:srgbClr val="D9D9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1350">
              <a:solidFill>
                <a:srgbClr val="FFFFFF"/>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612" name="任意多边形: 形状 136"/>
          <p:cNvSpPr/>
          <p:nvPr>
            <p:custDataLst>
              <p:tags r:id="rId8"/>
            </p:custDataLst>
          </p:nvPr>
        </p:nvSpPr>
        <p:spPr>
          <a:xfrm>
            <a:off x="7908290" y="1783715"/>
            <a:ext cx="21590" cy="21590"/>
          </a:xfrm>
          <a:custGeom>
            <a:avLst/>
            <a:gdLst/>
            <a:ahLst/>
            <a:cxnLst/>
            <a:rect l="0" t="0" r="0" b="0"/>
            <a:pathLst>
              <a:path w="38101" h="38101">
                <a:moveTo>
                  <a:pt x="38100" y="19050"/>
                </a:moveTo>
                <a:cubicBezTo>
                  <a:pt x="38100" y="29210"/>
                  <a:pt x="29210" y="38100"/>
                  <a:pt x="19050" y="38100"/>
                </a:cubicBezTo>
                <a:cubicBezTo>
                  <a:pt x="8890" y="38100"/>
                  <a:pt x="0" y="29210"/>
                  <a:pt x="0" y="19050"/>
                </a:cubicBezTo>
                <a:cubicBezTo>
                  <a:pt x="0" y="8890"/>
                  <a:pt x="8890" y="0"/>
                  <a:pt x="19050" y="0"/>
                </a:cubicBezTo>
                <a:cubicBezTo>
                  <a:pt x="29210" y="0"/>
                  <a:pt x="38100" y="8890"/>
                  <a:pt x="38100" y="19050"/>
                </a:cubicBezTo>
                <a:close/>
              </a:path>
            </a:pathLst>
          </a:custGeom>
          <a:solidFill>
            <a:srgbClr val="D9D9D9"/>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1350" dirty="0">
              <a:solidFill>
                <a:srgbClr val="FFFFFF"/>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613" name="任意多边形: 形状 137"/>
          <p:cNvSpPr/>
          <p:nvPr>
            <p:custDataLst>
              <p:tags r:id="rId9"/>
            </p:custDataLst>
          </p:nvPr>
        </p:nvSpPr>
        <p:spPr>
          <a:xfrm>
            <a:off x="8014970" y="1783715"/>
            <a:ext cx="21590" cy="21590"/>
          </a:xfrm>
          <a:custGeom>
            <a:avLst/>
            <a:gdLst/>
            <a:ahLst/>
            <a:cxnLst/>
            <a:rect l="0" t="0" r="0" b="0"/>
            <a:pathLst>
              <a:path w="38101" h="38101">
                <a:moveTo>
                  <a:pt x="38100" y="19050"/>
                </a:moveTo>
                <a:cubicBezTo>
                  <a:pt x="38100" y="29210"/>
                  <a:pt x="29210" y="38100"/>
                  <a:pt x="19050" y="38100"/>
                </a:cubicBezTo>
                <a:cubicBezTo>
                  <a:pt x="8890" y="38100"/>
                  <a:pt x="0" y="29210"/>
                  <a:pt x="0" y="19050"/>
                </a:cubicBezTo>
                <a:cubicBezTo>
                  <a:pt x="0" y="8890"/>
                  <a:pt x="8890" y="0"/>
                  <a:pt x="19050" y="0"/>
                </a:cubicBezTo>
                <a:cubicBezTo>
                  <a:pt x="29210" y="0"/>
                  <a:pt x="38100" y="8890"/>
                  <a:pt x="38100" y="19050"/>
                </a:cubicBezTo>
                <a:close/>
              </a:path>
            </a:pathLst>
          </a:custGeom>
          <a:solidFill>
            <a:srgbClr val="D9D9D9"/>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1350">
              <a:solidFill>
                <a:srgbClr val="FFFFFF"/>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614" name="任意多边形: 形状 138"/>
          <p:cNvSpPr/>
          <p:nvPr>
            <p:custDataLst>
              <p:tags r:id="rId10"/>
            </p:custDataLst>
          </p:nvPr>
        </p:nvSpPr>
        <p:spPr>
          <a:xfrm>
            <a:off x="8121650" y="1783715"/>
            <a:ext cx="21590" cy="21590"/>
          </a:xfrm>
          <a:custGeom>
            <a:avLst/>
            <a:gdLst/>
            <a:ahLst/>
            <a:cxnLst/>
            <a:rect l="0" t="0" r="0" b="0"/>
            <a:pathLst>
              <a:path w="38101" h="38101">
                <a:moveTo>
                  <a:pt x="38100" y="19050"/>
                </a:moveTo>
                <a:cubicBezTo>
                  <a:pt x="38100" y="29210"/>
                  <a:pt x="29211" y="38100"/>
                  <a:pt x="19050" y="38100"/>
                </a:cubicBezTo>
                <a:cubicBezTo>
                  <a:pt x="8889" y="38100"/>
                  <a:pt x="0" y="29210"/>
                  <a:pt x="0" y="19050"/>
                </a:cubicBezTo>
                <a:cubicBezTo>
                  <a:pt x="0" y="8890"/>
                  <a:pt x="8889" y="0"/>
                  <a:pt x="19050" y="0"/>
                </a:cubicBezTo>
                <a:cubicBezTo>
                  <a:pt x="30480" y="0"/>
                  <a:pt x="38100" y="8890"/>
                  <a:pt x="38100" y="19050"/>
                </a:cubicBezTo>
                <a:close/>
              </a:path>
            </a:pathLst>
          </a:custGeom>
          <a:solidFill>
            <a:srgbClr val="D9D9D9"/>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1350">
              <a:solidFill>
                <a:srgbClr val="FFFFFF"/>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615" name="任意多边形: 形状 139"/>
          <p:cNvSpPr/>
          <p:nvPr>
            <p:custDataLst>
              <p:tags r:id="rId11"/>
            </p:custDataLst>
          </p:nvPr>
        </p:nvSpPr>
        <p:spPr>
          <a:xfrm>
            <a:off x="8228965" y="1783715"/>
            <a:ext cx="21590" cy="21590"/>
          </a:xfrm>
          <a:custGeom>
            <a:avLst/>
            <a:gdLst/>
            <a:ahLst/>
            <a:cxnLst/>
            <a:rect l="0" t="0" r="0" b="0"/>
            <a:pathLst>
              <a:path w="38101" h="38101">
                <a:moveTo>
                  <a:pt x="38100" y="19050"/>
                </a:moveTo>
                <a:cubicBezTo>
                  <a:pt x="38100" y="29210"/>
                  <a:pt x="29211" y="38100"/>
                  <a:pt x="19050" y="38100"/>
                </a:cubicBezTo>
                <a:cubicBezTo>
                  <a:pt x="8889" y="38100"/>
                  <a:pt x="0" y="29210"/>
                  <a:pt x="0" y="19050"/>
                </a:cubicBezTo>
                <a:cubicBezTo>
                  <a:pt x="0" y="8890"/>
                  <a:pt x="8889" y="0"/>
                  <a:pt x="19050" y="0"/>
                </a:cubicBezTo>
                <a:cubicBezTo>
                  <a:pt x="29211" y="0"/>
                  <a:pt x="38100" y="8890"/>
                  <a:pt x="38100" y="19050"/>
                </a:cubicBezTo>
                <a:close/>
              </a:path>
            </a:pathLst>
          </a:custGeom>
          <a:solidFill>
            <a:srgbClr val="D9D9D9"/>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1350">
              <a:solidFill>
                <a:srgbClr val="FFFFFF"/>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616" name="任意多边形: 形状 140"/>
          <p:cNvSpPr/>
          <p:nvPr>
            <p:custDataLst>
              <p:tags r:id="rId12"/>
            </p:custDataLst>
          </p:nvPr>
        </p:nvSpPr>
        <p:spPr>
          <a:xfrm>
            <a:off x="8335645" y="1783715"/>
            <a:ext cx="21590" cy="21590"/>
          </a:xfrm>
          <a:custGeom>
            <a:avLst/>
            <a:gdLst/>
            <a:ahLst/>
            <a:cxnLst/>
            <a:rect l="0" t="0" r="0" b="0"/>
            <a:pathLst>
              <a:path w="38101" h="38101">
                <a:moveTo>
                  <a:pt x="38100" y="19050"/>
                </a:moveTo>
                <a:cubicBezTo>
                  <a:pt x="38100" y="29210"/>
                  <a:pt x="29211" y="38100"/>
                  <a:pt x="19050" y="38100"/>
                </a:cubicBezTo>
                <a:cubicBezTo>
                  <a:pt x="8890" y="38100"/>
                  <a:pt x="0" y="29210"/>
                  <a:pt x="0" y="19050"/>
                </a:cubicBezTo>
                <a:cubicBezTo>
                  <a:pt x="0" y="8890"/>
                  <a:pt x="8890" y="0"/>
                  <a:pt x="19050" y="0"/>
                </a:cubicBezTo>
                <a:cubicBezTo>
                  <a:pt x="29209" y="0"/>
                  <a:pt x="38100" y="8890"/>
                  <a:pt x="38100" y="19050"/>
                </a:cubicBezTo>
                <a:close/>
              </a:path>
            </a:pathLst>
          </a:custGeom>
          <a:solidFill>
            <a:srgbClr val="D9D9D9"/>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1350">
              <a:solidFill>
                <a:srgbClr val="FFFFFF"/>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617" name="任意多边形: 形状 141"/>
          <p:cNvSpPr/>
          <p:nvPr>
            <p:custDataLst>
              <p:tags r:id="rId13"/>
            </p:custDataLst>
          </p:nvPr>
        </p:nvSpPr>
        <p:spPr>
          <a:xfrm>
            <a:off x="8550275" y="1783715"/>
            <a:ext cx="21590" cy="21590"/>
          </a:xfrm>
          <a:custGeom>
            <a:avLst/>
            <a:gdLst/>
            <a:ahLst/>
            <a:cxnLst/>
            <a:rect l="0" t="0" r="0" b="0"/>
            <a:pathLst>
              <a:path w="38101" h="38101">
                <a:moveTo>
                  <a:pt x="38100" y="19050"/>
                </a:moveTo>
                <a:cubicBezTo>
                  <a:pt x="38100" y="29210"/>
                  <a:pt x="29210" y="38100"/>
                  <a:pt x="19050" y="38100"/>
                </a:cubicBezTo>
                <a:cubicBezTo>
                  <a:pt x="8889" y="38100"/>
                  <a:pt x="0" y="29210"/>
                  <a:pt x="0" y="19050"/>
                </a:cubicBezTo>
                <a:cubicBezTo>
                  <a:pt x="0" y="8890"/>
                  <a:pt x="8889" y="0"/>
                  <a:pt x="19050" y="0"/>
                </a:cubicBezTo>
                <a:cubicBezTo>
                  <a:pt x="29210" y="0"/>
                  <a:pt x="38100" y="8890"/>
                  <a:pt x="38100" y="19050"/>
                </a:cubicBezTo>
                <a:close/>
              </a:path>
            </a:pathLst>
          </a:custGeom>
          <a:solidFill>
            <a:srgbClr val="D9D9D9"/>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1350">
              <a:solidFill>
                <a:srgbClr val="FFFFFF"/>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618" name="任意多边形: 形状 142"/>
          <p:cNvSpPr/>
          <p:nvPr>
            <p:custDataLst>
              <p:tags r:id="rId14"/>
            </p:custDataLst>
          </p:nvPr>
        </p:nvSpPr>
        <p:spPr>
          <a:xfrm>
            <a:off x="8763635" y="1783715"/>
            <a:ext cx="21590" cy="21590"/>
          </a:xfrm>
          <a:custGeom>
            <a:avLst/>
            <a:gdLst/>
            <a:ahLst/>
            <a:cxnLst/>
            <a:rect l="0" t="0" r="0" b="0"/>
            <a:pathLst>
              <a:path w="38101" h="38101">
                <a:moveTo>
                  <a:pt x="38100" y="19050"/>
                </a:moveTo>
                <a:cubicBezTo>
                  <a:pt x="38100" y="29210"/>
                  <a:pt x="29210" y="38100"/>
                  <a:pt x="19050" y="38100"/>
                </a:cubicBezTo>
                <a:cubicBezTo>
                  <a:pt x="8889" y="38100"/>
                  <a:pt x="0" y="29210"/>
                  <a:pt x="0" y="19050"/>
                </a:cubicBezTo>
                <a:cubicBezTo>
                  <a:pt x="0" y="8890"/>
                  <a:pt x="8889" y="0"/>
                  <a:pt x="19050" y="0"/>
                </a:cubicBezTo>
                <a:cubicBezTo>
                  <a:pt x="30480" y="0"/>
                  <a:pt x="38100" y="8890"/>
                  <a:pt x="38100" y="19050"/>
                </a:cubicBezTo>
                <a:close/>
              </a:path>
            </a:pathLst>
          </a:custGeom>
          <a:solidFill>
            <a:srgbClr val="D9D9D9"/>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1350">
              <a:solidFill>
                <a:srgbClr val="FFFFFF"/>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619" name="任意多边形: 形状 143"/>
          <p:cNvSpPr/>
          <p:nvPr>
            <p:custDataLst>
              <p:tags r:id="rId15"/>
            </p:custDataLst>
          </p:nvPr>
        </p:nvSpPr>
        <p:spPr>
          <a:xfrm>
            <a:off x="8442325" y="1783715"/>
            <a:ext cx="21590" cy="21590"/>
          </a:xfrm>
          <a:custGeom>
            <a:avLst/>
            <a:gdLst/>
            <a:ahLst/>
            <a:cxnLst/>
            <a:rect l="0" t="0" r="0" b="0"/>
            <a:pathLst>
              <a:path w="38101" h="38101">
                <a:moveTo>
                  <a:pt x="38100" y="19050"/>
                </a:moveTo>
                <a:cubicBezTo>
                  <a:pt x="38100" y="29210"/>
                  <a:pt x="29210" y="38100"/>
                  <a:pt x="19050" y="38100"/>
                </a:cubicBezTo>
                <a:cubicBezTo>
                  <a:pt x="8889" y="38100"/>
                  <a:pt x="0" y="29210"/>
                  <a:pt x="0" y="19050"/>
                </a:cubicBezTo>
                <a:cubicBezTo>
                  <a:pt x="0" y="8890"/>
                  <a:pt x="8889" y="0"/>
                  <a:pt x="19050" y="0"/>
                </a:cubicBezTo>
                <a:cubicBezTo>
                  <a:pt x="30478" y="0"/>
                  <a:pt x="38100" y="8890"/>
                  <a:pt x="38100" y="19050"/>
                </a:cubicBezTo>
                <a:close/>
              </a:path>
            </a:pathLst>
          </a:custGeom>
          <a:solidFill>
            <a:srgbClr val="D9D9D9"/>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1350">
              <a:solidFill>
                <a:srgbClr val="FFFFFF"/>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620" name="任意多边形: 形状 144"/>
          <p:cNvSpPr/>
          <p:nvPr>
            <p:custDataLst>
              <p:tags r:id="rId16"/>
            </p:custDataLst>
          </p:nvPr>
        </p:nvSpPr>
        <p:spPr>
          <a:xfrm>
            <a:off x="8656955" y="1783715"/>
            <a:ext cx="21590" cy="21590"/>
          </a:xfrm>
          <a:custGeom>
            <a:avLst/>
            <a:gdLst/>
            <a:ahLst/>
            <a:cxnLst/>
            <a:rect l="0" t="0" r="0" b="0"/>
            <a:pathLst>
              <a:path w="38101" h="38101">
                <a:moveTo>
                  <a:pt x="38100" y="19050"/>
                </a:moveTo>
                <a:cubicBezTo>
                  <a:pt x="38100" y="29210"/>
                  <a:pt x="29211" y="38100"/>
                  <a:pt x="19050" y="38100"/>
                </a:cubicBezTo>
                <a:cubicBezTo>
                  <a:pt x="8890" y="38100"/>
                  <a:pt x="0" y="29210"/>
                  <a:pt x="0" y="19050"/>
                </a:cubicBezTo>
                <a:cubicBezTo>
                  <a:pt x="0" y="8890"/>
                  <a:pt x="8890" y="0"/>
                  <a:pt x="19050" y="0"/>
                </a:cubicBezTo>
                <a:cubicBezTo>
                  <a:pt x="29211" y="0"/>
                  <a:pt x="38100" y="8890"/>
                  <a:pt x="38100" y="19050"/>
                </a:cubicBezTo>
                <a:close/>
              </a:path>
            </a:pathLst>
          </a:custGeom>
          <a:solidFill>
            <a:srgbClr val="D9D9D9"/>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1350">
              <a:solidFill>
                <a:srgbClr val="FFFFFF"/>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621" name="任意多边形: 形状 145"/>
          <p:cNvSpPr/>
          <p:nvPr>
            <p:custDataLst>
              <p:tags r:id="rId17"/>
            </p:custDataLst>
          </p:nvPr>
        </p:nvSpPr>
        <p:spPr>
          <a:xfrm>
            <a:off x="7801610" y="1783715"/>
            <a:ext cx="21590" cy="21590"/>
          </a:xfrm>
          <a:custGeom>
            <a:avLst/>
            <a:gdLst/>
            <a:ahLst/>
            <a:cxnLst/>
            <a:rect l="0" t="0" r="0" b="0"/>
            <a:pathLst>
              <a:path w="38101" h="38101">
                <a:moveTo>
                  <a:pt x="19050" y="38100"/>
                </a:moveTo>
                <a:cubicBezTo>
                  <a:pt x="8890" y="38100"/>
                  <a:pt x="0" y="29210"/>
                  <a:pt x="0" y="19050"/>
                </a:cubicBezTo>
                <a:cubicBezTo>
                  <a:pt x="0" y="8890"/>
                  <a:pt x="8890" y="0"/>
                  <a:pt x="19050" y="0"/>
                </a:cubicBezTo>
                <a:cubicBezTo>
                  <a:pt x="29210" y="0"/>
                  <a:pt x="38100" y="8890"/>
                  <a:pt x="38100" y="19050"/>
                </a:cubicBezTo>
                <a:cubicBezTo>
                  <a:pt x="38100" y="29210"/>
                  <a:pt x="29210" y="38100"/>
                  <a:pt x="19050" y="38100"/>
                </a:cubicBezTo>
                <a:close/>
              </a:path>
            </a:pathLst>
          </a:custGeom>
          <a:solidFill>
            <a:srgbClr val="D9D9D9"/>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1350">
              <a:solidFill>
                <a:srgbClr val="FFFFFF"/>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602" name="任意多边形: 形状 147"/>
          <p:cNvSpPr/>
          <p:nvPr>
            <p:custDataLst>
              <p:tags r:id="rId18"/>
            </p:custDataLst>
          </p:nvPr>
        </p:nvSpPr>
        <p:spPr>
          <a:xfrm>
            <a:off x="7908290" y="1890395"/>
            <a:ext cx="21590" cy="21590"/>
          </a:xfrm>
          <a:custGeom>
            <a:avLst/>
            <a:gdLst/>
            <a:ahLst/>
            <a:cxnLst/>
            <a:rect l="0" t="0" r="0" b="0"/>
            <a:pathLst>
              <a:path w="38101" h="38101">
                <a:moveTo>
                  <a:pt x="38100" y="19050"/>
                </a:moveTo>
                <a:cubicBezTo>
                  <a:pt x="38100" y="29210"/>
                  <a:pt x="29210" y="38100"/>
                  <a:pt x="19050" y="38100"/>
                </a:cubicBezTo>
                <a:cubicBezTo>
                  <a:pt x="8890" y="38100"/>
                  <a:pt x="0" y="29210"/>
                  <a:pt x="0" y="19050"/>
                </a:cubicBezTo>
                <a:cubicBezTo>
                  <a:pt x="0" y="8890"/>
                  <a:pt x="8890" y="0"/>
                  <a:pt x="19050" y="0"/>
                </a:cubicBezTo>
                <a:cubicBezTo>
                  <a:pt x="29210" y="1270"/>
                  <a:pt x="38100" y="8890"/>
                  <a:pt x="38100" y="19050"/>
                </a:cubicBezTo>
                <a:close/>
              </a:path>
            </a:pathLst>
          </a:custGeom>
          <a:solidFill>
            <a:srgbClr val="D9D9D9"/>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1350">
              <a:solidFill>
                <a:srgbClr val="FFFFFF"/>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603" name="任意多边形: 形状 148"/>
          <p:cNvSpPr/>
          <p:nvPr>
            <p:custDataLst>
              <p:tags r:id="rId19"/>
            </p:custDataLst>
          </p:nvPr>
        </p:nvSpPr>
        <p:spPr>
          <a:xfrm>
            <a:off x="8014970" y="1890395"/>
            <a:ext cx="21590" cy="21590"/>
          </a:xfrm>
          <a:custGeom>
            <a:avLst/>
            <a:gdLst/>
            <a:ahLst/>
            <a:cxnLst/>
            <a:rect l="0" t="0" r="0" b="0"/>
            <a:pathLst>
              <a:path w="38101" h="38101">
                <a:moveTo>
                  <a:pt x="38100" y="19050"/>
                </a:moveTo>
                <a:cubicBezTo>
                  <a:pt x="38100" y="29210"/>
                  <a:pt x="29210" y="38100"/>
                  <a:pt x="19050" y="38100"/>
                </a:cubicBezTo>
                <a:cubicBezTo>
                  <a:pt x="8890" y="38100"/>
                  <a:pt x="0" y="29210"/>
                  <a:pt x="0" y="19050"/>
                </a:cubicBezTo>
                <a:cubicBezTo>
                  <a:pt x="0" y="8890"/>
                  <a:pt x="8890" y="0"/>
                  <a:pt x="19050" y="0"/>
                </a:cubicBezTo>
                <a:cubicBezTo>
                  <a:pt x="29210" y="1270"/>
                  <a:pt x="38100" y="8890"/>
                  <a:pt x="38100" y="19050"/>
                </a:cubicBezTo>
                <a:close/>
              </a:path>
            </a:pathLst>
          </a:custGeom>
          <a:solidFill>
            <a:srgbClr val="D9D9D9"/>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1350">
              <a:solidFill>
                <a:srgbClr val="FFFFFF"/>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604" name="任意多边形: 形状 149"/>
          <p:cNvSpPr/>
          <p:nvPr>
            <p:custDataLst>
              <p:tags r:id="rId20"/>
            </p:custDataLst>
          </p:nvPr>
        </p:nvSpPr>
        <p:spPr>
          <a:xfrm>
            <a:off x="8121650" y="1890395"/>
            <a:ext cx="21590" cy="21590"/>
          </a:xfrm>
          <a:custGeom>
            <a:avLst/>
            <a:gdLst/>
            <a:ahLst/>
            <a:cxnLst/>
            <a:rect l="0" t="0" r="0" b="0"/>
            <a:pathLst>
              <a:path w="38101" h="38101">
                <a:moveTo>
                  <a:pt x="38100" y="19050"/>
                </a:moveTo>
                <a:cubicBezTo>
                  <a:pt x="38100" y="29210"/>
                  <a:pt x="29211" y="38100"/>
                  <a:pt x="19050" y="38100"/>
                </a:cubicBezTo>
                <a:cubicBezTo>
                  <a:pt x="8889" y="38100"/>
                  <a:pt x="0" y="29210"/>
                  <a:pt x="0" y="19050"/>
                </a:cubicBezTo>
                <a:cubicBezTo>
                  <a:pt x="0" y="8890"/>
                  <a:pt x="8889" y="0"/>
                  <a:pt x="19050" y="0"/>
                </a:cubicBezTo>
                <a:cubicBezTo>
                  <a:pt x="30480" y="1270"/>
                  <a:pt x="38100" y="8890"/>
                  <a:pt x="38100" y="19050"/>
                </a:cubicBezTo>
                <a:close/>
              </a:path>
            </a:pathLst>
          </a:custGeom>
          <a:solidFill>
            <a:srgbClr val="D9D9D9"/>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1350">
              <a:solidFill>
                <a:srgbClr val="FFFFFF"/>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605" name="任意多边形: 形状 150"/>
          <p:cNvSpPr/>
          <p:nvPr>
            <p:custDataLst>
              <p:tags r:id="rId21"/>
            </p:custDataLst>
          </p:nvPr>
        </p:nvSpPr>
        <p:spPr>
          <a:xfrm>
            <a:off x="8228965" y="1890395"/>
            <a:ext cx="21590" cy="21590"/>
          </a:xfrm>
          <a:custGeom>
            <a:avLst/>
            <a:gdLst/>
            <a:ahLst/>
            <a:cxnLst/>
            <a:rect l="0" t="0" r="0" b="0"/>
            <a:pathLst>
              <a:path w="38101" h="38101">
                <a:moveTo>
                  <a:pt x="38100" y="19050"/>
                </a:moveTo>
                <a:cubicBezTo>
                  <a:pt x="38100" y="29210"/>
                  <a:pt x="29211" y="38100"/>
                  <a:pt x="19050" y="38100"/>
                </a:cubicBezTo>
                <a:cubicBezTo>
                  <a:pt x="8889" y="38100"/>
                  <a:pt x="0" y="29210"/>
                  <a:pt x="0" y="19050"/>
                </a:cubicBezTo>
                <a:cubicBezTo>
                  <a:pt x="0" y="8890"/>
                  <a:pt x="8889" y="0"/>
                  <a:pt x="19050" y="0"/>
                </a:cubicBezTo>
                <a:cubicBezTo>
                  <a:pt x="29211" y="0"/>
                  <a:pt x="38100" y="8890"/>
                  <a:pt x="38100" y="19050"/>
                </a:cubicBezTo>
                <a:close/>
              </a:path>
            </a:pathLst>
          </a:custGeom>
          <a:solidFill>
            <a:srgbClr val="D9D9D9"/>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1350">
              <a:solidFill>
                <a:srgbClr val="FFFFFF"/>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606" name="任意多边形: 形状 151"/>
          <p:cNvSpPr/>
          <p:nvPr>
            <p:custDataLst>
              <p:tags r:id="rId22"/>
            </p:custDataLst>
          </p:nvPr>
        </p:nvSpPr>
        <p:spPr>
          <a:xfrm>
            <a:off x="8335645" y="1890395"/>
            <a:ext cx="21590" cy="21590"/>
          </a:xfrm>
          <a:custGeom>
            <a:avLst/>
            <a:gdLst/>
            <a:ahLst/>
            <a:cxnLst/>
            <a:rect l="0" t="0" r="0" b="0"/>
            <a:pathLst>
              <a:path w="38101" h="38101">
                <a:moveTo>
                  <a:pt x="38100" y="19050"/>
                </a:moveTo>
                <a:cubicBezTo>
                  <a:pt x="38100" y="29210"/>
                  <a:pt x="29211" y="38100"/>
                  <a:pt x="19050" y="38100"/>
                </a:cubicBezTo>
                <a:cubicBezTo>
                  <a:pt x="8890" y="38100"/>
                  <a:pt x="0" y="29210"/>
                  <a:pt x="0" y="19050"/>
                </a:cubicBezTo>
                <a:cubicBezTo>
                  <a:pt x="0" y="8890"/>
                  <a:pt x="8890" y="0"/>
                  <a:pt x="19050" y="0"/>
                </a:cubicBezTo>
                <a:cubicBezTo>
                  <a:pt x="29209" y="1270"/>
                  <a:pt x="38100" y="8890"/>
                  <a:pt x="38100" y="19050"/>
                </a:cubicBezTo>
                <a:close/>
              </a:path>
            </a:pathLst>
          </a:custGeom>
          <a:solidFill>
            <a:srgbClr val="D9D9D9"/>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1350">
              <a:solidFill>
                <a:srgbClr val="FFFFFF"/>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607" name="任意多边形: 形状 152"/>
          <p:cNvSpPr/>
          <p:nvPr>
            <p:custDataLst>
              <p:tags r:id="rId23"/>
            </p:custDataLst>
          </p:nvPr>
        </p:nvSpPr>
        <p:spPr>
          <a:xfrm>
            <a:off x="8550275" y="1890395"/>
            <a:ext cx="21590" cy="21590"/>
          </a:xfrm>
          <a:custGeom>
            <a:avLst/>
            <a:gdLst/>
            <a:ahLst/>
            <a:cxnLst/>
            <a:rect l="0" t="0" r="0" b="0"/>
            <a:pathLst>
              <a:path w="38101" h="38101">
                <a:moveTo>
                  <a:pt x="38100" y="19050"/>
                </a:moveTo>
                <a:cubicBezTo>
                  <a:pt x="38100" y="29210"/>
                  <a:pt x="29210" y="38100"/>
                  <a:pt x="19050" y="38100"/>
                </a:cubicBezTo>
                <a:cubicBezTo>
                  <a:pt x="8889" y="38100"/>
                  <a:pt x="0" y="29210"/>
                  <a:pt x="0" y="19050"/>
                </a:cubicBezTo>
                <a:cubicBezTo>
                  <a:pt x="0" y="8890"/>
                  <a:pt x="8889" y="0"/>
                  <a:pt x="19050" y="0"/>
                </a:cubicBezTo>
                <a:cubicBezTo>
                  <a:pt x="29210" y="0"/>
                  <a:pt x="38100" y="8890"/>
                  <a:pt x="38100" y="19050"/>
                </a:cubicBezTo>
                <a:close/>
              </a:path>
            </a:pathLst>
          </a:custGeom>
          <a:solidFill>
            <a:srgbClr val="D9D9D9"/>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1350">
              <a:solidFill>
                <a:srgbClr val="FFFFFF"/>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608" name="任意多边形: 形状 153"/>
          <p:cNvSpPr/>
          <p:nvPr>
            <p:custDataLst>
              <p:tags r:id="rId24"/>
            </p:custDataLst>
          </p:nvPr>
        </p:nvSpPr>
        <p:spPr>
          <a:xfrm>
            <a:off x="8763635" y="1890395"/>
            <a:ext cx="21590" cy="21590"/>
          </a:xfrm>
          <a:custGeom>
            <a:avLst/>
            <a:gdLst/>
            <a:ahLst/>
            <a:cxnLst/>
            <a:rect l="0" t="0" r="0" b="0"/>
            <a:pathLst>
              <a:path w="38101" h="38101">
                <a:moveTo>
                  <a:pt x="38100" y="19050"/>
                </a:moveTo>
                <a:cubicBezTo>
                  <a:pt x="38100" y="29210"/>
                  <a:pt x="29210" y="38100"/>
                  <a:pt x="19050" y="38100"/>
                </a:cubicBezTo>
                <a:cubicBezTo>
                  <a:pt x="8889" y="38100"/>
                  <a:pt x="0" y="29210"/>
                  <a:pt x="0" y="19050"/>
                </a:cubicBezTo>
                <a:cubicBezTo>
                  <a:pt x="0" y="8890"/>
                  <a:pt x="8889" y="0"/>
                  <a:pt x="19050" y="0"/>
                </a:cubicBezTo>
                <a:cubicBezTo>
                  <a:pt x="30480" y="1270"/>
                  <a:pt x="38100" y="8890"/>
                  <a:pt x="38100" y="19050"/>
                </a:cubicBezTo>
                <a:close/>
              </a:path>
            </a:pathLst>
          </a:custGeom>
          <a:solidFill>
            <a:srgbClr val="D9D9D9"/>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1350">
              <a:solidFill>
                <a:srgbClr val="FFFFFF"/>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609" name="任意多边形: 形状 154"/>
          <p:cNvSpPr/>
          <p:nvPr>
            <p:custDataLst>
              <p:tags r:id="rId25"/>
            </p:custDataLst>
          </p:nvPr>
        </p:nvSpPr>
        <p:spPr>
          <a:xfrm>
            <a:off x="8442325" y="1890395"/>
            <a:ext cx="21590" cy="21590"/>
          </a:xfrm>
          <a:custGeom>
            <a:avLst/>
            <a:gdLst/>
            <a:ahLst/>
            <a:cxnLst/>
            <a:rect l="0" t="0" r="0" b="0"/>
            <a:pathLst>
              <a:path w="38101" h="38101">
                <a:moveTo>
                  <a:pt x="38100" y="19050"/>
                </a:moveTo>
                <a:cubicBezTo>
                  <a:pt x="38100" y="29210"/>
                  <a:pt x="29210" y="38100"/>
                  <a:pt x="19050" y="38100"/>
                </a:cubicBezTo>
                <a:cubicBezTo>
                  <a:pt x="8889" y="38100"/>
                  <a:pt x="0" y="29210"/>
                  <a:pt x="0" y="19050"/>
                </a:cubicBezTo>
                <a:cubicBezTo>
                  <a:pt x="0" y="8890"/>
                  <a:pt x="8889" y="0"/>
                  <a:pt x="19050" y="0"/>
                </a:cubicBezTo>
                <a:cubicBezTo>
                  <a:pt x="30478" y="1270"/>
                  <a:pt x="38100" y="8890"/>
                  <a:pt x="38100" y="19050"/>
                </a:cubicBezTo>
                <a:close/>
              </a:path>
            </a:pathLst>
          </a:custGeom>
          <a:solidFill>
            <a:srgbClr val="D9D9D9"/>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1350">
              <a:solidFill>
                <a:srgbClr val="FFFFFF"/>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610" name="任意多边形: 形状 155"/>
          <p:cNvSpPr/>
          <p:nvPr>
            <p:custDataLst>
              <p:tags r:id="rId26"/>
            </p:custDataLst>
          </p:nvPr>
        </p:nvSpPr>
        <p:spPr>
          <a:xfrm>
            <a:off x="8656955" y="1890395"/>
            <a:ext cx="21590" cy="21590"/>
          </a:xfrm>
          <a:custGeom>
            <a:avLst/>
            <a:gdLst/>
            <a:ahLst/>
            <a:cxnLst/>
            <a:rect l="0" t="0" r="0" b="0"/>
            <a:pathLst>
              <a:path w="38101" h="38101">
                <a:moveTo>
                  <a:pt x="38100" y="19050"/>
                </a:moveTo>
                <a:cubicBezTo>
                  <a:pt x="38100" y="29210"/>
                  <a:pt x="29211" y="38100"/>
                  <a:pt x="19050" y="38100"/>
                </a:cubicBezTo>
                <a:cubicBezTo>
                  <a:pt x="8890" y="38100"/>
                  <a:pt x="0" y="29210"/>
                  <a:pt x="0" y="19050"/>
                </a:cubicBezTo>
                <a:cubicBezTo>
                  <a:pt x="0" y="8890"/>
                  <a:pt x="8890" y="0"/>
                  <a:pt x="19050" y="0"/>
                </a:cubicBezTo>
                <a:cubicBezTo>
                  <a:pt x="29211" y="1270"/>
                  <a:pt x="38100" y="8890"/>
                  <a:pt x="38100" y="19050"/>
                </a:cubicBezTo>
                <a:close/>
              </a:path>
            </a:pathLst>
          </a:custGeom>
          <a:solidFill>
            <a:srgbClr val="D9D9D9"/>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1350">
              <a:solidFill>
                <a:srgbClr val="FFFFFF"/>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611" name="任意多边形: 形状 156"/>
          <p:cNvSpPr/>
          <p:nvPr>
            <p:custDataLst>
              <p:tags r:id="rId27"/>
            </p:custDataLst>
          </p:nvPr>
        </p:nvSpPr>
        <p:spPr>
          <a:xfrm>
            <a:off x="7801610" y="1890395"/>
            <a:ext cx="21590" cy="21590"/>
          </a:xfrm>
          <a:custGeom>
            <a:avLst/>
            <a:gdLst/>
            <a:ahLst/>
            <a:cxnLst/>
            <a:rect l="0" t="0" r="0" b="0"/>
            <a:pathLst>
              <a:path w="38101" h="38101">
                <a:moveTo>
                  <a:pt x="19050" y="38100"/>
                </a:moveTo>
                <a:cubicBezTo>
                  <a:pt x="8890" y="38100"/>
                  <a:pt x="0" y="29210"/>
                  <a:pt x="0" y="19050"/>
                </a:cubicBezTo>
                <a:cubicBezTo>
                  <a:pt x="0" y="8890"/>
                  <a:pt x="8890" y="0"/>
                  <a:pt x="19050" y="0"/>
                </a:cubicBezTo>
                <a:cubicBezTo>
                  <a:pt x="29210" y="0"/>
                  <a:pt x="38100" y="8890"/>
                  <a:pt x="38100" y="19050"/>
                </a:cubicBezTo>
                <a:cubicBezTo>
                  <a:pt x="38100" y="30480"/>
                  <a:pt x="29210" y="38100"/>
                  <a:pt x="19050" y="38100"/>
                </a:cubicBezTo>
                <a:close/>
              </a:path>
            </a:pathLst>
          </a:custGeom>
          <a:solidFill>
            <a:srgbClr val="D9D9D9"/>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1350">
              <a:solidFill>
                <a:srgbClr val="FFFFFF"/>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592" name="任意多边形: 形状 158"/>
          <p:cNvSpPr/>
          <p:nvPr>
            <p:custDataLst>
              <p:tags r:id="rId28"/>
            </p:custDataLst>
          </p:nvPr>
        </p:nvSpPr>
        <p:spPr>
          <a:xfrm>
            <a:off x="7908290" y="1997710"/>
            <a:ext cx="21590" cy="21590"/>
          </a:xfrm>
          <a:custGeom>
            <a:avLst/>
            <a:gdLst/>
            <a:ahLst/>
            <a:cxnLst/>
            <a:rect l="0" t="0" r="0" b="0"/>
            <a:pathLst>
              <a:path w="38101" h="38101">
                <a:moveTo>
                  <a:pt x="38100" y="19050"/>
                </a:moveTo>
                <a:cubicBezTo>
                  <a:pt x="38100" y="29210"/>
                  <a:pt x="29210" y="38100"/>
                  <a:pt x="19050" y="38100"/>
                </a:cubicBezTo>
                <a:cubicBezTo>
                  <a:pt x="8890" y="38100"/>
                  <a:pt x="0" y="29210"/>
                  <a:pt x="0" y="19050"/>
                </a:cubicBezTo>
                <a:cubicBezTo>
                  <a:pt x="0" y="8890"/>
                  <a:pt x="8890" y="0"/>
                  <a:pt x="19050" y="0"/>
                </a:cubicBezTo>
                <a:cubicBezTo>
                  <a:pt x="29210" y="0"/>
                  <a:pt x="38100" y="8890"/>
                  <a:pt x="38100" y="19050"/>
                </a:cubicBezTo>
                <a:close/>
              </a:path>
            </a:pathLst>
          </a:custGeom>
          <a:solidFill>
            <a:srgbClr val="D9D9D9"/>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1350">
              <a:solidFill>
                <a:srgbClr val="FFFFFF"/>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593" name="任意多边形: 形状 159"/>
          <p:cNvSpPr/>
          <p:nvPr>
            <p:custDataLst>
              <p:tags r:id="rId29"/>
            </p:custDataLst>
          </p:nvPr>
        </p:nvSpPr>
        <p:spPr>
          <a:xfrm>
            <a:off x="8014970" y="1997710"/>
            <a:ext cx="21590" cy="21590"/>
          </a:xfrm>
          <a:custGeom>
            <a:avLst/>
            <a:gdLst/>
            <a:ahLst/>
            <a:cxnLst/>
            <a:rect l="0" t="0" r="0" b="0"/>
            <a:pathLst>
              <a:path w="38101" h="38101">
                <a:moveTo>
                  <a:pt x="38100" y="19050"/>
                </a:moveTo>
                <a:cubicBezTo>
                  <a:pt x="38100" y="29210"/>
                  <a:pt x="29210" y="38100"/>
                  <a:pt x="19050" y="38100"/>
                </a:cubicBezTo>
                <a:cubicBezTo>
                  <a:pt x="8890" y="38100"/>
                  <a:pt x="0" y="29210"/>
                  <a:pt x="0" y="19050"/>
                </a:cubicBezTo>
                <a:cubicBezTo>
                  <a:pt x="0" y="8890"/>
                  <a:pt x="8890" y="0"/>
                  <a:pt x="19050" y="0"/>
                </a:cubicBezTo>
                <a:cubicBezTo>
                  <a:pt x="29210" y="0"/>
                  <a:pt x="38100" y="8890"/>
                  <a:pt x="38100" y="19050"/>
                </a:cubicBezTo>
                <a:close/>
              </a:path>
            </a:pathLst>
          </a:custGeom>
          <a:solidFill>
            <a:srgbClr val="D9D9D9"/>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1350">
              <a:solidFill>
                <a:srgbClr val="FFFFFF"/>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594" name="任意多边形: 形状 160"/>
          <p:cNvSpPr/>
          <p:nvPr>
            <p:custDataLst>
              <p:tags r:id="rId30"/>
            </p:custDataLst>
          </p:nvPr>
        </p:nvSpPr>
        <p:spPr>
          <a:xfrm>
            <a:off x="8121650" y="1997710"/>
            <a:ext cx="21590" cy="21590"/>
          </a:xfrm>
          <a:custGeom>
            <a:avLst/>
            <a:gdLst/>
            <a:ahLst/>
            <a:cxnLst/>
            <a:rect l="0" t="0" r="0" b="0"/>
            <a:pathLst>
              <a:path w="38101" h="38101">
                <a:moveTo>
                  <a:pt x="38100" y="19050"/>
                </a:moveTo>
                <a:cubicBezTo>
                  <a:pt x="38100" y="29210"/>
                  <a:pt x="29211" y="38100"/>
                  <a:pt x="19050" y="38100"/>
                </a:cubicBezTo>
                <a:cubicBezTo>
                  <a:pt x="8889" y="38100"/>
                  <a:pt x="0" y="29210"/>
                  <a:pt x="0" y="19050"/>
                </a:cubicBezTo>
                <a:cubicBezTo>
                  <a:pt x="0" y="8890"/>
                  <a:pt x="8889" y="0"/>
                  <a:pt x="19050" y="0"/>
                </a:cubicBezTo>
                <a:cubicBezTo>
                  <a:pt x="30480" y="0"/>
                  <a:pt x="38100" y="8890"/>
                  <a:pt x="38100" y="19050"/>
                </a:cubicBezTo>
                <a:close/>
              </a:path>
            </a:pathLst>
          </a:custGeom>
          <a:solidFill>
            <a:srgbClr val="D9D9D9"/>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1350">
              <a:solidFill>
                <a:srgbClr val="FFFFFF"/>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595" name="任意多边形: 形状 161"/>
          <p:cNvSpPr/>
          <p:nvPr>
            <p:custDataLst>
              <p:tags r:id="rId31"/>
            </p:custDataLst>
          </p:nvPr>
        </p:nvSpPr>
        <p:spPr>
          <a:xfrm>
            <a:off x="8228965" y="1997710"/>
            <a:ext cx="21590" cy="21590"/>
          </a:xfrm>
          <a:custGeom>
            <a:avLst/>
            <a:gdLst/>
            <a:ahLst/>
            <a:cxnLst/>
            <a:rect l="0" t="0" r="0" b="0"/>
            <a:pathLst>
              <a:path w="38101" h="38101">
                <a:moveTo>
                  <a:pt x="38100" y="19050"/>
                </a:moveTo>
                <a:cubicBezTo>
                  <a:pt x="38100" y="29210"/>
                  <a:pt x="29211" y="38100"/>
                  <a:pt x="19050" y="38100"/>
                </a:cubicBezTo>
                <a:cubicBezTo>
                  <a:pt x="8889" y="38100"/>
                  <a:pt x="0" y="29210"/>
                  <a:pt x="0" y="19050"/>
                </a:cubicBezTo>
                <a:cubicBezTo>
                  <a:pt x="0" y="8890"/>
                  <a:pt x="8889" y="0"/>
                  <a:pt x="19050" y="0"/>
                </a:cubicBezTo>
                <a:cubicBezTo>
                  <a:pt x="29211" y="0"/>
                  <a:pt x="38100" y="8890"/>
                  <a:pt x="38100" y="19050"/>
                </a:cubicBezTo>
                <a:close/>
              </a:path>
            </a:pathLst>
          </a:custGeom>
          <a:solidFill>
            <a:srgbClr val="D9D9D9"/>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1350">
              <a:solidFill>
                <a:srgbClr val="FFFFFF"/>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596" name="任意多边形: 形状 162"/>
          <p:cNvSpPr/>
          <p:nvPr>
            <p:custDataLst>
              <p:tags r:id="rId32"/>
            </p:custDataLst>
          </p:nvPr>
        </p:nvSpPr>
        <p:spPr>
          <a:xfrm>
            <a:off x="8335645" y="1997710"/>
            <a:ext cx="21590" cy="21590"/>
          </a:xfrm>
          <a:custGeom>
            <a:avLst/>
            <a:gdLst/>
            <a:ahLst/>
            <a:cxnLst/>
            <a:rect l="0" t="0" r="0" b="0"/>
            <a:pathLst>
              <a:path w="38101" h="38101">
                <a:moveTo>
                  <a:pt x="38100" y="19050"/>
                </a:moveTo>
                <a:cubicBezTo>
                  <a:pt x="38100" y="29210"/>
                  <a:pt x="29211" y="38100"/>
                  <a:pt x="19050" y="38100"/>
                </a:cubicBezTo>
                <a:cubicBezTo>
                  <a:pt x="8890" y="38100"/>
                  <a:pt x="0" y="29210"/>
                  <a:pt x="0" y="19050"/>
                </a:cubicBezTo>
                <a:cubicBezTo>
                  <a:pt x="0" y="8890"/>
                  <a:pt x="8890" y="0"/>
                  <a:pt x="19050" y="0"/>
                </a:cubicBezTo>
                <a:cubicBezTo>
                  <a:pt x="29209" y="0"/>
                  <a:pt x="38100" y="8890"/>
                  <a:pt x="38100" y="19050"/>
                </a:cubicBezTo>
                <a:close/>
              </a:path>
            </a:pathLst>
          </a:custGeom>
          <a:solidFill>
            <a:srgbClr val="D9D9D9"/>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1350">
              <a:solidFill>
                <a:srgbClr val="FFFFFF"/>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597" name="任意多边形: 形状 163"/>
          <p:cNvSpPr/>
          <p:nvPr>
            <p:custDataLst>
              <p:tags r:id="rId33"/>
            </p:custDataLst>
          </p:nvPr>
        </p:nvSpPr>
        <p:spPr>
          <a:xfrm>
            <a:off x="8550275" y="1997710"/>
            <a:ext cx="21590" cy="21590"/>
          </a:xfrm>
          <a:custGeom>
            <a:avLst/>
            <a:gdLst/>
            <a:ahLst/>
            <a:cxnLst/>
            <a:rect l="0" t="0" r="0" b="0"/>
            <a:pathLst>
              <a:path w="38101" h="38101">
                <a:moveTo>
                  <a:pt x="38100" y="19050"/>
                </a:moveTo>
                <a:cubicBezTo>
                  <a:pt x="38100" y="29210"/>
                  <a:pt x="29210" y="38100"/>
                  <a:pt x="19050" y="38100"/>
                </a:cubicBezTo>
                <a:cubicBezTo>
                  <a:pt x="8889" y="38100"/>
                  <a:pt x="0" y="29210"/>
                  <a:pt x="0" y="19050"/>
                </a:cubicBezTo>
                <a:cubicBezTo>
                  <a:pt x="0" y="8890"/>
                  <a:pt x="8889" y="0"/>
                  <a:pt x="19050" y="0"/>
                </a:cubicBezTo>
                <a:cubicBezTo>
                  <a:pt x="29210" y="0"/>
                  <a:pt x="38100" y="8890"/>
                  <a:pt x="38100" y="19050"/>
                </a:cubicBezTo>
                <a:close/>
              </a:path>
            </a:pathLst>
          </a:custGeom>
          <a:solidFill>
            <a:srgbClr val="D9D9D9"/>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1350">
              <a:solidFill>
                <a:srgbClr val="FFFFFF"/>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598" name="任意多边形: 形状 164"/>
          <p:cNvSpPr/>
          <p:nvPr>
            <p:custDataLst>
              <p:tags r:id="rId34"/>
            </p:custDataLst>
          </p:nvPr>
        </p:nvSpPr>
        <p:spPr>
          <a:xfrm>
            <a:off x="8763635" y="1997710"/>
            <a:ext cx="21590" cy="21590"/>
          </a:xfrm>
          <a:custGeom>
            <a:avLst/>
            <a:gdLst/>
            <a:ahLst/>
            <a:cxnLst/>
            <a:rect l="0" t="0" r="0" b="0"/>
            <a:pathLst>
              <a:path w="38101" h="38101">
                <a:moveTo>
                  <a:pt x="38100" y="19050"/>
                </a:moveTo>
                <a:cubicBezTo>
                  <a:pt x="38100" y="29210"/>
                  <a:pt x="29210" y="38100"/>
                  <a:pt x="19050" y="38100"/>
                </a:cubicBezTo>
                <a:cubicBezTo>
                  <a:pt x="8889" y="38100"/>
                  <a:pt x="0" y="29210"/>
                  <a:pt x="0" y="19050"/>
                </a:cubicBezTo>
                <a:cubicBezTo>
                  <a:pt x="0" y="8890"/>
                  <a:pt x="8889" y="0"/>
                  <a:pt x="19050" y="0"/>
                </a:cubicBezTo>
                <a:cubicBezTo>
                  <a:pt x="30480" y="0"/>
                  <a:pt x="38100" y="8890"/>
                  <a:pt x="38100" y="19050"/>
                </a:cubicBezTo>
                <a:close/>
              </a:path>
            </a:pathLst>
          </a:custGeom>
          <a:solidFill>
            <a:srgbClr val="D9D9D9"/>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1350">
              <a:solidFill>
                <a:srgbClr val="FFFFFF"/>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599" name="任意多边形: 形状 165"/>
          <p:cNvSpPr/>
          <p:nvPr>
            <p:custDataLst>
              <p:tags r:id="rId35"/>
            </p:custDataLst>
          </p:nvPr>
        </p:nvSpPr>
        <p:spPr>
          <a:xfrm>
            <a:off x="8442325" y="1997710"/>
            <a:ext cx="21590" cy="21590"/>
          </a:xfrm>
          <a:custGeom>
            <a:avLst/>
            <a:gdLst/>
            <a:ahLst/>
            <a:cxnLst/>
            <a:rect l="0" t="0" r="0" b="0"/>
            <a:pathLst>
              <a:path w="38101" h="38101">
                <a:moveTo>
                  <a:pt x="38100" y="19050"/>
                </a:moveTo>
                <a:cubicBezTo>
                  <a:pt x="38100" y="29210"/>
                  <a:pt x="29210" y="38100"/>
                  <a:pt x="19050" y="38100"/>
                </a:cubicBezTo>
                <a:cubicBezTo>
                  <a:pt x="8889" y="38100"/>
                  <a:pt x="0" y="29210"/>
                  <a:pt x="0" y="19050"/>
                </a:cubicBezTo>
                <a:cubicBezTo>
                  <a:pt x="0" y="8890"/>
                  <a:pt x="8889" y="0"/>
                  <a:pt x="19050" y="0"/>
                </a:cubicBezTo>
                <a:cubicBezTo>
                  <a:pt x="30478" y="0"/>
                  <a:pt x="38100" y="8890"/>
                  <a:pt x="38100" y="19050"/>
                </a:cubicBezTo>
                <a:close/>
              </a:path>
            </a:pathLst>
          </a:custGeom>
          <a:solidFill>
            <a:srgbClr val="D9D9D9"/>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1350">
              <a:solidFill>
                <a:srgbClr val="FFFFFF"/>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600" name="任意多边形: 形状 166"/>
          <p:cNvSpPr/>
          <p:nvPr>
            <p:custDataLst>
              <p:tags r:id="rId36"/>
            </p:custDataLst>
          </p:nvPr>
        </p:nvSpPr>
        <p:spPr>
          <a:xfrm>
            <a:off x="8656955" y="1997710"/>
            <a:ext cx="21590" cy="21590"/>
          </a:xfrm>
          <a:custGeom>
            <a:avLst/>
            <a:gdLst/>
            <a:ahLst/>
            <a:cxnLst/>
            <a:rect l="0" t="0" r="0" b="0"/>
            <a:pathLst>
              <a:path w="38101" h="38101">
                <a:moveTo>
                  <a:pt x="38100" y="19050"/>
                </a:moveTo>
                <a:cubicBezTo>
                  <a:pt x="38100" y="29210"/>
                  <a:pt x="29211" y="38100"/>
                  <a:pt x="19050" y="38100"/>
                </a:cubicBezTo>
                <a:cubicBezTo>
                  <a:pt x="8890" y="38100"/>
                  <a:pt x="0" y="29210"/>
                  <a:pt x="0" y="19050"/>
                </a:cubicBezTo>
                <a:cubicBezTo>
                  <a:pt x="0" y="8890"/>
                  <a:pt x="8890" y="0"/>
                  <a:pt x="19050" y="0"/>
                </a:cubicBezTo>
                <a:cubicBezTo>
                  <a:pt x="29211" y="0"/>
                  <a:pt x="38100" y="8890"/>
                  <a:pt x="38100" y="19050"/>
                </a:cubicBezTo>
                <a:close/>
              </a:path>
            </a:pathLst>
          </a:custGeom>
          <a:solidFill>
            <a:srgbClr val="D9D9D9"/>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1350">
              <a:solidFill>
                <a:srgbClr val="FFFFFF"/>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601" name="任意多边形: 形状 167"/>
          <p:cNvSpPr/>
          <p:nvPr>
            <p:custDataLst>
              <p:tags r:id="rId37"/>
            </p:custDataLst>
          </p:nvPr>
        </p:nvSpPr>
        <p:spPr>
          <a:xfrm>
            <a:off x="7801610" y="1997710"/>
            <a:ext cx="21590" cy="21590"/>
          </a:xfrm>
          <a:custGeom>
            <a:avLst/>
            <a:gdLst/>
            <a:ahLst/>
            <a:cxnLst/>
            <a:rect l="0" t="0" r="0" b="0"/>
            <a:pathLst>
              <a:path w="38101" h="38101">
                <a:moveTo>
                  <a:pt x="19050" y="38100"/>
                </a:moveTo>
                <a:cubicBezTo>
                  <a:pt x="8890" y="38100"/>
                  <a:pt x="0" y="29210"/>
                  <a:pt x="0" y="19050"/>
                </a:cubicBezTo>
                <a:cubicBezTo>
                  <a:pt x="0" y="8890"/>
                  <a:pt x="8890" y="0"/>
                  <a:pt x="19050" y="0"/>
                </a:cubicBezTo>
                <a:cubicBezTo>
                  <a:pt x="29210" y="0"/>
                  <a:pt x="38100" y="8890"/>
                  <a:pt x="38100" y="19050"/>
                </a:cubicBezTo>
                <a:cubicBezTo>
                  <a:pt x="38100" y="29210"/>
                  <a:pt x="29210" y="38100"/>
                  <a:pt x="19050" y="38100"/>
                </a:cubicBezTo>
                <a:close/>
              </a:path>
            </a:pathLst>
          </a:custGeom>
          <a:solidFill>
            <a:srgbClr val="D9D9D9"/>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1350">
              <a:solidFill>
                <a:srgbClr val="FFFFFF"/>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582" name="任意多边形: 形状 169"/>
          <p:cNvSpPr/>
          <p:nvPr>
            <p:custDataLst>
              <p:tags r:id="rId38"/>
            </p:custDataLst>
          </p:nvPr>
        </p:nvSpPr>
        <p:spPr>
          <a:xfrm>
            <a:off x="7908290" y="2104390"/>
            <a:ext cx="21590" cy="21590"/>
          </a:xfrm>
          <a:custGeom>
            <a:avLst/>
            <a:gdLst/>
            <a:ahLst/>
            <a:cxnLst/>
            <a:rect l="0" t="0" r="0" b="0"/>
            <a:pathLst>
              <a:path w="38101" h="38101">
                <a:moveTo>
                  <a:pt x="38100" y="19050"/>
                </a:moveTo>
                <a:cubicBezTo>
                  <a:pt x="38100" y="29210"/>
                  <a:pt x="29210" y="38100"/>
                  <a:pt x="19050" y="38100"/>
                </a:cubicBezTo>
                <a:cubicBezTo>
                  <a:pt x="8890" y="38100"/>
                  <a:pt x="0" y="29210"/>
                  <a:pt x="0" y="19050"/>
                </a:cubicBezTo>
                <a:cubicBezTo>
                  <a:pt x="0" y="8890"/>
                  <a:pt x="8890" y="0"/>
                  <a:pt x="19050" y="0"/>
                </a:cubicBezTo>
                <a:cubicBezTo>
                  <a:pt x="29210" y="0"/>
                  <a:pt x="38100" y="8890"/>
                  <a:pt x="38100" y="19050"/>
                </a:cubicBezTo>
                <a:close/>
              </a:path>
            </a:pathLst>
          </a:custGeom>
          <a:solidFill>
            <a:srgbClr val="D9D9D9"/>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1350">
              <a:solidFill>
                <a:srgbClr val="FFFFFF"/>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583" name="任意多边形: 形状 170"/>
          <p:cNvSpPr/>
          <p:nvPr>
            <p:custDataLst>
              <p:tags r:id="rId39"/>
            </p:custDataLst>
          </p:nvPr>
        </p:nvSpPr>
        <p:spPr>
          <a:xfrm>
            <a:off x="8014970" y="2104390"/>
            <a:ext cx="21590" cy="21590"/>
          </a:xfrm>
          <a:custGeom>
            <a:avLst/>
            <a:gdLst/>
            <a:ahLst/>
            <a:cxnLst/>
            <a:rect l="0" t="0" r="0" b="0"/>
            <a:pathLst>
              <a:path w="38101" h="38101">
                <a:moveTo>
                  <a:pt x="38100" y="19050"/>
                </a:moveTo>
                <a:cubicBezTo>
                  <a:pt x="38100" y="29210"/>
                  <a:pt x="29210" y="38100"/>
                  <a:pt x="19050" y="38100"/>
                </a:cubicBezTo>
                <a:cubicBezTo>
                  <a:pt x="8890" y="38100"/>
                  <a:pt x="0" y="29210"/>
                  <a:pt x="0" y="19050"/>
                </a:cubicBezTo>
                <a:cubicBezTo>
                  <a:pt x="0" y="8890"/>
                  <a:pt x="8890" y="0"/>
                  <a:pt x="19050" y="0"/>
                </a:cubicBezTo>
                <a:cubicBezTo>
                  <a:pt x="29210" y="0"/>
                  <a:pt x="38100" y="8890"/>
                  <a:pt x="38100" y="19050"/>
                </a:cubicBezTo>
                <a:close/>
              </a:path>
            </a:pathLst>
          </a:custGeom>
          <a:solidFill>
            <a:srgbClr val="D9D9D9"/>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1350">
              <a:solidFill>
                <a:srgbClr val="FFFFFF"/>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584" name="任意多边形: 形状 171"/>
          <p:cNvSpPr/>
          <p:nvPr>
            <p:custDataLst>
              <p:tags r:id="rId40"/>
            </p:custDataLst>
          </p:nvPr>
        </p:nvSpPr>
        <p:spPr>
          <a:xfrm>
            <a:off x="8121650" y="2104390"/>
            <a:ext cx="21590" cy="21590"/>
          </a:xfrm>
          <a:custGeom>
            <a:avLst/>
            <a:gdLst/>
            <a:ahLst/>
            <a:cxnLst/>
            <a:rect l="0" t="0" r="0" b="0"/>
            <a:pathLst>
              <a:path w="38101" h="38101">
                <a:moveTo>
                  <a:pt x="38100" y="19050"/>
                </a:moveTo>
                <a:cubicBezTo>
                  <a:pt x="38100" y="29210"/>
                  <a:pt x="29211" y="38100"/>
                  <a:pt x="19050" y="38100"/>
                </a:cubicBezTo>
                <a:cubicBezTo>
                  <a:pt x="8889" y="38100"/>
                  <a:pt x="0" y="29210"/>
                  <a:pt x="0" y="19050"/>
                </a:cubicBezTo>
                <a:cubicBezTo>
                  <a:pt x="0" y="8890"/>
                  <a:pt x="8889" y="0"/>
                  <a:pt x="19050" y="0"/>
                </a:cubicBezTo>
                <a:cubicBezTo>
                  <a:pt x="30480" y="0"/>
                  <a:pt x="38100" y="8890"/>
                  <a:pt x="38100" y="19050"/>
                </a:cubicBezTo>
                <a:close/>
              </a:path>
            </a:pathLst>
          </a:custGeom>
          <a:solidFill>
            <a:srgbClr val="D9D9D9"/>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1350">
              <a:solidFill>
                <a:srgbClr val="FFFFFF"/>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585" name="任意多边形: 形状 172"/>
          <p:cNvSpPr/>
          <p:nvPr>
            <p:custDataLst>
              <p:tags r:id="rId41"/>
            </p:custDataLst>
          </p:nvPr>
        </p:nvSpPr>
        <p:spPr>
          <a:xfrm>
            <a:off x="8228965" y="2104390"/>
            <a:ext cx="21590" cy="21590"/>
          </a:xfrm>
          <a:custGeom>
            <a:avLst/>
            <a:gdLst/>
            <a:ahLst/>
            <a:cxnLst/>
            <a:rect l="0" t="0" r="0" b="0"/>
            <a:pathLst>
              <a:path w="38101" h="38101">
                <a:moveTo>
                  <a:pt x="38100" y="19050"/>
                </a:moveTo>
                <a:cubicBezTo>
                  <a:pt x="38100" y="29210"/>
                  <a:pt x="29211" y="38100"/>
                  <a:pt x="19050" y="38100"/>
                </a:cubicBezTo>
                <a:cubicBezTo>
                  <a:pt x="8889" y="38100"/>
                  <a:pt x="0" y="29210"/>
                  <a:pt x="0" y="19050"/>
                </a:cubicBezTo>
                <a:cubicBezTo>
                  <a:pt x="0" y="8890"/>
                  <a:pt x="8889" y="0"/>
                  <a:pt x="19050" y="0"/>
                </a:cubicBezTo>
                <a:cubicBezTo>
                  <a:pt x="29211" y="0"/>
                  <a:pt x="38100" y="8890"/>
                  <a:pt x="38100" y="19050"/>
                </a:cubicBezTo>
                <a:close/>
              </a:path>
            </a:pathLst>
          </a:custGeom>
          <a:solidFill>
            <a:srgbClr val="D9D9D9"/>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1350">
              <a:solidFill>
                <a:srgbClr val="FFFFFF"/>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586" name="任意多边形: 形状 173"/>
          <p:cNvSpPr/>
          <p:nvPr>
            <p:custDataLst>
              <p:tags r:id="rId42"/>
            </p:custDataLst>
          </p:nvPr>
        </p:nvSpPr>
        <p:spPr>
          <a:xfrm>
            <a:off x="8335645" y="2104390"/>
            <a:ext cx="21590" cy="21590"/>
          </a:xfrm>
          <a:custGeom>
            <a:avLst/>
            <a:gdLst/>
            <a:ahLst/>
            <a:cxnLst/>
            <a:rect l="0" t="0" r="0" b="0"/>
            <a:pathLst>
              <a:path w="38101" h="38101">
                <a:moveTo>
                  <a:pt x="38100" y="19050"/>
                </a:moveTo>
                <a:cubicBezTo>
                  <a:pt x="38100" y="29210"/>
                  <a:pt x="29211" y="38100"/>
                  <a:pt x="19050" y="38100"/>
                </a:cubicBezTo>
                <a:cubicBezTo>
                  <a:pt x="8890" y="38100"/>
                  <a:pt x="0" y="29210"/>
                  <a:pt x="0" y="19050"/>
                </a:cubicBezTo>
                <a:cubicBezTo>
                  <a:pt x="0" y="8890"/>
                  <a:pt x="8890" y="0"/>
                  <a:pt x="19050" y="0"/>
                </a:cubicBezTo>
                <a:cubicBezTo>
                  <a:pt x="29209" y="0"/>
                  <a:pt x="38100" y="8890"/>
                  <a:pt x="38100" y="19050"/>
                </a:cubicBezTo>
                <a:close/>
              </a:path>
            </a:pathLst>
          </a:custGeom>
          <a:solidFill>
            <a:srgbClr val="D9D9D9"/>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1350">
              <a:solidFill>
                <a:srgbClr val="FFFFFF"/>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587" name="任意多边形: 形状 174"/>
          <p:cNvSpPr/>
          <p:nvPr>
            <p:custDataLst>
              <p:tags r:id="rId43"/>
            </p:custDataLst>
          </p:nvPr>
        </p:nvSpPr>
        <p:spPr>
          <a:xfrm>
            <a:off x="8550275" y="2104390"/>
            <a:ext cx="21590" cy="21590"/>
          </a:xfrm>
          <a:custGeom>
            <a:avLst/>
            <a:gdLst/>
            <a:ahLst/>
            <a:cxnLst/>
            <a:rect l="0" t="0" r="0" b="0"/>
            <a:pathLst>
              <a:path w="38101" h="38101">
                <a:moveTo>
                  <a:pt x="38100" y="19050"/>
                </a:moveTo>
                <a:cubicBezTo>
                  <a:pt x="38100" y="29210"/>
                  <a:pt x="29210" y="38100"/>
                  <a:pt x="19050" y="38100"/>
                </a:cubicBezTo>
                <a:cubicBezTo>
                  <a:pt x="8889" y="38100"/>
                  <a:pt x="0" y="29210"/>
                  <a:pt x="0" y="19050"/>
                </a:cubicBezTo>
                <a:cubicBezTo>
                  <a:pt x="0" y="8890"/>
                  <a:pt x="8889" y="0"/>
                  <a:pt x="19050" y="0"/>
                </a:cubicBezTo>
                <a:cubicBezTo>
                  <a:pt x="29210" y="0"/>
                  <a:pt x="38100" y="8890"/>
                  <a:pt x="38100" y="19050"/>
                </a:cubicBezTo>
                <a:close/>
              </a:path>
            </a:pathLst>
          </a:custGeom>
          <a:solidFill>
            <a:srgbClr val="D9D9D9"/>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1350">
              <a:solidFill>
                <a:srgbClr val="FFFFFF"/>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588" name="任意多边形: 形状 175"/>
          <p:cNvSpPr/>
          <p:nvPr>
            <p:custDataLst>
              <p:tags r:id="rId44"/>
            </p:custDataLst>
          </p:nvPr>
        </p:nvSpPr>
        <p:spPr>
          <a:xfrm>
            <a:off x="8763635" y="2104390"/>
            <a:ext cx="21590" cy="21590"/>
          </a:xfrm>
          <a:custGeom>
            <a:avLst/>
            <a:gdLst/>
            <a:ahLst/>
            <a:cxnLst/>
            <a:rect l="0" t="0" r="0" b="0"/>
            <a:pathLst>
              <a:path w="38101" h="38101">
                <a:moveTo>
                  <a:pt x="38100" y="19050"/>
                </a:moveTo>
                <a:cubicBezTo>
                  <a:pt x="38100" y="29210"/>
                  <a:pt x="29210" y="38100"/>
                  <a:pt x="19050" y="38100"/>
                </a:cubicBezTo>
                <a:cubicBezTo>
                  <a:pt x="8889" y="38100"/>
                  <a:pt x="0" y="29210"/>
                  <a:pt x="0" y="19050"/>
                </a:cubicBezTo>
                <a:cubicBezTo>
                  <a:pt x="0" y="8890"/>
                  <a:pt x="8889" y="0"/>
                  <a:pt x="19050" y="0"/>
                </a:cubicBezTo>
                <a:cubicBezTo>
                  <a:pt x="30480" y="0"/>
                  <a:pt x="38100" y="8890"/>
                  <a:pt x="38100" y="19050"/>
                </a:cubicBezTo>
                <a:close/>
              </a:path>
            </a:pathLst>
          </a:custGeom>
          <a:solidFill>
            <a:srgbClr val="D9D9D9"/>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1350">
              <a:solidFill>
                <a:srgbClr val="FFFFFF"/>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589" name="任意多边形: 形状 176"/>
          <p:cNvSpPr/>
          <p:nvPr>
            <p:custDataLst>
              <p:tags r:id="rId45"/>
            </p:custDataLst>
          </p:nvPr>
        </p:nvSpPr>
        <p:spPr>
          <a:xfrm>
            <a:off x="8442325" y="2104390"/>
            <a:ext cx="21590" cy="21590"/>
          </a:xfrm>
          <a:custGeom>
            <a:avLst/>
            <a:gdLst/>
            <a:ahLst/>
            <a:cxnLst/>
            <a:rect l="0" t="0" r="0" b="0"/>
            <a:pathLst>
              <a:path w="38101" h="38101">
                <a:moveTo>
                  <a:pt x="38100" y="19050"/>
                </a:moveTo>
                <a:cubicBezTo>
                  <a:pt x="38100" y="29210"/>
                  <a:pt x="29210" y="38100"/>
                  <a:pt x="19050" y="38100"/>
                </a:cubicBezTo>
                <a:cubicBezTo>
                  <a:pt x="8889" y="38100"/>
                  <a:pt x="0" y="29210"/>
                  <a:pt x="0" y="19050"/>
                </a:cubicBezTo>
                <a:cubicBezTo>
                  <a:pt x="0" y="8890"/>
                  <a:pt x="8889" y="0"/>
                  <a:pt x="19050" y="0"/>
                </a:cubicBezTo>
                <a:cubicBezTo>
                  <a:pt x="30478" y="0"/>
                  <a:pt x="38100" y="8890"/>
                  <a:pt x="38100" y="19050"/>
                </a:cubicBezTo>
                <a:close/>
              </a:path>
            </a:pathLst>
          </a:custGeom>
          <a:solidFill>
            <a:srgbClr val="D9D9D9"/>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1350">
              <a:solidFill>
                <a:srgbClr val="FFFFFF"/>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590" name="任意多边形: 形状 177"/>
          <p:cNvSpPr/>
          <p:nvPr>
            <p:custDataLst>
              <p:tags r:id="rId46"/>
            </p:custDataLst>
          </p:nvPr>
        </p:nvSpPr>
        <p:spPr>
          <a:xfrm>
            <a:off x="8656955" y="2104390"/>
            <a:ext cx="21590" cy="21590"/>
          </a:xfrm>
          <a:custGeom>
            <a:avLst/>
            <a:gdLst/>
            <a:ahLst/>
            <a:cxnLst/>
            <a:rect l="0" t="0" r="0" b="0"/>
            <a:pathLst>
              <a:path w="38101" h="38101">
                <a:moveTo>
                  <a:pt x="38100" y="19050"/>
                </a:moveTo>
                <a:cubicBezTo>
                  <a:pt x="38100" y="29210"/>
                  <a:pt x="29211" y="38100"/>
                  <a:pt x="19050" y="38100"/>
                </a:cubicBezTo>
                <a:cubicBezTo>
                  <a:pt x="8890" y="38100"/>
                  <a:pt x="0" y="29210"/>
                  <a:pt x="0" y="19050"/>
                </a:cubicBezTo>
                <a:cubicBezTo>
                  <a:pt x="0" y="8890"/>
                  <a:pt x="8890" y="0"/>
                  <a:pt x="19050" y="0"/>
                </a:cubicBezTo>
                <a:cubicBezTo>
                  <a:pt x="29211" y="0"/>
                  <a:pt x="38100" y="8890"/>
                  <a:pt x="38100" y="19050"/>
                </a:cubicBezTo>
                <a:close/>
              </a:path>
            </a:pathLst>
          </a:custGeom>
          <a:solidFill>
            <a:srgbClr val="D9D9D9"/>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1350">
              <a:solidFill>
                <a:srgbClr val="FFFFFF"/>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591" name="任意多边形: 形状 178"/>
          <p:cNvSpPr/>
          <p:nvPr>
            <p:custDataLst>
              <p:tags r:id="rId47"/>
            </p:custDataLst>
          </p:nvPr>
        </p:nvSpPr>
        <p:spPr>
          <a:xfrm>
            <a:off x="7801610" y="2104390"/>
            <a:ext cx="21590" cy="21590"/>
          </a:xfrm>
          <a:custGeom>
            <a:avLst/>
            <a:gdLst/>
            <a:ahLst/>
            <a:cxnLst/>
            <a:rect l="0" t="0" r="0" b="0"/>
            <a:pathLst>
              <a:path w="38101" h="38101">
                <a:moveTo>
                  <a:pt x="19050" y="38100"/>
                </a:moveTo>
                <a:cubicBezTo>
                  <a:pt x="8890" y="38100"/>
                  <a:pt x="0" y="29210"/>
                  <a:pt x="0" y="19050"/>
                </a:cubicBezTo>
                <a:cubicBezTo>
                  <a:pt x="0" y="8890"/>
                  <a:pt x="8890" y="0"/>
                  <a:pt x="19050" y="0"/>
                </a:cubicBezTo>
                <a:cubicBezTo>
                  <a:pt x="29210" y="0"/>
                  <a:pt x="38100" y="8890"/>
                  <a:pt x="38100" y="19050"/>
                </a:cubicBezTo>
                <a:cubicBezTo>
                  <a:pt x="38100" y="29210"/>
                  <a:pt x="29210" y="38100"/>
                  <a:pt x="19050" y="38100"/>
                </a:cubicBezTo>
                <a:close/>
              </a:path>
            </a:pathLst>
          </a:custGeom>
          <a:solidFill>
            <a:srgbClr val="D9D9D9"/>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1350">
              <a:solidFill>
                <a:srgbClr val="FFFFFF"/>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572" name="任意多边形: 形状 180"/>
          <p:cNvSpPr/>
          <p:nvPr>
            <p:custDataLst>
              <p:tags r:id="rId48"/>
            </p:custDataLst>
          </p:nvPr>
        </p:nvSpPr>
        <p:spPr>
          <a:xfrm>
            <a:off x="7908290" y="2211070"/>
            <a:ext cx="21590" cy="21590"/>
          </a:xfrm>
          <a:custGeom>
            <a:avLst/>
            <a:gdLst/>
            <a:ahLst/>
            <a:cxnLst/>
            <a:rect l="0" t="0" r="0" b="0"/>
            <a:pathLst>
              <a:path w="38101" h="38101">
                <a:moveTo>
                  <a:pt x="38100" y="19050"/>
                </a:moveTo>
                <a:cubicBezTo>
                  <a:pt x="38100" y="29210"/>
                  <a:pt x="29210" y="38100"/>
                  <a:pt x="19050" y="38100"/>
                </a:cubicBezTo>
                <a:cubicBezTo>
                  <a:pt x="8890" y="38100"/>
                  <a:pt x="0" y="29210"/>
                  <a:pt x="0" y="19050"/>
                </a:cubicBezTo>
                <a:cubicBezTo>
                  <a:pt x="0" y="8890"/>
                  <a:pt x="8890" y="0"/>
                  <a:pt x="19050" y="0"/>
                </a:cubicBezTo>
                <a:cubicBezTo>
                  <a:pt x="29210" y="0"/>
                  <a:pt x="38100" y="8890"/>
                  <a:pt x="38100" y="19050"/>
                </a:cubicBezTo>
                <a:close/>
              </a:path>
            </a:pathLst>
          </a:custGeom>
          <a:solidFill>
            <a:srgbClr val="D9D9D9"/>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1350">
              <a:solidFill>
                <a:srgbClr val="FFFFFF"/>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573" name="任意多边形: 形状 181"/>
          <p:cNvSpPr/>
          <p:nvPr>
            <p:custDataLst>
              <p:tags r:id="rId49"/>
            </p:custDataLst>
          </p:nvPr>
        </p:nvSpPr>
        <p:spPr>
          <a:xfrm>
            <a:off x="8014970" y="2211070"/>
            <a:ext cx="21590" cy="21590"/>
          </a:xfrm>
          <a:custGeom>
            <a:avLst/>
            <a:gdLst/>
            <a:ahLst/>
            <a:cxnLst/>
            <a:rect l="0" t="0" r="0" b="0"/>
            <a:pathLst>
              <a:path w="38101" h="38101">
                <a:moveTo>
                  <a:pt x="38100" y="19050"/>
                </a:moveTo>
                <a:cubicBezTo>
                  <a:pt x="38100" y="29210"/>
                  <a:pt x="29210" y="38100"/>
                  <a:pt x="19050" y="38100"/>
                </a:cubicBezTo>
                <a:cubicBezTo>
                  <a:pt x="8890" y="38100"/>
                  <a:pt x="0" y="29210"/>
                  <a:pt x="0" y="19050"/>
                </a:cubicBezTo>
                <a:cubicBezTo>
                  <a:pt x="0" y="8890"/>
                  <a:pt x="8890" y="0"/>
                  <a:pt x="19050" y="0"/>
                </a:cubicBezTo>
                <a:cubicBezTo>
                  <a:pt x="29210" y="0"/>
                  <a:pt x="38100" y="8890"/>
                  <a:pt x="38100" y="19050"/>
                </a:cubicBezTo>
                <a:close/>
              </a:path>
            </a:pathLst>
          </a:custGeom>
          <a:solidFill>
            <a:srgbClr val="D9D9D9"/>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1350">
              <a:solidFill>
                <a:srgbClr val="FFFFFF"/>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574" name="任意多边形: 形状 182"/>
          <p:cNvSpPr/>
          <p:nvPr>
            <p:custDataLst>
              <p:tags r:id="rId50"/>
            </p:custDataLst>
          </p:nvPr>
        </p:nvSpPr>
        <p:spPr>
          <a:xfrm>
            <a:off x="8121650" y="2211070"/>
            <a:ext cx="21590" cy="21590"/>
          </a:xfrm>
          <a:custGeom>
            <a:avLst/>
            <a:gdLst/>
            <a:ahLst/>
            <a:cxnLst/>
            <a:rect l="0" t="0" r="0" b="0"/>
            <a:pathLst>
              <a:path w="38101" h="38101">
                <a:moveTo>
                  <a:pt x="38100" y="19050"/>
                </a:moveTo>
                <a:cubicBezTo>
                  <a:pt x="38100" y="29210"/>
                  <a:pt x="29211" y="38100"/>
                  <a:pt x="19050" y="38100"/>
                </a:cubicBezTo>
                <a:cubicBezTo>
                  <a:pt x="8889" y="38100"/>
                  <a:pt x="0" y="29210"/>
                  <a:pt x="0" y="19050"/>
                </a:cubicBezTo>
                <a:cubicBezTo>
                  <a:pt x="0" y="8890"/>
                  <a:pt x="8889" y="0"/>
                  <a:pt x="19050" y="0"/>
                </a:cubicBezTo>
                <a:cubicBezTo>
                  <a:pt x="30480" y="0"/>
                  <a:pt x="38100" y="8890"/>
                  <a:pt x="38100" y="19050"/>
                </a:cubicBezTo>
                <a:close/>
              </a:path>
            </a:pathLst>
          </a:custGeom>
          <a:solidFill>
            <a:srgbClr val="D9D9D9"/>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1350">
              <a:solidFill>
                <a:srgbClr val="FFFFFF"/>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575" name="任意多边形: 形状 183"/>
          <p:cNvSpPr/>
          <p:nvPr>
            <p:custDataLst>
              <p:tags r:id="rId51"/>
            </p:custDataLst>
          </p:nvPr>
        </p:nvSpPr>
        <p:spPr>
          <a:xfrm>
            <a:off x="8228965" y="2211070"/>
            <a:ext cx="21590" cy="21590"/>
          </a:xfrm>
          <a:custGeom>
            <a:avLst/>
            <a:gdLst/>
            <a:ahLst/>
            <a:cxnLst/>
            <a:rect l="0" t="0" r="0" b="0"/>
            <a:pathLst>
              <a:path w="38101" h="38101">
                <a:moveTo>
                  <a:pt x="38100" y="19050"/>
                </a:moveTo>
                <a:cubicBezTo>
                  <a:pt x="38100" y="29210"/>
                  <a:pt x="29211" y="38100"/>
                  <a:pt x="19050" y="38100"/>
                </a:cubicBezTo>
                <a:cubicBezTo>
                  <a:pt x="8889" y="38100"/>
                  <a:pt x="0" y="29210"/>
                  <a:pt x="0" y="19050"/>
                </a:cubicBezTo>
                <a:cubicBezTo>
                  <a:pt x="0" y="8890"/>
                  <a:pt x="8889" y="0"/>
                  <a:pt x="19050" y="0"/>
                </a:cubicBezTo>
                <a:cubicBezTo>
                  <a:pt x="29211" y="0"/>
                  <a:pt x="38100" y="8890"/>
                  <a:pt x="38100" y="19050"/>
                </a:cubicBezTo>
                <a:close/>
              </a:path>
            </a:pathLst>
          </a:custGeom>
          <a:solidFill>
            <a:srgbClr val="D9D9D9"/>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1350">
              <a:solidFill>
                <a:srgbClr val="FFFFFF"/>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576" name="任意多边形: 形状 184"/>
          <p:cNvSpPr/>
          <p:nvPr>
            <p:custDataLst>
              <p:tags r:id="rId52"/>
            </p:custDataLst>
          </p:nvPr>
        </p:nvSpPr>
        <p:spPr>
          <a:xfrm>
            <a:off x="8335645" y="2211070"/>
            <a:ext cx="21590" cy="21590"/>
          </a:xfrm>
          <a:custGeom>
            <a:avLst/>
            <a:gdLst/>
            <a:ahLst/>
            <a:cxnLst/>
            <a:rect l="0" t="0" r="0" b="0"/>
            <a:pathLst>
              <a:path w="38101" h="38101">
                <a:moveTo>
                  <a:pt x="38100" y="19050"/>
                </a:moveTo>
                <a:cubicBezTo>
                  <a:pt x="38100" y="29210"/>
                  <a:pt x="29211" y="38100"/>
                  <a:pt x="19050" y="38100"/>
                </a:cubicBezTo>
                <a:cubicBezTo>
                  <a:pt x="8890" y="38100"/>
                  <a:pt x="0" y="29210"/>
                  <a:pt x="0" y="19050"/>
                </a:cubicBezTo>
                <a:cubicBezTo>
                  <a:pt x="0" y="8890"/>
                  <a:pt x="8890" y="0"/>
                  <a:pt x="19050" y="0"/>
                </a:cubicBezTo>
                <a:cubicBezTo>
                  <a:pt x="29209" y="0"/>
                  <a:pt x="38100" y="8890"/>
                  <a:pt x="38100" y="19050"/>
                </a:cubicBezTo>
                <a:close/>
              </a:path>
            </a:pathLst>
          </a:custGeom>
          <a:solidFill>
            <a:srgbClr val="D9D9D9"/>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1350">
              <a:solidFill>
                <a:srgbClr val="FFFFFF"/>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577" name="任意多边形: 形状 185"/>
          <p:cNvSpPr/>
          <p:nvPr>
            <p:custDataLst>
              <p:tags r:id="rId53"/>
            </p:custDataLst>
          </p:nvPr>
        </p:nvSpPr>
        <p:spPr>
          <a:xfrm>
            <a:off x="8550275" y="2211070"/>
            <a:ext cx="21590" cy="21590"/>
          </a:xfrm>
          <a:custGeom>
            <a:avLst/>
            <a:gdLst/>
            <a:ahLst/>
            <a:cxnLst/>
            <a:rect l="0" t="0" r="0" b="0"/>
            <a:pathLst>
              <a:path w="38101" h="38101">
                <a:moveTo>
                  <a:pt x="38100" y="19050"/>
                </a:moveTo>
                <a:cubicBezTo>
                  <a:pt x="38100" y="29210"/>
                  <a:pt x="29210" y="38100"/>
                  <a:pt x="19050" y="38100"/>
                </a:cubicBezTo>
                <a:cubicBezTo>
                  <a:pt x="8889" y="38100"/>
                  <a:pt x="0" y="29210"/>
                  <a:pt x="0" y="19050"/>
                </a:cubicBezTo>
                <a:cubicBezTo>
                  <a:pt x="0" y="8890"/>
                  <a:pt x="8889" y="0"/>
                  <a:pt x="19050" y="0"/>
                </a:cubicBezTo>
                <a:cubicBezTo>
                  <a:pt x="29210" y="0"/>
                  <a:pt x="38100" y="8890"/>
                  <a:pt x="38100" y="19050"/>
                </a:cubicBezTo>
                <a:close/>
              </a:path>
            </a:pathLst>
          </a:custGeom>
          <a:solidFill>
            <a:srgbClr val="D9D9D9"/>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1350">
              <a:solidFill>
                <a:srgbClr val="FFFFFF"/>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578" name="任意多边形: 形状 186"/>
          <p:cNvSpPr/>
          <p:nvPr>
            <p:custDataLst>
              <p:tags r:id="rId54"/>
            </p:custDataLst>
          </p:nvPr>
        </p:nvSpPr>
        <p:spPr>
          <a:xfrm>
            <a:off x="8763635" y="2211070"/>
            <a:ext cx="21590" cy="21590"/>
          </a:xfrm>
          <a:custGeom>
            <a:avLst/>
            <a:gdLst/>
            <a:ahLst/>
            <a:cxnLst/>
            <a:rect l="0" t="0" r="0" b="0"/>
            <a:pathLst>
              <a:path w="38101" h="38101">
                <a:moveTo>
                  <a:pt x="38100" y="19050"/>
                </a:moveTo>
                <a:cubicBezTo>
                  <a:pt x="38100" y="29210"/>
                  <a:pt x="29210" y="38100"/>
                  <a:pt x="19050" y="38100"/>
                </a:cubicBezTo>
                <a:cubicBezTo>
                  <a:pt x="8889" y="38100"/>
                  <a:pt x="0" y="29210"/>
                  <a:pt x="0" y="19050"/>
                </a:cubicBezTo>
                <a:cubicBezTo>
                  <a:pt x="0" y="8890"/>
                  <a:pt x="8889" y="0"/>
                  <a:pt x="19050" y="0"/>
                </a:cubicBezTo>
                <a:cubicBezTo>
                  <a:pt x="30480" y="0"/>
                  <a:pt x="38100" y="8890"/>
                  <a:pt x="38100" y="19050"/>
                </a:cubicBezTo>
                <a:close/>
              </a:path>
            </a:pathLst>
          </a:custGeom>
          <a:solidFill>
            <a:srgbClr val="D9D9D9"/>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1350">
              <a:solidFill>
                <a:srgbClr val="FFFFFF"/>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579" name="任意多边形: 形状 187"/>
          <p:cNvSpPr/>
          <p:nvPr>
            <p:custDataLst>
              <p:tags r:id="rId55"/>
            </p:custDataLst>
          </p:nvPr>
        </p:nvSpPr>
        <p:spPr>
          <a:xfrm>
            <a:off x="8442325" y="2211070"/>
            <a:ext cx="21590" cy="21590"/>
          </a:xfrm>
          <a:custGeom>
            <a:avLst/>
            <a:gdLst/>
            <a:ahLst/>
            <a:cxnLst/>
            <a:rect l="0" t="0" r="0" b="0"/>
            <a:pathLst>
              <a:path w="38101" h="38101">
                <a:moveTo>
                  <a:pt x="38100" y="19050"/>
                </a:moveTo>
                <a:cubicBezTo>
                  <a:pt x="38100" y="29210"/>
                  <a:pt x="29210" y="38100"/>
                  <a:pt x="19050" y="38100"/>
                </a:cubicBezTo>
                <a:cubicBezTo>
                  <a:pt x="8889" y="38100"/>
                  <a:pt x="0" y="29210"/>
                  <a:pt x="0" y="19050"/>
                </a:cubicBezTo>
                <a:cubicBezTo>
                  <a:pt x="0" y="8890"/>
                  <a:pt x="8889" y="0"/>
                  <a:pt x="19050" y="0"/>
                </a:cubicBezTo>
                <a:cubicBezTo>
                  <a:pt x="30478" y="0"/>
                  <a:pt x="38100" y="8890"/>
                  <a:pt x="38100" y="19050"/>
                </a:cubicBezTo>
                <a:close/>
              </a:path>
            </a:pathLst>
          </a:custGeom>
          <a:solidFill>
            <a:srgbClr val="D9D9D9"/>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1350">
              <a:solidFill>
                <a:srgbClr val="FFFFFF"/>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580" name="任意多边形: 形状 188"/>
          <p:cNvSpPr/>
          <p:nvPr>
            <p:custDataLst>
              <p:tags r:id="rId56"/>
            </p:custDataLst>
          </p:nvPr>
        </p:nvSpPr>
        <p:spPr>
          <a:xfrm>
            <a:off x="8656955" y="2211070"/>
            <a:ext cx="21590" cy="21590"/>
          </a:xfrm>
          <a:custGeom>
            <a:avLst/>
            <a:gdLst/>
            <a:ahLst/>
            <a:cxnLst/>
            <a:rect l="0" t="0" r="0" b="0"/>
            <a:pathLst>
              <a:path w="38101" h="38101">
                <a:moveTo>
                  <a:pt x="38100" y="19050"/>
                </a:moveTo>
                <a:cubicBezTo>
                  <a:pt x="38100" y="29210"/>
                  <a:pt x="29211" y="38100"/>
                  <a:pt x="19050" y="38100"/>
                </a:cubicBezTo>
                <a:cubicBezTo>
                  <a:pt x="8890" y="38100"/>
                  <a:pt x="0" y="29210"/>
                  <a:pt x="0" y="19050"/>
                </a:cubicBezTo>
                <a:cubicBezTo>
                  <a:pt x="0" y="8890"/>
                  <a:pt x="8890" y="0"/>
                  <a:pt x="19050" y="0"/>
                </a:cubicBezTo>
                <a:cubicBezTo>
                  <a:pt x="29211" y="0"/>
                  <a:pt x="38100" y="8890"/>
                  <a:pt x="38100" y="19050"/>
                </a:cubicBezTo>
                <a:close/>
              </a:path>
            </a:pathLst>
          </a:custGeom>
          <a:solidFill>
            <a:srgbClr val="D9D9D9"/>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1350">
              <a:solidFill>
                <a:srgbClr val="FFFFFF"/>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581" name="任意多边形: 形状 189"/>
          <p:cNvSpPr/>
          <p:nvPr>
            <p:custDataLst>
              <p:tags r:id="rId57"/>
            </p:custDataLst>
          </p:nvPr>
        </p:nvSpPr>
        <p:spPr>
          <a:xfrm>
            <a:off x="7801610" y="2211070"/>
            <a:ext cx="21590" cy="21590"/>
          </a:xfrm>
          <a:custGeom>
            <a:avLst/>
            <a:gdLst/>
            <a:ahLst/>
            <a:cxnLst/>
            <a:rect l="0" t="0" r="0" b="0"/>
            <a:pathLst>
              <a:path w="38101" h="38101">
                <a:moveTo>
                  <a:pt x="19050" y="38100"/>
                </a:moveTo>
                <a:cubicBezTo>
                  <a:pt x="8890" y="38100"/>
                  <a:pt x="0" y="29210"/>
                  <a:pt x="0" y="19050"/>
                </a:cubicBezTo>
                <a:cubicBezTo>
                  <a:pt x="0" y="8890"/>
                  <a:pt x="8890" y="0"/>
                  <a:pt x="19050" y="0"/>
                </a:cubicBezTo>
                <a:cubicBezTo>
                  <a:pt x="29210" y="0"/>
                  <a:pt x="38100" y="8890"/>
                  <a:pt x="38100" y="19050"/>
                </a:cubicBezTo>
                <a:cubicBezTo>
                  <a:pt x="38100" y="30480"/>
                  <a:pt x="29210" y="38100"/>
                  <a:pt x="19050" y="38100"/>
                </a:cubicBezTo>
                <a:close/>
              </a:path>
            </a:pathLst>
          </a:custGeom>
          <a:solidFill>
            <a:srgbClr val="D9D9D9"/>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1350">
              <a:solidFill>
                <a:srgbClr val="FFFFFF"/>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562" name="任意多边形: 形状 191"/>
          <p:cNvSpPr/>
          <p:nvPr>
            <p:custDataLst>
              <p:tags r:id="rId58"/>
            </p:custDataLst>
          </p:nvPr>
        </p:nvSpPr>
        <p:spPr>
          <a:xfrm>
            <a:off x="7908290" y="2319020"/>
            <a:ext cx="21590" cy="21590"/>
          </a:xfrm>
          <a:custGeom>
            <a:avLst/>
            <a:gdLst/>
            <a:ahLst/>
            <a:cxnLst/>
            <a:rect l="0" t="0" r="0" b="0"/>
            <a:pathLst>
              <a:path w="38101" h="38101">
                <a:moveTo>
                  <a:pt x="38100" y="19050"/>
                </a:moveTo>
                <a:cubicBezTo>
                  <a:pt x="38100" y="29210"/>
                  <a:pt x="29210" y="38100"/>
                  <a:pt x="19050" y="38100"/>
                </a:cubicBezTo>
                <a:cubicBezTo>
                  <a:pt x="8890" y="38100"/>
                  <a:pt x="0" y="29210"/>
                  <a:pt x="0" y="19050"/>
                </a:cubicBezTo>
                <a:cubicBezTo>
                  <a:pt x="0" y="8890"/>
                  <a:pt x="8890" y="0"/>
                  <a:pt x="19050" y="0"/>
                </a:cubicBezTo>
                <a:cubicBezTo>
                  <a:pt x="29210" y="0"/>
                  <a:pt x="38100" y="7620"/>
                  <a:pt x="38100" y="19050"/>
                </a:cubicBezTo>
                <a:close/>
              </a:path>
            </a:pathLst>
          </a:custGeom>
          <a:solidFill>
            <a:srgbClr val="D9D9D9"/>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1350">
              <a:solidFill>
                <a:srgbClr val="FFFFFF"/>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563" name="任意多边形: 形状 192"/>
          <p:cNvSpPr/>
          <p:nvPr>
            <p:custDataLst>
              <p:tags r:id="rId59"/>
            </p:custDataLst>
          </p:nvPr>
        </p:nvSpPr>
        <p:spPr>
          <a:xfrm>
            <a:off x="8014970" y="2319020"/>
            <a:ext cx="21590" cy="21590"/>
          </a:xfrm>
          <a:custGeom>
            <a:avLst/>
            <a:gdLst/>
            <a:ahLst/>
            <a:cxnLst/>
            <a:rect l="0" t="0" r="0" b="0"/>
            <a:pathLst>
              <a:path w="38101" h="38101">
                <a:moveTo>
                  <a:pt x="38100" y="19050"/>
                </a:moveTo>
                <a:cubicBezTo>
                  <a:pt x="38100" y="29210"/>
                  <a:pt x="29210" y="38100"/>
                  <a:pt x="19050" y="38100"/>
                </a:cubicBezTo>
                <a:cubicBezTo>
                  <a:pt x="8890" y="38100"/>
                  <a:pt x="0" y="29210"/>
                  <a:pt x="0" y="19050"/>
                </a:cubicBezTo>
                <a:cubicBezTo>
                  <a:pt x="0" y="8890"/>
                  <a:pt x="8890" y="0"/>
                  <a:pt x="19050" y="0"/>
                </a:cubicBezTo>
                <a:cubicBezTo>
                  <a:pt x="29210" y="0"/>
                  <a:pt x="38100" y="7620"/>
                  <a:pt x="38100" y="19050"/>
                </a:cubicBezTo>
                <a:close/>
              </a:path>
            </a:pathLst>
          </a:custGeom>
          <a:solidFill>
            <a:srgbClr val="D9D9D9"/>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1350">
              <a:solidFill>
                <a:srgbClr val="FFFFFF"/>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564" name="任意多边形: 形状 193"/>
          <p:cNvSpPr/>
          <p:nvPr>
            <p:custDataLst>
              <p:tags r:id="rId60"/>
            </p:custDataLst>
          </p:nvPr>
        </p:nvSpPr>
        <p:spPr>
          <a:xfrm>
            <a:off x="8121650" y="2319020"/>
            <a:ext cx="21590" cy="21590"/>
          </a:xfrm>
          <a:custGeom>
            <a:avLst/>
            <a:gdLst/>
            <a:ahLst/>
            <a:cxnLst/>
            <a:rect l="0" t="0" r="0" b="0"/>
            <a:pathLst>
              <a:path w="38101" h="38101">
                <a:moveTo>
                  <a:pt x="38100" y="19050"/>
                </a:moveTo>
                <a:cubicBezTo>
                  <a:pt x="38100" y="29210"/>
                  <a:pt x="29211" y="38100"/>
                  <a:pt x="19050" y="38100"/>
                </a:cubicBezTo>
                <a:cubicBezTo>
                  <a:pt x="8889" y="38100"/>
                  <a:pt x="0" y="29210"/>
                  <a:pt x="0" y="19050"/>
                </a:cubicBezTo>
                <a:cubicBezTo>
                  <a:pt x="0" y="8890"/>
                  <a:pt x="8889" y="0"/>
                  <a:pt x="19050" y="0"/>
                </a:cubicBezTo>
                <a:cubicBezTo>
                  <a:pt x="30480" y="0"/>
                  <a:pt x="38100" y="7620"/>
                  <a:pt x="38100" y="19050"/>
                </a:cubicBezTo>
                <a:close/>
              </a:path>
            </a:pathLst>
          </a:custGeom>
          <a:solidFill>
            <a:srgbClr val="D9D9D9"/>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1350">
              <a:solidFill>
                <a:srgbClr val="FFFFFF"/>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565" name="任意多边形: 形状 194"/>
          <p:cNvSpPr/>
          <p:nvPr>
            <p:custDataLst>
              <p:tags r:id="rId61"/>
            </p:custDataLst>
          </p:nvPr>
        </p:nvSpPr>
        <p:spPr>
          <a:xfrm>
            <a:off x="8228965" y="2319020"/>
            <a:ext cx="21590" cy="21590"/>
          </a:xfrm>
          <a:custGeom>
            <a:avLst/>
            <a:gdLst/>
            <a:ahLst/>
            <a:cxnLst/>
            <a:rect l="0" t="0" r="0" b="0"/>
            <a:pathLst>
              <a:path w="38101" h="38101">
                <a:moveTo>
                  <a:pt x="38100" y="19050"/>
                </a:moveTo>
                <a:cubicBezTo>
                  <a:pt x="38100" y="29210"/>
                  <a:pt x="29211" y="38100"/>
                  <a:pt x="19050" y="38100"/>
                </a:cubicBezTo>
                <a:cubicBezTo>
                  <a:pt x="8889" y="38100"/>
                  <a:pt x="0" y="29210"/>
                  <a:pt x="0" y="19050"/>
                </a:cubicBezTo>
                <a:cubicBezTo>
                  <a:pt x="0" y="8890"/>
                  <a:pt x="8889" y="0"/>
                  <a:pt x="19050" y="0"/>
                </a:cubicBezTo>
                <a:cubicBezTo>
                  <a:pt x="29211" y="0"/>
                  <a:pt x="38100" y="7620"/>
                  <a:pt x="38100" y="19050"/>
                </a:cubicBezTo>
                <a:close/>
              </a:path>
            </a:pathLst>
          </a:custGeom>
          <a:solidFill>
            <a:srgbClr val="D9D9D9"/>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1350">
              <a:solidFill>
                <a:srgbClr val="FFFFFF"/>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566" name="任意多边形: 形状 195"/>
          <p:cNvSpPr/>
          <p:nvPr>
            <p:custDataLst>
              <p:tags r:id="rId62"/>
            </p:custDataLst>
          </p:nvPr>
        </p:nvSpPr>
        <p:spPr>
          <a:xfrm>
            <a:off x="8335645" y="2319020"/>
            <a:ext cx="21590" cy="21590"/>
          </a:xfrm>
          <a:custGeom>
            <a:avLst/>
            <a:gdLst/>
            <a:ahLst/>
            <a:cxnLst/>
            <a:rect l="0" t="0" r="0" b="0"/>
            <a:pathLst>
              <a:path w="38101" h="38101">
                <a:moveTo>
                  <a:pt x="38100" y="19050"/>
                </a:moveTo>
                <a:cubicBezTo>
                  <a:pt x="38100" y="29210"/>
                  <a:pt x="29211" y="38100"/>
                  <a:pt x="19050" y="38100"/>
                </a:cubicBezTo>
                <a:cubicBezTo>
                  <a:pt x="8890" y="38100"/>
                  <a:pt x="0" y="29210"/>
                  <a:pt x="0" y="19050"/>
                </a:cubicBezTo>
                <a:cubicBezTo>
                  <a:pt x="0" y="8890"/>
                  <a:pt x="8890" y="0"/>
                  <a:pt x="19050" y="0"/>
                </a:cubicBezTo>
                <a:cubicBezTo>
                  <a:pt x="29209" y="0"/>
                  <a:pt x="38100" y="7620"/>
                  <a:pt x="38100" y="19050"/>
                </a:cubicBezTo>
                <a:close/>
              </a:path>
            </a:pathLst>
          </a:custGeom>
          <a:solidFill>
            <a:srgbClr val="D9D9D9"/>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1350">
              <a:solidFill>
                <a:srgbClr val="FFFFFF"/>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567" name="任意多边形: 形状 196"/>
          <p:cNvSpPr/>
          <p:nvPr>
            <p:custDataLst>
              <p:tags r:id="rId63"/>
            </p:custDataLst>
          </p:nvPr>
        </p:nvSpPr>
        <p:spPr>
          <a:xfrm>
            <a:off x="8550275" y="2319020"/>
            <a:ext cx="21590" cy="21590"/>
          </a:xfrm>
          <a:custGeom>
            <a:avLst/>
            <a:gdLst/>
            <a:ahLst/>
            <a:cxnLst/>
            <a:rect l="0" t="0" r="0" b="0"/>
            <a:pathLst>
              <a:path w="38101" h="38101">
                <a:moveTo>
                  <a:pt x="38100" y="19050"/>
                </a:moveTo>
                <a:cubicBezTo>
                  <a:pt x="38100" y="29210"/>
                  <a:pt x="29210" y="38100"/>
                  <a:pt x="19050" y="38100"/>
                </a:cubicBezTo>
                <a:cubicBezTo>
                  <a:pt x="8889" y="38100"/>
                  <a:pt x="0" y="29210"/>
                  <a:pt x="0" y="19050"/>
                </a:cubicBezTo>
                <a:cubicBezTo>
                  <a:pt x="0" y="8890"/>
                  <a:pt x="8889" y="0"/>
                  <a:pt x="19050" y="0"/>
                </a:cubicBezTo>
                <a:cubicBezTo>
                  <a:pt x="29210" y="0"/>
                  <a:pt x="38100" y="7620"/>
                  <a:pt x="38100" y="19050"/>
                </a:cubicBezTo>
                <a:close/>
              </a:path>
            </a:pathLst>
          </a:custGeom>
          <a:solidFill>
            <a:srgbClr val="D9D9D9"/>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1350">
              <a:solidFill>
                <a:srgbClr val="FFFFFF"/>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568" name="任意多边形: 形状 197"/>
          <p:cNvSpPr/>
          <p:nvPr>
            <p:custDataLst>
              <p:tags r:id="rId64"/>
            </p:custDataLst>
          </p:nvPr>
        </p:nvSpPr>
        <p:spPr>
          <a:xfrm>
            <a:off x="8763635" y="2319020"/>
            <a:ext cx="21590" cy="21590"/>
          </a:xfrm>
          <a:custGeom>
            <a:avLst/>
            <a:gdLst/>
            <a:ahLst/>
            <a:cxnLst/>
            <a:rect l="0" t="0" r="0" b="0"/>
            <a:pathLst>
              <a:path w="38101" h="38101">
                <a:moveTo>
                  <a:pt x="38100" y="19050"/>
                </a:moveTo>
                <a:cubicBezTo>
                  <a:pt x="38100" y="29210"/>
                  <a:pt x="29210" y="38100"/>
                  <a:pt x="19050" y="38100"/>
                </a:cubicBezTo>
                <a:cubicBezTo>
                  <a:pt x="8889" y="38100"/>
                  <a:pt x="0" y="29210"/>
                  <a:pt x="0" y="19050"/>
                </a:cubicBezTo>
                <a:cubicBezTo>
                  <a:pt x="0" y="8890"/>
                  <a:pt x="8889" y="0"/>
                  <a:pt x="19050" y="0"/>
                </a:cubicBezTo>
                <a:cubicBezTo>
                  <a:pt x="30480" y="0"/>
                  <a:pt x="38100" y="7620"/>
                  <a:pt x="38100" y="19050"/>
                </a:cubicBezTo>
                <a:close/>
              </a:path>
            </a:pathLst>
          </a:custGeom>
          <a:solidFill>
            <a:srgbClr val="D9D9D9"/>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1350">
              <a:solidFill>
                <a:srgbClr val="FFFFFF"/>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569" name="任意多边形: 形状 198"/>
          <p:cNvSpPr/>
          <p:nvPr>
            <p:custDataLst>
              <p:tags r:id="rId65"/>
            </p:custDataLst>
          </p:nvPr>
        </p:nvSpPr>
        <p:spPr>
          <a:xfrm>
            <a:off x="8442325" y="2319020"/>
            <a:ext cx="21590" cy="21590"/>
          </a:xfrm>
          <a:custGeom>
            <a:avLst/>
            <a:gdLst/>
            <a:ahLst/>
            <a:cxnLst/>
            <a:rect l="0" t="0" r="0" b="0"/>
            <a:pathLst>
              <a:path w="38101" h="38101">
                <a:moveTo>
                  <a:pt x="38100" y="19050"/>
                </a:moveTo>
                <a:cubicBezTo>
                  <a:pt x="38100" y="29210"/>
                  <a:pt x="29210" y="38100"/>
                  <a:pt x="19050" y="38100"/>
                </a:cubicBezTo>
                <a:cubicBezTo>
                  <a:pt x="8889" y="38100"/>
                  <a:pt x="0" y="29210"/>
                  <a:pt x="0" y="19050"/>
                </a:cubicBezTo>
                <a:cubicBezTo>
                  <a:pt x="0" y="8890"/>
                  <a:pt x="8889" y="0"/>
                  <a:pt x="19050" y="0"/>
                </a:cubicBezTo>
                <a:cubicBezTo>
                  <a:pt x="30478" y="0"/>
                  <a:pt x="38100" y="7620"/>
                  <a:pt x="38100" y="19050"/>
                </a:cubicBezTo>
                <a:close/>
              </a:path>
            </a:pathLst>
          </a:custGeom>
          <a:solidFill>
            <a:srgbClr val="D9D9D9"/>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1350">
              <a:solidFill>
                <a:srgbClr val="FFFFFF"/>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570" name="任意多边形: 形状 199"/>
          <p:cNvSpPr/>
          <p:nvPr>
            <p:custDataLst>
              <p:tags r:id="rId66"/>
            </p:custDataLst>
          </p:nvPr>
        </p:nvSpPr>
        <p:spPr>
          <a:xfrm>
            <a:off x="8656955" y="2319020"/>
            <a:ext cx="21590" cy="21590"/>
          </a:xfrm>
          <a:custGeom>
            <a:avLst/>
            <a:gdLst/>
            <a:ahLst/>
            <a:cxnLst/>
            <a:rect l="0" t="0" r="0" b="0"/>
            <a:pathLst>
              <a:path w="38101" h="38101">
                <a:moveTo>
                  <a:pt x="38100" y="19050"/>
                </a:moveTo>
                <a:cubicBezTo>
                  <a:pt x="38100" y="29210"/>
                  <a:pt x="29211" y="38100"/>
                  <a:pt x="19050" y="38100"/>
                </a:cubicBezTo>
                <a:cubicBezTo>
                  <a:pt x="8890" y="38100"/>
                  <a:pt x="0" y="29210"/>
                  <a:pt x="0" y="19050"/>
                </a:cubicBezTo>
                <a:cubicBezTo>
                  <a:pt x="0" y="8890"/>
                  <a:pt x="8890" y="0"/>
                  <a:pt x="19050" y="0"/>
                </a:cubicBezTo>
                <a:cubicBezTo>
                  <a:pt x="29211" y="0"/>
                  <a:pt x="38100" y="7620"/>
                  <a:pt x="38100" y="19050"/>
                </a:cubicBezTo>
                <a:close/>
              </a:path>
            </a:pathLst>
          </a:custGeom>
          <a:solidFill>
            <a:srgbClr val="D9D9D9"/>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1350">
              <a:solidFill>
                <a:srgbClr val="FFFFFF"/>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571" name="任意多边形: 形状 200"/>
          <p:cNvSpPr/>
          <p:nvPr>
            <p:custDataLst>
              <p:tags r:id="rId67"/>
            </p:custDataLst>
          </p:nvPr>
        </p:nvSpPr>
        <p:spPr>
          <a:xfrm>
            <a:off x="7801610" y="2317750"/>
            <a:ext cx="21590" cy="21590"/>
          </a:xfrm>
          <a:custGeom>
            <a:avLst/>
            <a:gdLst/>
            <a:ahLst/>
            <a:cxnLst/>
            <a:rect l="0" t="0" r="0" b="0"/>
            <a:pathLst>
              <a:path w="38101" h="38101">
                <a:moveTo>
                  <a:pt x="19050" y="38100"/>
                </a:moveTo>
                <a:cubicBezTo>
                  <a:pt x="8890" y="38100"/>
                  <a:pt x="0" y="29210"/>
                  <a:pt x="0" y="19050"/>
                </a:cubicBezTo>
                <a:cubicBezTo>
                  <a:pt x="0" y="8890"/>
                  <a:pt x="8890" y="0"/>
                  <a:pt x="19050" y="0"/>
                </a:cubicBezTo>
                <a:cubicBezTo>
                  <a:pt x="29210" y="0"/>
                  <a:pt x="38100" y="8890"/>
                  <a:pt x="38100" y="19050"/>
                </a:cubicBezTo>
                <a:cubicBezTo>
                  <a:pt x="38100" y="30480"/>
                  <a:pt x="29210" y="38100"/>
                  <a:pt x="19050" y="38100"/>
                </a:cubicBezTo>
                <a:close/>
              </a:path>
            </a:pathLst>
          </a:custGeom>
          <a:solidFill>
            <a:srgbClr val="D9D9D9"/>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1350">
              <a:solidFill>
                <a:srgbClr val="FFFFFF"/>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552" name="任意多边形: 形状 202"/>
          <p:cNvSpPr/>
          <p:nvPr>
            <p:custDataLst>
              <p:tags r:id="rId68"/>
            </p:custDataLst>
          </p:nvPr>
        </p:nvSpPr>
        <p:spPr>
          <a:xfrm>
            <a:off x="7908290" y="2425700"/>
            <a:ext cx="21590" cy="21590"/>
          </a:xfrm>
          <a:custGeom>
            <a:avLst/>
            <a:gdLst/>
            <a:ahLst/>
            <a:cxnLst/>
            <a:rect l="0" t="0" r="0" b="0"/>
            <a:pathLst>
              <a:path w="38101" h="38101">
                <a:moveTo>
                  <a:pt x="38100" y="19050"/>
                </a:moveTo>
                <a:cubicBezTo>
                  <a:pt x="38100" y="29210"/>
                  <a:pt x="29210" y="38100"/>
                  <a:pt x="19050" y="38100"/>
                </a:cubicBezTo>
                <a:cubicBezTo>
                  <a:pt x="8890" y="38100"/>
                  <a:pt x="0" y="29210"/>
                  <a:pt x="0" y="19050"/>
                </a:cubicBezTo>
                <a:cubicBezTo>
                  <a:pt x="0" y="8890"/>
                  <a:pt x="8890" y="0"/>
                  <a:pt x="19050" y="0"/>
                </a:cubicBezTo>
                <a:cubicBezTo>
                  <a:pt x="29210" y="0"/>
                  <a:pt x="38100" y="8890"/>
                  <a:pt x="38100" y="19050"/>
                </a:cubicBezTo>
                <a:close/>
              </a:path>
            </a:pathLst>
          </a:custGeom>
          <a:solidFill>
            <a:srgbClr val="D9D9D9"/>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1350">
              <a:solidFill>
                <a:srgbClr val="FFFFFF"/>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553" name="任意多边形: 形状 203"/>
          <p:cNvSpPr/>
          <p:nvPr>
            <p:custDataLst>
              <p:tags r:id="rId69"/>
            </p:custDataLst>
          </p:nvPr>
        </p:nvSpPr>
        <p:spPr>
          <a:xfrm>
            <a:off x="8014970" y="2425700"/>
            <a:ext cx="21590" cy="21590"/>
          </a:xfrm>
          <a:custGeom>
            <a:avLst/>
            <a:gdLst/>
            <a:ahLst/>
            <a:cxnLst/>
            <a:rect l="0" t="0" r="0" b="0"/>
            <a:pathLst>
              <a:path w="38101" h="38101">
                <a:moveTo>
                  <a:pt x="38100" y="19050"/>
                </a:moveTo>
                <a:cubicBezTo>
                  <a:pt x="38100" y="29210"/>
                  <a:pt x="29210" y="38100"/>
                  <a:pt x="19050" y="38100"/>
                </a:cubicBezTo>
                <a:cubicBezTo>
                  <a:pt x="8890" y="38100"/>
                  <a:pt x="0" y="29210"/>
                  <a:pt x="0" y="19050"/>
                </a:cubicBezTo>
                <a:cubicBezTo>
                  <a:pt x="0" y="8890"/>
                  <a:pt x="8890" y="0"/>
                  <a:pt x="19050" y="0"/>
                </a:cubicBezTo>
                <a:cubicBezTo>
                  <a:pt x="29210" y="0"/>
                  <a:pt x="38100" y="8890"/>
                  <a:pt x="38100" y="19050"/>
                </a:cubicBezTo>
                <a:close/>
              </a:path>
            </a:pathLst>
          </a:custGeom>
          <a:solidFill>
            <a:srgbClr val="D9D9D9"/>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1350">
              <a:solidFill>
                <a:srgbClr val="FFFFFF"/>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554" name="任意多边形: 形状 204"/>
          <p:cNvSpPr/>
          <p:nvPr>
            <p:custDataLst>
              <p:tags r:id="rId70"/>
            </p:custDataLst>
          </p:nvPr>
        </p:nvSpPr>
        <p:spPr>
          <a:xfrm>
            <a:off x="8121650" y="2425700"/>
            <a:ext cx="21590" cy="21590"/>
          </a:xfrm>
          <a:custGeom>
            <a:avLst/>
            <a:gdLst/>
            <a:ahLst/>
            <a:cxnLst/>
            <a:rect l="0" t="0" r="0" b="0"/>
            <a:pathLst>
              <a:path w="38101" h="38101">
                <a:moveTo>
                  <a:pt x="38100" y="19050"/>
                </a:moveTo>
                <a:cubicBezTo>
                  <a:pt x="38100" y="29210"/>
                  <a:pt x="29211" y="38100"/>
                  <a:pt x="19050" y="38100"/>
                </a:cubicBezTo>
                <a:cubicBezTo>
                  <a:pt x="8889" y="38100"/>
                  <a:pt x="0" y="29210"/>
                  <a:pt x="0" y="19050"/>
                </a:cubicBezTo>
                <a:cubicBezTo>
                  <a:pt x="0" y="8890"/>
                  <a:pt x="8889" y="0"/>
                  <a:pt x="19050" y="0"/>
                </a:cubicBezTo>
                <a:cubicBezTo>
                  <a:pt x="30480" y="0"/>
                  <a:pt x="38100" y="8890"/>
                  <a:pt x="38100" y="19050"/>
                </a:cubicBezTo>
                <a:close/>
              </a:path>
            </a:pathLst>
          </a:custGeom>
          <a:solidFill>
            <a:srgbClr val="D9D9D9"/>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1350">
              <a:solidFill>
                <a:srgbClr val="FFFFFF"/>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555" name="任意多边形: 形状 205"/>
          <p:cNvSpPr/>
          <p:nvPr>
            <p:custDataLst>
              <p:tags r:id="rId71"/>
            </p:custDataLst>
          </p:nvPr>
        </p:nvSpPr>
        <p:spPr>
          <a:xfrm>
            <a:off x="8228965" y="2425700"/>
            <a:ext cx="21590" cy="21590"/>
          </a:xfrm>
          <a:custGeom>
            <a:avLst/>
            <a:gdLst/>
            <a:ahLst/>
            <a:cxnLst/>
            <a:rect l="0" t="0" r="0" b="0"/>
            <a:pathLst>
              <a:path w="38101" h="38101">
                <a:moveTo>
                  <a:pt x="38100" y="19050"/>
                </a:moveTo>
                <a:cubicBezTo>
                  <a:pt x="38100" y="29210"/>
                  <a:pt x="29211" y="38100"/>
                  <a:pt x="19050" y="38100"/>
                </a:cubicBezTo>
                <a:cubicBezTo>
                  <a:pt x="8889" y="38100"/>
                  <a:pt x="0" y="29210"/>
                  <a:pt x="0" y="19050"/>
                </a:cubicBezTo>
                <a:cubicBezTo>
                  <a:pt x="0" y="8890"/>
                  <a:pt x="8889" y="0"/>
                  <a:pt x="19050" y="0"/>
                </a:cubicBezTo>
                <a:cubicBezTo>
                  <a:pt x="29211" y="0"/>
                  <a:pt x="38100" y="8890"/>
                  <a:pt x="38100" y="19050"/>
                </a:cubicBezTo>
                <a:close/>
              </a:path>
            </a:pathLst>
          </a:custGeom>
          <a:solidFill>
            <a:srgbClr val="D9D9D9"/>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1350">
              <a:solidFill>
                <a:srgbClr val="FFFFFF"/>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556" name="任意多边形: 形状 206"/>
          <p:cNvSpPr/>
          <p:nvPr>
            <p:custDataLst>
              <p:tags r:id="rId72"/>
            </p:custDataLst>
          </p:nvPr>
        </p:nvSpPr>
        <p:spPr>
          <a:xfrm>
            <a:off x="8335645" y="2425700"/>
            <a:ext cx="21590" cy="21590"/>
          </a:xfrm>
          <a:custGeom>
            <a:avLst/>
            <a:gdLst/>
            <a:ahLst/>
            <a:cxnLst/>
            <a:rect l="0" t="0" r="0" b="0"/>
            <a:pathLst>
              <a:path w="38101" h="38101">
                <a:moveTo>
                  <a:pt x="38100" y="19050"/>
                </a:moveTo>
                <a:cubicBezTo>
                  <a:pt x="38100" y="29210"/>
                  <a:pt x="29211" y="38100"/>
                  <a:pt x="19050" y="38100"/>
                </a:cubicBezTo>
                <a:cubicBezTo>
                  <a:pt x="8890" y="38100"/>
                  <a:pt x="0" y="29210"/>
                  <a:pt x="0" y="19050"/>
                </a:cubicBezTo>
                <a:cubicBezTo>
                  <a:pt x="0" y="8890"/>
                  <a:pt x="8890" y="0"/>
                  <a:pt x="19050" y="0"/>
                </a:cubicBezTo>
                <a:cubicBezTo>
                  <a:pt x="29209" y="0"/>
                  <a:pt x="38100" y="8890"/>
                  <a:pt x="38100" y="19050"/>
                </a:cubicBezTo>
                <a:close/>
              </a:path>
            </a:pathLst>
          </a:custGeom>
          <a:solidFill>
            <a:srgbClr val="D9D9D9"/>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1350">
              <a:solidFill>
                <a:srgbClr val="FFFFFF"/>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557" name="任意多边形: 形状 207"/>
          <p:cNvSpPr/>
          <p:nvPr>
            <p:custDataLst>
              <p:tags r:id="rId73"/>
            </p:custDataLst>
          </p:nvPr>
        </p:nvSpPr>
        <p:spPr>
          <a:xfrm>
            <a:off x="8550275" y="2425700"/>
            <a:ext cx="21590" cy="21590"/>
          </a:xfrm>
          <a:custGeom>
            <a:avLst/>
            <a:gdLst/>
            <a:ahLst/>
            <a:cxnLst/>
            <a:rect l="0" t="0" r="0" b="0"/>
            <a:pathLst>
              <a:path w="38101" h="38101">
                <a:moveTo>
                  <a:pt x="38100" y="19050"/>
                </a:moveTo>
                <a:cubicBezTo>
                  <a:pt x="38100" y="29210"/>
                  <a:pt x="29210" y="38100"/>
                  <a:pt x="19050" y="38100"/>
                </a:cubicBezTo>
                <a:cubicBezTo>
                  <a:pt x="8889" y="38100"/>
                  <a:pt x="0" y="29210"/>
                  <a:pt x="0" y="19050"/>
                </a:cubicBezTo>
                <a:cubicBezTo>
                  <a:pt x="0" y="8890"/>
                  <a:pt x="8889" y="0"/>
                  <a:pt x="19050" y="0"/>
                </a:cubicBezTo>
                <a:cubicBezTo>
                  <a:pt x="29210" y="0"/>
                  <a:pt x="38100" y="8890"/>
                  <a:pt x="38100" y="19050"/>
                </a:cubicBezTo>
                <a:close/>
              </a:path>
            </a:pathLst>
          </a:custGeom>
          <a:solidFill>
            <a:srgbClr val="D9D9D9"/>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1350">
              <a:solidFill>
                <a:srgbClr val="FFFFFF"/>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558" name="任意多边形: 形状 208"/>
          <p:cNvSpPr/>
          <p:nvPr>
            <p:custDataLst>
              <p:tags r:id="rId74"/>
            </p:custDataLst>
          </p:nvPr>
        </p:nvSpPr>
        <p:spPr>
          <a:xfrm>
            <a:off x="8763635" y="2425700"/>
            <a:ext cx="21590" cy="21590"/>
          </a:xfrm>
          <a:custGeom>
            <a:avLst/>
            <a:gdLst/>
            <a:ahLst/>
            <a:cxnLst/>
            <a:rect l="0" t="0" r="0" b="0"/>
            <a:pathLst>
              <a:path w="38101" h="38101">
                <a:moveTo>
                  <a:pt x="38100" y="19050"/>
                </a:moveTo>
                <a:cubicBezTo>
                  <a:pt x="38100" y="29210"/>
                  <a:pt x="29210" y="38100"/>
                  <a:pt x="19050" y="38100"/>
                </a:cubicBezTo>
                <a:cubicBezTo>
                  <a:pt x="8889" y="38100"/>
                  <a:pt x="0" y="29210"/>
                  <a:pt x="0" y="19050"/>
                </a:cubicBezTo>
                <a:cubicBezTo>
                  <a:pt x="0" y="8890"/>
                  <a:pt x="8889" y="0"/>
                  <a:pt x="19050" y="0"/>
                </a:cubicBezTo>
                <a:cubicBezTo>
                  <a:pt x="30480" y="0"/>
                  <a:pt x="38100" y="8890"/>
                  <a:pt x="38100" y="19050"/>
                </a:cubicBezTo>
                <a:close/>
              </a:path>
            </a:pathLst>
          </a:custGeom>
          <a:solidFill>
            <a:srgbClr val="D9D9D9"/>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1350">
              <a:solidFill>
                <a:srgbClr val="FFFFFF"/>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559" name="任意多边形: 形状 209"/>
          <p:cNvSpPr/>
          <p:nvPr>
            <p:custDataLst>
              <p:tags r:id="rId75"/>
            </p:custDataLst>
          </p:nvPr>
        </p:nvSpPr>
        <p:spPr>
          <a:xfrm>
            <a:off x="8442325" y="2425700"/>
            <a:ext cx="21590" cy="21590"/>
          </a:xfrm>
          <a:custGeom>
            <a:avLst/>
            <a:gdLst/>
            <a:ahLst/>
            <a:cxnLst/>
            <a:rect l="0" t="0" r="0" b="0"/>
            <a:pathLst>
              <a:path w="38101" h="38101">
                <a:moveTo>
                  <a:pt x="38100" y="19050"/>
                </a:moveTo>
                <a:cubicBezTo>
                  <a:pt x="38100" y="29210"/>
                  <a:pt x="29210" y="38100"/>
                  <a:pt x="19050" y="38100"/>
                </a:cubicBezTo>
                <a:cubicBezTo>
                  <a:pt x="8889" y="38100"/>
                  <a:pt x="0" y="29210"/>
                  <a:pt x="0" y="19050"/>
                </a:cubicBezTo>
                <a:cubicBezTo>
                  <a:pt x="0" y="8890"/>
                  <a:pt x="8889" y="0"/>
                  <a:pt x="19050" y="0"/>
                </a:cubicBezTo>
                <a:cubicBezTo>
                  <a:pt x="30478" y="0"/>
                  <a:pt x="38100" y="8890"/>
                  <a:pt x="38100" y="19050"/>
                </a:cubicBezTo>
                <a:close/>
              </a:path>
            </a:pathLst>
          </a:custGeom>
          <a:solidFill>
            <a:srgbClr val="D9D9D9"/>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1350">
              <a:solidFill>
                <a:srgbClr val="FFFFFF"/>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560" name="任意多边形: 形状 210"/>
          <p:cNvSpPr/>
          <p:nvPr>
            <p:custDataLst>
              <p:tags r:id="rId76"/>
            </p:custDataLst>
          </p:nvPr>
        </p:nvSpPr>
        <p:spPr>
          <a:xfrm>
            <a:off x="8656955" y="2425700"/>
            <a:ext cx="21590" cy="21590"/>
          </a:xfrm>
          <a:custGeom>
            <a:avLst/>
            <a:gdLst/>
            <a:ahLst/>
            <a:cxnLst/>
            <a:rect l="0" t="0" r="0" b="0"/>
            <a:pathLst>
              <a:path w="38101" h="38101">
                <a:moveTo>
                  <a:pt x="38100" y="19050"/>
                </a:moveTo>
                <a:cubicBezTo>
                  <a:pt x="38100" y="29210"/>
                  <a:pt x="29211" y="38100"/>
                  <a:pt x="19050" y="38100"/>
                </a:cubicBezTo>
                <a:cubicBezTo>
                  <a:pt x="8890" y="38100"/>
                  <a:pt x="0" y="29210"/>
                  <a:pt x="0" y="19050"/>
                </a:cubicBezTo>
                <a:cubicBezTo>
                  <a:pt x="0" y="8890"/>
                  <a:pt x="8890" y="0"/>
                  <a:pt x="19050" y="0"/>
                </a:cubicBezTo>
                <a:cubicBezTo>
                  <a:pt x="29211" y="0"/>
                  <a:pt x="38100" y="8890"/>
                  <a:pt x="38100" y="19050"/>
                </a:cubicBezTo>
                <a:close/>
              </a:path>
            </a:pathLst>
          </a:custGeom>
          <a:solidFill>
            <a:srgbClr val="D9D9D9"/>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1350">
              <a:solidFill>
                <a:srgbClr val="FFFFFF"/>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561" name="任意多边形: 形状 211"/>
          <p:cNvSpPr/>
          <p:nvPr>
            <p:custDataLst>
              <p:tags r:id="rId77"/>
            </p:custDataLst>
          </p:nvPr>
        </p:nvSpPr>
        <p:spPr>
          <a:xfrm>
            <a:off x="7801610" y="2425700"/>
            <a:ext cx="21590" cy="21590"/>
          </a:xfrm>
          <a:custGeom>
            <a:avLst/>
            <a:gdLst/>
            <a:ahLst/>
            <a:cxnLst/>
            <a:rect l="0" t="0" r="0" b="0"/>
            <a:pathLst>
              <a:path w="38101" h="38101">
                <a:moveTo>
                  <a:pt x="19050" y="38100"/>
                </a:moveTo>
                <a:cubicBezTo>
                  <a:pt x="8890" y="38100"/>
                  <a:pt x="0" y="29210"/>
                  <a:pt x="0" y="19050"/>
                </a:cubicBezTo>
                <a:cubicBezTo>
                  <a:pt x="0" y="8890"/>
                  <a:pt x="8890" y="0"/>
                  <a:pt x="19050" y="0"/>
                </a:cubicBezTo>
                <a:cubicBezTo>
                  <a:pt x="29210" y="0"/>
                  <a:pt x="38100" y="8890"/>
                  <a:pt x="38100" y="19050"/>
                </a:cubicBezTo>
                <a:cubicBezTo>
                  <a:pt x="38100" y="29210"/>
                  <a:pt x="29210" y="38100"/>
                  <a:pt x="19050" y="38100"/>
                </a:cubicBezTo>
                <a:close/>
              </a:path>
            </a:pathLst>
          </a:custGeom>
          <a:solidFill>
            <a:srgbClr val="D9D9D9"/>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1350">
              <a:solidFill>
                <a:srgbClr val="FFFFFF"/>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542" name="任意多边形: 形状 213"/>
          <p:cNvSpPr/>
          <p:nvPr>
            <p:custDataLst>
              <p:tags r:id="rId78"/>
            </p:custDataLst>
          </p:nvPr>
        </p:nvSpPr>
        <p:spPr>
          <a:xfrm>
            <a:off x="7908290" y="2532380"/>
            <a:ext cx="21590" cy="21590"/>
          </a:xfrm>
          <a:custGeom>
            <a:avLst/>
            <a:gdLst/>
            <a:ahLst/>
            <a:cxnLst/>
            <a:rect l="0" t="0" r="0" b="0"/>
            <a:pathLst>
              <a:path w="38101" h="38101">
                <a:moveTo>
                  <a:pt x="38100" y="19050"/>
                </a:moveTo>
                <a:cubicBezTo>
                  <a:pt x="38100" y="29210"/>
                  <a:pt x="29210" y="38100"/>
                  <a:pt x="19050" y="38100"/>
                </a:cubicBezTo>
                <a:cubicBezTo>
                  <a:pt x="8890" y="38100"/>
                  <a:pt x="0" y="29210"/>
                  <a:pt x="0" y="19050"/>
                </a:cubicBezTo>
                <a:cubicBezTo>
                  <a:pt x="0" y="8890"/>
                  <a:pt x="8890" y="0"/>
                  <a:pt x="19050" y="0"/>
                </a:cubicBezTo>
                <a:cubicBezTo>
                  <a:pt x="29210" y="0"/>
                  <a:pt x="38100" y="8890"/>
                  <a:pt x="38100" y="19050"/>
                </a:cubicBezTo>
                <a:close/>
              </a:path>
            </a:pathLst>
          </a:custGeom>
          <a:solidFill>
            <a:srgbClr val="D9D9D9"/>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1350">
              <a:solidFill>
                <a:srgbClr val="FFFFFF"/>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543" name="任意多边形: 形状 214"/>
          <p:cNvSpPr/>
          <p:nvPr>
            <p:custDataLst>
              <p:tags r:id="rId79"/>
            </p:custDataLst>
          </p:nvPr>
        </p:nvSpPr>
        <p:spPr>
          <a:xfrm>
            <a:off x="8014970" y="2532380"/>
            <a:ext cx="21590" cy="21590"/>
          </a:xfrm>
          <a:custGeom>
            <a:avLst/>
            <a:gdLst/>
            <a:ahLst/>
            <a:cxnLst/>
            <a:rect l="0" t="0" r="0" b="0"/>
            <a:pathLst>
              <a:path w="38101" h="38101">
                <a:moveTo>
                  <a:pt x="38100" y="19050"/>
                </a:moveTo>
                <a:cubicBezTo>
                  <a:pt x="38100" y="29210"/>
                  <a:pt x="29210" y="38100"/>
                  <a:pt x="19050" y="38100"/>
                </a:cubicBezTo>
                <a:cubicBezTo>
                  <a:pt x="8890" y="38100"/>
                  <a:pt x="0" y="29210"/>
                  <a:pt x="0" y="19050"/>
                </a:cubicBezTo>
                <a:cubicBezTo>
                  <a:pt x="0" y="8890"/>
                  <a:pt x="8890" y="0"/>
                  <a:pt x="19050" y="0"/>
                </a:cubicBezTo>
                <a:cubicBezTo>
                  <a:pt x="29210" y="0"/>
                  <a:pt x="38100" y="8890"/>
                  <a:pt x="38100" y="19050"/>
                </a:cubicBezTo>
                <a:close/>
              </a:path>
            </a:pathLst>
          </a:custGeom>
          <a:solidFill>
            <a:srgbClr val="D9D9D9"/>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1350">
              <a:solidFill>
                <a:srgbClr val="FFFFFF"/>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544" name="任意多边形: 形状 215"/>
          <p:cNvSpPr/>
          <p:nvPr>
            <p:custDataLst>
              <p:tags r:id="rId80"/>
            </p:custDataLst>
          </p:nvPr>
        </p:nvSpPr>
        <p:spPr>
          <a:xfrm>
            <a:off x="8121650" y="2532380"/>
            <a:ext cx="21590" cy="21590"/>
          </a:xfrm>
          <a:custGeom>
            <a:avLst/>
            <a:gdLst/>
            <a:ahLst/>
            <a:cxnLst/>
            <a:rect l="0" t="0" r="0" b="0"/>
            <a:pathLst>
              <a:path w="38101" h="38101">
                <a:moveTo>
                  <a:pt x="38100" y="19050"/>
                </a:moveTo>
                <a:cubicBezTo>
                  <a:pt x="38100" y="29210"/>
                  <a:pt x="29211" y="38100"/>
                  <a:pt x="19050" y="38100"/>
                </a:cubicBezTo>
                <a:cubicBezTo>
                  <a:pt x="8889" y="38100"/>
                  <a:pt x="0" y="29210"/>
                  <a:pt x="0" y="19050"/>
                </a:cubicBezTo>
                <a:cubicBezTo>
                  <a:pt x="0" y="8890"/>
                  <a:pt x="8889" y="0"/>
                  <a:pt x="19050" y="0"/>
                </a:cubicBezTo>
                <a:cubicBezTo>
                  <a:pt x="30480" y="0"/>
                  <a:pt x="38100" y="8890"/>
                  <a:pt x="38100" y="19050"/>
                </a:cubicBezTo>
                <a:close/>
              </a:path>
            </a:pathLst>
          </a:custGeom>
          <a:solidFill>
            <a:srgbClr val="D9D9D9"/>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1350">
              <a:solidFill>
                <a:srgbClr val="FFFFFF"/>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545" name="任意多边形: 形状 216"/>
          <p:cNvSpPr/>
          <p:nvPr>
            <p:custDataLst>
              <p:tags r:id="rId81"/>
            </p:custDataLst>
          </p:nvPr>
        </p:nvSpPr>
        <p:spPr>
          <a:xfrm>
            <a:off x="8228965" y="2532380"/>
            <a:ext cx="21590" cy="21590"/>
          </a:xfrm>
          <a:custGeom>
            <a:avLst/>
            <a:gdLst/>
            <a:ahLst/>
            <a:cxnLst/>
            <a:rect l="0" t="0" r="0" b="0"/>
            <a:pathLst>
              <a:path w="38101" h="38101">
                <a:moveTo>
                  <a:pt x="38100" y="19050"/>
                </a:moveTo>
                <a:cubicBezTo>
                  <a:pt x="38100" y="29210"/>
                  <a:pt x="29211" y="38100"/>
                  <a:pt x="19050" y="38100"/>
                </a:cubicBezTo>
                <a:cubicBezTo>
                  <a:pt x="8889" y="38100"/>
                  <a:pt x="0" y="29210"/>
                  <a:pt x="0" y="19050"/>
                </a:cubicBezTo>
                <a:cubicBezTo>
                  <a:pt x="0" y="8890"/>
                  <a:pt x="8889" y="0"/>
                  <a:pt x="19050" y="0"/>
                </a:cubicBezTo>
                <a:cubicBezTo>
                  <a:pt x="29211" y="0"/>
                  <a:pt x="38100" y="8890"/>
                  <a:pt x="38100" y="19050"/>
                </a:cubicBezTo>
                <a:close/>
              </a:path>
            </a:pathLst>
          </a:custGeom>
          <a:solidFill>
            <a:srgbClr val="D9D9D9"/>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1350">
              <a:solidFill>
                <a:srgbClr val="FFFFFF"/>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546" name="任意多边形: 形状 217"/>
          <p:cNvSpPr/>
          <p:nvPr>
            <p:custDataLst>
              <p:tags r:id="rId82"/>
            </p:custDataLst>
          </p:nvPr>
        </p:nvSpPr>
        <p:spPr>
          <a:xfrm>
            <a:off x="8335645" y="2532380"/>
            <a:ext cx="21590" cy="21590"/>
          </a:xfrm>
          <a:custGeom>
            <a:avLst/>
            <a:gdLst/>
            <a:ahLst/>
            <a:cxnLst/>
            <a:rect l="0" t="0" r="0" b="0"/>
            <a:pathLst>
              <a:path w="38101" h="38101">
                <a:moveTo>
                  <a:pt x="38100" y="19050"/>
                </a:moveTo>
                <a:cubicBezTo>
                  <a:pt x="38100" y="29210"/>
                  <a:pt x="29211" y="38100"/>
                  <a:pt x="19050" y="38100"/>
                </a:cubicBezTo>
                <a:cubicBezTo>
                  <a:pt x="8890" y="38100"/>
                  <a:pt x="0" y="29210"/>
                  <a:pt x="0" y="19050"/>
                </a:cubicBezTo>
                <a:cubicBezTo>
                  <a:pt x="0" y="8890"/>
                  <a:pt x="8890" y="0"/>
                  <a:pt x="19050" y="0"/>
                </a:cubicBezTo>
                <a:cubicBezTo>
                  <a:pt x="29209" y="0"/>
                  <a:pt x="38100" y="8890"/>
                  <a:pt x="38100" y="19050"/>
                </a:cubicBezTo>
                <a:close/>
              </a:path>
            </a:pathLst>
          </a:custGeom>
          <a:solidFill>
            <a:srgbClr val="D9D9D9"/>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1350">
              <a:solidFill>
                <a:srgbClr val="FFFFFF"/>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547" name="任意多边形: 形状 218"/>
          <p:cNvSpPr/>
          <p:nvPr>
            <p:custDataLst>
              <p:tags r:id="rId83"/>
            </p:custDataLst>
          </p:nvPr>
        </p:nvSpPr>
        <p:spPr>
          <a:xfrm>
            <a:off x="8550275" y="2532380"/>
            <a:ext cx="21590" cy="21590"/>
          </a:xfrm>
          <a:custGeom>
            <a:avLst/>
            <a:gdLst/>
            <a:ahLst/>
            <a:cxnLst/>
            <a:rect l="0" t="0" r="0" b="0"/>
            <a:pathLst>
              <a:path w="38101" h="38101">
                <a:moveTo>
                  <a:pt x="38100" y="19050"/>
                </a:moveTo>
                <a:cubicBezTo>
                  <a:pt x="38100" y="29210"/>
                  <a:pt x="29210" y="38100"/>
                  <a:pt x="19050" y="38100"/>
                </a:cubicBezTo>
                <a:cubicBezTo>
                  <a:pt x="8889" y="38100"/>
                  <a:pt x="0" y="29210"/>
                  <a:pt x="0" y="19050"/>
                </a:cubicBezTo>
                <a:cubicBezTo>
                  <a:pt x="0" y="8890"/>
                  <a:pt x="8889" y="0"/>
                  <a:pt x="19050" y="0"/>
                </a:cubicBezTo>
                <a:cubicBezTo>
                  <a:pt x="29210" y="0"/>
                  <a:pt x="38100" y="8890"/>
                  <a:pt x="38100" y="19050"/>
                </a:cubicBezTo>
                <a:close/>
              </a:path>
            </a:pathLst>
          </a:custGeom>
          <a:solidFill>
            <a:srgbClr val="D9D9D9"/>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1350">
              <a:solidFill>
                <a:srgbClr val="FFFFFF"/>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548" name="任意多边形: 形状 219"/>
          <p:cNvSpPr/>
          <p:nvPr>
            <p:custDataLst>
              <p:tags r:id="rId84"/>
            </p:custDataLst>
          </p:nvPr>
        </p:nvSpPr>
        <p:spPr>
          <a:xfrm>
            <a:off x="8763635" y="2532380"/>
            <a:ext cx="21590" cy="21590"/>
          </a:xfrm>
          <a:custGeom>
            <a:avLst/>
            <a:gdLst/>
            <a:ahLst/>
            <a:cxnLst/>
            <a:rect l="0" t="0" r="0" b="0"/>
            <a:pathLst>
              <a:path w="38101" h="38101">
                <a:moveTo>
                  <a:pt x="38100" y="19050"/>
                </a:moveTo>
                <a:cubicBezTo>
                  <a:pt x="38100" y="29210"/>
                  <a:pt x="29210" y="38100"/>
                  <a:pt x="19050" y="38100"/>
                </a:cubicBezTo>
                <a:cubicBezTo>
                  <a:pt x="8889" y="38100"/>
                  <a:pt x="0" y="29210"/>
                  <a:pt x="0" y="19050"/>
                </a:cubicBezTo>
                <a:cubicBezTo>
                  <a:pt x="0" y="8890"/>
                  <a:pt x="8889" y="0"/>
                  <a:pt x="19050" y="0"/>
                </a:cubicBezTo>
                <a:cubicBezTo>
                  <a:pt x="30480" y="0"/>
                  <a:pt x="38100" y="8890"/>
                  <a:pt x="38100" y="19050"/>
                </a:cubicBezTo>
                <a:close/>
              </a:path>
            </a:pathLst>
          </a:custGeom>
          <a:solidFill>
            <a:srgbClr val="D9D9D9"/>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1350">
              <a:solidFill>
                <a:srgbClr val="FFFFFF"/>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549" name="任意多边形: 形状 220"/>
          <p:cNvSpPr/>
          <p:nvPr>
            <p:custDataLst>
              <p:tags r:id="rId85"/>
            </p:custDataLst>
          </p:nvPr>
        </p:nvSpPr>
        <p:spPr>
          <a:xfrm>
            <a:off x="8442325" y="2532380"/>
            <a:ext cx="21590" cy="21590"/>
          </a:xfrm>
          <a:custGeom>
            <a:avLst/>
            <a:gdLst/>
            <a:ahLst/>
            <a:cxnLst/>
            <a:rect l="0" t="0" r="0" b="0"/>
            <a:pathLst>
              <a:path w="38101" h="38101">
                <a:moveTo>
                  <a:pt x="38100" y="19050"/>
                </a:moveTo>
                <a:cubicBezTo>
                  <a:pt x="38100" y="29210"/>
                  <a:pt x="29210" y="38100"/>
                  <a:pt x="19050" y="38100"/>
                </a:cubicBezTo>
                <a:cubicBezTo>
                  <a:pt x="8889" y="38100"/>
                  <a:pt x="0" y="29210"/>
                  <a:pt x="0" y="19050"/>
                </a:cubicBezTo>
                <a:cubicBezTo>
                  <a:pt x="0" y="8890"/>
                  <a:pt x="8889" y="0"/>
                  <a:pt x="19050" y="0"/>
                </a:cubicBezTo>
                <a:cubicBezTo>
                  <a:pt x="30478" y="0"/>
                  <a:pt x="38100" y="8890"/>
                  <a:pt x="38100" y="19050"/>
                </a:cubicBezTo>
                <a:close/>
              </a:path>
            </a:pathLst>
          </a:custGeom>
          <a:solidFill>
            <a:srgbClr val="D9D9D9"/>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1350">
              <a:solidFill>
                <a:srgbClr val="FFFFFF"/>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550" name="任意多边形: 形状 221"/>
          <p:cNvSpPr/>
          <p:nvPr>
            <p:custDataLst>
              <p:tags r:id="rId86"/>
            </p:custDataLst>
          </p:nvPr>
        </p:nvSpPr>
        <p:spPr>
          <a:xfrm>
            <a:off x="8656955" y="2532380"/>
            <a:ext cx="21590" cy="21590"/>
          </a:xfrm>
          <a:custGeom>
            <a:avLst/>
            <a:gdLst/>
            <a:ahLst/>
            <a:cxnLst/>
            <a:rect l="0" t="0" r="0" b="0"/>
            <a:pathLst>
              <a:path w="38101" h="38101">
                <a:moveTo>
                  <a:pt x="38100" y="19050"/>
                </a:moveTo>
                <a:cubicBezTo>
                  <a:pt x="38100" y="29210"/>
                  <a:pt x="29211" y="38100"/>
                  <a:pt x="19050" y="38100"/>
                </a:cubicBezTo>
                <a:cubicBezTo>
                  <a:pt x="8890" y="38100"/>
                  <a:pt x="0" y="29210"/>
                  <a:pt x="0" y="19050"/>
                </a:cubicBezTo>
                <a:cubicBezTo>
                  <a:pt x="0" y="8890"/>
                  <a:pt x="8890" y="0"/>
                  <a:pt x="19050" y="0"/>
                </a:cubicBezTo>
                <a:cubicBezTo>
                  <a:pt x="29211" y="0"/>
                  <a:pt x="38100" y="8890"/>
                  <a:pt x="38100" y="19050"/>
                </a:cubicBezTo>
                <a:close/>
              </a:path>
            </a:pathLst>
          </a:custGeom>
          <a:solidFill>
            <a:srgbClr val="D9D9D9"/>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1350">
              <a:solidFill>
                <a:srgbClr val="FFFFFF"/>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551" name="任意多边形: 形状 222"/>
          <p:cNvSpPr/>
          <p:nvPr>
            <p:custDataLst>
              <p:tags r:id="rId87"/>
            </p:custDataLst>
          </p:nvPr>
        </p:nvSpPr>
        <p:spPr>
          <a:xfrm>
            <a:off x="7801610" y="2532380"/>
            <a:ext cx="21590" cy="21590"/>
          </a:xfrm>
          <a:custGeom>
            <a:avLst/>
            <a:gdLst/>
            <a:ahLst/>
            <a:cxnLst/>
            <a:rect l="0" t="0" r="0" b="0"/>
            <a:pathLst>
              <a:path w="38101" h="38101">
                <a:moveTo>
                  <a:pt x="19050" y="38100"/>
                </a:moveTo>
                <a:cubicBezTo>
                  <a:pt x="8890" y="38100"/>
                  <a:pt x="0" y="29210"/>
                  <a:pt x="0" y="19050"/>
                </a:cubicBezTo>
                <a:cubicBezTo>
                  <a:pt x="0" y="8890"/>
                  <a:pt x="8890" y="0"/>
                  <a:pt x="19050" y="0"/>
                </a:cubicBezTo>
                <a:cubicBezTo>
                  <a:pt x="29210" y="0"/>
                  <a:pt x="38100" y="8890"/>
                  <a:pt x="38100" y="19050"/>
                </a:cubicBezTo>
                <a:cubicBezTo>
                  <a:pt x="38100" y="29210"/>
                  <a:pt x="29210" y="38100"/>
                  <a:pt x="19050" y="38100"/>
                </a:cubicBezTo>
                <a:close/>
              </a:path>
            </a:pathLst>
          </a:custGeom>
          <a:solidFill>
            <a:srgbClr val="D9D9D9"/>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1350">
              <a:solidFill>
                <a:srgbClr val="FFFFFF"/>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532" name="任意多边形: 形状 224"/>
          <p:cNvSpPr/>
          <p:nvPr>
            <p:custDataLst>
              <p:tags r:id="rId88"/>
            </p:custDataLst>
          </p:nvPr>
        </p:nvSpPr>
        <p:spPr>
          <a:xfrm>
            <a:off x="7908290" y="2639695"/>
            <a:ext cx="21590" cy="21590"/>
          </a:xfrm>
          <a:custGeom>
            <a:avLst/>
            <a:gdLst/>
            <a:ahLst/>
            <a:cxnLst/>
            <a:rect l="0" t="0" r="0" b="0"/>
            <a:pathLst>
              <a:path w="38101" h="38101">
                <a:moveTo>
                  <a:pt x="38100" y="19050"/>
                </a:moveTo>
                <a:cubicBezTo>
                  <a:pt x="38100" y="29210"/>
                  <a:pt x="29210" y="38100"/>
                  <a:pt x="19050" y="38100"/>
                </a:cubicBezTo>
                <a:cubicBezTo>
                  <a:pt x="8890" y="38100"/>
                  <a:pt x="0" y="29210"/>
                  <a:pt x="0" y="19050"/>
                </a:cubicBezTo>
                <a:cubicBezTo>
                  <a:pt x="0" y="8890"/>
                  <a:pt x="8890" y="0"/>
                  <a:pt x="19050" y="0"/>
                </a:cubicBezTo>
                <a:cubicBezTo>
                  <a:pt x="29210" y="0"/>
                  <a:pt x="38100" y="7620"/>
                  <a:pt x="38100" y="19050"/>
                </a:cubicBezTo>
                <a:close/>
              </a:path>
            </a:pathLst>
          </a:custGeom>
          <a:solidFill>
            <a:srgbClr val="D9D9D9"/>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1350">
              <a:solidFill>
                <a:srgbClr val="FFFFFF"/>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533" name="任意多边形: 形状 225"/>
          <p:cNvSpPr/>
          <p:nvPr>
            <p:custDataLst>
              <p:tags r:id="rId89"/>
            </p:custDataLst>
          </p:nvPr>
        </p:nvSpPr>
        <p:spPr>
          <a:xfrm>
            <a:off x="8014970" y="2639695"/>
            <a:ext cx="21590" cy="21590"/>
          </a:xfrm>
          <a:custGeom>
            <a:avLst/>
            <a:gdLst/>
            <a:ahLst/>
            <a:cxnLst/>
            <a:rect l="0" t="0" r="0" b="0"/>
            <a:pathLst>
              <a:path w="38101" h="38101">
                <a:moveTo>
                  <a:pt x="38100" y="19050"/>
                </a:moveTo>
                <a:cubicBezTo>
                  <a:pt x="38100" y="29210"/>
                  <a:pt x="29210" y="38100"/>
                  <a:pt x="19050" y="38100"/>
                </a:cubicBezTo>
                <a:cubicBezTo>
                  <a:pt x="8890" y="38100"/>
                  <a:pt x="0" y="29210"/>
                  <a:pt x="0" y="19050"/>
                </a:cubicBezTo>
                <a:cubicBezTo>
                  <a:pt x="0" y="8890"/>
                  <a:pt x="8890" y="0"/>
                  <a:pt x="19050" y="0"/>
                </a:cubicBezTo>
                <a:cubicBezTo>
                  <a:pt x="29210" y="0"/>
                  <a:pt x="38100" y="7620"/>
                  <a:pt x="38100" y="19050"/>
                </a:cubicBezTo>
                <a:close/>
              </a:path>
            </a:pathLst>
          </a:custGeom>
          <a:solidFill>
            <a:srgbClr val="D9D9D9"/>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1350">
              <a:solidFill>
                <a:srgbClr val="FFFFFF"/>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534" name="任意多边形: 形状 226"/>
          <p:cNvSpPr/>
          <p:nvPr>
            <p:custDataLst>
              <p:tags r:id="rId90"/>
            </p:custDataLst>
          </p:nvPr>
        </p:nvSpPr>
        <p:spPr>
          <a:xfrm>
            <a:off x="8121650" y="2639695"/>
            <a:ext cx="21590" cy="21590"/>
          </a:xfrm>
          <a:custGeom>
            <a:avLst/>
            <a:gdLst/>
            <a:ahLst/>
            <a:cxnLst/>
            <a:rect l="0" t="0" r="0" b="0"/>
            <a:pathLst>
              <a:path w="38101" h="38101">
                <a:moveTo>
                  <a:pt x="38100" y="19050"/>
                </a:moveTo>
                <a:cubicBezTo>
                  <a:pt x="38100" y="29210"/>
                  <a:pt x="29211" y="38100"/>
                  <a:pt x="19050" y="38100"/>
                </a:cubicBezTo>
                <a:cubicBezTo>
                  <a:pt x="8889" y="38100"/>
                  <a:pt x="0" y="29210"/>
                  <a:pt x="0" y="19050"/>
                </a:cubicBezTo>
                <a:cubicBezTo>
                  <a:pt x="0" y="8890"/>
                  <a:pt x="8889" y="0"/>
                  <a:pt x="19050" y="0"/>
                </a:cubicBezTo>
                <a:cubicBezTo>
                  <a:pt x="30480" y="0"/>
                  <a:pt x="38100" y="7620"/>
                  <a:pt x="38100" y="19050"/>
                </a:cubicBezTo>
                <a:close/>
              </a:path>
            </a:pathLst>
          </a:custGeom>
          <a:solidFill>
            <a:srgbClr val="D9D9D9"/>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1350">
              <a:solidFill>
                <a:srgbClr val="FFFFFF"/>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535" name="任意多边形: 形状 227"/>
          <p:cNvSpPr/>
          <p:nvPr>
            <p:custDataLst>
              <p:tags r:id="rId91"/>
            </p:custDataLst>
          </p:nvPr>
        </p:nvSpPr>
        <p:spPr>
          <a:xfrm>
            <a:off x="8228965" y="2639695"/>
            <a:ext cx="21590" cy="21590"/>
          </a:xfrm>
          <a:custGeom>
            <a:avLst/>
            <a:gdLst/>
            <a:ahLst/>
            <a:cxnLst/>
            <a:rect l="0" t="0" r="0" b="0"/>
            <a:pathLst>
              <a:path w="38101" h="38101">
                <a:moveTo>
                  <a:pt x="38100" y="19050"/>
                </a:moveTo>
                <a:cubicBezTo>
                  <a:pt x="38100" y="29210"/>
                  <a:pt x="29211" y="38100"/>
                  <a:pt x="19050" y="38100"/>
                </a:cubicBezTo>
                <a:cubicBezTo>
                  <a:pt x="8889" y="38100"/>
                  <a:pt x="0" y="29210"/>
                  <a:pt x="0" y="19050"/>
                </a:cubicBezTo>
                <a:cubicBezTo>
                  <a:pt x="0" y="8890"/>
                  <a:pt x="8889" y="0"/>
                  <a:pt x="19050" y="0"/>
                </a:cubicBezTo>
                <a:cubicBezTo>
                  <a:pt x="29211" y="0"/>
                  <a:pt x="38100" y="7620"/>
                  <a:pt x="38100" y="19050"/>
                </a:cubicBezTo>
                <a:close/>
              </a:path>
            </a:pathLst>
          </a:custGeom>
          <a:solidFill>
            <a:srgbClr val="D9D9D9"/>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1350">
              <a:solidFill>
                <a:srgbClr val="FFFFFF"/>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536" name="任意多边形: 形状 228"/>
          <p:cNvSpPr/>
          <p:nvPr>
            <p:custDataLst>
              <p:tags r:id="rId92"/>
            </p:custDataLst>
          </p:nvPr>
        </p:nvSpPr>
        <p:spPr>
          <a:xfrm>
            <a:off x="8335645" y="2639695"/>
            <a:ext cx="21590" cy="21590"/>
          </a:xfrm>
          <a:custGeom>
            <a:avLst/>
            <a:gdLst/>
            <a:ahLst/>
            <a:cxnLst/>
            <a:rect l="0" t="0" r="0" b="0"/>
            <a:pathLst>
              <a:path w="38101" h="38101">
                <a:moveTo>
                  <a:pt x="38100" y="19050"/>
                </a:moveTo>
                <a:cubicBezTo>
                  <a:pt x="38100" y="29210"/>
                  <a:pt x="29211" y="38100"/>
                  <a:pt x="19050" y="38100"/>
                </a:cubicBezTo>
                <a:cubicBezTo>
                  <a:pt x="8890" y="38100"/>
                  <a:pt x="0" y="29210"/>
                  <a:pt x="0" y="19050"/>
                </a:cubicBezTo>
                <a:cubicBezTo>
                  <a:pt x="0" y="8890"/>
                  <a:pt x="8890" y="0"/>
                  <a:pt x="19050" y="0"/>
                </a:cubicBezTo>
                <a:cubicBezTo>
                  <a:pt x="29209" y="0"/>
                  <a:pt x="38100" y="7620"/>
                  <a:pt x="38100" y="19050"/>
                </a:cubicBezTo>
                <a:close/>
              </a:path>
            </a:pathLst>
          </a:custGeom>
          <a:solidFill>
            <a:srgbClr val="D9D9D9"/>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1350">
              <a:solidFill>
                <a:srgbClr val="FFFFFF"/>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537" name="任意多边形: 形状 229"/>
          <p:cNvSpPr/>
          <p:nvPr>
            <p:custDataLst>
              <p:tags r:id="rId93"/>
            </p:custDataLst>
          </p:nvPr>
        </p:nvSpPr>
        <p:spPr>
          <a:xfrm>
            <a:off x="8550275" y="2639695"/>
            <a:ext cx="21590" cy="21590"/>
          </a:xfrm>
          <a:custGeom>
            <a:avLst/>
            <a:gdLst/>
            <a:ahLst/>
            <a:cxnLst/>
            <a:rect l="0" t="0" r="0" b="0"/>
            <a:pathLst>
              <a:path w="38101" h="38101">
                <a:moveTo>
                  <a:pt x="38100" y="19050"/>
                </a:moveTo>
                <a:cubicBezTo>
                  <a:pt x="38100" y="29210"/>
                  <a:pt x="29210" y="38100"/>
                  <a:pt x="19050" y="38100"/>
                </a:cubicBezTo>
                <a:cubicBezTo>
                  <a:pt x="8889" y="38100"/>
                  <a:pt x="0" y="29210"/>
                  <a:pt x="0" y="19050"/>
                </a:cubicBezTo>
                <a:cubicBezTo>
                  <a:pt x="0" y="8890"/>
                  <a:pt x="8889" y="0"/>
                  <a:pt x="19050" y="0"/>
                </a:cubicBezTo>
                <a:cubicBezTo>
                  <a:pt x="29210" y="0"/>
                  <a:pt x="38100" y="7620"/>
                  <a:pt x="38100" y="19050"/>
                </a:cubicBezTo>
                <a:close/>
              </a:path>
            </a:pathLst>
          </a:custGeom>
          <a:solidFill>
            <a:srgbClr val="D9D9D9"/>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1350">
              <a:solidFill>
                <a:srgbClr val="FFFFFF"/>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538" name="任意多边形: 形状 230"/>
          <p:cNvSpPr/>
          <p:nvPr>
            <p:custDataLst>
              <p:tags r:id="rId94"/>
            </p:custDataLst>
          </p:nvPr>
        </p:nvSpPr>
        <p:spPr>
          <a:xfrm>
            <a:off x="8763635" y="2639695"/>
            <a:ext cx="21590" cy="21590"/>
          </a:xfrm>
          <a:custGeom>
            <a:avLst/>
            <a:gdLst/>
            <a:ahLst/>
            <a:cxnLst/>
            <a:rect l="0" t="0" r="0" b="0"/>
            <a:pathLst>
              <a:path w="38101" h="38101">
                <a:moveTo>
                  <a:pt x="38100" y="19050"/>
                </a:moveTo>
                <a:cubicBezTo>
                  <a:pt x="38100" y="29210"/>
                  <a:pt x="29210" y="38100"/>
                  <a:pt x="19050" y="38100"/>
                </a:cubicBezTo>
                <a:cubicBezTo>
                  <a:pt x="8889" y="38100"/>
                  <a:pt x="0" y="29210"/>
                  <a:pt x="0" y="19050"/>
                </a:cubicBezTo>
                <a:cubicBezTo>
                  <a:pt x="0" y="8890"/>
                  <a:pt x="8889" y="0"/>
                  <a:pt x="19050" y="0"/>
                </a:cubicBezTo>
                <a:cubicBezTo>
                  <a:pt x="30480" y="0"/>
                  <a:pt x="38100" y="7620"/>
                  <a:pt x="38100" y="19050"/>
                </a:cubicBezTo>
                <a:close/>
              </a:path>
            </a:pathLst>
          </a:custGeom>
          <a:solidFill>
            <a:srgbClr val="D9D9D9"/>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1350">
              <a:solidFill>
                <a:srgbClr val="FFFFFF"/>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539" name="任意多边形: 形状 231"/>
          <p:cNvSpPr/>
          <p:nvPr>
            <p:custDataLst>
              <p:tags r:id="rId95"/>
            </p:custDataLst>
          </p:nvPr>
        </p:nvSpPr>
        <p:spPr>
          <a:xfrm>
            <a:off x="8442325" y="2639695"/>
            <a:ext cx="21590" cy="21590"/>
          </a:xfrm>
          <a:custGeom>
            <a:avLst/>
            <a:gdLst/>
            <a:ahLst/>
            <a:cxnLst/>
            <a:rect l="0" t="0" r="0" b="0"/>
            <a:pathLst>
              <a:path w="38101" h="38101">
                <a:moveTo>
                  <a:pt x="38100" y="19050"/>
                </a:moveTo>
                <a:cubicBezTo>
                  <a:pt x="38100" y="29210"/>
                  <a:pt x="29210" y="38100"/>
                  <a:pt x="19050" y="38100"/>
                </a:cubicBezTo>
                <a:cubicBezTo>
                  <a:pt x="8889" y="38100"/>
                  <a:pt x="0" y="29210"/>
                  <a:pt x="0" y="19050"/>
                </a:cubicBezTo>
                <a:cubicBezTo>
                  <a:pt x="0" y="8890"/>
                  <a:pt x="8889" y="0"/>
                  <a:pt x="19050" y="0"/>
                </a:cubicBezTo>
                <a:cubicBezTo>
                  <a:pt x="30478" y="0"/>
                  <a:pt x="38100" y="7620"/>
                  <a:pt x="38100" y="19050"/>
                </a:cubicBezTo>
                <a:close/>
              </a:path>
            </a:pathLst>
          </a:custGeom>
          <a:solidFill>
            <a:srgbClr val="D9D9D9"/>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1350">
              <a:solidFill>
                <a:srgbClr val="FFFFFF"/>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540" name="任意多边形: 形状 232"/>
          <p:cNvSpPr/>
          <p:nvPr>
            <p:custDataLst>
              <p:tags r:id="rId96"/>
            </p:custDataLst>
          </p:nvPr>
        </p:nvSpPr>
        <p:spPr>
          <a:xfrm>
            <a:off x="8656955" y="2639695"/>
            <a:ext cx="21590" cy="21590"/>
          </a:xfrm>
          <a:custGeom>
            <a:avLst/>
            <a:gdLst/>
            <a:ahLst/>
            <a:cxnLst/>
            <a:rect l="0" t="0" r="0" b="0"/>
            <a:pathLst>
              <a:path w="38101" h="38101">
                <a:moveTo>
                  <a:pt x="38100" y="19050"/>
                </a:moveTo>
                <a:cubicBezTo>
                  <a:pt x="38100" y="29210"/>
                  <a:pt x="29211" y="38100"/>
                  <a:pt x="19050" y="38100"/>
                </a:cubicBezTo>
                <a:cubicBezTo>
                  <a:pt x="8890" y="38100"/>
                  <a:pt x="0" y="29210"/>
                  <a:pt x="0" y="19050"/>
                </a:cubicBezTo>
                <a:cubicBezTo>
                  <a:pt x="0" y="8890"/>
                  <a:pt x="8890" y="0"/>
                  <a:pt x="19050" y="0"/>
                </a:cubicBezTo>
                <a:cubicBezTo>
                  <a:pt x="29211" y="0"/>
                  <a:pt x="38100" y="7620"/>
                  <a:pt x="38100" y="19050"/>
                </a:cubicBezTo>
                <a:close/>
              </a:path>
            </a:pathLst>
          </a:custGeom>
          <a:solidFill>
            <a:srgbClr val="D9D9D9"/>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1350">
              <a:solidFill>
                <a:srgbClr val="FFFFFF"/>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541" name="任意多边形: 形状 233"/>
          <p:cNvSpPr/>
          <p:nvPr>
            <p:custDataLst>
              <p:tags r:id="rId97"/>
            </p:custDataLst>
          </p:nvPr>
        </p:nvSpPr>
        <p:spPr>
          <a:xfrm>
            <a:off x="7801610" y="2639060"/>
            <a:ext cx="21590" cy="21590"/>
          </a:xfrm>
          <a:custGeom>
            <a:avLst/>
            <a:gdLst/>
            <a:ahLst/>
            <a:cxnLst/>
            <a:rect l="0" t="0" r="0" b="0"/>
            <a:pathLst>
              <a:path w="38101" h="38101">
                <a:moveTo>
                  <a:pt x="19050" y="38100"/>
                </a:moveTo>
                <a:cubicBezTo>
                  <a:pt x="8890" y="38100"/>
                  <a:pt x="0" y="29210"/>
                  <a:pt x="0" y="19050"/>
                </a:cubicBezTo>
                <a:cubicBezTo>
                  <a:pt x="0" y="8890"/>
                  <a:pt x="8890" y="0"/>
                  <a:pt x="19050" y="0"/>
                </a:cubicBezTo>
                <a:cubicBezTo>
                  <a:pt x="29210" y="0"/>
                  <a:pt x="38100" y="8890"/>
                  <a:pt x="38100" y="19050"/>
                </a:cubicBezTo>
                <a:cubicBezTo>
                  <a:pt x="38100" y="30480"/>
                  <a:pt x="29210" y="38100"/>
                  <a:pt x="19050" y="38100"/>
                </a:cubicBezTo>
                <a:close/>
              </a:path>
            </a:pathLst>
          </a:custGeom>
          <a:solidFill>
            <a:srgbClr val="D9D9D9"/>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1350">
              <a:solidFill>
                <a:srgbClr val="FFFFFF"/>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522" name="任意多边形: 形状 235"/>
          <p:cNvSpPr/>
          <p:nvPr>
            <p:custDataLst>
              <p:tags r:id="rId98"/>
            </p:custDataLst>
          </p:nvPr>
        </p:nvSpPr>
        <p:spPr>
          <a:xfrm>
            <a:off x="7908290" y="2746375"/>
            <a:ext cx="21590" cy="21590"/>
          </a:xfrm>
          <a:custGeom>
            <a:avLst/>
            <a:gdLst/>
            <a:ahLst/>
            <a:cxnLst/>
            <a:rect l="0" t="0" r="0" b="0"/>
            <a:pathLst>
              <a:path w="38101" h="38101">
                <a:moveTo>
                  <a:pt x="38100" y="19050"/>
                </a:moveTo>
                <a:cubicBezTo>
                  <a:pt x="38100" y="29210"/>
                  <a:pt x="29210" y="38100"/>
                  <a:pt x="19050" y="38100"/>
                </a:cubicBezTo>
                <a:cubicBezTo>
                  <a:pt x="8890" y="38100"/>
                  <a:pt x="0" y="29210"/>
                  <a:pt x="0" y="19050"/>
                </a:cubicBezTo>
                <a:cubicBezTo>
                  <a:pt x="0" y="8890"/>
                  <a:pt x="8890" y="0"/>
                  <a:pt x="19050" y="0"/>
                </a:cubicBezTo>
                <a:cubicBezTo>
                  <a:pt x="29210" y="0"/>
                  <a:pt x="38100" y="8890"/>
                  <a:pt x="38100" y="19050"/>
                </a:cubicBezTo>
                <a:close/>
              </a:path>
            </a:pathLst>
          </a:custGeom>
          <a:solidFill>
            <a:srgbClr val="D9D9D9"/>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1350">
              <a:solidFill>
                <a:srgbClr val="FFFFFF"/>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523" name="任意多边形: 形状 236"/>
          <p:cNvSpPr/>
          <p:nvPr>
            <p:custDataLst>
              <p:tags r:id="rId99"/>
            </p:custDataLst>
          </p:nvPr>
        </p:nvSpPr>
        <p:spPr>
          <a:xfrm>
            <a:off x="8014970" y="2746375"/>
            <a:ext cx="21590" cy="21590"/>
          </a:xfrm>
          <a:custGeom>
            <a:avLst/>
            <a:gdLst/>
            <a:ahLst/>
            <a:cxnLst/>
            <a:rect l="0" t="0" r="0" b="0"/>
            <a:pathLst>
              <a:path w="38101" h="38101">
                <a:moveTo>
                  <a:pt x="38100" y="19050"/>
                </a:moveTo>
                <a:cubicBezTo>
                  <a:pt x="38100" y="29210"/>
                  <a:pt x="29210" y="38100"/>
                  <a:pt x="19050" y="38100"/>
                </a:cubicBezTo>
                <a:cubicBezTo>
                  <a:pt x="8890" y="38100"/>
                  <a:pt x="0" y="29210"/>
                  <a:pt x="0" y="19050"/>
                </a:cubicBezTo>
                <a:cubicBezTo>
                  <a:pt x="0" y="8890"/>
                  <a:pt x="8890" y="0"/>
                  <a:pt x="19050" y="0"/>
                </a:cubicBezTo>
                <a:cubicBezTo>
                  <a:pt x="29210" y="0"/>
                  <a:pt x="38100" y="8890"/>
                  <a:pt x="38100" y="19050"/>
                </a:cubicBezTo>
                <a:close/>
              </a:path>
            </a:pathLst>
          </a:custGeom>
          <a:solidFill>
            <a:srgbClr val="D9D9D9"/>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1350">
              <a:solidFill>
                <a:srgbClr val="FFFFFF"/>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524" name="任意多边形: 形状 237"/>
          <p:cNvSpPr/>
          <p:nvPr>
            <p:custDataLst>
              <p:tags r:id="rId100"/>
            </p:custDataLst>
          </p:nvPr>
        </p:nvSpPr>
        <p:spPr>
          <a:xfrm>
            <a:off x="8121650" y="2746375"/>
            <a:ext cx="21590" cy="21590"/>
          </a:xfrm>
          <a:custGeom>
            <a:avLst/>
            <a:gdLst/>
            <a:ahLst/>
            <a:cxnLst/>
            <a:rect l="0" t="0" r="0" b="0"/>
            <a:pathLst>
              <a:path w="38101" h="38101">
                <a:moveTo>
                  <a:pt x="38100" y="19050"/>
                </a:moveTo>
                <a:cubicBezTo>
                  <a:pt x="38100" y="29210"/>
                  <a:pt x="29211" y="38100"/>
                  <a:pt x="19050" y="38100"/>
                </a:cubicBezTo>
                <a:cubicBezTo>
                  <a:pt x="8889" y="38100"/>
                  <a:pt x="0" y="29210"/>
                  <a:pt x="0" y="19050"/>
                </a:cubicBezTo>
                <a:cubicBezTo>
                  <a:pt x="0" y="8890"/>
                  <a:pt x="8889" y="0"/>
                  <a:pt x="19050" y="0"/>
                </a:cubicBezTo>
                <a:cubicBezTo>
                  <a:pt x="30480" y="0"/>
                  <a:pt x="38100" y="8890"/>
                  <a:pt x="38100" y="19050"/>
                </a:cubicBezTo>
                <a:close/>
              </a:path>
            </a:pathLst>
          </a:custGeom>
          <a:solidFill>
            <a:srgbClr val="D9D9D9"/>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1350">
              <a:solidFill>
                <a:srgbClr val="FFFFFF"/>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525" name="任意多边形: 形状 238"/>
          <p:cNvSpPr/>
          <p:nvPr>
            <p:custDataLst>
              <p:tags r:id="rId101"/>
            </p:custDataLst>
          </p:nvPr>
        </p:nvSpPr>
        <p:spPr>
          <a:xfrm>
            <a:off x="8228965" y="2746375"/>
            <a:ext cx="21590" cy="21590"/>
          </a:xfrm>
          <a:custGeom>
            <a:avLst/>
            <a:gdLst/>
            <a:ahLst/>
            <a:cxnLst/>
            <a:rect l="0" t="0" r="0" b="0"/>
            <a:pathLst>
              <a:path w="38101" h="38101">
                <a:moveTo>
                  <a:pt x="38100" y="19050"/>
                </a:moveTo>
                <a:cubicBezTo>
                  <a:pt x="38100" y="29210"/>
                  <a:pt x="29211" y="38100"/>
                  <a:pt x="19050" y="38100"/>
                </a:cubicBezTo>
                <a:cubicBezTo>
                  <a:pt x="8889" y="38100"/>
                  <a:pt x="0" y="29210"/>
                  <a:pt x="0" y="19050"/>
                </a:cubicBezTo>
                <a:cubicBezTo>
                  <a:pt x="0" y="8890"/>
                  <a:pt x="8889" y="0"/>
                  <a:pt x="19050" y="0"/>
                </a:cubicBezTo>
                <a:cubicBezTo>
                  <a:pt x="29211" y="0"/>
                  <a:pt x="38100" y="8890"/>
                  <a:pt x="38100" y="19050"/>
                </a:cubicBezTo>
                <a:close/>
              </a:path>
            </a:pathLst>
          </a:custGeom>
          <a:solidFill>
            <a:srgbClr val="D9D9D9"/>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1350">
              <a:solidFill>
                <a:srgbClr val="FFFFFF"/>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526" name="任意多边形: 形状 239"/>
          <p:cNvSpPr/>
          <p:nvPr>
            <p:custDataLst>
              <p:tags r:id="rId102"/>
            </p:custDataLst>
          </p:nvPr>
        </p:nvSpPr>
        <p:spPr>
          <a:xfrm>
            <a:off x="8335645" y="2746375"/>
            <a:ext cx="21590" cy="21590"/>
          </a:xfrm>
          <a:custGeom>
            <a:avLst/>
            <a:gdLst/>
            <a:ahLst/>
            <a:cxnLst/>
            <a:rect l="0" t="0" r="0" b="0"/>
            <a:pathLst>
              <a:path w="38101" h="38101">
                <a:moveTo>
                  <a:pt x="38100" y="19050"/>
                </a:moveTo>
                <a:cubicBezTo>
                  <a:pt x="38100" y="29210"/>
                  <a:pt x="29211" y="38100"/>
                  <a:pt x="19050" y="38100"/>
                </a:cubicBezTo>
                <a:cubicBezTo>
                  <a:pt x="8890" y="38100"/>
                  <a:pt x="0" y="29210"/>
                  <a:pt x="0" y="19050"/>
                </a:cubicBezTo>
                <a:cubicBezTo>
                  <a:pt x="0" y="8890"/>
                  <a:pt x="8890" y="0"/>
                  <a:pt x="19050" y="0"/>
                </a:cubicBezTo>
                <a:cubicBezTo>
                  <a:pt x="29209" y="0"/>
                  <a:pt x="38100" y="8890"/>
                  <a:pt x="38100" y="19050"/>
                </a:cubicBezTo>
                <a:close/>
              </a:path>
            </a:pathLst>
          </a:custGeom>
          <a:solidFill>
            <a:srgbClr val="D9D9D9"/>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1350">
              <a:solidFill>
                <a:srgbClr val="FFFFFF"/>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527" name="任意多边形: 形状 240"/>
          <p:cNvSpPr/>
          <p:nvPr>
            <p:custDataLst>
              <p:tags r:id="rId103"/>
            </p:custDataLst>
          </p:nvPr>
        </p:nvSpPr>
        <p:spPr>
          <a:xfrm>
            <a:off x="8550275" y="2746375"/>
            <a:ext cx="21590" cy="21590"/>
          </a:xfrm>
          <a:custGeom>
            <a:avLst/>
            <a:gdLst/>
            <a:ahLst/>
            <a:cxnLst/>
            <a:rect l="0" t="0" r="0" b="0"/>
            <a:pathLst>
              <a:path w="38101" h="38101">
                <a:moveTo>
                  <a:pt x="38100" y="19050"/>
                </a:moveTo>
                <a:cubicBezTo>
                  <a:pt x="38100" y="29210"/>
                  <a:pt x="29210" y="38100"/>
                  <a:pt x="19050" y="38100"/>
                </a:cubicBezTo>
                <a:cubicBezTo>
                  <a:pt x="8889" y="38100"/>
                  <a:pt x="0" y="29210"/>
                  <a:pt x="0" y="19050"/>
                </a:cubicBezTo>
                <a:cubicBezTo>
                  <a:pt x="0" y="8890"/>
                  <a:pt x="8889" y="0"/>
                  <a:pt x="19050" y="0"/>
                </a:cubicBezTo>
                <a:cubicBezTo>
                  <a:pt x="29210" y="0"/>
                  <a:pt x="38100" y="8890"/>
                  <a:pt x="38100" y="19050"/>
                </a:cubicBezTo>
                <a:close/>
              </a:path>
            </a:pathLst>
          </a:custGeom>
          <a:solidFill>
            <a:srgbClr val="D9D9D9"/>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1350">
              <a:solidFill>
                <a:srgbClr val="FFFFFF"/>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528" name="任意多边形: 形状 241"/>
          <p:cNvSpPr/>
          <p:nvPr>
            <p:custDataLst>
              <p:tags r:id="rId104"/>
            </p:custDataLst>
          </p:nvPr>
        </p:nvSpPr>
        <p:spPr>
          <a:xfrm>
            <a:off x="8763635" y="2746375"/>
            <a:ext cx="21590" cy="21590"/>
          </a:xfrm>
          <a:custGeom>
            <a:avLst/>
            <a:gdLst/>
            <a:ahLst/>
            <a:cxnLst/>
            <a:rect l="0" t="0" r="0" b="0"/>
            <a:pathLst>
              <a:path w="38101" h="38101">
                <a:moveTo>
                  <a:pt x="38100" y="19050"/>
                </a:moveTo>
                <a:cubicBezTo>
                  <a:pt x="38100" y="29210"/>
                  <a:pt x="29210" y="38100"/>
                  <a:pt x="19050" y="38100"/>
                </a:cubicBezTo>
                <a:cubicBezTo>
                  <a:pt x="8889" y="38100"/>
                  <a:pt x="0" y="29210"/>
                  <a:pt x="0" y="19050"/>
                </a:cubicBezTo>
                <a:cubicBezTo>
                  <a:pt x="0" y="8890"/>
                  <a:pt x="8889" y="0"/>
                  <a:pt x="19050" y="0"/>
                </a:cubicBezTo>
                <a:cubicBezTo>
                  <a:pt x="30480" y="0"/>
                  <a:pt x="38100" y="8890"/>
                  <a:pt x="38100" y="19050"/>
                </a:cubicBezTo>
                <a:close/>
              </a:path>
            </a:pathLst>
          </a:custGeom>
          <a:solidFill>
            <a:srgbClr val="D9D9D9"/>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1350">
              <a:solidFill>
                <a:srgbClr val="FFFFFF"/>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529" name="任意多边形: 形状 242"/>
          <p:cNvSpPr/>
          <p:nvPr>
            <p:custDataLst>
              <p:tags r:id="rId105"/>
            </p:custDataLst>
          </p:nvPr>
        </p:nvSpPr>
        <p:spPr>
          <a:xfrm>
            <a:off x="8442325" y="2746375"/>
            <a:ext cx="21590" cy="21590"/>
          </a:xfrm>
          <a:custGeom>
            <a:avLst/>
            <a:gdLst/>
            <a:ahLst/>
            <a:cxnLst/>
            <a:rect l="0" t="0" r="0" b="0"/>
            <a:pathLst>
              <a:path w="38101" h="38101">
                <a:moveTo>
                  <a:pt x="38100" y="19050"/>
                </a:moveTo>
                <a:cubicBezTo>
                  <a:pt x="38100" y="29210"/>
                  <a:pt x="29210" y="38100"/>
                  <a:pt x="19050" y="38100"/>
                </a:cubicBezTo>
                <a:cubicBezTo>
                  <a:pt x="8889" y="38100"/>
                  <a:pt x="0" y="29210"/>
                  <a:pt x="0" y="19050"/>
                </a:cubicBezTo>
                <a:cubicBezTo>
                  <a:pt x="0" y="8890"/>
                  <a:pt x="8889" y="0"/>
                  <a:pt x="19050" y="0"/>
                </a:cubicBezTo>
                <a:cubicBezTo>
                  <a:pt x="30478" y="0"/>
                  <a:pt x="38100" y="8890"/>
                  <a:pt x="38100" y="19050"/>
                </a:cubicBezTo>
                <a:close/>
              </a:path>
            </a:pathLst>
          </a:custGeom>
          <a:solidFill>
            <a:srgbClr val="D9D9D9"/>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1350">
              <a:solidFill>
                <a:srgbClr val="FFFFFF"/>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530" name="任意多边形: 形状 243"/>
          <p:cNvSpPr/>
          <p:nvPr>
            <p:custDataLst>
              <p:tags r:id="rId106"/>
            </p:custDataLst>
          </p:nvPr>
        </p:nvSpPr>
        <p:spPr>
          <a:xfrm>
            <a:off x="8656955" y="2746375"/>
            <a:ext cx="21590" cy="21590"/>
          </a:xfrm>
          <a:custGeom>
            <a:avLst/>
            <a:gdLst/>
            <a:ahLst/>
            <a:cxnLst/>
            <a:rect l="0" t="0" r="0" b="0"/>
            <a:pathLst>
              <a:path w="38101" h="38101">
                <a:moveTo>
                  <a:pt x="38100" y="19050"/>
                </a:moveTo>
                <a:cubicBezTo>
                  <a:pt x="38100" y="29210"/>
                  <a:pt x="29211" y="38100"/>
                  <a:pt x="19050" y="38100"/>
                </a:cubicBezTo>
                <a:cubicBezTo>
                  <a:pt x="8890" y="38100"/>
                  <a:pt x="0" y="29210"/>
                  <a:pt x="0" y="19050"/>
                </a:cubicBezTo>
                <a:cubicBezTo>
                  <a:pt x="0" y="8890"/>
                  <a:pt x="8890" y="0"/>
                  <a:pt x="19050" y="0"/>
                </a:cubicBezTo>
                <a:cubicBezTo>
                  <a:pt x="29211" y="0"/>
                  <a:pt x="38100" y="8890"/>
                  <a:pt x="38100" y="19050"/>
                </a:cubicBezTo>
                <a:close/>
              </a:path>
            </a:pathLst>
          </a:custGeom>
          <a:solidFill>
            <a:srgbClr val="D9D9D9"/>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1350">
              <a:solidFill>
                <a:srgbClr val="FFFFFF"/>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531" name="任意多边形: 形状 244"/>
          <p:cNvSpPr/>
          <p:nvPr>
            <p:custDataLst>
              <p:tags r:id="rId107"/>
            </p:custDataLst>
          </p:nvPr>
        </p:nvSpPr>
        <p:spPr>
          <a:xfrm>
            <a:off x="7801610" y="2746375"/>
            <a:ext cx="21590" cy="21590"/>
          </a:xfrm>
          <a:custGeom>
            <a:avLst/>
            <a:gdLst/>
            <a:ahLst/>
            <a:cxnLst/>
            <a:rect l="0" t="0" r="0" b="0"/>
            <a:pathLst>
              <a:path w="38101" h="38101">
                <a:moveTo>
                  <a:pt x="19050" y="38100"/>
                </a:moveTo>
                <a:cubicBezTo>
                  <a:pt x="8890" y="38100"/>
                  <a:pt x="0" y="29210"/>
                  <a:pt x="0" y="19050"/>
                </a:cubicBezTo>
                <a:cubicBezTo>
                  <a:pt x="0" y="8890"/>
                  <a:pt x="8890" y="0"/>
                  <a:pt x="19050" y="0"/>
                </a:cubicBezTo>
                <a:cubicBezTo>
                  <a:pt x="29210" y="0"/>
                  <a:pt x="38100" y="8890"/>
                  <a:pt x="38100" y="19050"/>
                </a:cubicBezTo>
                <a:cubicBezTo>
                  <a:pt x="38100" y="29210"/>
                  <a:pt x="29210" y="38100"/>
                  <a:pt x="19050" y="38100"/>
                </a:cubicBezTo>
                <a:close/>
              </a:path>
            </a:pathLst>
          </a:custGeom>
          <a:solidFill>
            <a:srgbClr val="D9D9D9"/>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1350">
              <a:solidFill>
                <a:srgbClr val="FFFFFF"/>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513" name="斜纹 512"/>
          <p:cNvSpPr/>
          <p:nvPr>
            <p:custDataLst>
              <p:tags r:id="rId108"/>
            </p:custDataLst>
          </p:nvPr>
        </p:nvSpPr>
        <p:spPr>
          <a:xfrm rot="8100000">
            <a:off x="-183048" y="407657"/>
            <a:ext cx="366095" cy="366095"/>
          </a:xfrm>
          <a:prstGeom prst="diagStripe">
            <a:avLst/>
          </a:prstGeom>
          <a:solidFill>
            <a:srgbClr val="F1C1DA"/>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kumimoji="1" lang="zh-CN" altLang="en-US" sz="1350">
              <a:solidFill>
                <a:srgbClr val="000000"/>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7" name="文本框 6"/>
          <p:cNvSpPr txBox="1"/>
          <p:nvPr>
            <p:custDataLst>
              <p:tags r:id="rId109"/>
            </p:custDataLst>
          </p:nvPr>
        </p:nvSpPr>
        <p:spPr>
          <a:xfrm>
            <a:off x="403622" y="369923"/>
            <a:ext cx="8058215" cy="474265"/>
          </a:xfrm>
          <a:prstGeom prst="rect">
            <a:avLst/>
          </a:prstGeom>
          <a:noFill/>
        </p:spPr>
        <p:txBody>
          <a:bodyPr wrap="square" lIns="68580" tIns="34290" rIns="68580" bIns="34290" rtlCol="0" anchor="t" anchorCtr="0">
            <a:normAutofit lnSpcReduction="10000"/>
          </a:bodyPr>
          <a:lstStyle>
            <a:defPPr>
              <a:defRPr lang="zh-CN"/>
            </a:defPPr>
            <a:lvl1pPr>
              <a:defRPr sz="2400" spc="200">
                <a:latin typeface="微软雅黑" panose="020B0503020204020204" pitchFamily="34" charset="-122"/>
                <a:ea typeface="微软雅黑" panose="020B0503020204020204" pitchFamily="34" charset="-122"/>
              </a:defRPr>
            </a:lvl1pPr>
          </a:lstStyle>
          <a:p>
            <a:pPr marL="0" indent="0" algn="l">
              <a:lnSpc>
                <a:spcPct val="120000"/>
              </a:lnSpc>
              <a:spcBef>
                <a:spcPts val="0"/>
              </a:spcBef>
              <a:spcAft>
                <a:spcPts val="0"/>
              </a:spcAft>
              <a:buSzPct val="100000"/>
              <a:buNone/>
            </a:pPr>
            <a:r>
              <a:rPr lang="zh-CN" altLang="en-US" b="1" spc="300" dirty="0">
                <a:solidFill>
                  <a:srgbClr val="262626"/>
                </a:solidFill>
                <a:sym typeface="+mn-ea"/>
              </a:rPr>
              <a:t>接入局域网具体设置方法如下。</a:t>
            </a:r>
            <a:endParaRPr lang="zh-CN" altLang="en-US" b="1" spc="300" dirty="0">
              <a:solidFill>
                <a:srgbClr val="262626"/>
              </a:solidFill>
              <a:sym typeface="+mn-ea"/>
            </a:endParaRPr>
          </a:p>
        </p:txBody>
      </p:sp>
      <p:sp>
        <p:nvSpPr>
          <p:cNvPr id="115" name="矩形: 圆角 1128"/>
          <p:cNvSpPr/>
          <p:nvPr>
            <p:custDataLst>
              <p:tags r:id="rId110"/>
            </p:custDataLst>
          </p:nvPr>
        </p:nvSpPr>
        <p:spPr>
          <a:xfrm>
            <a:off x="2944495" y="3328035"/>
            <a:ext cx="5131435" cy="1438910"/>
          </a:xfrm>
          <a:prstGeom prst="roundRect">
            <a:avLst>
              <a:gd name="adj" fmla="val 4386"/>
            </a:avLst>
          </a:prstGeom>
          <a:solidFill>
            <a:srgbClr val="FFFFFF"/>
          </a:solidFill>
          <a:ln w="12700">
            <a:solidFill>
              <a:srgbClr val="C22D7C"/>
            </a:solidFill>
          </a:ln>
          <a:effectLst>
            <a:outerShdw blurRad="50800" dist="76200" dir="5400000" algn="t" rotWithShape="0">
              <a:prstClr val="black">
                <a:alpha val="1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1350">
              <a:solidFill>
                <a:srgbClr val="FFFFFF"/>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13" name="矩形: 圆角 1128"/>
          <p:cNvSpPr/>
          <p:nvPr>
            <p:custDataLst>
              <p:tags r:id="rId111"/>
            </p:custDataLst>
          </p:nvPr>
        </p:nvSpPr>
        <p:spPr>
          <a:xfrm>
            <a:off x="911225" y="967740"/>
            <a:ext cx="5131435" cy="2510790"/>
          </a:xfrm>
          <a:prstGeom prst="roundRect">
            <a:avLst>
              <a:gd name="adj" fmla="val 4386"/>
            </a:avLst>
          </a:prstGeom>
          <a:solidFill>
            <a:srgbClr val="FFFFFF"/>
          </a:solidFill>
          <a:ln w="12700">
            <a:solidFill>
              <a:srgbClr val="C22D7C"/>
            </a:solidFill>
          </a:ln>
          <a:effectLst>
            <a:outerShdw blurRad="50800" dist="76200" dir="5400000" algn="t" rotWithShape="0">
              <a:prstClr val="black">
                <a:alpha val="1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1350">
              <a:solidFill>
                <a:srgbClr val="FFFFFF"/>
              </a:solidFill>
              <a:latin typeface="微软雅黑" panose="020B0503020204020204" pitchFamily="34" charset="-122"/>
              <a:ea typeface="微软雅黑" panose="020B0503020204020204" pitchFamily="34" charset="-122"/>
              <a:sym typeface="Arial" panose="020B0604020202020204" pitchFamily="34" charset="0"/>
            </a:endParaRPr>
          </a:p>
        </p:txBody>
      </p:sp>
      <p:pic>
        <p:nvPicPr>
          <p:cNvPr id="15" name="图片 14" descr="C:\Users\2GGTFQ2\Desktop\通用图片占位符\图片\31\124435379_31(2).jpg124435379_31(2)"/>
          <p:cNvPicPr>
            <a:picLocks noChangeAspect="1"/>
          </p:cNvPicPr>
          <p:nvPr>
            <p:custDataLst>
              <p:tags r:id="rId112"/>
            </p:custDataLst>
          </p:nvPr>
        </p:nvPicPr>
        <p:blipFill>
          <a:blip r:embed="rId113"/>
          <a:srcRect t="-278" b="-1581"/>
          <a:stretch>
            <a:fillRect/>
          </a:stretch>
        </p:blipFill>
        <p:spPr>
          <a:xfrm>
            <a:off x="1068705" y="1111885"/>
            <a:ext cx="4816475" cy="2222500"/>
          </a:xfrm>
          <a:prstGeom prst="rect">
            <a:avLst/>
          </a:prstGeom>
        </p:spPr>
      </p:pic>
      <p:sp>
        <p:nvSpPr>
          <p:cNvPr id="5" name="文本框 4"/>
          <p:cNvSpPr txBox="1"/>
          <p:nvPr>
            <p:custDataLst>
              <p:tags r:id="rId114"/>
            </p:custDataLst>
          </p:nvPr>
        </p:nvSpPr>
        <p:spPr>
          <a:xfrm>
            <a:off x="3180080" y="3545205"/>
            <a:ext cx="4660900" cy="1004570"/>
          </a:xfrm>
          <a:prstGeom prst="rect">
            <a:avLst/>
          </a:prstGeom>
          <a:noFill/>
        </p:spPr>
        <p:txBody>
          <a:bodyPr wrap="square" lIns="68580" tIns="34290" rIns="68580" bIns="34290" rtlCol="0" anchor="ctr">
            <a:noAutofit/>
          </a:bodyPr>
          <a:lstStyle>
            <a:defPPr>
              <a:defRPr lang="zh-CN"/>
            </a:defPPr>
            <a:lvl1pPr>
              <a:defRPr sz="2400" spc="200">
                <a:latin typeface="微软雅黑" panose="020B0503020204020204" pitchFamily="34" charset="-122"/>
                <a:ea typeface="微软雅黑" panose="020B0503020204020204" pitchFamily="34" charset="-122"/>
              </a:defRPr>
            </a:lvl1pPr>
          </a:lstStyle>
          <a:p>
            <a:pPr marL="0" lvl="0" indent="0" algn="just">
              <a:lnSpc>
                <a:spcPct val="120000"/>
              </a:lnSpc>
              <a:spcBef>
                <a:spcPts val="0"/>
              </a:spcBef>
              <a:spcAft>
                <a:spcPts val="0"/>
              </a:spcAft>
              <a:buSzPct val="100000"/>
              <a:buNone/>
            </a:pPr>
            <a:r>
              <a:rPr lang="en-US" altLang="zh-CN" sz="1200" kern="0" spc="0" dirty="0">
                <a:solidFill>
                  <a:srgbClr val="000000"/>
                </a:solidFill>
                <a:uFillTx/>
                <a:cs typeface="微软雅黑" panose="020B0503020204020204" pitchFamily="34" charset="-122"/>
              </a:rPr>
              <a:t>3.在弹出的“网络连接”窗口中，可以看到当前计算机与网络的连接情况，包括以太网卡、无线网卡的连接信息，如图所示。鼠标右键单击“本地连接”，在快捷菜单中单击“属性”。或者，选中“本地连接”，然后单击工具栏上的“更改此连接的设置”按钮。</a:t>
            </a:r>
            <a:endParaRPr lang="en-US" altLang="zh-CN" sz="1200" kern="0" spc="0" dirty="0">
              <a:solidFill>
                <a:srgbClr val="000000"/>
              </a:solidFill>
              <a:uFillTx/>
              <a:cs typeface="微软雅黑" panose="020B0503020204020204" pitchFamily="34" charset="-122"/>
            </a:endParaRPr>
          </a:p>
        </p:txBody>
      </p:sp>
    </p:spTree>
    <p:custDataLst>
      <p:tags r:id="rId115"/>
    </p:custData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4" name="矩形 3"/>
          <p:cNvSpPr/>
          <p:nvPr>
            <p:custDataLst>
              <p:tags r:id="rId1"/>
            </p:custDataLst>
          </p:nvPr>
        </p:nvSpPr>
        <p:spPr bwMode="auto">
          <a:xfrm>
            <a:off x="0" y="2569176"/>
            <a:ext cx="9144000" cy="1984217"/>
          </a:xfrm>
          <a:prstGeom prst="rect">
            <a:avLst/>
          </a:prstGeom>
          <a:solidFill>
            <a:srgbClr val="CACADE"/>
          </a:solidFill>
          <a:ln w="25400" cap="flat" cmpd="sng" algn="ctr">
            <a:noFill/>
            <a:prstDash val="solid"/>
            <a:round/>
            <a:headEnd type="none" w="med" len="med"/>
            <a:tailEnd type="none" w="med" len="med"/>
          </a:ln>
          <a:effectLst/>
        </p:spPr>
        <p:txBody>
          <a:bodyPr vert="horz" wrap="square" lIns="34290" tIns="34290" rIns="34290" bIns="34290" numCol="1" rtlCol="0" anchor="t" anchorCtr="0" compatLnSpc="1">
            <a:noAutofit/>
          </a:bodyPr>
          <a:lstStyle/>
          <a:p>
            <a:pPr marL="0" marR="0" lvl="0" indent="0" algn="l" defTabSz="2436495" rtl="0" eaLnBrk="1" fontAlgn="base" latinLnBrk="0" hangingPunct="0">
              <a:lnSpc>
                <a:spcPct val="100000"/>
              </a:lnSpc>
              <a:spcBef>
                <a:spcPct val="0"/>
              </a:spcBef>
              <a:spcAft>
                <a:spcPct val="0"/>
              </a:spcAft>
              <a:buClrTx/>
              <a:buSzTx/>
              <a:buFontTx/>
              <a:buNone/>
              <a:defRPr/>
            </a:pPr>
            <a:endParaRPr kumimoji="0" lang="zh-CN" altLang="en-US" sz="3600" b="0" i="0" u="none" strike="noStrike" kern="1200" cap="none" spc="0" normalizeH="0" baseline="0" noProof="0">
              <a:ln>
                <a:noFill/>
              </a:ln>
              <a:solidFill>
                <a:srgbClr val="27282D"/>
              </a:solidFill>
              <a:effectLst/>
              <a:uLnTx/>
              <a:uFillTx/>
              <a:latin typeface="微软雅黑" panose="020B0503020204020204" pitchFamily="34" charset="-122"/>
              <a:ea typeface="微软雅黑" panose="020B0503020204020204" pitchFamily="34" charset="-122"/>
              <a:cs typeface="Calibri" panose="020F0502020204030204" charset="0"/>
              <a:sym typeface="Calibri" panose="020F0502020204030204" charset="0"/>
            </a:endParaRPr>
          </a:p>
        </p:txBody>
      </p:sp>
      <p:sp>
        <p:nvSpPr>
          <p:cNvPr id="9" name="矩形 8"/>
          <p:cNvSpPr/>
          <p:nvPr>
            <p:custDataLst>
              <p:tags r:id="rId2"/>
            </p:custDataLst>
          </p:nvPr>
        </p:nvSpPr>
        <p:spPr bwMode="auto">
          <a:xfrm rot="10800000">
            <a:off x="0" y="570438"/>
            <a:ext cx="55858" cy="622300"/>
          </a:xfrm>
          <a:prstGeom prst="rect">
            <a:avLst/>
          </a:prstGeom>
          <a:solidFill>
            <a:srgbClr val="FAB574"/>
          </a:solidFill>
          <a:ln w="25400" cap="flat" cmpd="sng" algn="ctr">
            <a:noFill/>
            <a:prstDash val="solid"/>
            <a:round/>
            <a:headEnd type="none" w="med" len="med"/>
            <a:tailEnd type="none" w="med" len="med"/>
          </a:ln>
          <a:effectLst/>
        </p:spPr>
        <p:txBody>
          <a:bodyPr vert="horz" wrap="square" lIns="34290" tIns="34290" rIns="34290" bIns="34290" numCol="1" rtlCol="0" anchor="t" anchorCtr="0" compatLnSpc="1">
            <a:spAutoFit/>
          </a:bodyPr>
          <a:lstStyle/>
          <a:p>
            <a:pPr marL="0" marR="0" lvl="0" indent="0" algn="l" defTabSz="2436495" rtl="0" eaLnBrk="1" fontAlgn="base" latinLnBrk="0" hangingPunct="0">
              <a:lnSpc>
                <a:spcPct val="100000"/>
              </a:lnSpc>
              <a:spcBef>
                <a:spcPct val="0"/>
              </a:spcBef>
              <a:spcAft>
                <a:spcPct val="0"/>
              </a:spcAft>
              <a:buClrTx/>
              <a:buSzTx/>
              <a:buFontTx/>
              <a:buNone/>
              <a:defRPr/>
            </a:pPr>
            <a:endParaRPr kumimoji="0" lang="zh-CN" altLang="en-US" sz="3600" b="0" i="0" u="none" strike="noStrike" kern="1200" cap="none" spc="0" normalizeH="0" baseline="0" noProof="0">
              <a:ln>
                <a:noFill/>
              </a:ln>
              <a:solidFill>
                <a:srgbClr val="27282D"/>
              </a:solidFill>
              <a:effectLst/>
              <a:uLnTx/>
              <a:uFillTx/>
              <a:latin typeface="微软雅黑" panose="020B0503020204020204" pitchFamily="34" charset="-122"/>
              <a:ea typeface="微软雅黑" panose="020B0503020204020204" pitchFamily="34" charset="-122"/>
              <a:cs typeface="Calibri" panose="020F0502020204030204" charset="0"/>
              <a:sym typeface="Calibri" panose="020F0502020204030204" charset="0"/>
            </a:endParaRPr>
          </a:p>
        </p:txBody>
      </p:sp>
      <p:sp>
        <p:nvSpPr>
          <p:cNvPr id="5" name="文本框 4"/>
          <p:cNvSpPr txBox="1"/>
          <p:nvPr>
            <p:custDataLst>
              <p:tags r:id="rId3"/>
            </p:custDataLst>
          </p:nvPr>
        </p:nvSpPr>
        <p:spPr>
          <a:xfrm>
            <a:off x="544830" y="2959735"/>
            <a:ext cx="3568700" cy="1203325"/>
          </a:xfrm>
          <a:prstGeom prst="rect">
            <a:avLst/>
          </a:prstGeom>
          <a:noFill/>
        </p:spPr>
        <p:txBody>
          <a:bodyPr wrap="square" lIns="68580" tIns="34290" rIns="68580" bIns="34290" rtlCol="0" anchor="ctr" anchorCtr="0">
            <a:normAutofit/>
          </a:bodyPr>
          <a:lstStyle>
            <a:defPPr>
              <a:defRPr lang="zh-CN"/>
            </a:defPPr>
            <a:lvl1pPr marR="0" lvl="0" indent="0" fontAlgn="auto">
              <a:lnSpc>
                <a:spcPct val="130000"/>
              </a:lnSpc>
              <a:spcBef>
                <a:spcPts val="0"/>
              </a:spcBef>
              <a:spcAft>
                <a:spcPts val="1000"/>
              </a:spcAft>
              <a:buClrTx/>
              <a:buSzTx/>
              <a:buFontTx/>
              <a:buNone/>
              <a:defRPr kumimoji="0" sz="1300" b="0" i="0" u="none" strike="noStrike" cap="none" spc="150" normalizeH="0" baseline="0">
                <a:ln>
                  <a:noFill/>
                </a:ln>
                <a:solidFill>
                  <a:prstClr val="white"/>
                </a:solidFill>
                <a:effectLst/>
                <a:uLnTx/>
                <a:uFillTx/>
                <a:latin typeface="微软雅黑" panose="020B0503020204020204" pitchFamily="34" charset="-122"/>
                <a:ea typeface="微软雅黑" panose="020B0503020204020204" pitchFamily="34" charset="-122"/>
                <a:cs typeface="Calibri" panose="020F0502020204030204"/>
              </a:defRPr>
            </a:lvl1pPr>
          </a:lstStyle>
          <a:p>
            <a:pPr marL="0" lvl="0" indent="0" algn="l">
              <a:lnSpc>
                <a:spcPct val="120000"/>
              </a:lnSpc>
              <a:spcBef>
                <a:spcPts val="0"/>
              </a:spcBef>
              <a:spcAft>
                <a:spcPts val="1000"/>
              </a:spcAft>
              <a:buSzPct val="100000"/>
              <a:buNone/>
            </a:pPr>
            <a:r>
              <a:rPr lang="en-US" altLang="zh-CN" sz="1200" kern="0" spc="0">
                <a:solidFill>
                  <a:srgbClr val="262626"/>
                </a:solidFill>
                <a:uFillTx/>
                <a:cs typeface="微软雅黑" panose="020B0503020204020204" pitchFamily="34" charset="-122"/>
              </a:rPr>
              <a:t>4.</a:t>
            </a:r>
            <a:r>
              <a:rPr lang="zh-CN" altLang="en-US" sz="1200" kern="0" spc="0">
                <a:solidFill>
                  <a:srgbClr val="262626"/>
                </a:solidFill>
                <a:uFillTx/>
                <a:cs typeface="微软雅黑" panose="020B0503020204020204" pitchFamily="34" charset="-122"/>
              </a:rPr>
              <a:t>在打开的“本地连接属性”对话框中，如图所示，在“此连接使用下列项目”中，选中“Internet协议版本4（TCP/IPv4）”，再单击“属性”按钮。</a:t>
            </a:r>
            <a:endParaRPr lang="zh-CN" altLang="en-US" sz="1200" kern="0" spc="0">
              <a:solidFill>
                <a:srgbClr val="262626"/>
              </a:solidFill>
              <a:uFillTx/>
              <a:cs typeface="微软雅黑" panose="020B0503020204020204" pitchFamily="34" charset="-122"/>
            </a:endParaRPr>
          </a:p>
        </p:txBody>
      </p:sp>
      <p:sp>
        <p:nvSpPr>
          <p:cNvPr id="6" name="文本框 5"/>
          <p:cNvSpPr txBox="1"/>
          <p:nvPr>
            <p:custDataLst>
              <p:tags r:id="rId4"/>
            </p:custDataLst>
          </p:nvPr>
        </p:nvSpPr>
        <p:spPr>
          <a:xfrm>
            <a:off x="301625" y="593090"/>
            <a:ext cx="3867785" cy="65595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lIns="68580" tIns="34290" rIns="68580" bIns="34290" anchor="ctr">
            <a:normAutofit lnSpcReduction="20000"/>
          </a:bodyPr>
          <a:lstStyle>
            <a:defPPr>
              <a:defRPr lang="zh-CN"/>
            </a:defPPr>
            <a:lvl1pPr marR="0" lvl="0" indent="0" fontAlgn="auto">
              <a:lnSpc>
                <a:spcPct val="120000"/>
              </a:lnSpc>
              <a:spcBef>
                <a:spcPts val="0"/>
              </a:spcBef>
              <a:spcAft>
                <a:spcPts val="0"/>
              </a:spcAft>
              <a:buClrTx/>
              <a:buSzTx/>
              <a:buFontTx/>
              <a:buNone/>
              <a:defRPr kumimoji="0" sz="4000" b="1" i="0" u="none" strike="noStrike" cap="none" spc="0" normalizeH="0" baseline="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Calibri" panose="020F0502020204030204" charset="0"/>
              </a:defRPr>
            </a:lvl1pPr>
            <a:lvl2pPr marL="742950" indent="-285750">
              <a:defRPr sz="4800">
                <a:solidFill>
                  <a:srgbClr val="27282D"/>
                </a:solidFill>
                <a:latin typeface="Calibri" panose="020F0502020204030204" charset="0"/>
                <a:cs typeface="Calibri" panose="020F0502020204030204" charset="0"/>
              </a:defRPr>
            </a:lvl2pPr>
            <a:lvl3pPr marL="1143000" indent="-228600">
              <a:defRPr sz="4800">
                <a:solidFill>
                  <a:srgbClr val="27282D"/>
                </a:solidFill>
                <a:latin typeface="Calibri" panose="020F0502020204030204" charset="0"/>
                <a:cs typeface="Calibri" panose="020F0502020204030204" charset="0"/>
              </a:defRPr>
            </a:lvl3pPr>
            <a:lvl4pPr marL="1600200" indent="-228600">
              <a:defRPr sz="4800">
                <a:solidFill>
                  <a:srgbClr val="27282D"/>
                </a:solidFill>
                <a:latin typeface="Calibri" panose="020F0502020204030204" charset="0"/>
                <a:cs typeface="Calibri" panose="020F0502020204030204" charset="0"/>
              </a:defRPr>
            </a:lvl4pPr>
            <a:lvl5pPr marL="2057400" indent="-228600">
              <a:defRPr sz="4800">
                <a:solidFill>
                  <a:srgbClr val="27282D"/>
                </a:solidFill>
                <a:latin typeface="Calibri" panose="020F0502020204030204" charset="0"/>
                <a:cs typeface="Calibri" panose="020F0502020204030204" charset="0"/>
              </a:defRPr>
            </a:lvl5pPr>
            <a:lvl6pPr marL="2514600" indent="-228600" defTabSz="2436495" eaLnBrk="0" fontAlgn="base" hangingPunct="0">
              <a:spcBef>
                <a:spcPct val="0"/>
              </a:spcBef>
              <a:spcAft>
                <a:spcPct val="0"/>
              </a:spcAft>
              <a:defRPr sz="4800">
                <a:solidFill>
                  <a:srgbClr val="27282D"/>
                </a:solidFill>
                <a:latin typeface="Calibri" panose="020F0502020204030204" charset="0"/>
                <a:cs typeface="Calibri" panose="020F0502020204030204" charset="0"/>
              </a:defRPr>
            </a:lvl6pPr>
            <a:lvl7pPr marL="2971800" indent="-228600" defTabSz="2436495" eaLnBrk="0" fontAlgn="base" hangingPunct="0">
              <a:spcBef>
                <a:spcPct val="0"/>
              </a:spcBef>
              <a:spcAft>
                <a:spcPct val="0"/>
              </a:spcAft>
              <a:defRPr sz="4800">
                <a:solidFill>
                  <a:srgbClr val="27282D"/>
                </a:solidFill>
                <a:latin typeface="Calibri" panose="020F0502020204030204" charset="0"/>
                <a:cs typeface="Calibri" panose="020F0502020204030204" charset="0"/>
              </a:defRPr>
            </a:lvl7pPr>
            <a:lvl8pPr marL="3429000" indent="-228600" defTabSz="2436495" eaLnBrk="0" fontAlgn="base" hangingPunct="0">
              <a:spcBef>
                <a:spcPct val="0"/>
              </a:spcBef>
              <a:spcAft>
                <a:spcPct val="0"/>
              </a:spcAft>
              <a:defRPr sz="4800">
                <a:solidFill>
                  <a:srgbClr val="27282D"/>
                </a:solidFill>
                <a:latin typeface="Calibri" panose="020F0502020204030204" charset="0"/>
                <a:cs typeface="Calibri" panose="020F0502020204030204" charset="0"/>
              </a:defRPr>
            </a:lvl8pPr>
            <a:lvl9pPr marL="3886200" indent="-228600" defTabSz="2436495" eaLnBrk="0" fontAlgn="base" hangingPunct="0">
              <a:spcBef>
                <a:spcPct val="0"/>
              </a:spcBef>
              <a:spcAft>
                <a:spcPct val="0"/>
              </a:spcAft>
              <a:defRPr sz="4800">
                <a:solidFill>
                  <a:srgbClr val="27282D"/>
                </a:solidFill>
                <a:latin typeface="Calibri" panose="020F0502020204030204" charset="0"/>
                <a:cs typeface="Calibri" panose="020F0502020204030204" charset="0"/>
              </a:defRPr>
            </a:lvl9pPr>
          </a:lstStyle>
          <a:p>
            <a:pPr marL="0" indent="0" algn="l">
              <a:lnSpc>
                <a:spcPct val="120000"/>
              </a:lnSpc>
              <a:spcBef>
                <a:spcPts val="0"/>
              </a:spcBef>
              <a:spcAft>
                <a:spcPts val="0"/>
              </a:spcAft>
              <a:buSzPct val="100000"/>
              <a:buNone/>
            </a:pPr>
            <a:r>
              <a:rPr lang="zh-CN" altLang="en-US" sz="1800" spc="300" dirty="0">
                <a:solidFill>
                  <a:srgbClr val="404040"/>
                </a:solidFill>
                <a:sym typeface="+mn-ea"/>
              </a:rPr>
              <a:t>接入局域网具体设置方法如下。</a:t>
            </a:r>
            <a:endParaRPr lang="zh-CN" altLang="en-US" sz="1800" spc="300" dirty="0">
              <a:solidFill>
                <a:srgbClr val="404040"/>
              </a:solidFill>
              <a:sym typeface="+mn-ea"/>
            </a:endParaRPr>
          </a:p>
        </p:txBody>
      </p:sp>
      <p:pic>
        <p:nvPicPr>
          <p:cNvPr id="2" name="图片 1"/>
          <p:cNvPicPr>
            <a:picLocks noChangeAspect="1"/>
          </p:cNvPicPr>
          <p:nvPr/>
        </p:nvPicPr>
        <p:blipFill>
          <a:blip r:embed="rId5"/>
          <a:stretch>
            <a:fillRect/>
          </a:stretch>
        </p:blipFill>
        <p:spPr>
          <a:xfrm>
            <a:off x="4733925" y="207645"/>
            <a:ext cx="3503930" cy="4728210"/>
          </a:xfrm>
          <a:prstGeom prst="rect">
            <a:avLst/>
          </a:prstGeom>
        </p:spPr>
      </p:pic>
    </p:spTree>
    <p:custDataLst>
      <p:tags r:id="rId6"/>
    </p:custData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0" name="矩形 9"/>
          <p:cNvSpPr/>
          <p:nvPr userDrawn="1">
            <p:custDataLst>
              <p:tags r:id="rId1"/>
            </p:custDataLst>
          </p:nvPr>
        </p:nvSpPr>
        <p:spPr>
          <a:xfrm>
            <a:off x="0" y="0"/>
            <a:ext cx="3622102" cy="5143500"/>
          </a:xfrm>
          <a:prstGeom prst="rect">
            <a:avLst/>
          </a:prstGeom>
          <a:solidFill>
            <a:srgbClr val="E7E7F0"/>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dirty="0">
              <a:solidFill>
                <a:srgbClr val="FFFFFF"/>
              </a:solidFill>
              <a:latin typeface="微软雅黑" panose="020B0503020204020204" pitchFamily="34" charset="-122"/>
              <a:ea typeface="微软雅黑" panose="020B0503020204020204" pitchFamily="34" charset="-122"/>
              <a:sym typeface="+mn-ea"/>
            </a:endParaRPr>
          </a:p>
        </p:txBody>
      </p:sp>
      <p:grpSp>
        <p:nvGrpSpPr>
          <p:cNvPr id="14" name="组合 13"/>
          <p:cNvGrpSpPr/>
          <p:nvPr userDrawn="1">
            <p:custDataLst>
              <p:tags r:id="rId2"/>
            </p:custDataLst>
          </p:nvPr>
        </p:nvGrpSpPr>
        <p:grpSpPr>
          <a:xfrm>
            <a:off x="67487" y="71105"/>
            <a:ext cx="8965498" cy="5053346"/>
            <a:chOff x="89982" y="94806"/>
            <a:chExt cx="11953997" cy="6737794"/>
          </a:xfrm>
        </p:grpSpPr>
        <p:pic>
          <p:nvPicPr>
            <p:cNvPr id="24" name="图片 23"/>
            <p:cNvPicPr>
              <a:picLocks noChangeAspect="1"/>
            </p:cNvPicPr>
            <p:nvPr userDrawn="1">
              <p:custDataLst>
                <p:tags r:id="rId3"/>
              </p:custDataLst>
            </p:nvPr>
          </p:nvPicPr>
          <p:blipFill>
            <a:blip r:embed="rId4">
              <a:extLst>
                <a:ext uri="{28A0092B-C50C-407E-A947-70E740481C1C}">
                  <a14:useLocalDpi xmlns:a14="http://schemas.microsoft.com/office/drawing/2010/main" val="0"/>
                </a:ext>
              </a:extLst>
            </a:blip>
            <a:stretch>
              <a:fillRect/>
            </a:stretch>
          </p:blipFill>
          <p:spPr>
            <a:xfrm>
              <a:off x="89982" y="94806"/>
              <a:ext cx="786452" cy="865707"/>
            </a:xfrm>
            <a:prstGeom prst="rect">
              <a:avLst/>
            </a:prstGeom>
          </p:spPr>
        </p:pic>
        <p:pic>
          <p:nvPicPr>
            <p:cNvPr id="13" name="图片 12"/>
            <p:cNvPicPr>
              <a:picLocks noChangeAspect="1"/>
            </p:cNvPicPr>
            <p:nvPr userDrawn="1">
              <p:custDataLst>
                <p:tags r:id="rId5"/>
              </p:custDataLst>
            </p:nvPr>
          </p:nvPicPr>
          <p:blipFill>
            <a:blip r:embed="rId6">
              <a:extLst>
                <a:ext uri="{28A0092B-C50C-407E-A947-70E740481C1C}">
                  <a14:useLocalDpi xmlns:a14="http://schemas.microsoft.com/office/drawing/2010/main" val="0"/>
                </a:ext>
              </a:extLst>
            </a:blip>
            <a:stretch>
              <a:fillRect/>
            </a:stretch>
          </p:blipFill>
          <p:spPr>
            <a:xfrm>
              <a:off x="10577221" y="5249238"/>
              <a:ext cx="1466758" cy="1583362"/>
            </a:xfrm>
            <a:prstGeom prst="rect">
              <a:avLst/>
            </a:prstGeom>
          </p:spPr>
        </p:pic>
      </p:grpSp>
      <p:pic>
        <p:nvPicPr>
          <p:cNvPr id="5" name="图片 4" descr="C:\Users\kingsoft\Pictures\风景\H2O, Mac 壁紙, 天性.jpgH2O, Mac 壁紙, 天性"/>
          <p:cNvPicPr/>
          <p:nvPr>
            <p:custDataLst>
              <p:tags r:id="rId7"/>
            </p:custDataLst>
          </p:nvPr>
        </p:nvPicPr>
        <p:blipFill rotWithShape="1">
          <a:blip r:embed="rId8"/>
          <a:srcRect l="969" r="969"/>
          <a:stretch>
            <a:fillRect/>
          </a:stretch>
        </p:blipFill>
        <p:spPr>
          <a:xfrm>
            <a:off x="657490" y="915599"/>
            <a:ext cx="2609485" cy="3312599"/>
          </a:xfrm>
          <a:prstGeom prst="rect">
            <a:avLst/>
          </a:prstGeom>
        </p:spPr>
      </p:pic>
      <p:sp>
        <p:nvSpPr>
          <p:cNvPr id="8" name="Title 6"/>
          <p:cNvSpPr txBox="1"/>
          <p:nvPr>
            <p:custDataLst>
              <p:tags r:id="rId9"/>
            </p:custDataLst>
          </p:nvPr>
        </p:nvSpPr>
        <p:spPr>
          <a:xfrm>
            <a:off x="4209949" y="2552305"/>
            <a:ext cx="4006356" cy="1365838"/>
          </a:xfrm>
          <a:prstGeom prst="rect">
            <a:avLst/>
          </a:prstGeom>
          <a:noFill/>
          <a:ln w="3175">
            <a:noFill/>
            <a:prstDash val="dash"/>
          </a:ln>
        </p:spPr>
        <p:txBody>
          <a:bodyPr wrap="square" lIns="54000" tIns="27000" rIns="54000" bIns="27000" anchor="t" anchorCtr="0">
            <a:no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0" marR="0" lvl="0" indent="0" algn="just" defTabSz="913765" rtl="0" eaLnBrk="1" fontAlgn="auto" latinLnBrk="0" hangingPunct="1">
              <a:lnSpc>
                <a:spcPct val="130000"/>
              </a:lnSpc>
              <a:spcBef>
                <a:spcPts val="0"/>
              </a:spcBef>
              <a:spcAft>
                <a:spcPts val="800"/>
              </a:spcAft>
              <a:buSzPct val="100000"/>
              <a:buFontTx/>
              <a:buNone/>
              <a:defRPr/>
            </a:pPr>
            <a:r>
              <a:rPr kumimoji="0" altLang="zh-CN" sz="1300" b="0" i="0" kern="1200" cap="none" spc="50" normalizeH="0" noProof="0">
                <a:ln w="3175">
                  <a:noFill/>
                  <a:prstDash val="dash"/>
                </a:ln>
                <a:solidFill>
                  <a:srgbClr val="595959"/>
                </a:solidFill>
                <a:effectLst/>
                <a:uFillTx/>
                <a:latin typeface="微软雅黑" panose="020B0503020204020204" pitchFamily="34" charset="-122"/>
                <a:ea typeface="微软雅黑" panose="020B0503020204020204" pitchFamily="34" charset="-122"/>
                <a:cs typeface="微软雅黑" panose="020B0503020204020204" pitchFamily="34" charset="-122"/>
              </a:rPr>
              <a:t>5.</a:t>
            </a:r>
            <a:r>
              <a:rPr kumimoji="0" lang="zh-CN" altLang="en-US" sz="1300" b="0" i="0" kern="1200" cap="none" spc="50" normalizeH="0" noProof="0">
                <a:ln w="3175">
                  <a:noFill/>
                  <a:prstDash val="dash"/>
                </a:ln>
                <a:solidFill>
                  <a:srgbClr val="595959"/>
                </a:solidFill>
                <a:effectLst/>
                <a:uFillTx/>
                <a:latin typeface="微软雅黑" panose="020B0503020204020204" pitchFamily="34" charset="-122"/>
                <a:ea typeface="微软雅黑" panose="020B0503020204020204" pitchFamily="34" charset="-122"/>
                <a:cs typeface="微软雅黑" panose="020B0503020204020204" pitchFamily="34" charset="-122"/>
              </a:rPr>
              <a:t>在打开的“Internet 协议版本4（TCP/IPv4）属性”对话框中，包括IP 地址、子网掩码、默认网关、DNS 服务器等项目，这些项目中的具体数字和选项，由网络用户的服务商或网络中心的网络管理人员提供，如图所示。</a:t>
            </a:r>
            <a:endParaRPr kumimoji="0" lang="zh-CN" altLang="en-US" sz="1300" b="0" i="0" kern="1200" cap="none" spc="50" normalizeH="0" noProof="0">
              <a:ln w="3175">
                <a:noFill/>
                <a:prstDash val="dash"/>
              </a:ln>
              <a:solidFill>
                <a:srgbClr val="595959"/>
              </a:solidFill>
              <a:effectLst/>
              <a:uFillTx/>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9" name="Title 6"/>
          <p:cNvSpPr txBox="1"/>
          <p:nvPr>
            <p:custDataLst>
              <p:tags r:id="rId10"/>
            </p:custDataLst>
          </p:nvPr>
        </p:nvSpPr>
        <p:spPr>
          <a:xfrm>
            <a:off x="4210050" y="1225550"/>
            <a:ext cx="4287520" cy="1213485"/>
          </a:xfrm>
          <a:prstGeom prst="rect">
            <a:avLst/>
          </a:prstGeom>
          <a:noFill/>
          <a:ln w="3175">
            <a:noFill/>
            <a:prstDash val="dash"/>
          </a:ln>
        </p:spPr>
        <p:txBody>
          <a:bodyPr wrap="square" lIns="54000" tIns="27000" rIns="54000" bIns="81000" anchor="b" anchorCtr="0">
            <a:no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0" marR="0" lvl="0" indent="0" algn="l" defTabSz="913765" rtl="0" eaLnBrk="1" fontAlgn="auto" latinLnBrk="0" hangingPunct="1">
              <a:lnSpc>
                <a:spcPct val="110000"/>
              </a:lnSpc>
              <a:spcBef>
                <a:spcPts val="0"/>
              </a:spcBef>
              <a:spcAft>
                <a:spcPts val="0"/>
              </a:spcAft>
              <a:buSzPct val="100000"/>
              <a:buFontTx/>
              <a:buNone/>
              <a:defRPr/>
            </a:pPr>
            <a:r>
              <a:rPr kumimoji="0" lang="zh-CN" altLang="en-US" sz="3300" b="1" i="0" kern="1200" cap="none" spc="300" normalizeH="0" noProof="0" dirty="0">
                <a:ln w="3175">
                  <a:noFill/>
                  <a:prstDash val="dash"/>
                </a:ln>
                <a:solidFill>
                  <a:srgbClr val="404040"/>
                </a:solidFill>
                <a:effectLst/>
                <a:latin typeface="微软雅黑" panose="020B0503020204020204" pitchFamily="34" charset="-122"/>
                <a:ea typeface="微软雅黑" panose="020B0503020204020204" pitchFamily="34" charset="-122"/>
                <a:cs typeface="微软雅黑" panose="020B0503020204020204" pitchFamily="34" charset="-122"/>
                <a:sym typeface="+mn-ea"/>
              </a:rPr>
              <a:t>接入局域网具体设置方法如下。</a:t>
            </a:r>
            <a:endParaRPr kumimoji="0" lang="zh-CN" altLang="en-US" sz="3300" b="1" i="0" kern="1200" cap="none" spc="300" normalizeH="0" noProof="0" dirty="0">
              <a:ln w="3175">
                <a:noFill/>
                <a:prstDash val="dash"/>
              </a:ln>
              <a:solidFill>
                <a:srgbClr val="404040"/>
              </a:solidFill>
              <a:effectLst/>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cxnSp>
        <p:nvCxnSpPr>
          <p:cNvPr id="4" name="直接连接符 3"/>
          <p:cNvCxnSpPr/>
          <p:nvPr>
            <p:custDataLst>
              <p:tags r:id="rId11"/>
            </p:custDataLst>
          </p:nvPr>
        </p:nvCxnSpPr>
        <p:spPr>
          <a:xfrm>
            <a:off x="8281035" y="814070"/>
            <a:ext cx="152400" cy="0"/>
          </a:xfrm>
          <a:prstGeom prst="line">
            <a:avLst/>
          </a:prstGeom>
          <a:ln w="12700">
            <a:solidFill>
              <a:srgbClr val="CACADE"/>
            </a:soli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custDataLst>
              <p:tags r:id="rId12"/>
            </p:custDataLst>
          </p:nvPr>
        </p:nvCxnSpPr>
        <p:spPr>
          <a:xfrm>
            <a:off x="8281035" y="869950"/>
            <a:ext cx="116840" cy="0"/>
          </a:xfrm>
          <a:prstGeom prst="line">
            <a:avLst/>
          </a:prstGeom>
          <a:ln w="12700">
            <a:solidFill>
              <a:srgbClr val="CACADE"/>
            </a:solidFill>
          </a:ln>
        </p:spPr>
        <p:style>
          <a:lnRef idx="1">
            <a:schemeClr val="accent1"/>
          </a:lnRef>
          <a:fillRef idx="0">
            <a:schemeClr val="accent1"/>
          </a:fillRef>
          <a:effectRef idx="0">
            <a:schemeClr val="accent1"/>
          </a:effectRef>
          <a:fontRef idx="minor">
            <a:schemeClr val="tx1"/>
          </a:fontRef>
        </p:style>
      </p:cxnSp>
    </p:spTree>
    <p:custDataLst>
      <p:tags r:id="rId13"/>
    </p:custData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5" name="矩形 4"/>
          <p:cNvSpPr/>
          <p:nvPr>
            <p:custDataLst>
              <p:tags r:id="rId1"/>
            </p:custDataLst>
          </p:nvPr>
        </p:nvSpPr>
        <p:spPr>
          <a:xfrm>
            <a:off x="932429" y="704986"/>
            <a:ext cx="7478486" cy="3733800"/>
          </a:xfrm>
          <a:prstGeom prst="rect">
            <a:avLst/>
          </a:prstGeom>
          <a:solidFill>
            <a:srgbClr val="D9D9D9">
              <a:alpha val="9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lnSpc>
                <a:spcPct val="120000"/>
              </a:lnSpc>
            </a:pPr>
            <a:endParaRPr kumimoji="1" lang="zh-CN" altLang="en-US" sz="1200" b="1">
              <a:solidFill>
                <a:srgbClr val="FFFFFF"/>
              </a:solidFill>
              <a:latin typeface="微软雅黑" panose="020B0503020204020204" pitchFamily="34" charset="-122"/>
              <a:ea typeface="微软雅黑" panose="020B0503020204020204" pitchFamily="34" charset="-122"/>
              <a:sym typeface="Arial" panose="020B0604020202020204" pitchFamily="34" charset="0"/>
            </a:endParaRPr>
          </a:p>
        </p:txBody>
      </p:sp>
      <p:cxnSp>
        <p:nvCxnSpPr>
          <p:cNvPr id="3" name="直接连接符 2"/>
          <p:cNvCxnSpPr/>
          <p:nvPr>
            <p:custDataLst>
              <p:tags r:id="rId2"/>
            </p:custDataLst>
          </p:nvPr>
        </p:nvCxnSpPr>
        <p:spPr>
          <a:xfrm>
            <a:off x="4871220" y="1557338"/>
            <a:ext cx="0" cy="2028825"/>
          </a:xfrm>
          <a:prstGeom prst="line">
            <a:avLst/>
          </a:prstGeom>
          <a:ln w="1270">
            <a:solidFill>
              <a:srgbClr val="BFBFBF"/>
            </a:solidFill>
            <a:prstDash val="dash"/>
          </a:ln>
        </p:spPr>
        <p:style>
          <a:lnRef idx="1">
            <a:schemeClr val="accent1"/>
          </a:lnRef>
          <a:fillRef idx="0">
            <a:schemeClr val="accent1"/>
          </a:fillRef>
          <a:effectRef idx="0">
            <a:schemeClr val="accent1"/>
          </a:effectRef>
          <a:fontRef idx="minor">
            <a:schemeClr val="tx1"/>
          </a:fontRef>
        </p:style>
      </p:cxnSp>
      <p:sp>
        <p:nvSpPr>
          <p:cNvPr id="8" name="任意多边形: 形状 7"/>
          <p:cNvSpPr>
            <a:spLocks noChangeAspect="1"/>
          </p:cNvSpPr>
          <p:nvPr>
            <p:custDataLst>
              <p:tags r:id="rId3"/>
            </p:custDataLst>
          </p:nvPr>
        </p:nvSpPr>
        <p:spPr>
          <a:xfrm>
            <a:off x="3741420" y="2985611"/>
            <a:ext cx="233363" cy="359569"/>
          </a:xfrm>
          <a:custGeom>
            <a:avLst/>
            <a:gdLst>
              <a:gd name="connsiteX0" fmla="*/ 0 w 950118"/>
              <a:gd name="connsiteY0" fmla="*/ 0 h 1464467"/>
              <a:gd name="connsiteX1" fmla="*/ 950118 w 950118"/>
              <a:gd name="connsiteY1" fmla="*/ 0 h 1464467"/>
              <a:gd name="connsiteX2" fmla="*/ 950118 w 950118"/>
              <a:gd name="connsiteY2" fmla="*/ 950118 h 1464467"/>
              <a:gd name="connsiteX3" fmla="*/ 945895 w 950118"/>
              <a:gd name="connsiteY3" fmla="*/ 1007193 h 1464467"/>
              <a:gd name="connsiteX4" fmla="*/ 534143 w 950118"/>
              <a:gd name="connsiteY4" fmla="*/ 1464467 h 1464467"/>
              <a:gd name="connsiteX5" fmla="*/ 525809 w 950118"/>
              <a:gd name="connsiteY5" fmla="*/ 1463322 h 1464467"/>
              <a:gd name="connsiteX6" fmla="*/ 525809 w 950118"/>
              <a:gd name="connsiteY6" fmla="*/ 950118 h 1464467"/>
              <a:gd name="connsiteX7" fmla="*/ 0 w 950118"/>
              <a:gd name="connsiteY7" fmla="*/ 950118 h 1464467"/>
              <a:gd name="connsiteX0-1" fmla="*/ 0 w 950118"/>
              <a:gd name="connsiteY0-2" fmla="*/ 0 h 1464467"/>
              <a:gd name="connsiteX1-3" fmla="*/ 950118 w 950118"/>
              <a:gd name="connsiteY1-4" fmla="*/ 0 h 1464467"/>
              <a:gd name="connsiteX2-5" fmla="*/ 950118 w 950118"/>
              <a:gd name="connsiteY2-6" fmla="*/ 950118 h 1464467"/>
              <a:gd name="connsiteX3-7" fmla="*/ 534143 w 950118"/>
              <a:gd name="connsiteY3-8" fmla="*/ 1464467 h 1464467"/>
              <a:gd name="connsiteX4-9" fmla="*/ 525809 w 950118"/>
              <a:gd name="connsiteY4-10" fmla="*/ 1463322 h 1464467"/>
              <a:gd name="connsiteX5-11" fmla="*/ 525809 w 950118"/>
              <a:gd name="connsiteY5-12" fmla="*/ 950118 h 1464467"/>
              <a:gd name="connsiteX6-13" fmla="*/ 0 w 950118"/>
              <a:gd name="connsiteY6-14" fmla="*/ 950118 h 1464467"/>
              <a:gd name="connsiteX7-15" fmla="*/ 0 w 950118"/>
              <a:gd name="connsiteY7-16" fmla="*/ 0 h 1464467"/>
              <a:gd name="connsiteX0-17" fmla="*/ 0 w 950118"/>
              <a:gd name="connsiteY0-18" fmla="*/ 0 h 1464467"/>
              <a:gd name="connsiteX1-19" fmla="*/ 950118 w 950118"/>
              <a:gd name="connsiteY1-20" fmla="*/ 0 h 1464467"/>
              <a:gd name="connsiteX2-21" fmla="*/ 950118 w 950118"/>
              <a:gd name="connsiteY2-22" fmla="*/ 950118 h 1464467"/>
              <a:gd name="connsiteX3-23" fmla="*/ 534143 w 950118"/>
              <a:gd name="connsiteY3-24" fmla="*/ 1464467 h 1464467"/>
              <a:gd name="connsiteX4-25" fmla="*/ 525809 w 950118"/>
              <a:gd name="connsiteY4-26" fmla="*/ 1463322 h 1464467"/>
              <a:gd name="connsiteX5-27" fmla="*/ 525809 w 950118"/>
              <a:gd name="connsiteY5-28" fmla="*/ 950118 h 1464467"/>
              <a:gd name="connsiteX6-29" fmla="*/ 0 w 950118"/>
              <a:gd name="connsiteY6-30" fmla="*/ 950118 h 1464467"/>
              <a:gd name="connsiteX7-31" fmla="*/ 0 w 950118"/>
              <a:gd name="connsiteY7-32" fmla="*/ 0 h 1464467"/>
              <a:gd name="connsiteX0-33" fmla="*/ 0 w 950118"/>
              <a:gd name="connsiteY0-34" fmla="*/ 0 h 1463322"/>
              <a:gd name="connsiteX1-35" fmla="*/ 950118 w 950118"/>
              <a:gd name="connsiteY1-36" fmla="*/ 0 h 1463322"/>
              <a:gd name="connsiteX2-37" fmla="*/ 950118 w 950118"/>
              <a:gd name="connsiteY2-38" fmla="*/ 950118 h 1463322"/>
              <a:gd name="connsiteX3-39" fmla="*/ 525809 w 950118"/>
              <a:gd name="connsiteY3-40" fmla="*/ 1463322 h 1463322"/>
              <a:gd name="connsiteX4-41" fmla="*/ 525809 w 950118"/>
              <a:gd name="connsiteY4-42" fmla="*/ 950118 h 1463322"/>
              <a:gd name="connsiteX5-43" fmla="*/ 0 w 950118"/>
              <a:gd name="connsiteY5-44" fmla="*/ 950118 h 1463322"/>
              <a:gd name="connsiteX6-45" fmla="*/ 0 w 950118"/>
              <a:gd name="connsiteY6-46" fmla="*/ 0 h 1463322"/>
              <a:gd name="connsiteX0-47" fmla="*/ 0 w 950118"/>
              <a:gd name="connsiteY0-48" fmla="*/ 0 h 1463322"/>
              <a:gd name="connsiteX1-49" fmla="*/ 950118 w 950118"/>
              <a:gd name="connsiteY1-50" fmla="*/ 0 h 1463322"/>
              <a:gd name="connsiteX2-51" fmla="*/ 950118 w 950118"/>
              <a:gd name="connsiteY2-52" fmla="*/ 950118 h 1463322"/>
              <a:gd name="connsiteX3-53" fmla="*/ 525809 w 950118"/>
              <a:gd name="connsiteY3-54" fmla="*/ 1463322 h 1463322"/>
              <a:gd name="connsiteX4-55" fmla="*/ 525809 w 950118"/>
              <a:gd name="connsiteY4-56" fmla="*/ 950118 h 1463322"/>
              <a:gd name="connsiteX5-57" fmla="*/ 0 w 950118"/>
              <a:gd name="connsiteY5-58" fmla="*/ 950118 h 1463322"/>
              <a:gd name="connsiteX6-59" fmla="*/ 0 w 950118"/>
              <a:gd name="connsiteY6-60" fmla="*/ 0 h 1463322"/>
              <a:gd name="connsiteX0-61" fmla="*/ 0 w 950118"/>
              <a:gd name="connsiteY0-62" fmla="*/ 0 h 1463322"/>
              <a:gd name="connsiteX1-63" fmla="*/ 950118 w 950118"/>
              <a:gd name="connsiteY1-64" fmla="*/ 0 h 1463322"/>
              <a:gd name="connsiteX2-65" fmla="*/ 950118 w 950118"/>
              <a:gd name="connsiteY2-66" fmla="*/ 923925 h 1463322"/>
              <a:gd name="connsiteX3-67" fmla="*/ 525809 w 950118"/>
              <a:gd name="connsiteY3-68" fmla="*/ 1463322 h 1463322"/>
              <a:gd name="connsiteX4-69" fmla="*/ 525809 w 950118"/>
              <a:gd name="connsiteY4-70" fmla="*/ 950118 h 1463322"/>
              <a:gd name="connsiteX5-71" fmla="*/ 0 w 950118"/>
              <a:gd name="connsiteY5-72" fmla="*/ 950118 h 1463322"/>
              <a:gd name="connsiteX6-73" fmla="*/ 0 w 950118"/>
              <a:gd name="connsiteY6-74" fmla="*/ 0 h 1463322"/>
              <a:gd name="connsiteX0-75" fmla="*/ 0 w 950118"/>
              <a:gd name="connsiteY0-76" fmla="*/ 0 h 1463322"/>
              <a:gd name="connsiteX1-77" fmla="*/ 950118 w 950118"/>
              <a:gd name="connsiteY1-78" fmla="*/ 0 h 1463322"/>
              <a:gd name="connsiteX2-79" fmla="*/ 950118 w 950118"/>
              <a:gd name="connsiteY2-80" fmla="*/ 923925 h 1463322"/>
              <a:gd name="connsiteX3-81" fmla="*/ 525809 w 950118"/>
              <a:gd name="connsiteY3-82" fmla="*/ 1463322 h 1463322"/>
              <a:gd name="connsiteX4-83" fmla="*/ 525809 w 950118"/>
              <a:gd name="connsiteY4-84" fmla="*/ 950118 h 1463322"/>
              <a:gd name="connsiteX5-85" fmla="*/ 0 w 950118"/>
              <a:gd name="connsiteY5-86" fmla="*/ 950118 h 1463322"/>
              <a:gd name="connsiteX6-87" fmla="*/ 0 w 950118"/>
              <a:gd name="connsiteY6-88" fmla="*/ 0 h 1463322"/>
              <a:gd name="connsiteX0-89" fmla="*/ 0 w 950118"/>
              <a:gd name="connsiteY0-90" fmla="*/ 0 h 1463322"/>
              <a:gd name="connsiteX1-91" fmla="*/ 950118 w 950118"/>
              <a:gd name="connsiteY1-92" fmla="*/ 0 h 1463322"/>
              <a:gd name="connsiteX2-93" fmla="*/ 950118 w 950118"/>
              <a:gd name="connsiteY2-94" fmla="*/ 923925 h 1463322"/>
              <a:gd name="connsiteX3-95" fmla="*/ 525809 w 950118"/>
              <a:gd name="connsiteY3-96" fmla="*/ 1463322 h 1463322"/>
              <a:gd name="connsiteX4-97" fmla="*/ 525809 w 950118"/>
              <a:gd name="connsiteY4-98" fmla="*/ 950118 h 1463322"/>
              <a:gd name="connsiteX5-99" fmla="*/ 0 w 950118"/>
              <a:gd name="connsiteY5-100" fmla="*/ 950118 h 1463322"/>
              <a:gd name="connsiteX6-101" fmla="*/ 0 w 950118"/>
              <a:gd name="connsiteY6-102" fmla="*/ 0 h 1463322"/>
              <a:gd name="connsiteX0-103" fmla="*/ 0 w 950118"/>
              <a:gd name="connsiteY0-104" fmla="*/ 0 h 1463322"/>
              <a:gd name="connsiteX1-105" fmla="*/ 950118 w 950118"/>
              <a:gd name="connsiteY1-106" fmla="*/ 0 h 1463322"/>
              <a:gd name="connsiteX2-107" fmla="*/ 950118 w 950118"/>
              <a:gd name="connsiteY2-108" fmla="*/ 923925 h 1463322"/>
              <a:gd name="connsiteX3-109" fmla="*/ 525809 w 950118"/>
              <a:gd name="connsiteY3-110" fmla="*/ 1463322 h 1463322"/>
              <a:gd name="connsiteX4-111" fmla="*/ 525809 w 950118"/>
              <a:gd name="connsiteY4-112" fmla="*/ 950118 h 1463322"/>
              <a:gd name="connsiteX5-113" fmla="*/ 0 w 950118"/>
              <a:gd name="connsiteY5-114" fmla="*/ 950118 h 1463322"/>
              <a:gd name="connsiteX6-115" fmla="*/ 0 w 950118"/>
              <a:gd name="connsiteY6-116" fmla="*/ 0 h 1463322"/>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950118" h="1463322">
                <a:moveTo>
                  <a:pt x="0" y="0"/>
                </a:moveTo>
                <a:lnTo>
                  <a:pt x="950118" y="0"/>
                </a:lnTo>
                <a:lnTo>
                  <a:pt x="950118" y="923925"/>
                </a:lnTo>
                <a:cubicBezTo>
                  <a:pt x="946074" y="1377362"/>
                  <a:pt x="596527" y="1463322"/>
                  <a:pt x="525809" y="1463322"/>
                </a:cubicBezTo>
                <a:lnTo>
                  <a:pt x="525809" y="950118"/>
                </a:lnTo>
                <a:lnTo>
                  <a:pt x="0" y="950118"/>
                </a:lnTo>
                <a:lnTo>
                  <a:pt x="0" y="0"/>
                </a:lnTo>
                <a:close/>
              </a:path>
            </a:pathLst>
          </a:custGeom>
          <a:solidFill>
            <a:srgbClr val="6969C7"/>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lnSpc>
                <a:spcPct val="120000"/>
              </a:lnSpc>
            </a:pPr>
            <a:endParaRPr lang="zh-CN" altLang="en-US" sz="1350">
              <a:solidFill>
                <a:srgbClr val="FFFFFF"/>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9" name="任意多边形: 形状 8"/>
          <p:cNvSpPr>
            <a:spLocks noChangeAspect="1"/>
          </p:cNvSpPr>
          <p:nvPr>
            <p:custDataLst>
              <p:tags r:id="rId4"/>
            </p:custDataLst>
          </p:nvPr>
        </p:nvSpPr>
        <p:spPr>
          <a:xfrm>
            <a:off x="4048125" y="2985611"/>
            <a:ext cx="233363" cy="359569"/>
          </a:xfrm>
          <a:custGeom>
            <a:avLst/>
            <a:gdLst>
              <a:gd name="connsiteX0" fmla="*/ 0 w 950118"/>
              <a:gd name="connsiteY0" fmla="*/ 0 h 1464467"/>
              <a:gd name="connsiteX1" fmla="*/ 950118 w 950118"/>
              <a:gd name="connsiteY1" fmla="*/ 0 h 1464467"/>
              <a:gd name="connsiteX2" fmla="*/ 950118 w 950118"/>
              <a:gd name="connsiteY2" fmla="*/ 950118 h 1464467"/>
              <a:gd name="connsiteX3" fmla="*/ 945895 w 950118"/>
              <a:gd name="connsiteY3" fmla="*/ 1007193 h 1464467"/>
              <a:gd name="connsiteX4" fmla="*/ 534143 w 950118"/>
              <a:gd name="connsiteY4" fmla="*/ 1464467 h 1464467"/>
              <a:gd name="connsiteX5" fmla="*/ 525809 w 950118"/>
              <a:gd name="connsiteY5" fmla="*/ 1463322 h 1464467"/>
              <a:gd name="connsiteX6" fmla="*/ 525809 w 950118"/>
              <a:gd name="connsiteY6" fmla="*/ 950118 h 1464467"/>
              <a:gd name="connsiteX7" fmla="*/ 0 w 950118"/>
              <a:gd name="connsiteY7" fmla="*/ 950118 h 1464467"/>
              <a:gd name="connsiteX0-1" fmla="*/ 0 w 950118"/>
              <a:gd name="connsiteY0-2" fmla="*/ 0 h 1464467"/>
              <a:gd name="connsiteX1-3" fmla="*/ 950118 w 950118"/>
              <a:gd name="connsiteY1-4" fmla="*/ 0 h 1464467"/>
              <a:gd name="connsiteX2-5" fmla="*/ 950118 w 950118"/>
              <a:gd name="connsiteY2-6" fmla="*/ 950118 h 1464467"/>
              <a:gd name="connsiteX3-7" fmla="*/ 534143 w 950118"/>
              <a:gd name="connsiteY3-8" fmla="*/ 1464467 h 1464467"/>
              <a:gd name="connsiteX4-9" fmla="*/ 525809 w 950118"/>
              <a:gd name="connsiteY4-10" fmla="*/ 1463322 h 1464467"/>
              <a:gd name="connsiteX5-11" fmla="*/ 525809 w 950118"/>
              <a:gd name="connsiteY5-12" fmla="*/ 950118 h 1464467"/>
              <a:gd name="connsiteX6-13" fmla="*/ 0 w 950118"/>
              <a:gd name="connsiteY6-14" fmla="*/ 950118 h 1464467"/>
              <a:gd name="connsiteX7-15" fmla="*/ 0 w 950118"/>
              <a:gd name="connsiteY7-16" fmla="*/ 0 h 1464467"/>
              <a:gd name="connsiteX0-17" fmla="*/ 0 w 950118"/>
              <a:gd name="connsiteY0-18" fmla="*/ 0 h 1464467"/>
              <a:gd name="connsiteX1-19" fmla="*/ 950118 w 950118"/>
              <a:gd name="connsiteY1-20" fmla="*/ 0 h 1464467"/>
              <a:gd name="connsiteX2-21" fmla="*/ 950118 w 950118"/>
              <a:gd name="connsiteY2-22" fmla="*/ 950118 h 1464467"/>
              <a:gd name="connsiteX3-23" fmla="*/ 534143 w 950118"/>
              <a:gd name="connsiteY3-24" fmla="*/ 1464467 h 1464467"/>
              <a:gd name="connsiteX4-25" fmla="*/ 525809 w 950118"/>
              <a:gd name="connsiteY4-26" fmla="*/ 1463322 h 1464467"/>
              <a:gd name="connsiteX5-27" fmla="*/ 525809 w 950118"/>
              <a:gd name="connsiteY5-28" fmla="*/ 950118 h 1464467"/>
              <a:gd name="connsiteX6-29" fmla="*/ 0 w 950118"/>
              <a:gd name="connsiteY6-30" fmla="*/ 950118 h 1464467"/>
              <a:gd name="connsiteX7-31" fmla="*/ 0 w 950118"/>
              <a:gd name="connsiteY7-32" fmla="*/ 0 h 1464467"/>
              <a:gd name="connsiteX0-33" fmla="*/ 0 w 950118"/>
              <a:gd name="connsiteY0-34" fmla="*/ 0 h 1463322"/>
              <a:gd name="connsiteX1-35" fmla="*/ 950118 w 950118"/>
              <a:gd name="connsiteY1-36" fmla="*/ 0 h 1463322"/>
              <a:gd name="connsiteX2-37" fmla="*/ 950118 w 950118"/>
              <a:gd name="connsiteY2-38" fmla="*/ 950118 h 1463322"/>
              <a:gd name="connsiteX3-39" fmla="*/ 525809 w 950118"/>
              <a:gd name="connsiteY3-40" fmla="*/ 1463322 h 1463322"/>
              <a:gd name="connsiteX4-41" fmla="*/ 525809 w 950118"/>
              <a:gd name="connsiteY4-42" fmla="*/ 950118 h 1463322"/>
              <a:gd name="connsiteX5-43" fmla="*/ 0 w 950118"/>
              <a:gd name="connsiteY5-44" fmla="*/ 950118 h 1463322"/>
              <a:gd name="connsiteX6-45" fmla="*/ 0 w 950118"/>
              <a:gd name="connsiteY6-46" fmla="*/ 0 h 1463322"/>
              <a:gd name="connsiteX0-47" fmla="*/ 0 w 950118"/>
              <a:gd name="connsiteY0-48" fmla="*/ 0 h 1463322"/>
              <a:gd name="connsiteX1-49" fmla="*/ 950118 w 950118"/>
              <a:gd name="connsiteY1-50" fmla="*/ 0 h 1463322"/>
              <a:gd name="connsiteX2-51" fmla="*/ 950118 w 950118"/>
              <a:gd name="connsiteY2-52" fmla="*/ 950118 h 1463322"/>
              <a:gd name="connsiteX3-53" fmla="*/ 525809 w 950118"/>
              <a:gd name="connsiteY3-54" fmla="*/ 1463322 h 1463322"/>
              <a:gd name="connsiteX4-55" fmla="*/ 525809 w 950118"/>
              <a:gd name="connsiteY4-56" fmla="*/ 950118 h 1463322"/>
              <a:gd name="connsiteX5-57" fmla="*/ 0 w 950118"/>
              <a:gd name="connsiteY5-58" fmla="*/ 950118 h 1463322"/>
              <a:gd name="connsiteX6-59" fmla="*/ 0 w 950118"/>
              <a:gd name="connsiteY6-60" fmla="*/ 0 h 1463322"/>
              <a:gd name="connsiteX0-61" fmla="*/ 0 w 950118"/>
              <a:gd name="connsiteY0-62" fmla="*/ 0 h 1463322"/>
              <a:gd name="connsiteX1-63" fmla="*/ 950118 w 950118"/>
              <a:gd name="connsiteY1-64" fmla="*/ 0 h 1463322"/>
              <a:gd name="connsiteX2-65" fmla="*/ 950118 w 950118"/>
              <a:gd name="connsiteY2-66" fmla="*/ 923925 h 1463322"/>
              <a:gd name="connsiteX3-67" fmla="*/ 525809 w 950118"/>
              <a:gd name="connsiteY3-68" fmla="*/ 1463322 h 1463322"/>
              <a:gd name="connsiteX4-69" fmla="*/ 525809 w 950118"/>
              <a:gd name="connsiteY4-70" fmla="*/ 950118 h 1463322"/>
              <a:gd name="connsiteX5-71" fmla="*/ 0 w 950118"/>
              <a:gd name="connsiteY5-72" fmla="*/ 950118 h 1463322"/>
              <a:gd name="connsiteX6-73" fmla="*/ 0 w 950118"/>
              <a:gd name="connsiteY6-74" fmla="*/ 0 h 1463322"/>
              <a:gd name="connsiteX0-75" fmla="*/ 0 w 950118"/>
              <a:gd name="connsiteY0-76" fmla="*/ 0 h 1463322"/>
              <a:gd name="connsiteX1-77" fmla="*/ 950118 w 950118"/>
              <a:gd name="connsiteY1-78" fmla="*/ 0 h 1463322"/>
              <a:gd name="connsiteX2-79" fmla="*/ 950118 w 950118"/>
              <a:gd name="connsiteY2-80" fmla="*/ 923925 h 1463322"/>
              <a:gd name="connsiteX3-81" fmla="*/ 525809 w 950118"/>
              <a:gd name="connsiteY3-82" fmla="*/ 1463322 h 1463322"/>
              <a:gd name="connsiteX4-83" fmla="*/ 525809 w 950118"/>
              <a:gd name="connsiteY4-84" fmla="*/ 950118 h 1463322"/>
              <a:gd name="connsiteX5-85" fmla="*/ 0 w 950118"/>
              <a:gd name="connsiteY5-86" fmla="*/ 950118 h 1463322"/>
              <a:gd name="connsiteX6-87" fmla="*/ 0 w 950118"/>
              <a:gd name="connsiteY6-88" fmla="*/ 0 h 1463322"/>
              <a:gd name="connsiteX0-89" fmla="*/ 0 w 950118"/>
              <a:gd name="connsiteY0-90" fmla="*/ 0 h 1463322"/>
              <a:gd name="connsiteX1-91" fmla="*/ 950118 w 950118"/>
              <a:gd name="connsiteY1-92" fmla="*/ 0 h 1463322"/>
              <a:gd name="connsiteX2-93" fmla="*/ 950118 w 950118"/>
              <a:gd name="connsiteY2-94" fmla="*/ 923925 h 1463322"/>
              <a:gd name="connsiteX3-95" fmla="*/ 525809 w 950118"/>
              <a:gd name="connsiteY3-96" fmla="*/ 1463322 h 1463322"/>
              <a:gd name="connsiteX4-97" fmla="*/ 525809 w 950118"/>
              <a:gd name="connsiteY4-98" fmla="*/ 950118 h 1463322"/>
              <a:gd name="connsiteX5-99" fmla="*/ 0 w 950118"/>
              <a:gd name="connsiteY5-100" fmla="*/ 950118 h 1463322"/>
              <a:gd name="connsiteX6-101" fmla="*/ 0 w 950118"/>
              <a:gd name="connsiteY6-102" fmla="*/ 0 h 1463322"/>
              <a:gd name="connsiteX0-103" fmla="*/ 0 w 950118"/>
              <a:gd name="connsiteY0-104" fmla="*/ 0 h 1463322"/>
              <a:gd name="connsiteX1-105" fmla="*/ 950118 w 950118"/>
              <a:gd name="connsiteY1-106" fmla="*/ 0 h 1463322"/>
              <a:gd name="connsiteX2-107" fmla="*/ 950118 w 950118"/>
              <a:gd name="connsiteY2-108" fmla="*/ 923925 h 1463322"/>
              <a:gd name="connsiteX3-109" fmla="*/ 525809 w 950118"/>
              <a:gd name="connsiteY3-110" fmla="*/ 1463322 h 1463322"/>
              <a:gd name="connsiteX4-111" fmla="*/ 525809 w 950118"/>
              <a:gd name="connsiteY4-112" fmla="*/ 950118 h 1463322"/>
              <a:gd name="connsiteX5-113" fmla="*/ 0 w 950118"/>
              <a:gd name="connsiteY5-114" fmla="*/ 950118 h 1463322"/>
              <a:gd name="connsiteX6-115" fmla="*/ 0 w 950118"/>
              <a:gd name="connsiteY6-116" fmla="*/ 0 h 1463322"/>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950118" h="1463322">
                <a:moveTo>
                  <a:pt x="0" y="0"/>
                </a:moveTo>
                <a:lnTo>
                  <a:pt x="950118" y="0"/>
                </a:lnTo>
                <a:lnTo>
                  <a:pt x="950118" y="923925"/>
                </a:lnTo>
                <a:cubicBezTo>
                  <a:pt x="946074" y="1377362"/>
                  <a:pt x="596527" y="1463322"/>
                  <a:pt x="525809" y="1463322"/>
                </a:cubicBezTo>
                <a:lnTo>
                  <a:pt x="525809" y="950118"/>
                </a:lnTo>
                <a:lnTo>
                  <a:pt x="0" y="950118"/>
                </a:lnTo>
                <a:lnTo>
                  <a:pt x="0" y="0"/>
                </a:lnTo>
                <a:close/>
              </a:path>
            </a:pathLst>
          </a:custGeom>
          <a:solidFill>
            <a:srgbClr val="6969C7"/>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lnSpc>
                <a:spcPct val="120000"/>
              </a:lnSpc>
            </a:pPr>
            <a:endParaRPr lang="zh-CN" altLang="en-US" sz="1350">
              <a:solidFill>
                <a:srgbClr val="FFFFFF"/>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4" name="文本框 3"/>
          <p:cNvSpPr txBox="1"/>
          <p:nvPr>
            <p:custDataLst>
              <p:tags r:id="rId5"/>
            </p:custDataLst>
          </p:nvPr>
        </p:nvSpPr>
        <p:spPr>
          <a:xfrm>
            <a:off x="5233035" y="1727835"/>
            <a:ext cx="2590800" cy="1616710"/>
          </a:xfrm>
          <a:prstGeom prst="rect">
            <a:avLst/>
          </a:prstGeom>
          <a:noFill/>
        </p:spPr>
        <p:txBody>
          <a:bodyPr wrap="square" lIns="67500" tIns="35100" rIns="67500" bIns="35100" rtlCol="0" anchor="ctr" anchorCtr="0">
            <a:normAutofit/>
          </a:bodyPr>
          <a:lstStyle>
            <a:defPPr>
              <a:defRPr lang="zh-CN"/>
            </a:defPPr>
            <a:lvl1pPr fontAlgn="auto">
              <a:lnSpc>
                <a:spcPct val="130000"/>
              </a:lnSpc>
              <a:spcAft>
                <a:spcPts val="1000"/>
              </a:spcAft>
              <a:defRPr sz="1600" spc="150"/>
            </a:lvl1pPr>
          </a:lstStyle>
          <a:p>
            <a:pPr marL="0" lvl="0" indent="-360045" algn="l" fontAlgn="ctr">
              <a:lnSpc>
                <a:spcPct val="120000"/>
              </a:lnSpc>
              <a:spcBef>
                <a:spcPts val="0"/>
              </a:spcBef>
              <a:spcAft>
                <a:spcPts val="0"/>
              </a:spcAft>
              <a:buClr>
                <a:srgbClr val="6CA5E9"/>
              </a:buClr>
              <a:buSzPct val="100000"/>
              <a:buFont typeface="WPS-Bullets" pitchFamily="2" charset="0"/>
              <a:buNone/>
            </a:pPr>
            <a:r>
              <a:rPr lang="en-US" altLang="zh-CN" sz="120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6.</a:t>
            </a:r>
            <a:r>
              <a:rPr lang="zh-CN" altLang="en-US" sz="120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依次单击“确定”按钮关闭对话框。返回到“网络连接”窗口，在窗口中可以看到网络已经连接到Internet，完成网络设置。</a:t>
            </a:r>
            <a:endParaRPr lang="zh-CN" altLang="en-US" sz="1200">
              <a:solidFill>
                <a:srgbClr val="404040"/>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6" name="文本框 15"/>
          <p:cNvSpPr txBox="1"/>
          <p:nvPr>
            <p:custDataLst>
              <p:tags r:id="rId6"/>
            </p:custDataLst>
          </p:nvPr>
        </p:nvSpPr>
        <p:spPr>
          <a:xfrm>
            <a:off x="1637348" y="1863566"/>
            <a:ext cx="2490788" cy="1068705"/>
          </a:xfrm>
          <a:prstGeom prst="rect">
            <a:avLst/>
          </a:prstGeom>
          <a:noFill/>
        </p:spPr>
        <p:txBody>
          <a:bodyPr wrap="square" lIns="67500" tIns="35100" rIns="67500" bIns="35100" rtlCol="0" anchor="ctr" anchorCtr="0">
            <a:normAutofit/>
          </a:bodyPr>
          <a:lstStyle/>
          <a:p>
            <a:pPr marL="0" indent="0" algn="ctr" fontAlgn="auto">
              <a:lnSpc>
                <a:spcPct val="120000"/>
              </a:lnSpc>
              <a:spcBef>
                <a:spcPts val="0"/>
              </a:spcBef>
              <a:spcAft>
                <a:spcPts val="0"/>
              </a:spcAft>
              <a:buSzPct val="100000"/>
              <a:buNone/>
            </a:pPr>
            <a:r>
              <a:rPr lang="zh-CN" altLang="en-US" sz="2200" b="1" spc="300" dirty="0">
                <a:solidFill>
                  <a:srgbClr val="404040"/>
                </a:solidFill>
                <a:latin typeface="微软雅黑" panose="020B0503020204020204" pitchFamily="34" charset="-122"/>
                <a:ea typeface="微软雅黑" panose="020B0503020204020204" pitchFamily="34" charset="-122"/>
                <a:sym typeface="+mn-ea"/>
              </a:rPr>
              <a:t>接入局域网具体设置方法如下。</a:t>
            </a:r>
            <a:endParaRPr lang="zh-CN" altLang="en-US" sz="2200" b="1" spc="300" dirty="0">
              <a:solidFill>
                <a:srgbClr val="404040"/>
              </a:solidFill>
              <a:latin typeface="微软雅黑" panose="020B0503020204020204" pitchFamily="34" charset="-122"/>
              <a:ea typeface="微软雅黑" panose="020B0503020204020204" pitchFamily="34" charset="-122"/>
              <a:sym typeface="+mn-ea"/>
            </a:endParaRPr>
          </a:p>
        </p:txBody>
      </p:sp>
      <p:sp>
        <p:nvSpPr>
          <p:cNvPr id="11" name="任意多边形: 形状 10"/>
          <p:cNvSpPr>
            <a:spLocks noChangeAspect="1"/>
          </p:cNvSpPr>
          <p:nvPr>
            <p:custDataLst>
              <p:tags r:id="rId7"/>
            </p:custDataLst>
          </p:nvPr>
        </p:nvSpPr>
        <p:spPr>
          <a:xfrm>
            <a:off x="1331119" y="1450658"/>
            <a:ext cx="240506" cy="359569"/>
          </a:xfrm>
          <a:custGeom>
            <a:avLst/>
            <a:gdLst>
              <a:gd name="connsiteX0" fmla="*/ 139021 w 311296"/>
              <a:gd name="connsiteY0" fmla="*/ 0 h 479441"/>
              <a:gd name="connsiteX1" fmla="*/ 139021 w 311296"/>
              <a:gd name="connsiteY1" fmla="*/ 168145 h 479441"/>
              <a:gd name="connsiteX2" fmla="*/ 311296 w 311296"/>
              <a:gd name="connsiteY2" fmla="*/ 168145 h 479441"/>
              <a:gd name="connsiteX3" fmla="*/ 311296 w 311296"/>
              <a:gd name="connsiteY3" fmla="*/ 479441 h 479441"/>
              <a:gd name="connsiteX4" fmla="*/ 0 w 311296"/>
              <a:gd name="connsiteY4" fmla="*/ 479441 h 479441"/>
              <a:gd name="connsiteX5" fmla="*/ 0 w 311296"/>
              <a:gd name="connsiteY5" fmla="*/ 176727 h 479441"/>
              <a:gd name="connsiteX6" fmla="*/ 139021 w 311296"/>
              <a:gd name="connsiteY6" fmla="*/ 0 h 4794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11296" h="479441">
                <a:moveTo>
                  <a:pt x="139021" y="0"/>
                </a:moveTo>
                <a:lnTo>
                  <a:pt x="139021" y="168145"/>
                </a:lnTo>
                <a:lnTo>
                  <a:pt x="311296" y="168145"/>
                </a:lnTo>
                <a:lnTo>
                  <a:pt x="311296" y="479441"/>
                </a:lnTo>
                <a:lnTo>
                  <a:pt x="0" y="479441"/>
                </a:lnTo>
                <a:lnTo>
                  <a:pt x="0" y="176727"/>
                </a:lnTo>
                <a:cubicBezTo>
                  <a:pt x="1325" y="28164"/>
                  <a:pt x="115851" y="0"/>
                  <a:pt x="139021" y="0"/>
                </a:cubicBezTo>
                <a:close/>
              </a:path>
            </a:pathLst>
          </a:custGeom>
          <a:solidFill>
            <a:srgbClr val="6969C7"/>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lnSpc>
                <a:spcPct val="120000"/>
              </a:lnSpc>
            </a:pPr>
            <a:endParaRPr lang="zh-CN" altLang="en-US" sz="1350">
              <a:solidFill>
                <a:srgbClr val="FFFFFF"/>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12" name="任意多边形: 形状 11"/>
          <p:cNvSpPr>
            <a:spLocks noChangeAspect="1"/>
          </p:cNvSpPr>
          <p:nvPr>
            <p:custDataLst>
              <p:tags r:id="rId8"/>
            </p:custDataLst>
          </p:nvPr>
        </p:nvSpPr>
        <p:spPr>
          <a:xfrm>
            <a:off x="1637348" y="1450658"/>
            <a:ext cx="240506" cy="359569"/>
          </a:xfrm>
          <a:custGeom>
            <a:avLst/>
            <a:gdLst>
              <a:gd name="connsiteX0" fmla="*/ 139021 w 311296"/>
              <a:gd name="connsiteY0" fmla="*/ 0 h 479441"/>
              <a:gd name="connsiteX1" fmla="*/ 139021 w 311296"/>
              <a:gd name="connsiteY1" fmla="*/ 168145 h 479441"/>
              <a:gd name="connsiteX2" fmla="*/ 311296 w 311296"/>
              <a:gd name="connsiteY2" fmla="*/ 168145 h 479441"/>
              <a:gd name="connsiteX3" fmla="*/ 311296 w 311296"/>
              <a:gd name="connsiteY3" fmla="*/ 479441 h 479441"/>
              <a:gd name="connsiteX4" fmla="*/ 0 w 311296"/>
              <a:gd name="connsiteY4" fmla="*/ 479441 h 479441"/>
              <a:gd name="connsiteX5" fmla="*/ 0 w 311296"/>
              <a:gd name="connsiteY5" fmla="*/ 176727 h 479441"/>
              <a:gd name="connsiteX6" fmla="*/ 139021 w 311296"/>
              <a:gd name="connsiteY6" fmla="*/ 0 h 4794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11296" h="479441">
                <a:moveTo>
                  <a:pt x="139021" y="0"/>
                </a:moveTo>
                <a:lnTo>
                  <a:pt x="139021" y="168145"/>
                </a:lnTo>
                <a:lnTo>
                  <a:pt x="311296" y="168145"/>
                </a:lnTo>
                <a:lnTo>
                  <a:pt x="311296" y="479441"/>
                </a:lnTo>
                <a:lnTo>
                  <a:pt x="0" y="479441"/>
                </a:lnTo>
                <a:lnTo>
                  <a:pt x="0" y="176727"/>
                </a:lnTo>
                <a:cubicBezTo>
                  <a:pt x="1325" y="28164"/>
                  <a:pt x="115851" y="0"/>
                  <a:pt x="139021" y="0"/>
                </a:cubicBezTo>
                <a:close/>
              </a:path>
            </a:pathLst>
          </a:custGeom>
          <a:solidFill>
            <a:srgbClr val="6969C7"/>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lnSpc>
                <a:spcPct val="120000"/>
              </a:lnSpc>
            </a:pPr>
            <a:endParaRPr lang="zh-CN" altLang="en-US" sz="1350">
              <a:solidFill>
                <a:srgbClr val="FFFFFF"/>
              </a:solidFill>
              <a:latin typeface="微软雅黑" panose="020B0503020204020204" pitchFamily="34" charset="-122"/>
              <a:ea typeface="微软雅黑" panose="020B0503020204020204" pitchFamily="34" charset="-122"/>
              <a:sym typeface="Arial" panose="020B0604020202020204" pitchFamily="34" charset="0"/>
            </a:endParaRPr>
          </a:p>
        </p:txBody>
      </p:sp>
      <p:pic>
        <p:nvPicPr>
          <p:cNvPr id="160" name="图片 159"/>
          <p:cNvPicPr>
            <a:picLocks noChangeAspect="1"/>
          </p:cNvPicPr>
          <p:nvPr userDrawn="1">
            <p:custDataLst>
              <p:tags r:id="rId9"/>
            </p:custDataLst>
          </p:nvPr>
        </p:nvPicPr>
        <p:blipFill>
          <a:blip r:embed="rId10">
            <a:extLst>
              <a:ext uri="{28A0092B-C50C-407E-A947-70E740481C1C}">
                <a14:useLocalDpi xmlns:a14="http://schemas.microsoft.com/office/drawing/2010/main" val="0"/>
              </a:ext>
            </a:extLst>
          </a:blip>
          <a:stretch>
            <a:fillRect/>
          </a:stretch>
        </p:blipFill>
        <p:spPr>
          <a:xfrm>
            <a:off x="7931976" y="3954677"/>
            <a:ext cx="1101947" cy="1188823"/>
          </a:xfrm>
          <a:prstGeom prst="rect">
            <a:avLst/>
          </a:prstGeom>
        </p:spPr>
      </p:pic>
    </p:spTree>
    <p:custDataLst>
      <p:tags r:id="rId11"/>
    </p:custData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160" name="图片 159"/>
          <p:cNvPicPr>
            <a:picLocks noChangeAspect="1"/>
          </p:cNvPicPr>
          <p:nvPr userDrawn="1">
            <p:custDataLst>
              <p:tags r:id="rId1"/>
            </p:custDataLst>
          </p:nvPr>
        </p:nvPicPr>
        <p:blipFill>
          <a:blip r:embed="rId2">
            <a:extLst>
              <a:ext uri="{28A0092B-C50C-407E-A947-70E740481C1C}">
                <a14:useLocalDpi xmlns:a14="http://schemas.microsoft.com/office/drawing/2010/main" val="0"/>
              </a:ext>
            </a:extLst>
          </a:blip>
          <a:stretch>
            <a:fillRect/>
          </a:stretch>
        </p:blipFill>
        <p:spPr>
          <a:xfrm>
            <a:off x="7931976" y="3954677"/>
            <a:ext cx="1101947" cy="1188823"/>
          </a:xfrm>
          <a:prstGeom prst="rect">
            <a:avLst/>
          </a:prstGeom>
        </p:spPr>
      </p:pic>
      <p:sp>
        <p:nvSpPr>
          <p:cNvPr id="4" name="矩形 3"/>
          <p:cNvSpPr/>
          <p:nvPr>
            <p:custDataLst>
              <p:tags r:id="rId3"/>
            </p:custDataLst>
          </p:nvPr>
        </p:nvSpPr>
        <p:spPr>
          <a:xfrm>
            <a:off x="0" y="0"/>
            <a:ext cx="9144000" cy="5143500"/>
          </a:xfrm>
          <a:prstGeom prst="rect">
            <a:avLst/>
          </a:prstGeom>
          <a:pattFill prst="dotGrid">
            <a:fgClr>
              <a:srgbClr val="D9D9D9"/>
            </a:fgClr>
            <a:bgClr>
              <a:srgbClr val="D9D9D9"/>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solidFill>
                <a:srgbClr val="FFFFFF"/>
              </a:solidFill>
              <a:latin typeface="微软雅黑" panose="020B0503020204020204" pitchFamily="34" charset="-122"/>
              <a:ea typeface="微软雅黑" panose="020B0503020204020204" pitchFamily="34" charset="-122"/>
            </a:endParaRPr>
          </a:p>
        </p:txBody>
      </p:sp>
      <p:sp>
        <p:nvSpPr>
          <p:cNvPr id="8" name="任意多边形: 形状 7"/>
          <p:cNvSpPr/>
          <p:nvPr>
            <p:custDataLst>
              <p:tags r:id="rId4"/>
            </p:custDataLst>
          </p:nvPr>
        </p:nvSpPr>
        <p:spPr>
          <a:xfrm>
            <a:off x="0" y="0"/>
            <a:ext cx="5786226" cy="5143500"/>
          </a:xfrm>
          <a:custGeom>
            <a:avLst/>
            <a:gdLst>
              <a:gd name="connsiteX0" fmla="*/ 1736336 w 7714968"/>
              <a:gd name="connsiteY0" fmla="*/ 0 h 6858000"/>
              <a:gd name="connsiteX1" fmla="*/ 5645816 w 7714968"/>
              <a:gd name="connsiteY1" fmla="*/ 0 h 6858000"/>
              <a:gd name="connsiteX2" fmla="*/ 5839302 w 7714968"/>
              <a:gd name="connsiteY2" fmla="*/ 113594 h 6858000"/>
              <a:gd name="connsiteX3" fmla="*/ 7714968 w 7714968"/>
              <a:gd name="connsiteY3" fmla="*/ 3516874 h 6858000"/>
              <a:gd name="connsiteX4" fmla="*/ 5940720 w 7714968"/>
              <a:gd name="connsiteY4" fmla="*/ 6853836 h 6858000"/>
              <a:gd name="connsiteX5" fmla="*/ 5934226 w 7714968"/>
              <a:gd name="connsiteY5" fmla="*/ 6858000 h 6858000"/>
              <a:gd name="connsiteX6" fmla="*/ 1447412 w 7714968"/>
              <a:gd name="connsiteY6" fmla="*/ 6858000 h 6858000"/>
              <a:gd name="connsiteX7" fmla="*/ 1440740 w 7714968"/>
              <a:gd name="connsiteY7" fmla="*/ 6853836 h 6858000"/>
              <a:gd name="connsiteX8" fmla="*/ 106742 w 7714968"/>
              <a:gd name="connsiteY8" fmla="*/ 5348915 h 6858000"/>
              <a:gd name="connsiteX9" fmla="*/ 0 w 7714968"/>
              <a:gd name="connsiteY9" fmla="*/ 5120268 h 6858000"/>
              <a:gd name="connsiteX10" fmla="*/ 0 w 7714968"/>
              <a:gd name="connsiteY10" fmla="*/ 1910728 h 6858000"/>
              <a:gd name="connsiteX11" fmla="*/ 2094 w 7714968"/>
              <a:gd name="connsiteY11" fmla="*/ 1905464 h 6858000"/>
              <a:gd name="connsiteX12" fmla="*/ 1486117 w 7714968"/>
              <a:gd name="connsiteY12" fmla="*/ 14970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714968" h="6858000">
                <a:moveTo>
                  <a:pt x="1736336" y="0"/>
                </a:moveTo>
                <a:lnTo>
                  <a:pt x="5645816" y="0"/>
                </a:lnTo>
                <a:lnTo>
                  <a:pt x="5839302" y="113594"/>
                </a:lnTo>
                <a:cubicBezTo>
                  <a:pt x="6966500" y="826715"/>
                  <a:pt x="7714968" y="2084387"/>
                  <a:pt x="7714968" y="3516874"/>
                </a:cubicBezTo>
                <a:cubicBezTo>
                  <a:pt x="7714968" y="4905952"/>
                  <a:pt x="7011174" y="6130651"/>
                  <a:pt x="5940720" y="6853836"/>
                </a:cubicBezTo>
                <a:lnTo>
                  <a:pt x="5934226" y="6858000"/>
                </a:lnTo>
                <a:lnTo>
                  <a:pt x="1447412" y="6858000"/>
                </a:lnTo>
                <a:lnTo>
                  <a:pt x="1440740" y="6853836"/>
                </a:lnTo>
                <a:cubicBezTo>
                  <a:pt x="878752" y="6474164"/>
                  <a:pt x="417824" y="5956262"/>
                  <a:pt x="106742" y="5348915"/>
                </a:cubicBezTo>
                <a:lnTo>
                  <a:pt x="0" y="5120268"/>
                </a:lnTo>
                <a:lnTo>
                  <a:pt x="0" y="1910728"/>
                </a:lnTo>
                <a:lnTo>
                  <a:pt x="2094" y="1905464"/>
                </a:lnTo>
                <a:cubicBezTo>
                  <a:pt x="316870" y="1185936"/>
                  <a:pt x="836008" y="576218"/>
                  <a:pt x="1486117" y="149702"/>
                </a:cubicBezTo>
                <a:close/>
              </a:path>
            </a:pathLst>
          </a:custGeom>
          <a:solidFill>
            <a:srgbClr val="7F7F7F">
              <a:alpha val="2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rgbClr val="FFFFFF"/>
              </a:solidFill>
              <a:latin typeface="微软雅黑" panose="020B0503020204020204" pitchFamily="34" charset="-122"/>
              <a:ea typeface="微软雅黑" panose="020B0503020204020204" pitchFamily="34" charset="-122"/>
            </a:endParaRPr>
          </a:p>
        </p:txBody>
      </p:sp>
      <p:sp>
        <p:nvSpPr>
          <p:cNvPr id="9" name="任意多边形: 形状 8"/>
          <p:cNvSpPr/>
          <p:nvPr>
            <p:custDataLst>
              <p:tags r:id="rId5"/>
            </p:custDataLst>
          </p:nvPr>
        </p:nvSpPr>
        <p:spPr>
          <a:xfrm>
            <a:off x="138816" y="0"/>
            <a:ext cx="5485269" cy="5143500"/>
          </a:xfrm>
          <a:custGeom>
            <a:avLst/>
            <a:gdLst>
              <a:gd name="connsiteX0" fmla="*/ 2390577 w 7313692"/>
              <a:gd name="connsiteY0" fmla="*/ 0 h 6858000"/>
              <a:gd name="connsiteX1" fmla="*/ 4923117 w 7313692"/>
              <a:gd name="connsiteY1" fmla="*/ 0 h 6858000"/>
              <a:gd name="connsiteX2" fmla="*/ 5141490 w 7313692"/>
              <a:gd name="connsiteY2" fmla="*/ 86476 h 6858000"/>
              <a:gd name="connsiteX3" fmla="*/ 7313692 w 7313692"/>
              <a:gd name="connsiteY3" fmla="*/ 3429383 h 6858000"/>
              <a:gd name="connsiteX4" fmla="*/ 5141490 w 7313692"/>
              <a:gd name="connsiteY4" fmla="*/ 6772292 h 6858000"/>
              <a:gd name="connsiteX5" fmla="*/ 4925055 w 7313692"/>
              <a:gd name="connsiteY5" fmla="*/ 6858000 h 6858000"/>
              <a:gd name="connsiteX6" fmla="*/ 2388638 w 7313692"/>
              <a:gd name="connsiteY6" fmla="*/ 6858000 h 6858000"/>
              <a:gd name="connsiteX7" fmla="*/ 2172202 w 7313692"/>
              <a:gd name="connsiteY7" fmla="*/ 6772292 h 6858000"/>
              <a:gd name="connsiteX8" fmla="*/ 0 w 7313692"/>
              <a:gd name="connsiteY8" fmla="*/ 3429383 h 6858000"/>
              <a:gd name="connsiteX9" fmla="*/ 2172202 w 7313692"/>
              <a:gd name="connsiteY9" fmla="*/ 86476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313692" h="6858000">
                <a:moveTo>
                  <a:pt x="2390577" y="0"/>
                </a:moveTo>
                <a:lnTo>
                  <a:pt x="4923117" y="0"/>
                </a:lnTo>
                <a:lnTo>
                  <a:pt x="5141490" y="86476"/>
                </a:lnTo>
                <a:cubicBezTo>
                  <a:pt x="6421307" y="655715"/>
                  <a:pt x="7313692" y="1938335"/>
                  <a:pt x="7313692" y="3429383"/>
                </a:cubicBezTo>
                <a:cubicBezTo>
                  <a:pt x="7313692" y="4920432"/>
                  <a:pt x="6421308" y="6203052"/>
                  <a:pt x="5141490" y="6772292"/>
                </a:cubicBezTo>
                <a:lnTo>
                  <a:pt x="4925055" y="6858000"/>
                </a:lnTo>
                <a:lnTo>
                  <a:pt x="2388638" y="6858000"/>
                </a:lnTo>
                <a:lnTo>
                  <a:pt x="2172202" y="6772292"/>
                </a:lnTo>
                <a:cubicBezTo>
                  <a:pt x="892385" y="6203052"/>
                  <a:pt x="0" y="4920432"/>
                  <a:pt x="0" y="3429383"/>
                </a:cubicBezTo>
                <a:cubicBezTo>
                  <a:pt x="0" y="1938335"/>
                  <a:pt x="892385" y="655715"/>
                  <a:pt x="2172202" y="86476"/>
                </a:cubicBezTo>
                <a:close/>
              </a:path>
            </a:pathLst>
          </a:custGeom>
          <a:solidFill>
            <a:srgbClr val="8888D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rgbClr val="FFFFFF"/>
              </a:solidFill>
              <a:latin typeface="微软雅黑" panose="020B0503020204020204" pitchFamily="34" charset="-122"/>
              <a:ea typeface="微软雅黑" panose="020B0503020204020204" pitchFamily="34" charset="-122"/>
            </a:endParaRPr>
          </a:p>
        </p:txBody>
      </p:sp>
      <p:sp>
        <p:nvSpPr>
          <p:cNvPr id="10" name="任意多边形: 形状 9"/>
          <p:cNvSpPr/>
          <p:nvPr>
            <p:custDataLst>
              <p:tags r:id="rId6"/>
            </p:custDataLst>
          </p:nvPr>
        </p:nvSpPr>
        <p:spPr>
          <a:xfrm>
            <a:off x="6662674" y="4066152"/>
            <a:ext cx="2481326" cy="1077349"/>
          </a:xfrm>
          <a:custGeom>
            <a:avLst/>
            <a:gdLst>
              <a:gd name="connsiteX0" fmla="*/ 2072311 w 3308435"/>
              <a:gd name="connsiteY0" fmla="*/ 0 h 1436465"/>
              <a:gd name="connsiteX1" fmla="*/ 3175387 w 3308435"/>
              <a:gd name="connsiteY1" fmla="*/ 293607 h 1436465"/>
              <a:gd name="connsiteX2" fmla="*/ 3308435 w 3308435"/>
              <a:gd name="connsiteY2" fmla="*/ 376655 h 1436465"/>
              <a:gd name="connsiteX3" fmla="*/ 3308435 w 3308435"/>
              <a:gd name="connsiteY3" fmla="*/ 1436465 h 1436465"/>
              <a:gd name="connsiteX4" fmla="*/ 0 w 3308435"/>
              <a:gd name="connsiteY4" fmla="*/ 1436465 h 1436465"/>
              <a:gd name="connsiteX5" fmla="*/ 30369 w 3308435"/>
              <a:gd name="connsiteY5" fmla="*/ 1353490 h 1436465"/>
              <a:gd name="connsiteX6" fmla="*/ 2072311 w 3308435"/>
              <a:gd name="connsiteY6" fmla="*/ 0 h 14364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308435" h="1436465">
                <a:moveTo>
                  <a:pt x="2072311" y="0"/>
                </a:moveTo>
                <a:cubicBezTo>
                  <a:pt x="2473908" y="0"/>
                  <a:pt x="2850555" y="106824"/>
                  <a:pt x="3175387" y="293607"/>
                </a:cubicBezTo>
                <a:lnTo>
                  <a:pt x="3308435" y="376655"/>
                </a:lnTo>
                <a:lnTo>
                  <a:pt x="3308435" y="1436465"/>
                </a:lnTo>
                <a:lnTo>
                  <a:pt x="0" y="1436465"/>
                </a:lnTo>
                <a:lnTo>
                  <a:pt x="30369" y="1353490"/>
                </a:lnTo>
                <a:cubicBezTo>
                  <a:pt x="366790" y="558101"/>
                  <a:pt x="1154375" y="0"/>
                  <a:pt x="2072311" y="0"/>
                </a:cubicBezTo>
                <a:close/>
              </a:path>
            </a:pathLst>
          </a:custGeom>
          <a:solidFill>
            <a:srgbClr val="A5A5D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rgbClr val="FFFFFF"/>
              </a:solidFill>
              <a:latin typeface="微软雅黑" panose="020B0503020204020204" pitchFamily="34" charset="-122"/>
              <a:ea typeface="微软雅黑" panose="020B0503020204020204" pitchFamily="34" charset="-122"/>
            </a:endParaRPr>
          </a:p>
        </p:txBody>
      </p:sp>
      <p:sp>
        <p:nvSpPr>
          <p:cNvPr id="11" name="椭圆 10"/>
          <p:cNvSpPr/>
          <p:nvPr>
            <p:custDataLst>
              <p:tags r:id="rId7"/>
            </p:custDataLst>
          </p:nvPr>
        </p:nvSpPr>
        <p:spPr>
          <a:xfrm>
            <a:off x="337010" y="18658"/>
            <a:ext cx="5088882" cy="5088882"/>
          </a:xfrm>
          <a:prstGeom prst="ellipse">
            <a:avLst/>
          </a:prstGeom>
          <a:solidFill>
            <a:srgbClr val="FFFFFF"/>
          </a:solidFill>
          <a:ln>
            <a:solidFill>
              <a:srgbClr val="F2F2F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rgbClr val="FFFFFF"/>
              </a:solidFill>
              <a:latin typeface="微软雅黑" panose="020B0503020204020204" pitchFamily="34" charset="-122"/>
              <a:ea typeface="微软雅黑" panose="020B0503020204020204" pitchFamily="34" charset="-122"/>
            </a:endParaRPr>
          </a:p>
        </p:txBody>
      </p:sp>
      <p:sp>
        <p:nvSpPr>
          <p:cNvPr id="5" name="文本框 4"/>
          <p:cNvSpPr txBox="1"/>
          <p:nvPr>
            <p:custDataLst>
              <p:tags r:id="rId8"/>
            </p:custDataLst>
          </p:nvPr>
        </p:nvSpPr>
        <p:spPr>
          <a:xfrm>
            <a:off x="1618615" y="2125345"/>
            <a:ext cx="2616200" cy="1940560"/>
          </a:xfrm>
          <a:prstGeom prst="rect">
            <a:avLst/>
          </a:prstGeom>
          <a:noFill/>
        </p:spPr>
        <p:txBody>
          <a:bodyPr wrap="square" lIns="67627" tIns="35242" rIns="67627" bIns="35242" rtlCol="0">
            <a:noAutofit/>
          </a:bodyPr>
          <a:lstStyle>
            <a:defPPr>
              <a:defRPr lang="zh-CN"/>
            </a:defPPr>
            <a:lvl1pPr fontAlgn="auto">
              <a:lnSpc>
                <a:spcPct val="130000"/>
              </a:lnSpc>
              <a:spcAft>
                <a:spcPts val="1000"/>
              </a:spcAft>
              <a:defRPr sz="1600" spc="150"/>
            </a:lvl1pPr>
          </a:lstStyle>
          <a:p>
            <a:pPr marL="0" lvl="0" indent="-358775" algn="just" fontAlgn="ctr">
              <a:lnSpc>
                <a:spcPct val="130000"/>
              </a:lnSpc>
              <a:spcBef>
                <a:spcPts val="1000"/>
              </a:spcBef>
              <a:spcAft>
                <a:spcPts val="0"/>
              </a:spcAft>
              <a:buSzPct val="100000"/>
              <a:buFont typeface="WPS-Bullets" pitchFamily="2" charset="0"/>
              <a:buNone/>
            </a:pPr>
            <a:r>
              <a:rPr lang="zh-CN" altLang="en-US" sz="1200" b="1" kern="0" spc="0">
                <a:solidFill>
                  <a:srgbClr val="404040"/>
                </a:solidFill>
                <a:uFillTx/>
                <a:latin typeface="微软雅黑" panose="020B0503020204020204" pitchFamily="34" charset="-122"/>
                <a:ea typeface="微软雅黑" panose="020B0503020204020204" pitchFamily="34" charset="-122"/>
                <a:cs typeface="微软雅黑" panose="020B0503020204020204" pitchFamily="34" charset="-122"/>
              </a:rPr>
              <a:t>现在许多单位或家中的路由器会自动分配IP 地址，所以不用填写IP 地址等，默认使用“自动获得IP 地址”。也就是说，插入网线就可以用网络了，不用进行本节的设置。</a:t>
            </a:r>
            <a:endParaRPr lang="zh-CN" altLang="en-US" sz="1200" b="1" kern="0" spc="0">
              <a:solidFill>
                <a:srgbClr val="404040"/>
              </a:solidFill>
              <a:uFillTx/>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2" name="文本框 11"/>
          <p:cNvSpPr txBox="1"/>
          <p:nvPr>
            <p:custDataLst>
              <p:tags r:id="rId9"/>
            </p:custDataLst>
          </p:nvPr>
        </p:nvSpPr>
        <p:spPr>
          <a:xfrm>
            <a:off x="1618931" y="1332819"/>
            <a:ext cx="2724150" cy="468630"/>
          </a:xfrm>
          <a:prstGeom prst="rect">
            <a:avLst/>
          </a:prstGeom>
          <a:noFill/>
        </p:spPr>
        <p:txBody>
          <a:bodyPr wrap="none" lIns="67627" tIns="35242" rIns="67627" bIns="35242" rtlCol="0">
            <a:noAutofit/>
          </a:bodyPr>
          <a:lstStyle/>
          <a:p>
            <a:pPr marL="0" indent="0" algn="l">
              <a:lnSpc>
                <a:spcPct val="100000"/>
              </a:lnSpc>
              <a:spcBef>
                <a:spcPts val="0"/>
              </a:spcBef>
              <a:spcAft>
                <a:spcPts val="0"/>
              </a:spcAft>
              <a:buSzPct val="100000"/>
              <a:buNone/>
            </a:pPr>
            <a:r>
              <a:rPr lang="zh-CN" altLang="en-US" sz="2700" b="1" spc="300">
                <a:solidFill>
                  <a:srgbClr val="404040"/>
                </a:solidFill>
                <a:latin typeface="微软雅黑" panose="020B0503020204020204" pitchFamily="34" charset="-122"/>
                <a:ea typeface="微软雅黑" panose="020B0503020204020204" pitchFamily="34" charset="-122"/>
              </a:rPr>
              <a:t>提示</a:t>
            </a:r>
            <a:endParaRPr lang="zh-CN" altLang="en-US" sz="2700" b="1" spc="300">
              <a:solidFill>
                <a:srgbClr val="404040"/>
              </a:solidFill>
              <a:latin typeface="微软雅黑" panose="020B0503020204020204" pitchFamily="34" charset="-122"/>
              <a:ea typeface="微软雅黑" panose="020B0503020204020204" pitchFamily="34" charset="-122"/>
            </a:endParaRPr>
          </a:p>
        </p:txBody>
      </p:sp>
    </p:spTree>
    <p:custDataLst>
      <p:tags r:id="rId10"/>
    </p:custData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9" name="矩形 8"/>
          <p:cNvSpPr/>
          <p:nvPr>
            <p:custDataLst>
              <p:tags r:id="rId1"/>
            </p:custDataLst>
          </p:nvPr>
        </p:nvSpPr>
        <p:spPr>
          <a:xfrm>
            <a:off x="183536" y="1837156"/>
            <a:ext cx="8776924" cy="3094893"/>
          </a:xfrm>
          <a:prstGeom prst="rect">
            <a:avLst/>
          </a:prstGeom>
          <a:solidFill>
            <a:srgbClr val="FFFFFF"/>
          </a:solidFill>
          <a:ln>
            <a:noFill/>
          </a:ln>
          <a:effectLst>
            <a:outerShdw blurRad="76200" sx="101000" sy="101000" algn="ctr" rotWithShape="0">
              <a:srgbClr val="0D0D0D">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rgbClr val="FFFFFF"/>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7" name="矩形 6"/>
          <p:cNvSpPr/>
          <p:nvPr>
            <p:custDataLst>
              <p:tags r:id="rId2"/>
            </p:custDataLst>
          </p:nvPr>
        </p:nvSpPr>
        <p:spPr>
          <a:xfrm>
            <a:off x="0" y="1"/>
            <a:ext cx="9144000" cy="1538654"/>
          </a:xfrm>
          <a:prstGeom prst="rect">
            <a:avLst/>
          </a:prstGeom>
          <a:solidFill>
            <a:srgbClr val="6969C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rgbClr val="FFFFFF"/>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4" name="文本框 3"/>
          <p:cNvSpPr txBox="1"/>
          <p:nvPr>
            <p:custDataLst>
              <p:tags r:id="rId3"/>
            </p:custDataLst>
          </p:nvPr>
        </p:nvSpPr>
        <p:spPr>
          <a:xfrm>
            <a:off x="799844" y="1029185"/>
            <a:ext cx="7544309" cy="290146"/>
          </a:xfrm>
          <a:prstGeom prst="rect">
            <a:avLst/>
          </a:prstGeom>
          <a:noFill/>
        </p:spPr>
        <p:txBody>
          <a:bodyPr wrap="square" lIns="67627" tIns="35242" rIns="67627" bIns="35242" rtlCol="0" anchor="ctr">
            <a:normAutofit lnSpcReduction="10000"/>
          </a:bodyPr>
          <a:lstStyle>
            <a:defPPr>
              <a:defRPr lang="zh-CN"/>
            </a:defPPr>
            <a:lvl1pPr fontAlgn="auto">
              <a:lnSpc>
                <a:spcPct val="130000"/>
              </a:lnSpc>
              <a:spcAft>
                <a:spcPts val="1000"/>
              </a:spcAft>
              <a:defRPr sz="1600" spc="150"/>
            </a:lvl1pPr>
          </a:lstStyle>
          <a:p>
            <a:pPr marL="0" lvl="0" indent="0" algn="ctr">
              <a:lnSpc>
                <a:spcPct val="110000"/>
              </a:lnSpc>
              <a:spcBef>
                <a:spcPts val="0"/>
              </a:spcBef>
              <a:spcAft>
                <a:spcPts val="200"/>
              </a:spcAft>
              <a:buSzPct val="100000"/>
            </a:pPr>
            <a:r>
              <a:rPr lang="zh-CN" altLang="en-US" sz="1300">
                <a:solidFill>
                  <a:srgbClr val="FFFFFF"/>
                </a:solidFill>
                <a:latin typeface="微软雅黑" panose="020B0503020204020204" pitchFamily="34" charset="-122"/>
                <a:ea typeface="微软雅黑" panose="020B0503020204020204" pitchFamily="34" charset="-122"/>
              </a:rPr>
              <a:t>小区宽带（双绞线）或者电话线接入互联网，需要使用拨号接入。具体方法如下。</a:t>
            </a:r>
            <a:endParaRPr lang="zh-CN" altLang="en-US" sz="1300">
              <a:solidFill>
                <a:srgbClr val="FFFFFF"/>
              </a:solidFill>
              <a:latin typeface="微软雅黑" panose="020B0503020204020204" pitchFamily="34" charset="-122"/>
              <a:ea typeface="微软雅黑" panose="020B0503020204020204" pitchFamily="34" charset="-122"/>
            </a:endParaRPr>
          </a:p>
        </p:txBody>
      </p:sp>
      <p:sp>
        <p:nvSpPr>
          <p:cNvPr id="5" name="文本框 4"/>
          <p:cNvSpPr txBox="1"/>
          <p:nvPr>
            <p:custDataLst>
              <p:tags r:id="rId4"/>
            </p:custDataLst>
          </p:nvPr>
        </p:nvSpPr>
        <p:spPr>
          <a:xfrm>
            <a:off x="799844" y="471261"/>
            <a:ext cx="7544309" cy="468630"/>
          </a:xfrm>
          <a:prstGeom prst="rect">
            <a:avLst/>
          </a:prstGeom>
          <a:noFill/>
        </p:spPr>
        <p:txBody>
          <a:bodyPr wrap="square" lIns="67627" tIns="35242" rIns="67627" bIns="35242" rtlCol="0">
            <a:normAutofit/>
          </a:bodyPr>
          <a:lstStyle/>
          <a:p>
            <a:pPr marL="0" indent="0" algn="ctr">
              <a:lnSpc>
                <a:spcPct val="100000"/>
              </a:lnSpc>
              <a:spcBef>
                <a:spcPts val="0"/>
              </a:spcBef>
              <a:spcAft>
                <a:spcPts val="0"/>
              </a:spcAft>
              <a:buSzPct val="100000"/>
              <a:buNone/>
            </a:pPr>
            <a:r>
              <a:rPr lang="zh-CN" altLang="en-US" sz="2400" b="1" spc="300">
                <a:solidFill>
                  <a:srgbClr val="FFFFFF"/>
                </a:solidFill>
                <a:latin typeface="微软雅黑" panose="020B0503020204020204" pitchFamily="34" charset="-122"/>
                <a:ea typeface="微软雅黑" panose="020B0503020204020204" pitchFamily="34" charset="-122"/>
              </a:rPr>
              <a:t>拨号接入</a:t>
            </a:r>
            <a:endParaRPr lang="zh-CN" altLang="en-US" sz="2400" b="1" spc="300">
              <a:solidFill>
                <a:srgbClr val="FFFFFF"/>
              </a:solidFill>
              <a:latin typeface="微软雅黑" panose="020B0503020204020204" pitchFamily="34" charset="-122"/>
              <a:ea typeface="微软雅黑" panose="020B0503020204020204" pitchFamily="34" charset="-122"/>
            </a:endParaRPr>
          </a:p>
        </p:txBody>
      </p:sp>
      <p:sp>
        <p:nvSpPr>
          <p:cNvPr id="6" name="矩形 5"/>
          <p:cNvSpPr/>
          <p:nvPr>
            <p:custDataLst>
              <p:tags r:id="rId5"/>
            </p:custDataLst>
          </p:nvPr>
        </p:nvSpPr>
        <p:spPr>
          <a:xfrm>
            <a:off x="367076" y="1964201"/>
            <a:ext cx="8409844" cy="2840803"/>
          </a:xfrm>
          <a:prstGeom prst="rect">
            <a:avLst/>
          </a:prstGeom>
        </p:spPr>
        <p:txBody>
          <a:bodyPr anchor="ctr">
            <a:normAutofit lnSpcReduction="20000"/>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50" lvl="0" indent="-285750" algn="just">
              <a:lnSpc>
                <a:spcPct val="150000"/>
              </a:lnSpc>
              <a:spcBef>
                <a:spcPts val="0"/>
              </a:spcBef>
              <a:spcAft>
                <a:spcPts val="400"/>
              </a:spcAft>
              <a:buClr>
                <a:srgbClr val="A5A5DD"/>
              </a:buClr>
              <a:buSzPct val="100000"/>
              <a:buFont typeface="+mj-lt"/>
              <a:buAutoNum type="arabicPeriod"/>
            </a:pPr>
            <a:r>
              <a:rPr lang="zh-CN" altLang="en-US" sz="1200" kern="0">
                <a:solidFill>
                  <a:srgbClr val="404040"/>
                </a:solidFill>
                <a:uFillTx/>
                <a:latin typeface="微软雅黑" panose="020B0503020204020204" pitchFamily="34" charset="-122"/>
                <a:ea typeface="微软雅黑" panose="020B0503020204020204" pitchFamily="34" charset="-122"/>
                <a:cs typeface="微软雅黑" panose="020B0503020204020204" pitchFamily="34" charset="-122"/>
              </a:rPr>
              <a:t>打开“网络和Internet”窗口，单击“拨号”选项卡，在右侧拨号窗格中单击“设置新连接”，如图3-9所示。</a:t>
            </a:r>
            <a:endParaRPr lang="zh-CN" altLang="en-US" sz="1200" kern="0">
              <a:solidFill>
                <a:srgbClr val="404040"/>
              </a:solidFill>
              <a:uFillTx/>
              <a:latin typeface="微软雅黑" panose="020B0503020204020204" pitchFamily="34" charset="-122"/>
              <a:ea typeface="微软雅黑" panose="020B0503020204020204" pitchFamily="34" charset="-122"/>
              <a:cs typeface="微软雅黑" panose="020B0503020204020204" pitchFamily="34" charset="-122"/>
            </a:endParaRPr>
          </a:p>
          <a:p>
            <a:pPr marL="285750" lvl="0" indent="-285750" algn="just">
              <a:lnSpc>
                <a:spcPct val="150000"/>
              </a:lnSpc>
              <a:spcBef>
                <a:spcPts val="0"/>
              </a:spcBef>
              <a:spcAft>
                <a:spcPts val="400"/>
              </a:spcAft>
              <a:buClr>
                <a:srgbClr val="A5A5DD"/>
              </a:buClr>
              <a:buSzPct val="100000"/>
              <a:buFont typeface="+mj-lt"/>
              <a:buAutoNum type="arabicPeriod"/>
            </a:pPr>
            <a:r>
              <a:rPr lang="zh-CN" altLang="en-US" sz="1200" kern="0">
                <a:solidFill>
                  <a:srgbClr val="404040"/>
                </a:solidFill>
                <a:uFillTx/>
                <a:latin typeface="微软雅黑" panose="020B0503020204020204" pitchFamily="34" charset="-122"/>
                <a:ea typeface="微软雅黑" panose="020B0503020204020204" pitchFamily="34" charset="-122"/>
                <a:cs typeface="微软雅黑" panose="020B0503020204020204" pitchFamily="34" charset="-122"/>
              </a:rPr>
              <a:t>在弹出的“设置连接或网络”向导中，如图3-10所示，设置宽带或拨号连接要选中“连接到Internet”，然后单击“下一步”。如果已经用WLAN 连接到Wi-Fi，需要先断开连接；否则要选择创建新连接。</a:t>
            </a:r>
            <a:endParaRPr lang="zh-CN" altLang="en-US" sz="1200" kern="0">
              <a:solidFill>
                <a:srgbClr val="404040"/>
              </a:solidFill>
              <a:uFillTx/>
              <a:latin typeface="微软雅黑" panose="020B0503020204020204" pitchFamily="34" charset="-122"/>
              <a:ea typeface="微软雅黑" panose="020B0503020204020204" pitchFamily="34" charset="-122"/>
              <a:cs typeface="微软雅黑" panose="020B0503020204020204" pitchFamily="34" charset="-122"/>
            </a:endParaRPr>
          </a:p>
          <a:p>
            <a:pPr marL="285750" lvl="0" indent="-285750" algn="just">
              <a:lnSpc>
                <a:spcPct val="150000"/>
              </a:lnSpc>
              <a:spcBef>
                <a:spcPts val="0"/>
              </a:spcBef>
              <a:spcAft>
                <a:spcPts val="400"/>
              </a:spcAft>
              <a:buClr>
                <a:srgbClr val="A5A5DD"/>
              </a:buClr>
              <a:buSzPct val="100000"/>
              <a:buFont typeface="+mj-lt"/>
              <a:buAutoNum type="arabicPeriod"/>
            </a:pPr>
            <a:r>
              <a:rPr lang="zh-CN" altLang="en-US" sz="1200" kern="0">
                <a:solidFill>
                  <a:srgbClr val="404040"/>
                </a:solidFill>
                <a:uFillTx/>
                <a:latin typeface="微软雅黑" panose="020B0503020204020204" pitchFamily="34" charset="-122"/>
                <a:ea typeface="微软雅黑" panose="020B0503020204020204" pitchFamily="34" charset="-122"/>
                <a:cs typeface="微软雅黑" panose="020B0503020204020204" pitchFamily="34" charset="-122"/>
              </a:rPr>
              <a:t>在弹出的“你希望如何连接”向导中，如果是宽带，则单击“宽带（PPPoE）”；如果是拨号，要先勾选“显示此计算机未设置使用的连接选项”，才能显示“拨号”选项。</a:t>
            </a:r>
            <a:endParaRPr lang="zh-CN" altLang="en-US" sz="1200" kern="0">
              <a:solidFill>
                <a:srgbClr val="404040"/>
              </a:solidFill>
              <a:uFillTx/>
              <a:latin typeface="微软雅黑" panose="020B0503020204020204" pitchFamily="34" charset="-122"/>
              <a:ea typeface="微软雅黑" panose="020B0503020204020204" pitchFamily="34" charset="-122"/>
              <a:cs typeface="微软雅黑" panose="020B0503020204020204" pitchFamily="34" charset="-122"/>
            </a:endParaRPr>
          </a:p>
          <a:p>
            <a:pPr marL="285750" lvl="0" indent="-285750" algn="just">
              <a:lnSpc>
                <a:spcPct val="150000"/>
              </a:lnSpc>
              <a:spcBef>
                <a:spcPts val="0"/>
              </a:spcBef>
              <a:spcAft>
                <a:spcPts val="400"/>
              </a:spcAft>
              <a:buClr>
                <a:srgbClr val="A5A5DD"/>
              </a:buClr>
              <a:buSzPct val="100000"/>
              <a:buFont typeface="+mj-lt"/>
              <a:buAutoNum type="arabicPeriod"/>
            </a:pPr>
            <a:r>
              <a:rPr lang="zh-CN" altLang="en-US" sz="1200" kern="0">
                <a:solidFill>
                  <a:srgbClr val="404040"/>
                </a:solidFill>
                <a:uFillTx/>
                <a:latin typeface="微软雅黑" panose="020B0503020204020204" pitchFamily="34" charset="-122"/>
                <a:ea typeface="微软雅黑" panose="020B0503020204020204" pitchFamily="34" charset="-122"/>
                <a:cs typeface="微软雅黑" panose="020B0503020204020204" pitchFamily="34" charset="-122"/>
              </a:rPr>
              <a:t>单击“宽带（PPPoE）”后，显示需要输入服务商提供的用户名和密码，如图3-11所示。</a:t>
            </a:r>
            <a:endParaRPr lang="zh-CN" altLang="en-US" sz="1200" kern="0">
              <a:solidFill>
                <a:srgbClr val="404040"/>
              </a:solidFill>
              <a:uFillTx/>
              <a:latin typeface="微软雅黑" panose="020B0503020204020204" pitchFamily="34" charset="-122"/>
              <a:ea typeface="微软雅黑" panose="020B0503020204020204" pitchFamily="34" charset="-122"/>
              <a:cs typeface="微软雅黑" panose="020B0503020204020204" pitchFamily="34" charset="-122"/>
            </a:endParaRPr>
          </a:p>
          <a:p>
            <a:pPr marL="285750" lvl="0" indent="-285750" algn="just">
              <a:lnSpc>
                <a:spcPct val="150000"/>
              </a:lnSpc>
              <a:spcBef>
                <a:spcPts val="0"/>
              </a:spcBef>
              <a:spcAft>
                <a:spcPts val="400"/>
              </a:spcAft>
              <a:buClr>
                <a:srgbClr val="A5A5DD"/>
              </a:buClr>
              <a:buSzPct val="100000"/>
              <a:buFont typeface="+mj-lt"/>
              <a:buAutoNum type="arabicPeriod"/>
            </a:pPr>
            <a:r>
              <a:rPr lang="zh-CN" altLang="en-US" sz="1200" kern="0">
                <a:solidFill>
                  <a:srgbClr val="404040"/>
                </a:solidFill>
                <a:uFillTx/>
                <a:latin typeface="微软雅黑" panose="020B0503020204020204" pitchFamily="34" charset="-122"/>
                <a:ea typeface="微软雅黑" panose="020B0503020204020204" pitchFamily="34" charset="-122"/>
                <a:cs typeface="微软雅黑" panose="020B0503020204020204" pitchFamily="34" charset="-122"/>
              </a:rPr>
              <a:t>在弹出的“正在测试Internet 连接”向导中，如果出现用户名、密码错误以及其他问题，将显示错误提示。</a:t>
            </a:r>
            <a:endParaRPr lang="zh-CN" altLang="en-US" sz="1200" kern="0">
              <a:solidFill>
                <a:srgbClr val="404040"/>
              </a:solidFill>
              <a:uFillTx/>
              <a:latin typeface="微软雅黑" panose="020B0503020204020204" pitchFamily="34" charset="-122"/>
              <a:ea typeface="微软雅黑" panose="020B0503020204020204" pitchFamily="34" charset="-122"/>
              <a:cs typeface="微软雅黑" panose="020B0503020204020204" pitchFamily="34" charset="-122"/>
            </a:endParaRPr>
          </a:p>
          <a:p>
            <a:pPr marL="285750" lvl="0" indent="-285750" algn="just">
              <a:lnSpc>
                <a:spcPct val="150000"/>
              </a:lnSpc>
              <a:spcBef>
                <a:spcPts val="0"/>
              </a:spcBef>
              <a:spcAft>
                <a:spcPts val="400"/>
              </a:spcAft>
              <a:buClr>
                <a:srgbClr val="A5A5DD"/>
              </a:buClr>
              <a:buSzPct val="100000"/>
              <a:buFont typeface="+mj-lt"/>
              <a:buAutoNum type="arabicPeriod"/>
            </a:pPr>
            <a:r>
              <a:rPr lang="zh-CN" altLang="en-US" sz="1200" kern="0">
                <a:solidFill>
                  <a:srgbClr val="404040"/>
                </a:solidFill>
                <a:uFillTx/>
                <a:latin typeface="微软雅黑" panose="020B0503020204020204" pitchFamily="34" charset="-122"/>
                <a:ea typeface="微软雅黑" panose="020B0503020204020204" pitchFamily="34" charset="-122"/>
                <a:cs typeface="微软雅黑" panose="020B0503020204020204" pitchFamily="34" charset="-122"/>
              </a:rPr>
              <a:t>在桌面任务栏右端的通知区域，单击“网络”图标      ，打开网络列表，单击“夏园小区宽带连接”。</a:t>
            </a:r>
            <a:endParaRPr lang="zh-CN" altLang="en-US" sz="1200" kern="0">
              <a:solidFill>
                <a:srgbClr val="404040"/>
              </a:solidFill>
              <a:uFillTx/>
              <a:latin typeface="微软雅黑" panose="020B0503020204020204" pitchFamily="34" charset="-122"/>
              <a:ea typeface="微软雅黑" panose="020B0503020204020204" pitchFamily="34" charset="-122"/>
              <a:cs typeface="微软雅黑" panose="020B0503020204020204" pitchFamily="34" charset="-122"/>
            </a:endParaRPr>
          </a:p>
          <a:p>
            <a:pPr marL="285750" lvl="0" indent="-285750" algn="just">
              <a:lnSpc>
                <a:spcPct val="150000"/>
              </a:lnSpc>
              <a:spcBef>
                <a:spcPts val="0"/>
              </a:spcBef>
              <a:spcAft>
                <a:spcPts val="400"/>
              </a:spcAft>
              <a:buClr>
                <a:srgbClr val="A5A5DD"/>
              </a:buClr>
              <a:buSzPct val="100000"/>
              <a:buFont typeface="+mj-lt"/>
              <a:buAutoNum type="arabicPeriod"/>
            </a:pPr>
            <a:r>
              <a:rPr lang="zh-CN" altLang="en-US" sz="1200" kern="0">
                <a:solidFill>
                  <a:srgbClr val="404040"/>
                </a:solidFill>
                <a:uFillTx/>
                <a:latin typeface="微软雅黑" panose="020B0503020204020204" pitchFamily="34" charset="-122"/>
                <a:ea typeface="微软雅黑" panose="020B0503020204020204" pitchFamily="34" charset="-122"/>
                <a:cs typeface="微软雅黑" panose="020B0503020204020204" pitchFamily="34" charset="-122"/>
              </a:rPr>
              <a:t>在“网络和Internet”窗口中，单击右侧的“夏园小区宽带连接”，单击“高级选项”，在打开的窗口中修改用户名、密码等连接属性。</a:t>
            </a:r>
            <a:endParaRPr lang="zh-CN" altLang="en-US" sz="1200" kern="0">
              <a:solidFill>
                <a:srgbClr val="404040"/>
              </a:solidFill>
              <a:uFillTx/>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8" name="矩形 7"/>
          <p:cNvSpPr/>
          <p:nvPr>
            <p:custDataLst>
              <p:tags r:id="rId6"/>
            </p:custDataLst>
          </p:nvPr>
        </p:nvSpPr>
        <p:spPr>
          <a:xfrm>
            <a:off x="0" y="1538654"/>
            <a:ext cx="9144000" cy="89294"/>
          </a:xfrm>
          <a:prstGeom prst="rect">
            <a:avLst/>
          </a:prstGeom>
          <a:solidFill>
            <a:srgbClr val="A5A5D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rgbClr val="FFFFFF"/>
              </a:solidFill>
              <a:latin typeface="微软雅黑" panose="020B0503020204020204" pitchFamily="34" charset="-122"/>
              <a:ea typeface="微软雅黑" panose="020B0503020204020204" pitchFamily="34" charset="-122"/>
              <a:sym typeface="Arial" panose="020B0604020202020204" pitchFamily="34" charset="0"/>
            </a:endParaRPr>
          </a:p>
        </p:txBody>
      </p:sp>
      <p:pic>
        <p:nvPicPr>
          <p:cNvPr id="2" name="图片 1"/>
          <p:cNvPicPr>
            <a:picLocks noChangeAspect="1"/>
          </p:cNvPicPr>
          <p:nvPr/>
        </p:nvPicPr>
        <p:blipFill>
          <a:blip r:embed="rId7"/>
          <a:stretch>
            <a:fillRect/>
          </a:stretch>
        </p:blipFill>
        <p:spPr>
          <a:xfrm>
            <a:off x="4138930" y="3982720"/>
            <a:ext cx="266400" cy="216000"/>
          </a:xfrm>
          <a:prstGeom prst="rect">
            <a:avLst/>
          </a:prstGeom>
        </p:spPr>
      </p:pic>
    </p:spTree>
    <p:custDataLst>
      <p:tags r:id="rId8"/>
    </p:custData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1"/>
          <a:stretch>
            <a:fillRect/>
          </a:stretch>
        </p:blipFill>
        <p:spPr>
          <a:xfrm>
            <a:off x="2230755" y="771525"/>
            <a:ext cx="4683130" cy="3600000"/>
          </a:xfrm>
          <a:prstGeom prst="rect">
            <a:avLst/>
          </a:prstGeom>
        </p:spPr>
      </p:pic>
      <p:sp>
        <p:nvSpPr>
          <p:cNvPr id="4" name="文本框 3"/>
          <p:cNvSpPr txBox="1"/>
          <p:nvPr/>
        </p:nvSpPr>
        <p:spPr>
          <a:xfrm>
            <a:off x="3302000" y="4495165"/>
            <a:ext cx="2540000" cy="275590"/>
          </a:xfrm>
          <a:prstGeom prst="rect">
            <a:avLst/>
          </a:prstGeom>
          <a:noFill/>
        </p:spPr>
        <p:txBody>
          <a:bodyPr wrap="square" rtlCol="0" anchor="t">
            <a:spAutoFit/>
          </a:bodyPr>
          <a:lstStyle/>
          <a:p>
            <a:pPr algn="ctr"/>
            <a:r>
              <a:rPr lang="zh-CN" altLang="en-US" sz="1200"/>
              <a:t>图3-9　设置拨号连接</a:t>
            </a:r>
            <a:endParaRPr lang="zh-CN" altLang="en-US" sz="1200"/>
          </a:p>
        </p:txBody>
      </p:sp>
    </p:spTree>
    <p:custDataLst>
      <p:tags r:id="rId2"/>
    </p:custData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stretch>
            <a:fillRect/>
          </a:stretch>
        </p:blipFill>
        <p:spPr>
          <a:xfrm>
            <a:off x="314325" y="1181735"/>
            <a:ext cx="4320000" cy="3245482"/>
          </a:xfrm>
          <a:prstGeom prst="rect">
            <a:avLst/>
          </a:prstGeom>
        </p:spPr>
      </p:pic>
      <p:pic>
        <p:nvPicPr>
          <p:cNvPr id="5" name="图片 4"/>
          <p:cNvPicPr>
            <a:picLocks noChangeAspect="1"/>
          </p:cNvPicPr>
          <p:nvPr/>
        </p:nvPicPr>
        <p:blipFill>
          <a:blip r:embed="rId2"/>
          <a:stretch>
            <a:fillRect/>
          </a:stretch>
        </p:blipFill>
        <p:spPr>
          <a:xfrm>
            <a:off x="4512945" y="577215"/>
            <a:ext cx="4312703" cy="3240000"/>
          </a:xfrm>
          <a:prstGeom prst="rect">
            <a:avLst/>
          </a:prstGeom>
        </p:spPr>
      </p:pic>
      <p:sp>
        <p:nvSpPr>
          <p:cNvPr id="6" name="圆角右箭头 5"/>
          <p:cNvSpPr/>
          <p:nvPr/>
        </p:nvSpPr>
        <p:spPr>
          <a:xfrm>
            <a:off x="3621405" y="1546860"/>
            <a:ext cx="1279525" cy="2515870"/>
          </a:xfrm>
          <a:prstGeom prst="ben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7" name="文本框 6"/>
          <p:cNvSpPr txBox="1"/>
          <p:nvPr/>
        </p:nvSpPr>
        <p:spPr>
          <a:xfrm>
            <a:off x="2437765" y="4500245"/>
            <a:ext cx="4268470" cy="275590"/>
          </a:xfrm>
          <a:prstGeom prst="rect">
            <a:avLst/>
          </a:prstGeom>
          <a:noFill/>
        </p:spPr>
        <p:txBody>
          <a:bodyPr wrap="square" rtlCol="0" anchor="t">
            <a:spAutoFit/>
          </a:bodyPr>
          <a:lstStyle/>
          <a:p>
            <a:pPr algn="ctr"/>
            <a:r>
              <a:rPr lang="zh-CN" altLang="en-US" sz="1200"/>
              <a:t>图3-10　连接到Internet</a:t>
            </a:r>
            <a:endParaRPr lang="zh-CN" altLang="en-US" sz="1200"/>
          </a:p>
        </p:txBody>
      </p:sp>
    </p:spTree>
    <p:custDataLst>
      <p:tags r:id="rId3"/>
    </p:custData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stretch>
            <a:fillRect/>
          </a:stretch>
        </p:blipFill>
        <p:spPr>
          <a:xfrm>
            <a:off x="459105" y="1082040"/>
            <a:ext cx="3960000" cy="2980051"/>
          </a:xfrm>
          <a:prstGeom prst="rect">
            <a:avLst/>
          </a:prstGeom>
        </p:spPr>
      </p:pic>
      <p:pic>
        <p:nvPicPr>
          <p:cNvPr id="3" name="图片 2"/>
          <p:cNvPicPr>
            <a:picLocks noChangeAspect="1"/>
          </p:cNvPicPr>
          <p:nvPr/>
        </p:nvPicPr>
        <p:blipFill>
          <a:blip r:embed="rId2"/>
          <a:stretch>
            <a:fillRect/>
          </a:stretch>
        </p:blipFill>
        <p:spPr>
          <a:xfrm>
            <a:off x="4752340" y="1081405"/>
            <a:ext cx="3960000" cy="2980051"/>
          </a:xfrm>
          <a:prstGeom prst="rect">
            <a:avLst/>
          </a:prstGeom>
        </p:spPr>
      </p:pic>
      <p:sp>
        <p:nvSpPr>
          <p:cNvPr id="4" name="文本框 3"/>
          <p:cNvSpPr txBox="1"/>
          <p:nvPr/>
        </p:nvSpPr>
        <p:spPr>
          <a:xfrm>
            <a:off x="3030220" y="4429125"/>
            <a:ext cx="3083560" cy="275590"/>
          </a:xfrm>
          <a:prstGeom prst="rect">
            <a:avLst/>
          </a:prstGeom>
          <a:noFill/>
        </p:spPr>
        <p:txBody>
          <a:bodyPr wrap="square" rtlCol="0" anchor="t">
            <a:spAutoFit/>
          </a:bodyPr>
          <a:lstStyle/>
          <a:p>
            <a:pPr algn="ctr"/>
            <a:r>
              <a:rPr lang="zh-CN" altLang="en-US" sz="1200"/>
              <a:t>图3-11　输入因特网服务商提供的信息</a:t>
            </a:r>
            <a:endParaRPr lang="zh-CN" altLang="en-US" sz="1200"/>
          </a:p>
        </p:txBody>
      </p:sp>
      <p:sp>
        <p:nvSpPr>
          <p:cNvPr id="5" name="右箭头 4"/>
          <p:cNvSpPr/>
          <p:nvPr/>
        </p:nvSpPr>
        <p:spPr>
          <a:xfrm>
            <a:off x="4106545" y="2327275"/>
            <a:ext cx="1143000" cy="6858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ustDataLst>
      <p:tags r:id="rId3"/>
    </p:custData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stretch>
            <a:fillRect/>
          </a:stretch>
        </p:blipFill>
        <p:spPr>
          <a:xfrm>
            <a:off x="690880" y="810895"/>
            <a:ext cx="4680000" cy="3521878"/>
          </a:xfrm>
          <a:prstGeom prst="rect">
            <a:avLst/>
          </a:prstGeom>
        </p:spPr>
      </p:pic>
      <p:pic>
        <p:nvPicPr>
          <p:cNvPr id="3" name="图片 2"/>
          <p:cNvPicPr>
            <a:picLocks noChangeAspect="1"/>
          </p:cNvPicPr>
          <p:nvPr/>
        </p:nvPicPr>
        <p:blipFill>
          <a:blip r:embed="rId2"/>
          <a:stretch>
            <a:fillRect/>
          </a:stretch>
        </p:blipFill>
        <p:spPr>
          <a:xfrm>
            <a:off x="6027420" y="1176655"/>
            <a:ext cx="2160000" cy="2791084"/>
          </a:xfrm>
          <a:prstGeom prst="rect">
            <a:avLst/>
          </a:prstGeom>
        </p:spPr>
      </p:pic>
      <p:sp>
        <p:nvSpPr>
          <p:cNvPr id="4" name="文本框 3"/>
          <p:cNvSpPr txBox="1"/>
          <p:nvPr/>
        </p:nvSpPr>
        <p:spPr>
          <a:xfrm>
            <a:off x="3302000" y="4484370"/>
            <a:ext cx="2540000" cy="306705"/>
          </a:xfrm>
          <a:prstGeom prst="rect">
            <a:avLst/>
          </a:prstGeom>
          <a:noFill/>
        </p:spPr>
        <p:txBody>
          <a:bodyPr wrap="square" rtlCol="0" anchor="t">
            <a:spAutoFit/>
          </a:bodyPr>
          <a:lstStyle/>
          <a:p>
            <a:pPr algn="ctr"/>
            <a:r>
              <a:rPr lang="zh-CN" altLang="en-US" sz="1400"/>
              <a:t>图3-12　连接到Internet</a:t>
            </a:r>
            <a:endParaRPr lang="zh-CN" altLang="en-US" sz="1400"/>
          </a:p>
        </p:txBody>
      </p:sp>
      <p:sp>
        <p:nvSpPr>
          <p:cNvPr id="5" name="右箭头 4"/>
          <p:cNvSpPr/>
          <p:nvPr/>
        </p:nvSpPr>
        <p:spPr>
          <a:xfrm>
            <a:off x="4964430" y="2234565"/>
            <a:ext cx="965200" cy="85280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ustDataLst>
      <p:tags r:id="rId3"/>
    </p:custData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160" name="图片 159"/>
          <p:cNvPicPr>
            <a:picLocks noChangeAspect="1"/>
          </p:cNvPicPr>
          <p:nvPr userDrawn="1">
            <p:custDataLst>
              <p:tags r:id="rId1"/>
            </p:custDataLst>
          </p:nvPr>
        </p:nvPicPr>
        <p:blipFill>
          <a:blip r:embed="rId2">
            <a:extLst>
              <a:ext uri="{28A0092B-C50C-407E-A947-70E740481C1C}">
                <a14:useLocalDpi xmlns:a14="http://schemas.microsoft.com/office/drawing/2010/main" val="0"/>
              </a:ext>
            </a:extLst>
          </a:blip>
          <a:stretch>
            <a:fillRect/>
          </a:stretch>
        </p:blipFill>
        <p:spPr>
          <a:xfrm>
            <a:off x="7931976" y="3954677"/>
            <a:ext cx="1101947" cy="1188823"/>
          </a:xfrm>
          <a:prstGeom prst="rect">
            <a:avLst/>
          </a:prstGeom>
        </p:spPr>
      </p:pic>
      <p:sp>
        <p:nvSpPr>
          <p:cNvPr id="5" name="矩形 2"/>
          <p:cNvSpPr/>
          <p:nvPr>
            <p:custDataLst>
              <p:tags r:id="rId3"/>
            </p:custDataLst>
          </p:nvPr>
        </p:nvSpPr>
        <p:spPr>
          <a:xfrm>
            <a:off x="-2143" y="1219200"/>
            <a:ext cx="9146144" cy="3924299"/>
          </a:xfrm>
          <a:custGeom>
            <a:avLst/>
            <a:gdLst>
              <a:gd name="connsiteX0" fmla="*/ 0 w 12192000"/>
              <a:gd name="connsiteY0" fmla="*/ 0 h 5232399"/>
              <a:gd name="connsiteX1" fmla="*/ 12192000 w 12192000"/>
              <a:gd name="connsiteY1" fmla="*/ 0 h 5232399"/>
              <a:gd name="connsiteX2" fmla="*/ 12192000 w 12192000"/>
              <a:gd name="connsiteY2" fmla="*/ 5232399 h 5232399"/>
              <a:gd name="connsiteX3" fmla="*/ 0 w 12192000"/>
              <a:gd name="connsiteY3" fmla="*/ 5232399 h 5232399"/>
              <a:gd name="connsiteX4" fmla="*/ 0 w 12192000"/>
              <a:gd name="connsiteY4" fmla="*/ 0 h 5232399"/>
              <a:gd name="connsiteX0-1" fmla="*/ 1816100 w 12192000"/>
              <a:gd name="connsiteY0-2" fmla="*/ 3009900 h 5232399"/>
              <a:gd name="connsiteX1-3" fmla="*/ 12192000 w 12192000"/>
              <a:gd name="connsiteY1-4" fmla="*/ 0 h 5232399"/>
              <a:gd name="connsiteX2-5" fmla="*/ 12192000 w 12192000"/>
              <a:gd name="connsiteY2-6" fmla="*/ 5232399 h 5232399"/>
              <a:gd name="connsiteX3-7" fmla="*/ 0 w 12192000"/>
              <a:gd name="connsiteY3-8" fmla="*/ 5232399 h 5232399"/>
              <a:gd name="connsiteX4-9" fmla="*/ 1816100 w 12192000"/>
              <a:gd name="connsiteY4-10" fmla="*/ 3009900 h 5232399"/>
              <a:gd name="connsiteX0-11" fmla="*/ 1308100 w 12192000"/>
              <a:gd name="connsiteY0-12" fmla="*/ 2755900 h 5232399"/>
              <a:gd name="connsiteX1-13" fmla="*/ 12192000 w 12192000"/>
              <a:gd name="connsiteY1-14" fmla="*/ 0 h 5232399"/>
              <a:gd name="connsiteX2-15" fmla="*/ 12192000 w 12192000"/>
              <a:gd name="connsiteY2-16" fmla="*/ 5232399 h 5232399"/>
              <a:gd name="connsiteX3-17" fmla="*/ 0 w 12192000"/>
              <a:gd name="connsiteY3-18" fmla="*/ 5232399 h 5232399"/>
              <a:gd name="connsiteX4-19" fmla="*/ 1308100 w 12192000"/>
              <a:gd name="connsiteY4-20" fmla="*/ 2755900 h 5232399"/>
              <a:gd name="connsiteX0-21" fmla="*/ 1308100 w 12192000"/>
              <a:gd name="connsiteY0-22" fmla="*/ 2755900 h 5232399"/>
              <a:gd name="connsiteX1-23" fmla="*/ 12192000 w 12192000"/>
              <a:gd name="connsiteY1-24" fmla="*/ 0 h 5232399"/>
              <a:gd name="connsiteX2-25" fmla="*/ 12192000 w 12192000"/>
              <a:gd name="connsiteY2-26" fmla="*/ 5232399 h 5232399"/>
              <a:gd name="connsiteX3-27" fmla="*/ 0 w 12192000"/>
              <a:gd name="connsiteY3-28" fmla="*/ 5232399 h 5232399"/>
              <a:gd name="connsiteX4-29" fmla="*/ 1308100 w 12192000"/>
              <a:gd name="connsiteY4-30" fmla="*/ 2755900 h 5232399"/>
              <a:gd name="connsiteX0-31" fmla="*/ 1308282 w 12192182"/>
              <a:gd name="connsiteY0-32" fmla="*/ 2755900 h 5232399"/>
              <a:gd name="connsiteX1-33" fmla="*/ 12192182 w 12192182"/>
              <a:gd name="connsiteY1-34" fmla="*/ 0 h 5232399"/>
              <a:gd name="connsiteX2-35" fmla="*/ 12192182 w 12192182"/>
              <a:gd name="connsiteY2-36" fmla="*/ 5232399 h 5232399"/>
              <a:gd name="connsiteX3-37" fmla="*/ 182 w 12192182"/>
              <a:gd name="connsiteY3-38" fmla="*/ 5232399 h 5232399"/>
              <a:gd name="connsiteX4-39" fmla="*/ 1308282 w 12192182"/>
              <a:gd name="connsiteY4-40" fmla="*/ 2755900 h 5232399"/>
              <a:gd name="connsiteX0-41" fmla="*/ 1308282 w 12192182"/>
              <a:gd name="connsiteY0-42" fmla="*/ 2755900 h 5232399"/>
              <a:gd name="connsiteX1-43" fmla="*/ 12192182 w 12192182"/>
              <a:gd name="connsiteY1-44" fmla="*/ 0 h 5232399"/>
              <a:gd name="connsiteX2-45" fmla="*/ 12192182 w 12192182"/>
              <a:gd name="connsiteY2-46" fmla="*/ 5232399 h 5232399"/>
              <a:gd name="connsiteX3-47" fmla="*/ 182 w 12192182"/>
              <a:gd name="connsiteY3-48" fmla="*/ 5232399 h 5232399"/>
              <a:gd name="connsiteX4-49" fmla="*/ 1308282 w 12192182"/>
              <a:gd name="connsiteY4-50" fmla="*/ 2755900 h 5232399"/>
              <a:gd name="connsiteX0-51" fmla="*/ 1308282 w 12192182"/>
              <a:gd name="connsiteY0-52" fmla="*/ 2755900 h 5232399"/>
              <a:gd name="connsiteX1-53" fmla="*/ 12192182 w 12192182"/>
              <a:gd name="connsiteY1-54" fmla="*/ 0 h 5232399"/>
              <a:gd name="connsiteX2-55" fmla="*/ 12192182 w 12192182"/>
              <a:gd name="connsiteY2-56" fmla="*/ 5232399 h 5232399"/>
              <a:gd name="connsiteX3-57" fmla="*/ 182 w 12192182"/>
              <a:gd name="connsiteY3-58" fmla="*/ 5232399 h 5232399"/>
              <a:gd name="connsiteX4-59" fmla="*/ 1308282 w 12192182"/>
              <a:gd name="connsiteY4-60" fmla="*/ 2755900 h 5232399"/>
              <a:gd name="connsiteX0-61" fmla="*/ 1308282 w 12192182"/>
              <a:gd name="connsiteY0-62" fmla="*/ 2755900 h 5232399"/>
              <a:gd name="connsiteX1-63" fmla="*/ 12192182 w 12192182"/>
              <a:gd name="connsiteY1-64" fmla="*/ 0 h 5232399"/>
              <a:gd name="connsiteX2-65" fmla="*/ 12192182 w 12192182"/>
              <a:gd name="connsiteY2-66" fmla="*/ 5232399 h 5232399"/>
              <a:gd name="connsiteX3-67" fmla="*/ 182 w 12192182"/>
              <a:gd name="connsiteY3-68" fmla="*/ 5232399 h 5232399"/>
              <a:gd name="connsiteX4-69" fmla="*/ 1308282 w 12192182"/>
              <a:gd name="connsiteY4-70" fmla="*/ 2755900 h 5232399"/>
              <a:gd name="connsiteX0-71" fmla="*/ 1308282 w 12192182"/>
              <a:gd name="connsiteY0-72" fmla="*/ 2755900 h 5232399"/>
              <a:gd name="connsiteX1-73" fmla="*/ 12192182 w 12192182"/>
              <a:gd name="connsiteY1-74" fmla="*/ 0 h 5232399"/>
              <a:gd name="connsiteX2-75" fmla="*/ 12192182 w 12192182"/>
              <a:gd name="connsiteY2-76" fmla="*/ 5232399 h 5232399"/>
              <a:gd name="connsiteX3-77" fmla="*/ 182 w 12192182"/>
              <a:gd name="connsiteY3-78" fmla="*/ 5232399 h 5232399"/>
              <a:gd name="connsiteX4-79" fmla="*/ 1308282 w 12192182"/>
              <a:gd name="connsiteY4-80" fmla="*/ 2755900 h 5232399"/>
              <a:gd name="connsiteX0-81" fmla="*/ 1308282 w 12192182"/>
              <a:gd name="connsiteY0-82" fmla="*/ 2755900 h 5232399"/>
              <a:gd name="connsiteX1-83" fmla="*/ 12192182 w 12192182"/>
              <a:gd name="connsiteY1-84" fmla="*/ 0 h 5232399"/>
              <a:gd name="connsiteX2-85" fmla="*/ 12192182 w 12192182"/>
              <a:gd name="connsiteY2-86" fmla="*/ 5232399 h 5232399"/>
              <a:gd name="connsiteX3-87" fmla="*/ 182 w 12192182"/>
              <a:gd name="connsiteY3-88" fmla="*/ 5232399 h 5232399"/>
              <a:gd name="connsiteX4-89" fmla="*/ 1308282 w 12192182"/>
              <a:gd name="connsiteY4-90" fmla="*/ 2755900 h 5232399"/>
              <a:gd name="connsiteX0-91" fmla="*/ 1308282 w 12192182"/>
              <a:gd name="connsiteY0-92" fmla="*/ 2755900 h 5232399"/>
              <a:gd name="connsiteX1-93" fmla="*/ 12192182 w 12192182"/>
              <a:gd name="connsiteY1-94" fmla="*/ 0 h 5232399"/>
              <a:gd name="connsiteX2-95" fmla="*/ 12192182 w 12192182"/>
              <a:gd name="connsiteY2-96" fmla="*/ 5232399 h 5232399"/>
              <a:gd name="connsiteX3-97" fmla="*/ 182 w 12192182"/>
              <a:gd name="connsiteY3-98" fmla="*/ 5232399 h 5232399"/>
              <a:gd name="connsiteX4-99" fmla="*/ 1308282 w 12192182"/>
              <a:gd name="connsiteY4-100" fmla="*/ 2755900 h 5232399"/>
              <a:gd name="connsiteX0-101" fmla="*/ 1308282 w 12192182"/>
              <a:gd name="connsiteY0-102" fmla="*/ 2755900 h 5232399"/>
              <a:gd name="connsiteX1-103" fmla="*/ 12192182 w 12192182"/>
              <a:gd name="connsiteY1-104" fmla="*/ 0 h 5232399"/>
              <a:gd name="connsiteX2-105" fmla="*/ 12192182 w 12192182"/>
              <a:gd name="connsiteY2-106" fmla="*/ 5232399 h 5232399"/>
              <a:gd name="connsiteX3-107" fmla="*/ 182 w 12192182"/>
              <a:gd name="connsiteY3-108" fmla="*/ 5232399 h 5232399"/>
              <a:gd name="connsiteX4-109" fmla="*/ 1308282 w 12192182"/>
              <a:gd name="connsiteY4-110" fmla="*/ 2755900 h 5232399"/>
              <a:gd name="connsiteX0-111" fmla="*/ 1308282 w 12192182"/>
              <a:gd name="connsiteY0-112" fmla="*/ 2755900 h 5232399"/>
              <a:gd name="connsiteX1-113" fmla="*/ 12192182 w 12192182"/>
              <a:gd name="connsiteY1-114" fmla="*/ 0 h 5232399"/>
              <a:gd name="connsiteX2-115" fmla="*/ 12192182 w 12192182"/>
              <a:gd name="connsiteY2-116" fmla="*/ 5232399 h 5232399"/>
              <a:gd name="connsiteX3-117" fmla="*/ 182 w 12192182"/>
              <a:gd name="connsiteY3-118" fmla="*/ 5232399 h 5232399"/>
              <a:gd name="connsiteX4-119" fmla="*/ 1308282 w 12192182"/>
              <a:gd name="connsiteY4-120" fmla="*/ 2755900 h 5232399"/>
              <a:gd name="connsiteX0-121" fmla="*/ 1308282 w 12192182"/>
              <a:gd name="connsiteY0-122" fmla="*/ 2755900 h 5232399"/>
              <a:gd name="connsiteX1-123" fmla="*/ 12192182 w 12192182"/>
              <a:gd name="connsiteY1-124" fmla="*/ 0 h 5232399"/>
              <a:gd name="connsiteX2-125" fmla="*/ 12192182 w 12192182"/>
              <a:gd name="connsiteY2-126" fmla="*/ 5232399 h 5232399"/>
              <a:gd name="connsiteX3-127" fmla="*/ 182 w 12192182"/>
              <a:gd name="connsiteY3-128" fmla="*/ 5232399 h 5232399"/>
              <a:gd name="connsiteX4-129" fmla="*/ 1308282 w 12192182"/>
              <a:gd name="connsiteY4-130" fmla="*/ 2755900 h 5232399"/>
              <a:gd name="connsiteX0-131" fmla="*/ 1308282 w 12192182"/>
              <a:gd name="connsiteY0-132" fmla="*/ 2755900 h 5232399"/>
              <a:gd name="connsiteX1-133" fmla="*/ 12192182 w 12192182"/>
              <a:gd name="connsiteY1-134" fmla="*/ 0 h 5232399"/>
              <a:gd name="connsiteX2-135" fmla="*/ 12192182 w 12192182"/>
              <a:gd name="connsiteY2-136" fmla="*/ 5232399 h 5232399"/>
              <a:gd name="connsiteX3-137" fmla="*/ 182 w 12192182"/>
              <a:gd name="connsiteY3-138" fmla="*/ 5232399 h 5232399"/>
              <a:gd name="connsiteX4-139" fmla="*/ 1308282 w 12192182"/>
              <a:gd name="connsiteY4-140" fmla="*/ 2755900 h 5232399"/>
              <a:gd name="connsiteX0-141" fmla="*/ 1308282 w 12192182"/>
              <a:gd name="connsiteY0-142" fmla="*/ 2755900 h 5232399"/>
              <a:gd name="connsiteX1-143" fmla="*/ 12192182 w 12192182"/>
              <a:gd name="connsiteY1-144" fmla="*/ 0 h 5232399"/>
              <a:gd name="connsiteX2-145" fmla="*/ 12192182 w 12192182"/>
              <a:gd name="connsiteY2-146" fmla="*/ 5232399 h 5232399"/>
              <a:gd name="connsiteX3-147" fmla="*/ 182 w 12192182"/>
              <a:gd name="connsiteY3-148" fmla="*/ 5232399 h 5232399"/>
              <a:gd name="connsiteX4-149" fmla="*/ 1308282 w 12192182"/>
              <a:gd name="connsiteY4-150" fmla="*/ 2755900 h 5232399"/>
              <a:gd name="connsiteX0-151" fmla="*/ 1308282 w 12192182"/>
              <a:gd name="connsiteY0-152" fmla="*/ 2755900 h 5232399"/>
              <a:gd name="connsiteX1-153" fmla="*/ 12192182 w 12192182"/>
              <a:gd name="connsiteY1-154" fmla="*/ 0 h 5232399"/>
              <a:gd name="connsiteX2-155" fmla="*/ 12192182 w 12192182"/>
              <a:gd name="connsiteY2-156" fmla="*/ 5232399 h 5232399"/>
              <a:gd name="connsiteX3-157" fmla="*/ 182 w 12192182"/>
              <a:gd name="connsiteY3-158" fmla="*/ 5232399 h 5232399"/>
              <a:gd name="connsiteX4-159" fmla="*/ 1308282 w 12192182"/>
              <a:gd name="connsiteY4-160" fmla="*/ 2755900 h 5232399"/>
              <a:gd name="connsiteX0-161" fmla="*/ 1308282 w 12192182"/>
              <a:gd name="connsiteY0-162" fmla="*/ 2755900 h 5232399"/>
              <a:gd name="connsiteX1-163" fmla="*/ 12192182 w 12192182"/>
              <a:gd name="connsiteY1-164" fmla="*/ 0 h 5232399"/>
              <a:gd name="connsiteX2-165" fmla="*/ 12192182 w 12192182"/>
              <a:gd name="connsiteY2-166" fmla="*/ 5232399 h 5232399"/>
              <a:gd name="connsiteX3-167" fmla="*/ 182 w 12192182"/>
              <a:gd name="connsiteY3-168" fmla="*/ 5232399 h 5232399"/>
              <a:gd name="connsiteX4-169" fmla="*/ 1308282 w 12192182"/>
              <a:gd name="connsiteY4-170" fmla="*/ 2755900 h 5232399"/>
              <a:gd name="connsiteX0-171" fmla="*/ 2248116 w 13132016"/>
              <a:gd name="connsiteY0-172" fmla="*/ 2755900 h 5232399"/>
              <a:gd name="connsiteX1-173" fmla="*/ 13132016 w 13132016"/>
              <a:gd name="connsiteY1-174" fmla="*/ 0 h 5232399"/>
              <a:gd name="connsiteX2-175" fmla="*/ 13132016 w 13132016"/>
              <a:gd name="connsiteY2-176" fmla="*/ 5232399 h 5232399"/>
              <a:gd name="connsiteX3-177" fmla="*/ 940016 w 13132016"/>
              <a:gd name="connsiteY3-178" fmla="*/ 5232399 h 5232399"/>
              <a:gd name="connsiteX4-179" fmla="*/ 978116 w 13132016"/>
              <a:gd name="connsiteY4-180" fmla="*/ 4343400 h 5232399"/>
              <a:gd name="connsiteX5" fmla="*/ 2248116 w 13132016"/>
              <a:gd name="connsiteY5" fmla="*/ 2755900 h 5232399"/>
              <a:gd name="connsiteX0-181" fmla="*/ 2182680 w 13066580"/>
              <a:gd name="connsiteY0-182" fmla="*/ 2755900 h 5232399"/>
              <a:gd name="connsiteX1-183" fmla="*/ 13066580 w 13066580"/>
              <a:gd name="connsiteY1-184" fmla="*/ 0 h 5232399"/>
              <a:gd name="connsiteX2-185" fmla="*/ 13066580 w 13066580"/>
              <a:gd name="connsiteY2-186" fmla="*/ 5232399 h 5232399"/>
              <a:gd name="connsiteX3-187" fmla="*/ 874580 w 13066580"/>
              <a:gd name="connsiteY3-188" fmla="*/ 5232399 h 5232399"/>
              <a:gd name="connsiteX4-189" fmla="*/ 912680 w 13066580"/>
              <a:gd name="connsiteY4-190" fmla="*/ 4343400 h 5232399"/>
              <a:gd name="connsiteX5-191" fmla="*/ 2182680 w 13066580"/>
              <a:gd name="connsiteY5-192" fmla="*/ 2755900 h 5232399"/>
              <a:gd name="connsiteX0-193" fmla="*/ 1317757 w 12201657"/>
              <a:gd name="connsiteY0-194" fmla="*/ 2755900 h 5232399"/>
              <a:gd name="connsiteX1-195" fmla="*/ 12201657 w 12201657"/>
              <a:gd name="connsiteY1-196" fmla="*/ 0 h 5232399"/>
              <a:gd name="connsiteX2-197" fmla="*/ 12201657 w 12201657"/>
              <a:gd name="connsiteY2-198" fmla="*/ 5232399 h 5232399"/>
              <a:gd name="connsiteX3-199" fmla="*/ 9657 w 12201657"/>
              <a:gd name="connsiteY3-200" fmla="*/ 5232399 h 5232399"/>
              <a:gd name="connsiteX4-201" fmla="*/ 47757 w 12201657"/>
              <a:gd name="connsiteY4-202" fmla="*/ 4343400 h 5232399"/>
              <a:gd name="connsiteX5-203" fmla="*/ 1317757 w 12201657"/>
              <a:gd name="connsiteY5-204" fmla="*/ 2755900 h 5232399"/>
              <a:gd name="connsiteX0-205" fmla="*/ 1317757 w 12201657"/>
              <a:gd name="connsiteY0-206" fmla="*/ 2755900 h 5232399"/>
              <a:gd name="connsiteX1-207" fmla="*/ 12201657 w 12201657"/>
              <a:gd name="connsiteY1-208" fmla="*/ 0 h 5232399"/>
              <a:gd name="connsiteX2-209" fmla="*/ 12201657 w 12201657"/>
              <a:gd name="connsiteY2-210" fmla="*/ 5232399 h 5232399"/>
              <a:gd name="connsiteX3-211" fmla="*/ 9657 w 12201657"/>
              <a:gd name="connsiteY3-212" fmla="*/ 5232399 h 5232399"/>
              <a:gd name="connsiteX4-213" fmla="*/ 47757 w 12201657"/>
              <a:gd name="connsiteY4-214" fmla="*/ 4343400 h 5232399"/>
              <a:gd name="connsiteX5-215" fmla="*/ 1317757 w 12201657"/>
              <a:gd name="connsiteY5-216" fmla="*/ 2755900 h 5232399"/>
              <a:gd name="connsiteX0-217" fmla="*/ 1339804 w 12223704"/>
              <a:gd name="connsiteY0-218" fmla="*/ 2755900 h 5232399"/>
              <a:gd name="connsiteX1-219" fmla="*/ 12223704 w 12223704"/>
              <a:gd name="connsiteY1-220" fmla="*/ 0 h 5232399"/>
              <a:gd name="connsiteX2-221" fmla="*/ 12223704 w 12223704"/>
              <a:gd name="connsiteY2-222" fmla="*/ 5232399 h 5232399"/>
              <a:gd name="connsiteX3-223" fmla="*/ 31704 w 12223704"/>
              <a:gd name="connsiteY3-224" fmla="*/ 5232399 h 5232399"/>
              <a:gd name="connsiteX4-225" fmla="*/ 31704 w 12223704"/>
              <a:gd name="connsiteY4-226" fmla="*/ 4343400 h 5232399"/>
              <a:gd name="connsiteX5-227" fmla="*/ 1339804 w 12223704"/>
              <a:gd name="connsiteY5-228" fmla="*/ 2755900 h 5232399"/>
              <a:gd name="connsiteX0-229" fmla="*/ 1328005 w 12211905"/>
              <a:gd name="connsiteY0-230" fmla="*/ 2755900 h 5232399"/>
              <a:gd name="connsiteX1-231" fmla="*/ 12211905 w 12211905"/>
              <a:gd name="connsiteY1-232" fmla="*/ 0 h 5232399"/>
              <a:gd name="connsiteX2-233" fmla="*/ 12211905 w 12211905"/>
              <a:gd name="connsiteY2-234" fmla="*/ 5232399 h 5232399"/>
              <a:gd name="connsiteX3-235" fmla="*/ 19905 w 12211905"/>
              <a:gd name="connsiteY3-236" fmla="*/ 5232399 h 5232399"/>
              <a:gd name="connsiteX4-237" fmla="*/ 19905 w 12211905"/>
              <a:gd name="connsiteY4-238" fmla="*/ 4343400 h 5232399"/>
              <a:gd name="connsiteX5-239" fmla="*/ 1328005 w 12211905"/>
              <a:gd name="connsiteY5-240" fmla="*/ 2755900 h 5232399"/>
              <a:gd name="connsiteX0-241" fmla="*/ 1328005 w 12211905"/>
              <a:gd name="connsiteY0-242" fmla="*/ 2755900 h 5232399"/>
              <a:gd name="connsiteX1-243" fmla="*/ 12211905 w 12211905"/>
              <a:gd name="connsiteY1-244" fmla="*/ 0 h 5232399"/>
              <a:gd name="connsiteX2-245" fmla="*/ 12211905 w 12211905"/>
              <a:gd name="connsiteY2-246" fmla="*/ 5232399 h 5232399"/>
              <a:gd name="connsiteX3-247" fmla="*/ 19905 w 12211905"/>
              <a:gd name="connsiteY3-248" fmla="*/ 5232399 h 5232399"/>
              <a:gd name="connsiteX4-249" fmla="*/ 19905 w 12211905"/>
              <a:gd name="connsiteY4-250" fmla="*/ 4343400 h 5232399"/>
              <a:gd name="connsiteX5-251" fmla="*/ 1328005 w 12211905"/>
              <a:gd name="connsiteY5-252" fmla="*/ 2755900 h 5232399"/>
              <a:gd name="connsiteX0-253" fmla="*/ 1328005 w 12211905"/>
              <a:gd name="connsiteY0-254" fmla="*/ 2755900 h 5232399"/>
              <a:gd name="connsiteX1-255" fmla="*/ 12211905 w 12211905"/>
              <a:gd name="connsiteY1-256" fmla="*/ 0 h 5232399"/>
              <a:gd name="connsiteX2-257" fmla="*/ 12211905 w 12211905"/>
              <a:gd name="connsiteY2-258" fmla="*/ 5232399 h 5232399"/>
              <a:gd name="connsiteX3-259" fmla="*/ 19905 w 12211905"/>
              <a:gd name="connsiteY3-260" fmla="*/ 5232399 h 5232399"/>
              <a:gd name="connsiteX4-261" fmla="*/ 19905 w 12211905"/>
              <a:gd name="connsiteY4-262" fmla="*/ 4343400 h 5232399"/>
              <a:gd name="connsiteX5-263" fmla="*/ 1328005 w 12211905"/>
              <a:gd name="connsiteY5-264" fmla="*/ 2755900 h 5232399"/>
              <a:gd name="connsiteX0-265" fmla="*/ 1328005 w 12211905"/>
              <a:gd name="connsiteY0-266" fmla="*/ 2755900 h 5232399"/>
              <a:gd name="connsiteX1-267" fmla="*/ 12211905 w 12211905"/>
              <a:gd name="connsiteY1-268" fmla="*/ 0 h 5232399"/>
              <a:gd name="connsiteX2-269" fmla="*/ 12211905 w 12211905"/>
              <a:gd name="connsiteY2-270" fmla="*/ 5232399 h 5232399"/>
              <a:gd name="connsiteX3-271" fmla="*/ 19905 w 12211905"/>
              <a:gd name="connsiteY3-272" fmla="*/ 5232399 h 5232399"/>
              <a:gd name="connsiteX4-273" fmla="*/ 19905 w 12211905"/>
              <a:gd name="connsiteY4-274" fmla="*/ 4343400 h 5232399"/>
              <a:gd name="connsiteX5-275" fmla="*/ 1328005 w 12211905"/>
              <a:gd name="connsiteY5-276" fmla="*/ 2755900 h 5232399"/>
              <a:gd name="connsiteX0-277" fmla="*/ 1312816 w 12196716"/>
              <a:gd name="connsiteY0-278" fmla="*/ 2755900 h 5232399"/>
              <a:gd name="connsiteX1-279" fmla="*/ 12196716 w 12196716"/>
              <a:gd name="connsiteY1-280" fmla="*/ 0 h 5232399"/>
              <a:gd name="connsiteX2-281" fmla="*/ 12196716 w 12196716"/>
              <a:gd name="connsiteY2-282" fmla="*/ 5232399 h 5232399"/>
              <a:gd name="connsiteX3-283" fmla="*/ 4716 w 12196716"/>
              <a:gd name="connsiteY3-284" fmla="*/ 5232399 h 5232399"/>
              <a:gd name="connsiteX4-285" fmla="*/ 4716 w 12196716"/>
              <a:gd name="connsiteY4-286" fmla="*/ 4343400 h 5232399"/>
              <a:gd name="connsiteX5-287" fmla="*/ 1312816 w 12196716"/>
              <a:gd name="connsiteY5-288" fmla="*/ 2755900 h 5232399"/>
              <a:gd name="connsiteX0-289" fmla="*/ 1310394 w 12194294"/>
              <a:gd name="connsiteY0-290" fmla="*/ 2755900 h 5232399"/>
              <a:gd name="connsiteX1-291" fmla="*/ 12194294 w 12194294"/>
              <a:gd name="connsiteY1-292" fmla="*/ 0 h 5232399"/>
              <a:gd name="connsiteX2-293" fmla="*/ 12194294 w 12194294"/>
              <a:gd name="connsiteY2-294" fmla="*/ 5232399 h 5232399"/>
              <a:gd name="connsiteX3-295" fmla="*/ 2294 w 12194294"/>
              <a:gd name="connsiteY3-296" fmla="*/ 5232399 h 5232399"/>
              <a:gd name="connsiteX4-297" fmla="*/ 2294 w 12194294"/>
              <a:gd name="connsiteY4-298" fmla="*/ 4343400 h 5232399"/>
              <a:gd name="connsiteX5-299" fmla="*/ 1310394 w 12194294"/>
              <a:gd name="connsiteY5-300" fmla="*/ 2755900 h 5232399"/>
              <a:gd name="connsiteX0-301" fmla="*/ 1308488 w 12192388"/>
              <a:gd name="connsiteY0-302" fmla="*/ 2755900 h 5232399"/>
              <a:gd name="connsiteX1-303" fmla="*/ 12192388 w 12192388"/>
              <a:gd name="connsiteY1-304" fmla="*/ 0 h 5232399"/>
              <a:gd name="connsiteX2-305" fmla="*/ 12192388 w 12192388"/>
              <a:gd name="connsiteY2-306" fmla="*/ 5232399 h 5232399"/>
              <a:gd name="connsiteX3-307" fmla="*/ 388 w 12192388"/>
              <a:gd name="connsiteY3-308" fmla="*/ 5232399 h 5232399"/>
              <a:gd name="connsiteX4-309" fmla="*/ 388 w 12192388"/>
              <a:gd name="connsiteY4-310" fmla="*/ 4343400 h 5232399"/>
              <a:gd name="connsiteX5-311" fmla="*/ 1308488 w 12192388"/>
              <a:gd name="connsiteY5-312" fmla="*/ 2755900 h 5232399"/>
              <a:gd name="connsiteX0-313" fmla="*/ 1310958 w 12194858"/>
              <a:gd name="connsiteY0-314" fmla="*/ 2755900 h 5232399"/>
              <a:gd name="connsiteX1-315" fmla="*/ 12194858 w 12194858"/>
              <a:gd name="connsiteY1-316" fmla="*/ 0 h 5232399"/>
              <a:gd name="connsiteX2-317" fmla="*/ 12194858 w 12194858"/>
              <a:gd name="connsiteY2-318" fmla="*/ 5232399 h 5232399"/>
              <a:gd name="connsiteX3-319" fmla="*/ 2858 w 12194858"/>
              <a:gd name="connsiteY3-320" fmla="*/ 5232399 h 5232399"/>
              <a:gd name="connsiteX4-321" fmla="*/ 2858 w 12194858"/>
              <a:gd name="connsiteY4-322" fmla="*/ 4343400 h 5232399"/>
              <a:gd name="connsiteX5-323" fmla="*/ 1310958 w 12194858"/>
              <a:gd name="connsiteY5-324" fmla="*/ 2755900 h 5232399"/>
              <a:gd name="connsiteX0-325" fmla="*/ 1310958 w 12194858"/>
              <a:gd name="connsiteY0-326" fmla="*/ 2755900 h 5232399"/>
              <a:gd name="connsiteX1-327" fmla="*/ 12194858 w 12194858"/>
              <a:gd name="connsiteY1-328" fmla="*/ 0 h 5232399"/>
              <a:gd name="connsiteX2-329" fmla="*/ 12194858 w 12194858"/>
              <a:gd name="connsiteY2-330" fmla="*/ 5232399 h 5232399"/>
              <a:gd name="connsiteX3-331" fmla="*/ 2858 w 12194858"/>
              <a:gd name="connsiteY3-332" fmla="*/ 5232399 h 5232399"/>
              <a:gd name="connsiteX4-333" fmla="*/ 2858 w 12194858"/>
              <a:gd name="connsiteY4-334" fmla="*/ 4324350 h 5232399"/>
              <a:gd name="connsiteX5-335" fmla="*/ 1310958 w 12194858"/>
              <a:gd name="connsiteY5-336" fmla="*/ 2755900 h 523239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91" y="connsiteY5-192"/>
              </a:cxn>
            </a:cxnLst>
            <a:rect l="l" t="t" r="r" b="b"/>
            <a:pathLst>
              <a:path w="12194858" h="5232399">
                <a:moveTo>
                  <a:pt x="1310958" y="2755900"/>
                </a:moveTo>
                <a:cubicBezTo>
                  <a:pt x="4100725" y="1443567"/>
                  <a:pt x="9786091" y="2556933"/>
                  <a:pt x="12194858" y="0"/>
                </a:cubicBezTo>
                <a:lnTo>
                  <a:pt x="12194858" y="5232399"/>
                </a:lnTo>
                <a:lnTo>
                  <a:pt x="2858" y="5232399"/>
                </a:lnTo>
                <a:cubicBezTo>
                  <a:pt x="-317" y="4946120"/>
                  <a:pt x="-1542" y="4581678"/>
                  <a:pt x="2858" y="4324350"/>
                </a:cubicBezTo>
                <a:cubicBezTo>
                  <a:pt x="206392" y="3924974"/>
                  <a:pt x="600542" y="3266858"/>
                  <a:pt x="1310958" y="2755900"/>
                </a:cubicBezTo>
                <a:close/>
              </a:path>
            </a:pathLst>
          </a:custGeom>
          <a:solidFill>
            <a:srgbClr val="C3C3E9">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1350">
              <a:solidFill>
                <a:srgbClr val="FFFFFF"/>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8" name="矩形 7"/>
          <p:cNvSpPr/>
          <p:nvPr>
            <p:custDataLst>
              <p:tags r:id="rId4"/>
            </p:custDataLst>
          </p:nvPr>
        </p:nvSpPr>
        <p:spPr>
          <a:xfrm>
            <a:off x="0" y="1237808"/>
            <a:ext cx="9143999" cy="2648394"/>
          </a:xfrm>
          <a:custGeom>
            <a:avLst/>
            <a:gdLst>
              <a:gd name="connsiteX0" fmla="*/ 0 w 12191999"/>
              <a:gd name="connsiteY0" fmla="*/ 0 h 4053385"/>
              <a:gd name="connsiteX1" fmla="*/ 12191999 w 12191999"/>
              <a:gd name="connsiteY1" fmla="*/ 0 h 4053385"/>
              <a:gd name="connsiteX2" fmla="*/ 12191999 w 12191999"/>
              <a:gd name="connsiteY2" fmla="*/ 4053385 h 4053385"/>
              <a:gd name="connsiteX3" fmla="*/ 0 w 12191999"/>
              <a:gd name="connsiteY3" fmla="*/ 4053385 h 4053385"/>
              <a:gd name="connsiteX4" fmla="*/ 0 w 12191999"/>
              <a:gd name="connsiteY4" fmla="*/ 0 h 4053385"/>
              <a:gd name="connsiteX0-1" fmla="*/ 2852382 w 12191999"/>
              <a:gd name="connsiteY0-2" fmla="*/ 81887 h 4053385"/>
              <a:gd name="connsiteX1-3" fmla="*/ 12191999 w 12191999"/>
              <a:gd name="connsiteY1-4" fmla="*/ 0 h 4053385"/>
              <a:gd name="connsiteX2-5" fmla="*/ 12191999 w 12191999"/>
              <a:gd name="connsiteY2-6" fmla="*/ 4053385 h 4053385"/>
              <a:gd name="connsiteX3-7" fmla="*/ 0 w 12191999"/>
              <a:gd name="connsiteY3-8" fmla="*/ 4053385 h 4053385"/>
              <a:gd name="connsiteX4-9" fmla="*/ 2852382 w 12191999"/>
              <a:gd name="connsiteY4-10" fmla="*/ 81887 h 4053385"/>
              <a:gd name="connsiteX0-11" fmla="*/ 2852382 w 12191999"/>
              <a:gd name="connsiteY0-12" fmla="*/ 319319 h 4290817"/>
              <a:gd name="connsiteX1-13" fmla="*/ 12191999 w 12191999"/>
              <a:gd name="connsiteY1-14" fmla="*/ 237432 h 4290817"/>
              <a:gd name="connsiteX2-15" fmla="*/ 12191999 w 12191999"/>
              <a:gd name="connsiteY2-16" fmla="*/ 4290817 h 4290817"/>
              <a:gd name="connsiteX3-17" fmla="*/ 0 w 12191999"/>
              <a:gd name="connsiteY3-18" fmla="*/ 4290817 h 4290817"/>
              <a:gd name="connsiteX4-19" fmla="*/ 2852382 w 12191999"/>
              <a:gd name="connsiteY4-20" fmla="*/ 319319 h 4290817"/>
              <a:gd name="connsiteX0-21" fmla="*/ 2852382 w 12191999"/>
              <a:gd name="connsiteY0-22" fmla="*/ 694894 h 4666392"/>
              <a:gd name="connsiteX1-23" fmla="*/ 12191999 w 12191999"/>
              <a:gd name="connsiteY1-24" fmla="*/ 613007 h 4666392"/>
              <a:gd name="connsiteX2-25" fmla="*/ 12191999 w 12191999"/>
              <a:gd name="connsiteY2-26" fmla="*/ 4666392 h 4666392"/>
              <a:gd name="connsiteX3-27" fmla="*/ 0 w 12191999"/>
              <a:gd name="connsiteY3-28" fmla="*/ 4666392 h 4666392"/>
              <a:gd name="connsiteX4-29" fmla="*/ 2852382 w 12191999"/>
              <a:gd name="connsiteY4-30" fmla="*/ 694894 h 4666392"/>
              <a:gd name="connsiteX0-31" fmla="*/ 2852382 w 12191999"/>
              <a:gd name="connsiteY0-32" fmla="*/ 694894 h 4666392"/>
              <a:gd name="connsiteX1-33" fmla="*/ 12191999 w 12191999"/>
              <a:gd name="connsiteY1-34" fmla="*/ 613007 h 4666392"/>
              <a:gd name="connsiteX2-35" fmla="*/ 12191999 w 12191999"/>
              <a:gd name="connsiteY2-36" fmla="*/ 4666392 h 4666392"/>
              <a:gd name="connsiteX3-37" fmla="*/ 0 w 12191999"/>
              <a:gd name="connsiteY3-38" fmla="*/ 4666392 h 4666392"/>
              <a:gd name="connsiteX4-39" fmla="*/ 2852382 w 12191999"/>
              <a:gd name="connsiteY4-40" fmla="*/ 694894 h 4666392"/>
              <a:gd name="connsiteX0-41" fmla="*/ 4435522 w 12191999"/>
              <a:gd name="connsiteY0-42" fmla="*/ 951932 h 4227394"/>
              <a:gd name="connsiteX1-43" fmla="*/ 12191999 w 12191999"/>
              <a:gd name="connsiteY1-44" fmla="*/ 174009 h 4227394"/>
              <a:gd name="connsiteX2-45" fmla="*/ 12191999 w 12191999"/>
              <a:gd name="connsiteY2-46" fmla="*/ 4227394 h 4227394"/>
              <a:gd name="connsiteX3-47" fmla="*/ 0 w 12191999"/>
              <a:gd name="connsiteY3-48" fmla="*/ 4227394 h 4227394"/>
              <a:gd name="connsiteX4-49" fmla="*/ 4435522 w 12191999"/>
              <a:gd name="connsiteY4-50" fmla="*/ 951932 h 4227394"/>
              <a:gd name="connsiteX0-51" fmla="*/ 4435522 w 12191999"/>
              <a:gd name="connsiteY0-52" fmla="*/ 951932 h 4227394"/>
              <a:gd name="connsiteX1-53" fmla="*/ 12191999 w 12191999"/>
              <a:gd name="connsiteY1-54" fmla="*/ 174009 h 4227394"/>
              <a:gd name="connsiteX2-55" fmla="*/ 12191999 w 12191999"/>
              <a:gd name="connsiteY2-56" fmla="*/ 4227394 h 4227394"/>
              <a:gd name="connsiteX3-57" fmla="*/ 0 w 12191999"/>
              <a:gd name="connsiteY3-58" fmla="*/ 4227394 h 4227394"/>
              <a:gd name="connsiteX4-59" fmla="*/ 4435522 w 12191999"/>
              <a:gd name="connsiteY4-60" fmla="*/ 951932 h 4227394"/>
              <a:gd name="connsiteX0-61" fmla="*/ 0 w 12191999"/>
              <a:gd name="connsiteY0-62" fmla="*/ 4053385 h 4053385"/>
              <a:gd name="connsiteX1-63" fmla="*/ 12191999 w 12191999"/>
              <a:gd name="connsiteY1-64" fmla="*/ 0 h 4053385"/>
              <a:gd name="connsiteX2-65" fmla="*/ 12191999 w 12191999"/>
              <a:gd name="connsiteY2-66" fmla="*/ 4053385 h 4053385"/>
              <a:gd name="connsiteX3-67" fmla="*/ 0 w 12191999"/>
              <a:gd name="connsiteY3-68" fmla="*/ 4053385 h 4053385"/>
              <a:gd name="connsiteX0-69" fmla="*/ 0 w 12191999"/>
              <a:gd name="connsiteY0-70" fmla="*/ 3480179 h 3480179"/>
              <a:gd name="connsiteX1-71" fmla="*/ 6173336 w 12191999"/>
              <a:gd name="connsiteY1-72" fmla="*/ 0 h 3480179"/>
              <a:gd name="connsiteX2-73" fmla="*/ 12191999 w 12191999"/>
              <a:gd name="connsiteY2-74" fmla="*/ 3480179 h 3480179"/>
              <a:gd name="connsiteX3-75" fmla="*/ 0 w 12191999"/>
              <a:gd name="connsiteY3-76" fmla="*/ 3480179 h 3480179"/>
              <a:gd name="connsiteX0-77" fmla="*/ 0 w 12191999"/>
              <a:gd name="connsiteY0-78" fmla="*/ 3480179 h 3480179"/>
              <a:gd name="connsiteX1-79" fmla="*/ 6173336 w 12191999"/>
              <a:gd name="connsiteY1-80" fmla="*/ 0 h 3480179"/>
              <a:gd name="connsiteX2-81" fmla="*/ 12191999 w 12191999"/>
              <a:gd name="connsiteY2-82" fmla="*/ 3480179 h 3480179"/>
              <a:gd name="connsiteX3-83" fmla="*/ 0 w 12191999"/>
              <a:gd name="connsiteY3-84" fmla="*/ 3480179 h 3480179"/>
              <a:gd name="connsiteX0-85" fmla="*/ 0 w 6173336"/>
              <a:gd name="connsiteY0-86" fmla="*/ 3480179 h 3480179"/>
              <a:gd name="connsiteX1-87" fmla="*/ 6173336 w 6173336"/>
              <a:gd name="connsiteY1-88" fmla="*/ 0 h 3480179"/>
              <a:gd name="connsiteX2-89" fmla="*/ 0 w 6173336"/>
              <a:gd name="connsiteY2-90" fmla="*/ 3480179 h 3480179"/>
              <a:gd name="connsiteX0-91" fmla="*/ 0 w 9271378"/>
              <a:gd name="connsiteY0-92" fmla="*/ 3548417 h 3548417"/>
              <a:gd name="connsiteX1-93" fmla="*/ 9271378 w 9271378"/>
              <a:gd name="connsiteY1-94" fmla="*/ 0 h 3548417"/>
              <a:gd name="connsiteX2-95" fmla="*/ 0 w 9271378"/>
              <a:gd name="connsiteY2-96" fmla="*/ 3548417 h 3548417"/>
              <a:gd name="connsiteX0-97" fmla="*/ 0 w 9271378"/>
              <a:gd name="connsiteY0-98" fmla="*/ 3659780 h 3659780"/>
              <a:gd name="connsiteX1-99" fmla="*/ 9271378 w 9271378"/>
              <a:gd name="connsiteY1-100" fmla="*/ 111363 h 3659780"/>
              <a:gd name="connsiteX2-101" fmla="*/ 0 w 9271378"/>
              <a:gd name="connsiteY2-102" fmla="*/ 3659780 h 3659780"/>
              <a:gd name="connsiteX0-103" fmla="*/ 0 w 12123760"/>
              <a:gd name="connsiteY0-104" fmla="*/ 3103911 h 3103911"/>
              <a:gd name="connsiteX1-105" fmla="*/ 12123760 w 12123760"/>
              <a:gd name="connsiteY1-106" fmla="*/ 128700 h 3103911"/>
              <a:gd name="connsiteX2-107" fmla="*/ 0 w 12123760"/>
              <a:gd name="connsiteY2-108" fmla="*/ 3103911 h 3103911"/>
              <a:gd name="connsiteX0-109" fmla="*/ 0 w 12123760"/>
              <a:gd name="connsiteY0-110" fmla="*/ 3360951 h 3360951"/>
              <a:gd name="connsiteX1-111" fmla="*/ 12123760 w 12123760"/>
              <a:gd name="connsiteY1-112" fmla="*/ 385740 h 3360951"/>
              <a:gd name="connsiteX2-113" fmla="*/ 0 w 12123760"/>
              <a:gd name="connsiteY2-114" fmla="*/ 3360951 h 3360951"/>
              <a:gd name="connsiteX0-115" fmla="*/ 0 w 12123760"/>
              <a:gd name="connsiteY0-116" fmla="*/ 3360951 h 3360951"/>
              <a:gd name="connsiteX1-117" fmla="*/ 12123760 w 12123760"/>
              <a:gd name="connsiteY1-118" fmla="*/ 385740 h 3360951"/>
              <a:gd name="connsiteX2-119" fmla="*/ 0 w 12123760"/>
              <a:gd name="connsiteY2-120" fmla="*/ 3360951 h 3360951"/>
              <a:gd name="connsiteX0-121" fmla="*/ 0 w 11741622"/>
              <a:gd name="connsiteY0-122" fmla="*/ 3360951 h 3360951"/>
              <a:gd name="connsiteX1-123" fmla="*/ 11741622 w 11741622"/>
              <a:gd name="connsiteY1-124" fmla="*/ 385740 h 3360951"/>
              <a:gd name="connsiteX2-125" fmla="*/ 0 w 11741622"/>
              <a:gd name="connsiteY2-126" fmla="*/ 3360951 h 3360951"/>
              <a:gd name="connsiteX0-127" fmla="*/ 0 w 12082816"/>
              <a:gd name="connsiteY0-128" fmla="*/ 3360951 h 3360951"/>
              <a:gd name="connsiteX1-129" fmla="*/ 12082816 w 12082816"/>
              <a:gd name="connsiteY1-130" fmla="*/ 385740 h 3360951"/>
              <a:gd name="connsiteX2-131" fmla="*/ 0 w 12082816"/>
              <a:gd name="connsiteY2-132" fmla="*/ 3360951 h 3360951"/>
              <a:gd name="connsiteX0-133" fmla="*/ 0 w 12082816"/>
              <a:gd name="connsiteY0-134" fmla="*/ 3360951 h 3396222"/>
              <a:gd name="connsiteX1-135" fmla="*/ 12082816 w 12082816"/>
              <a:gd name="connsiteY1-136" fmla="*/ 385740 h 3396222"/>
              <a:gd name="connsiteX2-137" fmla="*/ 0 w 12082816"/>
              <a:gd name="connsiteY2-138" fmla="*/ 3360951 h 3396222"/>
              <a:gd name="connsiteX0-139" fmla="*/ 0 w 12082816"/>
              <a:gd name="connsiteY0-140" fmla="*/ 3597763 h 3633034"/>
              <a:gd name="connsiteX1-141" fmla="*/ 12082816 w 12082816"/>
              <a:gd name="connsiteY1-142" fmla="*/ 622552 h 3633034"/>
              <a:gd name="connsiteX2-143" fmla="*/ 0 w 12082816"/>
              <a:gd name="connsiteY2-144" fmla="*/ 3597763 h 3633034"/>
              <a:gd name="connsiteX0-145" fmla="*/ 0 w 12082816"/>
              <a:gd name="connsiteY0-146" fmla="*/ 3597763 h 3597763"/>
              <a:gd name="connsiteX1-147" fmla="*/ 12082816 w 12082816"/>
              <a:gd name="connsiteY1-148" fmla="*/ 622552 h 3597763"/>
              <a:gd name="connsiteX2-149" fmla="*/ 0 w 12082816"/>
              <a:gd name="connsiteY2-150" fmla="*/ 3597763 h 3597763"/>
              <a:gd name="connsiteX0-151" fmla="*/ 0 w 12082816"/>
              <a:gd name="connsiteY0-152" fmla="*/ 3597763 h 3597763"/>
              <a:gd name="connsiteX1-153" fmla="*/ 12082816 w 12082816"/>
              <a:gd name="connsiteY1-154" fmla="*/ 622552 h 3597763"/>
              <a:gd name="connsiteX2-155" fmla="*/ 0 w 12082816"/>
              <a:gd name="connsiteY2-156" fmla="*/ 3597763 h 3597763"/>
              <a:gd name="connsiteX0-157" fmla="*/ 0 w 12082816"/>
              <a:gd name="connsiteY0-158" fmla="*/ 3982577 h 3982577"/>
              <a:gd name="connsiteX1-159" fmla="*/ 12082816 w 12082816"/>
              <a:gd name="connsiteY1-160" fmla="*/ 1007366 h 3982577"/>
              <a:gd name="connsiteX2-161" fmla="*/ 0 w 12082816"/>
              <a:gd name="connsiteY2-162" fmla="*/ 3982577 h 3982577"/>
              <a:gd name="connsiteX0-163" fmla="*/ 0 w 12082816"/>
              <a:gd name="connsiteY0-164" fmla="*/ 3982577 h 3982577"/>
              <a:gd name="connsiteX1-165" fmla="*/ 12082816 w 12082816"/>
              <a:gd name="connsiteY1-166" fmla="*/ 1007366 h 3982577"/>
              <a:gd name="connsiteX2-167" fmla="*/ 0 w 12082816"/>
              <a:gd name="connsiteY2-168" fmla="*/ 3982577 h 3982577"/>
              <a:gd name="connsiteX0-169" fmla="*/ 0 w 12082816"/>
              <a:gd name="connsiteY0-170" fmla="*/ 3982577 h 3982577"/>
              <a:gd name="connsiteX1-171" fmla="*/ 12082816 w 12082816"/>
              <a:gd name="connsiteY1-172" fmla="*/ 1007366 h 3982577"/>
              <a:gd name="connsiteX2-173" fmla="*/ 0 w 12082816"/>
              <a:gd name="connsiteY2-174" fmla="*/ 3982577 h 3982577"/>
              <a:gd name="connsiteX0-175" fmla="*/ 0 w 12082816"/>
              <a:gd name="connsiteY0-176" fmla="*/ 4141789 h 4141789"/>
              <a:gd name="connsiteX1-177" fmla="*/ 12082816 w 12082816"/>
              <a:gd name="connsiteY1-178" fmla="*/ 1166578 h 4141789"/>
              <a:gd name="connsiteX2-179" fmla="*/ 0 w 12082816"/>
              <a:gd name="connsiteY2-180" fmla="*/ 4141789 h 4141789"/>
              <a:gd name="connsiteX0-181" fmla="*/ 0 w 12082816"/>
              <a:gd name="connsiteY0-182" fmla="*/ 2975211 h 2975211"/>
              <a:gd name="connsiteX1-183" fmla="*/ 12082816 w 12082816"/>
              <a:gd name="connsiteY1-184" fmla="*/ 0 h 2975211"/>
              <a:gd name="connsiteX2-185" fmla="*/ 0 w 12082816"/>
              <a:gd name="connsiteY2-186" fmla="*/ 2975211 h 2975211"/>
              <a:gd name="connsiteX0-187" fmla="*/ 0 w 12082816"/>
              <a:gd name="connsiteY0-188" fmla="*/ 2975211 h 2975211"/>
              <a:gd name="connsiteX1-189" fmla="*/ 12082816 w 12082816"/>
              <a:gd name="connsiteY1-190" fmla="*/ 0 h 2975211"/>
              <a:gd name="connsiteX2-191" fmla="*/ 0 w 12082816"/>
              <a:gd name="connsiteY2-192" fmla="*/ 2975211 h 2975211"/>
              <a:gd name="connsiteX0-193" fmla="*/ 0 w 12082816"/>
              <a:gd name="connsiteY0-194" fmla="*/ 2975211 h 2975211"/>
              <a:gd name="connsiteX1-195" fmla="*/ 12082816 w 12082816"/>
              <a:gd name="connsiteY1-196" fmla="*/ 0 h 2975211"/>
              <a:gd name="connsiteX2-197" fmla="*/ 0 w 12082816"/>
              <a:gd name="connsiteY2-198" fmla="*/ 2975211 h 2975211"/>
              <a:gd name="connsiteX0-199" fmla="*/ 0 w 12082816"/>
              <a:gd name="connsiteY0-200" fmla="*/ 2975211 h 2975211"/>
              <a:gd name="connsiteX1-201" fmla="*/ 12082816 w 12082816"/>
              <a:gd name="connsiteY1-202" fmla="*/ 0 h 2975211"/>
              <a:gd name="connsiteX2-203" fmla="*/ 0 w 12082816"/>
              <a:gd name="connsiteY2-204" fmla="*/ 2975211 h 2975211"/>
              <a:gd name="connsiteX0-205" fmla="*/ 0 w 12082816"/>
              <a:gd name="connsiteY0-206" fmla="*/ 2975211 h 2975211"/>
              <a:gd name="connsiteX1-207" fmla="*/ 12082816 w 12082816"/>
              <a:gd name="connsiteY1-208" fmla="*/ 0 h 2975211"/>
              <a:gd name="connsiteX2-209" fmla="*/ 0 w 12082816"/>
              <a:gd name="connsiteY2-210" fmla="*/ 2975211 h 2975211"/>
              <a:gd name="connsiteX0-211" fmla="*/ 0 w 12123760"/>
              <a:gd name="connsiteY0-212" fmla="*/ 3807725 h 3807725"/>
              <a:gd name="connsiteX1-213" fmla="*/ 12123760 w 12123760"/>
              <a:gd name="connsiteY1-214" fmla="*/ 0 h 3807725"/>
              <a:gd name="connsiteX2-215" fmla="*/ 0 w 12123760"/>
              <a:gd name="connsiteY2-216" fmla="*/ 3807725 h 3807725"/>
              <a:gd name="connsiteX0-217" fmla="*/ 0 w 12123760"/>
              <a:gd name="connsiteY0-218" fmla="*/ 3807725 h 3807725"/>
              <a:gd name="connsiteX1-219" fmla="*/ 12123760 w 12123760"/>
              <a:gd name="connsiteY1-220" fmla="*/ 0 h 3807725"/>
              <a:gd name="connsiteX2-221" fmla="*/ 0 w 12123760"/>
              <a:gd name="connsiteY2-222" fmla="*/ 3807725 h 3807725"/>
              <a:gd name="connsiteX0-223" fmla="*/ 0 w 12123760"/>
              <a:gd name="connsiteY0-224" fmla="*/ 3807725 h 3807725"/>
              <a:gd name="connsiteX1-225" fmla="*/ 12123760 w 12123760"/>
              <a:gd name="connsiteY1-226" fmla="*/ 0 h 3807725"/>
              <a:gd name="connsiteX2-227" fmla="*/ 0 w 12123760"/>
              <a:gd name="connsiteY2-228" fmla="*/ 3807725 h 3807725"/>
              <a:gd name="connsiteX0-229" fmla="*/ 0 w 12123760"/>
              <a:gd name="connsiteY0-230" fmla="*/ 3807725 h 3807725"/>
              <a:gd name="connsiteX1-231" fmla="*/ 12123760 w 12123760"/>
              <a:gd name="connsiteY1-232" fmla="*/ 0 h 3807725"/>
              <a:gd name="connsiteX2-233" fmla="*/ 0 w 12123760"/>
              <a:gd name="connsiteY2-234" fmla="*/ 3807725 h 3807725"/>
              <a:gd name="connsiteX0-235" fmla="*/ 0 w 12123760"/>
              <a:gd name="connsiteY0-236" fmla="*/ 3807725 h 3807725"/>
              <a:gd name="connsiteX1-237" fmla="*/ 12123760 w 12123760"/>
              <a:gd name="connsiteY1-238" fmla="*/ 0 h 3807725"/>
              <a:gd name="connsiteX2-239" fmla="*/ 0 w 12123760"/>
              <a:gd name="connsiteY2-240" fmla="*/ 3807725 h 3807725"/>
              <a:gd name="connsiteX0-241" fmla="*/ 0 w 12123760"/>
              <a:gd name="connsiteY0-242" fmla="*/ 3807725 h 3807725"/>
              <a:gd name="connsiteX1-243" fmla="*/ 12123760 w 12123760"/>
              <a:gd name="connsiteY1-244" fmla="*/ 0 h 3807725"/>
              <a:gd name="connsiteX2-245" fmla="*/ 0 w 12123760"/>
              <a:gd name="connsiteY2-246" fmla="*/ 3807725 h 3807725"/>
              <a:gd name="connsiteX0-247" fmla="*/ 0 w 12123760"/>
              <a:gd name="connsiteY0-248" fmla="*/ 3807725 h 3807725"/>
              <a:gd name="connsiteX1-249" fmla="*/ 12123760 w 12123760"/>
              <a:gd name="connsiteY1-250" fmla="*/ 0 h 3807725"/>
              <a:gd name="connsiteX2-251" fmla="*/ 0 w 12123760"/>
              <a:gd name="connsiteY2-252" fmla="*/ 3807725 h 3807725"/>
              <a:gd name="connsiteX0-253" fmla="*/ 0 w 12123760"/>
              <a:gd name="connsiteY0-254" fmla="*/ 3807725 h 3807725"/>
              <a:gd name="connsiteX1-255" fmla="*/ 12123760 w 12123760"/>
              <a:gd name="connsiteY1-256" fmla="*/ 0 h 3807725"/>
              <a:gd name="connsiteX2-257" fmla="*/ 0 w 12123760"/>
              <a:gd name="connsiteY2-258" fmla="*/ 3807725 h 3807725"/>
              <a:gd name="connsiteX0-259" fmla="*/ 0 w 12123760"/>
              <a:gd name="connsiteY0-260" fmla="*/ 3807725 h 3807725"/>
              <a:gd name="connsiteX1-261" fmla="*/ 12123760 w 12123760"/>
              <a:gd name="connsiteY1-262" fmla="*/ 0 h 3807725"/>
              <a:gd name="connsiteX2-263" fmla="*/ 0 w 12123760"/>
              <a:gd name="connsiteY2-264" fmla="*/ 3807725 h 3807725"/>
              <a:gd name="connsiteX0-265" fmla="*/ 0 w 12123760"/>
              <a:gd name="connsiteY0-266" fmla="*/ 3807725 h 3807725"/>
              <a:gd name="connsiteX1-267" fmla="*/ 12123760 w 12123760"/>
              <a:gd name="connsiteY1-268" fmla="*/ 0 h 3807725"/>
              <a:gd name="connsiteX2-269" fmla="*/ 0 w 12123760"/>
              <a:gd name="connsiteY2-270" fmla="*/ 3807725 h 3807725"/>
              <a:gd name="connsiteX0-271" fmla="*/ 0 w 12123760"/>
              <a:gd name="connsiteY0-272" fmla="*/ 3807725 h 3807725"/>
              <a:gd name="connsiteX1-273" fmla="*/ 12123760 w 12123760"/>
              <a:gd name="connsiteY1-274" fmla="*/ 0 h 3807725"/>
              <a:gd name="connsiteX2-275" fmla="*/ 0 w 12123760"/>
              <a:gd name="connsiteY2-276" fmla="*/ 3807725 h 3807725"/>
              <a:gd name="connsiteX0-277" fmla="*/ 0 w 12123760"/>
              <a:gd name="connsiteY0-278" fmla="*/ 3807725 h 3807725"/>
              <a:gd name="connsiteX1-279" fmla="*/ 12123760 w 12123760"/>
              <a:gd name="connsiteY1-280" fmla="*/ 0 h 3807725"/>
              <a:gd name="connsiteX2-281" fmla="*/ 0 w 12123760"/>
              <a:gd name="connsiteY2-282" fmla="*/ 3807725 h 3807725"/>
              <a:gd name="connsiteX0-283" fmla="*/ 0 w 12123760"/>
              <a:gd name="connsiteY0-284" fmla="*/ 3807725 h 3807725"/>
              <a:gd name="connsiteX1-285" fmla="*/ 12123760 w 12123760"/>
              <a:gd name="connsiteY1-286" fmla="*/ 0 h 3807725"/>
              <a:gd name="connsiteX2-287" fmla="*/ 0 w 12123760"/>
              <a:gd name="connsiteY2-288" fmla="*/ 3807725 h 3807725"/>
              <a:gd name="connsiteX0-289" fmla="*/ 0 w 12123760"/>
              <a:gd name="connsiteY0-290" fmla="*/ 3807725 h 3807725"/>
              <a:gd name="connsiteX1-291" fmla="*/ 12123760 w 12123760"/>
              <a:gd name="connsiteY1-292" fmla="*/ 0 h 3807725"/>
              <a:gd name="connsiteX2-293" fmla="*/ 0 w 12123760"/>
              <a:gd name="connsiteY2-294" fmla="*/ 3807725 h 3807725"/>
              <a:gd name="connsiteX0-295" fmla="*/ 0 w 12123760"/>
              <a:gd name="connsiteY0-296" fmla="*/ 3807725 h 3807725"/>
              <a:gd name="connsiteX1-297" fmla="*/ 12123760 w 12123760"/>
              <a:gd name="connsiteY1-298" fmla="*/ 0 h 3807725"/>
              <a:gd name="connsiteX2-299" fmla="*/ 0 w 12123760"/>
              <a:gd name="connsiteY2-300" fmla="*/ 3807725 h 3807725"/>
            </a:gdLst>
            <a:ahLst/>
            <a:cxnLst>
              <a:cxn ang="0">
                <a:pos x="connsiteX0-1" y="connsiteY0-2"/>
              </a:cxn>
              <a:cxn ang="0">
                <a:pos x="connsiteX1-3" y="connsiteY1-4"/>
              </a:cxn>
              <a:cxn ang="0">
                <a:pos x="connsiteX2-5" y="connsiteY2-6"/>
              </a:cxn>
            </a:cxnLst>
            <a:rect l="l" t="t" r="r" b="b"/>
            <a:pathLst>
              <a:path w="12123760" h="3807725">
                <a:moveTo>
                  <a:pt x="0" y="3807725"/>
                </a:moveTo>
                <a:cubicBezTo>
                  <a:pt x="2497539" y="-88710"/>
                  <a:pt x="8249312" y="1842448"/>
                  <a:pt x="12123760" y="0"/>
                </a:cubicBezTo>
                <a:cubicBezTo>
                  <a:pt x="9392692" y="3093491"/>
                  <a:pt x="2430817" y="1191905"/>
                  <a:pt x="0" y="3807725"/>
                </a:cubicBezTo>
                <a:close/>
              </a:path>
            </a:pathLst>
          </a:custGeom>
          <a:solidFill>
            <a:srgbClr val="6969C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1350">
              <a:solidFill>
                <a:srgbClr val="FFFFFF"/>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11" name="矩形 10"/>
          <p:cNvSpPr/>
          <p:nvPr>
            <p:custDataLst>
              <p:tags r:id="rId5"/>
            </p:custDataLst>
          </p:nvPr>
        </p:nvSpPr>
        <p:spPr>
          <a:xfrm>
            <a:off x="248" y="3269023"/>
            <a:ext cx="995060" cy="1199351"/>
          </a:xfrm>
          <a:custGeom>
            <a:avLst/>
            <a:gdLst>
              <a:gd name="connsiteX0" fmla="*/ 0 w 3671248"/>
              <a:gd name="connsiteY0" fmla="*/ 0 h 764275"/>
              <a:gd name="connsiteX1" fmla="*/ 3671248 w 3671248"/>
              <a:gd name="connsiteY1" fmla="*/ 0 h 764275"/>
              <a:gd name="connsiteX2" fmla="*/ 3671248 w 3671248"/>
              <a:gd name="connsiteY2" fmla="*/ 764275 h 764275"/>
              <a:gd name="connsiteX3" fmla="*/ 0 w 3671248"/>
              <a:gd name="connsiteY3" fmla="*/ 764275 h 764275"/>
              <a:gd name="connsiteX4" fmla="*/ 0 w 3671248"/>
              <a:gd name="connsiteY4" fmla="*/ 0 h 764275"/>
              <a:gd name="connsiteX0-1" fmla="*/ 0 w 4094329"/>
              <a:gd name="connsiteY0-2" fmla="*/ 0 h 1269242"/>
              <a:gd name="connsiteX1-3" fmla="*/ 4094329 w 4094329"/>
              <a:gd name="connsiteY1-4" fmla="*/ 504967 h 1269242"/>
              <a:gd name="connsiteX2-5" fmla="*/ 4094329 w 4094329"/>
              <a:gd name="connsiteY2-6" fmla="*/ 1269242 h 1269242"/>
              <a:gd name="connsiteX3-7" fmla="*/ 423081 w 4094329"/>
              <a:gd name="connsiteY3-8" fmla="*/ 1269242 h 1269242"/>
              <a:gd name="connsiteX4-9" fmla="*/ 0 w 4094329"/>
              <a:gd name="connsiteY4-10" fmla="*/ 0 h 1269242"/>
              <a:gd name="connsiteX0-11" fmla="*/ 1160059 w 5254388"/>
              <a:gd name="connsiteY0-12" fmla="*/ 0 h 1269242"/>
              <a:gd name="connsiteX1-13" fmla="*/ 5254388 w 5254388"/>
              <a:gd name="connsiteY1-14" fmla="*/ 504967 h 1269242"/>
              <a:gd name="connsiteX2-15" fmla="*/ 5254388 w 5254388"/>
              <a:gd name="connsiteY2-16" fmla="*/ 1269242 h 1269242"/>
              <a:gd name="connsiteX3-17" fmla="*/ 0 w 5254388"/>
              <a:gd name="connsiteY3-18" fmla="*/ 736980 h 1269242"/>
              <a:gd name="connsiteX4-19" fmla="*/ 1160059 w 5254388"/>
              <a:gd name="connsiteY4-20" fmla="*/ 0 h 1269242"/>
              <a:gd name="connsiteX0-21" fmla="*/ 1160059 w 5254388"/>
              <a:gd name="connsiteY0-22" fmla="*/ 0 h 2156347"/>
              <a:gd name="connsiteX1-23" fmla="*/ 5254388 w 5254388"/>
              <a:gd name="connsiteY1-24" fmla="*/ 504967 h 2156347"/>
              <a:gd name="connsiteX2-25" fmla="*/ 40943 w 5254388"/>
              <a:gd name="connsiteY2-26" fmla="*/ 2156347 h 2156347"/>
              <a:gd name="connsiteX3-27" fmla="*/ 0 w 5254388"/>
              <a:gd name="connsiteY3-28" fmla="*/ 736980 h 2156347"/>
              <a:gd name="connsiteX4-29" fmla="*/ 1160059 w 5254388"/>
              <a:gd name="connsiteY4-30" fmla="*/ 0 h 2156347"/>
              <a:gd name="connsiteX0-31" fmla="*/ 1160059 w 1542196"/>
              <a:gd name="connsiteY0-32" fmla="*/ 0 h 2156347"/>
              <a:gd name="connsiteX1-33" fmla="*/ 1542196 w 1542196"/>
              <a:gd name="connsiteY1-34" fmla="*/ 2156346 h 2156347"/>
              <a:gd name="connsiteX2-35" fmla="*/ 40943 w 1542196"/>
              <a:gd name="connsiteY2-36" fmla="*/ 2156347 h 2156347"/>
              <a:gd name="connsiteX3-37" fmla="*/ 0 w 1542196"/>
              <a:gd name="connsiteY3-38" fmla="*/ 736980 h 2156347"/>
              <a:gd name="connsiteX4-39" fmla="*/ 1160059 w 1542196"/>
              <a:gd name="connsiteY4-40" fmla="*/ 0 h 2156347"/>
              <a:gd name="connsiteX0-41" fmla="*/ 1160059 w 1160059"/>
              <a:gd name="connsiteY0-42" fmla="*/ 0 h 2156347"/>
              <a:gd name="connsiteX1-43" fmla="*/ 40943 w 1160059"/>
              <a:gd name="connsiteY1-44" fmla="*/ 2156347 h 2156347"/>
              <a:gd name="connsiteX2-45" fmla="*/ 0 w 1160059"/>
              <a:gd name="connsiteY2-46" fmla="*/ 736980 h 2156347"/>
              <a:gd name="connsiteX3-47" fmla="*/ 1160059 w 1160059"/>
              <a:gd name="connsiteY3-48" fmla="*/ 0 h 2156347"/>
              <a:gd name="connsiteX0-49" fmla="*/ 1160059 w 1160059"/>
              <a:gd name="connsiteY0-50" fmla="*/ 0 h 2156347"/>
              <a:gd name="connsiteX1-51" fmla="*/ 40943 w 1160059"/>
              <a:gd name="connsiteY1-52" fmla="*/ 2156347 h 2156347"/>
              <a:gd name="connsiteX2-53" fmla="*/ 0 w 1160059"/>
              <a:gd name="connsiteY2-54" fmla="*/ 736980 h 2156347"/>
              <a:gd name="connsiteX3-55" fmla="*/ 1160059 w 1160059"/>
              <a:gd name="connsiteY3-56" fmla="*/ 0 h 2156347"/>
              <a:gd name="connsiteX0-57" fmla="*/ 1160059 w 1160059"/>
              <a:gd name="connsiteY0-58" fmla="*/ 0 h 2156347"/>
              <a:gd name="connsiteX1-59" fmla="*/ 40943 w 1160059"/>
              <a:gd name="connsiteY1-60" fmla="*/ 2156347 h 2156347"/>
              <a:gd name="connsiteX2-61" fmla="*/ 0 w 1160059"/>
              <a:gd name="connsiteY2-62" fmla="*/ 736980 h 2156347"/>
              <a:gd name="connsiteX3-63" fmla="*/ 1160059 w 1160059"/>
              <a:gd name="connsiteY3-64" fmla="*/ 0 h 2156347"/>
              <a:gd name="connsiteX0-65" fmla="*/ 1174347 w 1174347"/>
              <a:gd name="connsiteY0-66" fmla="*/ 0 h 2175397"/>
              <a:gd name="connsiteX1-67" fmla="*/ 40943 w 1174347"/>
              <a:gd name="connsiteY1-68" fmla="*/ 2175397 h 2175397"/>
              <a:gd name="connsiteX2-69" fmla="*/ 0 w 1174347"/>
              <a:gd name="connsiteY2-70" fmla="*/ 756030 h 2175397"/>
              <a:gd name="connsiteX3-71" fmla="*/ 1174347 w 1174347"/>
              <a:gd name="connsiteY3-72" fmla="*/ 0 h 2175397"/>
              <a:gd name="connsiteX0-73" fmla="*/ 1174347 w 1174347"/>
              <a:gd name="connsiteY0-74" fmla="*/ 0 h 2175397"/>
              <a:gd name="connsiteX1-75" fmla="*/ 40943 w 1174347"/>
              <a:gd name="connsiteY1-76" fmla="*/ 2175397 h 2175397"/>
              <a:gd name="connsiteX2-77" fmla="*/ 0 w 1174347"/>
              <a:gd name="connsiteY2-78" fmla="*/ 756030 h 2175397"/>
              <a:gd name="connsiteX3-79" fmla="*/ 1174347 w 1174347"/>
              <a:gd name="connsiteY3-80" fmla="*/ 0 h 2175397"/>
              <a:gd name="connsiteX0-81" fmla="*/ 1174347 w 1174347"/>
              <a:gd name="connsiteY0-82" fmla="*/ 0 h 2175397"/>
              <a:gd name="connsiteX1-83" fmla="*/ 40943 w 1174347"/>
              <a:gd name="connsiteY1-84" fmla="*/ 2175397 h 2175397"/>
              <a:gd name="connsiteX2-85" fmla="*/ 0 w 1174347"/>
              <a:gd name="connsiteY2-86" fmla="*/ 756030 h 2175397"/>
              <a:gd name="connsiteX3-87" fmla="*/ 1174347 w 1174347"/>
              <a:gd name="connsiteY3-88" fmla="*/ 0 h 2175397"/>
              <a:gd name="connsiteX0-89" fmla="*/ 1174347 w 1174347"/>
              <a:gd name="connsiteY0-90" fmla="*/ 0 h 2175397"/>
              <a:gd name="connsiteX1-91" fmla="*/ 40943 w 1174347"/>
              <a:gd name="connsiteY1-92" fmla="*/ 2175397 h 2175397"/>
              <a:gd name="connsiteX2-93" fmla="*/ 0 w 1174347"/>
              <a:gd name="connsiteY2-94" fmla="*/ 756030 h 2175397"/>
              <a:gd name="connsiteX3-95" fmla="*/ 1174347 w 1174347"/>
              <a:gd name="connsiteY3-96" fmla="*/ 0 h 2175397"/>
              <a:gd name="connsiteX0-97" fmla="*/ 1174347 w 1174347"/>
              <a:gd name="connsiteY0-98" fmla="*/ 0 h 2175397"/>
              <a:gd name="connsiteX1-99" fmla="*/ 40943 w 1174347"/>
              <a:gd name="connsiteY1-100" fmla="*/ 2175397 h 2175397"/>
              <a:gd name="connsiteX2-101" fmla="*/ 0 w 1174347"/>
              <a:gd name="connsiteY2-102" fmla="*/ 756030 h 2175397"/>
              <a:gd name="connsiteX3-103" fmla="*/ 1174347 w 1174347"/>
              <a:gd name="connsiteY3-104" fmla="*/ 0 h 2175397"/>
              <a:gd name="connsiteX0-105" fmla="*/ 1174347 w 1174347"/>
              <a:gd name="connsiteY0-106" fmla="*/ 0 h 2175397"/>
              <a:gd name="connsiteX1-107" fmla="*/ 40943 w 1174347"/>
              <a:gd name="connsiteY1-108" fmla="*/ 2175397 h 2175397"/>
              <a:gd name="connsiteX2-109" fmla="*/ 0 w 1174347"/>
              <a:gd name="connsiteY2-110" fmla="*/ 756030 h 2175397"/>
              <a:gd name="connsiteX3-111" fmla="*/ 1174347 w 1174347"/>
              <a:gd name="connsiteY3-112" fmla="*/ 0 h 2175397"/>
              <a:gd name="connsiteX0-113" fmla="*/ 1174347 w 1174347"/>
              <a:gd name="connsiteY0-114" fmla="*/ 0 h 2175397"/>
              <a:gd name="connsiteX1-115" fmla="*/ 40943 w 1174347"/>
              <a:gd name="connsiteY1-116" fmla="*/ 2175397 h 2175397"/>
              <a:gd name="connsiteX2-117" fmla="*/ 0 w 1174347"/>
              <a:gd name="connsiteY2-118" fmla="*/ 756030 h 2175397"/>
              <a:gd name="connsiteX3-119" fmla="*/ 1174347 w 1174347"/>
              <a:gd name="connsiteY3-120" fmla="*/ 0 h 2175397"/>
              <a:gd name="connsiteX0-121" fmla="*/ 1136247 w 1136247"/>
              <a:gd name="connsiteY0-122" fmla="*/ 0 h 2175397"/>
              <a:gd name="connsiteX1-123" fmla="*/ 2843 w 1136247"/>
              <a:gd name="connsiteY1-124" fmla="*/ 2175397 h 2175397"/>
              <a:gd name="connsiteX2-125" fmla="*/ 0 w 1136247"/>
              <a:gd name="connsiteY2-126" fmla="*/ 741743 h 2175397"/>
              <a:gd name="connsiteX3-127" fmla="*/ 1136247 w 1136247"/>
              <a:gd name="connsiteY3-128" fmla="*/ 0 h 2175397"/>
              <a:gd name="connsiteX0-129" fmla="*/ 1136247 w 1136247"/>
              <a:gd name="connsiteY0-130" fmla="*/ 0 h 2175397"/>
              <a:gd name="connsiteX1-131" fmla="*/ 2843 w 1136247"/>
              <a:gd name="connsiteY1-132" fmla="*/ 2175397 h 2175397"/>
              <a:gd name="connsiteX2-133" fmla="*/ 0 w 1136247"/>
              <a:gd name="connsiteY2-134" fmla="*/ 741743 h 2175397"/>
              <a:gd name="connsiteX3-135" fmla="*/ 1136247 w 1136247"/>
              <a:gd name="connsiteY3-136" fmla="*/ 0 h 2175397"/>
              <a:gd name="connsiteX0-137" fmla="*/ 1136247 w 1136247"/>
              <a:gd name="connsiteY0-138" fmla="*/ 0 h 2175397"/>
              <a:gd name="connsiteX1-139" fmla="*/ 2843 w 1136247"/>
              <a:gd name="connsiteY1-140" fmla="*/ 2175397 h 2175397"/>
              <a:gd name="connsiteX2-141" fmla="*/ 0 w 1136247"/>
              <a:gd name="connsiteY2-142" fmla="*/ 741743 h 2175397"/>
              <a:gd name="connsiteX3-143" fmla="*/ 1136247 w 1136247"/>
              <a:gd name="connsiteY3-144" fmla="*/ 0 h 2175397"/>
              <a:gd name="connsiteX0-145" fmla="*/ 1136247 w 1136247"/>
              <a:gd name="connsiteY0-146" fmla="*/ 0 h 2175397"/>
              <a:gd name="connsiteX1-147" fmla="*/ 2843 w 1136247"/>
              <a:gd name="connsiteY1-148" fmla="*/ 2175397 h 2175397"/>
              <a:gd name="connsiteX2-149" fmla="*/ 0 w 1136247"/>
              <a:gd name="connsiteY2-150" fmla="*/ 741743 h 2175397"/>
              <a:gd name="connsiteX3-151" fmla="*/ 1136247 w 1136247"/>
              <a:gd name="connsiteY3-152" fmla="*/ 0 h 2175397"/>
              <a:gd name="connsiteX0-153" fmla="*/ 1136247 w 1136247"/>
              <a:gd name="connsiteY0-154" fmla="*/ 0 h 2175397"/>
              <a:gd name="connsiteX1-155" fmla="*/ 2843 w 1136247"/>
              <a:gd name="connsiteY1-156" fmla="*/ 2175397 h 2175397"/>
              <a:gd name="connsiteX2-157" fmla="*/ 0 w 1136247"/>
              <a:gd name="connsiteY2-158" fmla="*/ 741743 h 2175397"/>
              <a:gd name="connsiteX3-159" fmla="*/ 1136247 w 1136247"/>
              <a:gd name="connsiteY3-160" fmla="*/ 0 h 2175397"/>
              <a:gd name="connsiteX0-161" fmla="*/ 1136247 w 1136247"/>
              <a:gd name="connsiteY0-162" fmla="*/ 0 h 1532459"/>
              <a:gd name="connsiteX1-163" fmla="*/ 7605 w 1136247"/>
              <a:gd name="connsiteY1-164" fmla="*/ 1532459 h 1532459"/>
              <a:gd name="connsiteX2-165" fmla="*/ 0 w 1136247"/>
              <a:gd name="connsiteY2-166" fmla="*/ 741743 h 1532459"/>
              <a:gd name="connsiteX3-167" fmla="*/ 1136247 w 1136247"/>
              <a:gd name="connsiteY3-168" fmla="*/ 0 h 1532459"/>
              <a:gd name="connsiteX0-169" fmla="*/ 1128716 w 1128716"/>
              <a:gd name="connsiteY0-170" fmla="*/ 0 h 1532459"/>
              <a:gd name="connsiteX1-171" fmla="*/ 74 w 1128716"/>
              <a:gd name="connsiteY1-172" fmla="*/ 1532459 h 1532459"/>
              <a:gd name="connsiteX2-173" fmla="*/ 6757 w 1128716"/>
              <a:gd name="connsiteY2-174" fmla="*/ 741743 h 1532459"/>
              <a:gd name="connsiteX3-175" fmla="*/ 1128716 w 1128716"/>
              <a:gd name="connsiteY3-176" fmla="*/ 0 h 1532459"/>
              <a:gd name="connsiteX0-177" fmla="*/ 1121959 w 1121959"/>
              <a:gd name="connsiteY0-178" fmla="*/ 0 h 1518172"/>
              <a:gd name="connsiteX1-179" fmla="*/ 2842 w 1121959"/>
              <a:gd name="connsiteY1-180" fmla="*/ 1518172 h 1518172"/>
              <a:gd name="connsiteX2-181" fmla="*/ 0 w 1121959"/>
              <a:gd name="connsiteY2-182" fmla="*/ 741743 h 1518172"/>
              <a:gd name="connsiteX3-183" fmla="*/ 1121959 w 1121959"/>
              <a:gd name="connsiteY3-184" fmla="*/ 0 h 1518172"/>
              <a:gd name="connsiteX0-185" fmla="*/ 1121959 w 1121959"/>
              <a:gd name="connsiteY0-186" fmla="*/ 0 h 1518172"/>
              <a:gd name="connsiteX1-187" fmla="*/ 2842 w 1121959"/>
              <a:gd name="connsiteY1-188" fmla="*/ 1518172 h 1518172"/>
              <a:gd name="connsiteX2-189" fmla="*/ 0 w 1121959"/>
              <a:gd name="connsiteY2-190" fmla="*/ 741743 h 1518172"/>
              <a:gd name="connsiteX3-191" fmla="*/ 1121959 w 1121959"/>
              <a:gd name="connsiteY3-192" fmla="*/ 0 h 1518172"/>
              <a:gd name="connsiteX0-193" fmla="*/ 1121959 w 1121959"/>
              <a:gd name="connsiteY0-194" fmla="*/ 0 h 1518172"/>
              <a:gd name="connsiteX1-195" fmla="*/ 2842 w 1121959"/>
              <a:gd name="connsiteY1-196" fmla="*/ 1518172 h 1518172"/>
              <a:gd name="connsiteX2-197" fmla="*/ 0 w 1121959"/>
              <a:gd name="connsiteY2-198" fmla="*/ 741743 h 1518172"/>
              <a:gd name="connsiteX3-199" fmla="*/ 1121959 w 1121959"/>
              <a:gd name="connsiteY3-200" fmla="*/ 0 h 1518172"/>
              <a:gd name="connsiteX0-201" fmla="*/ 1121959 w 1121959"/>
              <a:gd name="connsiteY0-202" fmla="*/ 0 h 1518172"/>
              <a:gd name="connsiteX1-203" fmla="*/ 2842 w 1121959"/>
              <a:gd name="connsiteY1-204" fmla="*/ 1518172 h 1518172"/>
              <a:gd name="connsiteX2-205" fmla="*/ 0 w 1121959"/>
              <a:gd name="connsiteY2-206" fmla="*/ 741743 h 1518172"/>
              <a:gd name="connsiteX3-207" fmla="*/ 1121959 w 1121959"/>
              <a:gd name="connsiteY3-208" fmla="*/ 0 h 1518172"/>
              <a:gd name="connsiteX0-209" fmla="*/ 1326747 w 1326747"/>
              <a:gd name="connsiteY0-210" fmla="*/ 0 h 1599134"/>
              <a:gd name="connsiteX1-211" fmla="*/ 2842 w 1326747"/>
              <a:gd name="connsiteY1-212" fmla="*/ 1599134 h 1599134"/>
              <a:gd name="connsiteX2-213" fmla="*/ 0 w 1326747"/>
              <a:gd name="connsiteY2-214" fmla="*/ 822705 h 1599134"/>
              <a:gd name="connsiteX3-215" fmla="*/ 1326747 w 1326747"/>
              <a:gd name="connsiteY3-216" fmla="*/ 0 h 1599134"/>
              <a:gd name="connsiteX0-217" fmla="*/ 1326747 w 1326747"/>
              <a:gd name="connsiteY0-218" fmla="*/ 0 h 1599134"/>
              <a:gd name="connsiteX1-219" fmla="*/ 2842 w 1326747"/>
              <a:gd name="connsiteY1-220" fmla="*/ 1599134 h 1599134"/>
              <a:gd name="connsiteX2-221" fmla="*/ 0 w 1326747"/>
              <a:gd name="connsiteY2-222" fmla="*/ 822705 h 1599134"/>
              <a:gd name="connsiteX3-223" fmla="*/ 1326747 w 1326747"/>
              <a:gd name="connsiteY3-224" fmla="*/ 0 h 1599134"/>
              <a:gd name="connsiteX0-225" fmla="*/ 1326747 w 1326747"/>
              <a:gd name="connsiteY0-226" fmla="*/ 0 h 1599134"/>
              <a:gd name="connsiteX1-227" fmla="*/ 2842 w 1326747"/>
              <a:gd name="connsiteY1-228" fmla="*/ 1599134 h 1599134"/>
              <a:gd name="connsiteX2-229" fmla="*/ 0 w 1326747"/>
              <a:gd name="connsiteY2-230" fmla="*/ 822705 h 1599134"/>
              <a:gd name="connsiteX3-231" fmla="*/ 1326747 w 1326747"/>
              <a:gd name="connsiteY3-232" fmla="*/ 0 h 1599134"/>
              <a:gd name="connsiteX0-233" fmla="*/ 1326747 w 1326747"/>
              <a:gd name="connsiteY0-234" fmla="*/ 0 h 1599134"/>
              <a:gd name="connsiteX1-235" fmla="*/ 2842 w 1326747"/>
              <a:gd name="connsiteY1-236" fmla="*/ 1599134 h 1599134"/>
              <a:gd name="connsiteX2-237" fmla="*/ 0 w 1326747"/>
              <a:gd name="connsiteY2-238" fmla="*/ 822705 h 1599134"/>
              <a:gd name="connsiteX3-239" fmla="*/ 1326747 w 1326747"/>
              <a:gd name="connsiteY3-240" fmla="*/ 0 h 1599134"/>
            </a:gdLst>
            <a:ahLst/>
            <a:cxnLst>
              <a:cxn ang="0">
                <a:pos x="connsiteX0-1" y="connsiteY0-2"/>
              </a:cxn>
              <a:cxn ang="0">
                <a:pos x="connsiteX1-3" y="connsiteY1-4"/>
              </a:cxn>
              <a:cxn ang="0">
                <a:pos x="connsiteX2-5" y="connsiteY2-6"/>
              </a:cxn>
              <a:cxn ang="0">
                <a:pos x="connsiteX3-7" y="connsiteY3-8"/>
              </a:cxn>
            </a:cxnLst>
            <a:rect l="l" t="t" r="r" b="b"/>
            <a:pathLst>
              <a:path w="1326747" h="1599134">
                <a:moveTo>
                  <a:pt x="1326747" y="0"/>
                </a:moveTo>
                <a:cubicBezTo>
                  <a:pt x="763208" y="448908"/>
                  <a:pt x="518756" y="716840"/>
                  <a:pt x="2842" y="1599134"/>
                </a:cubicBezTo>
                <a:cubicBezTo>
                  <a:pt x="1894" y="1121249"/>
                  <a:pt x="948" y="1300590"/>
                  <a:pt x="0" y="822705"/>
                </a:cubicBezTo>
                <a:cubicBezTo>
                  <a:pt x="234286" y="586570"/>
                  <a:pt x="620974" y="278997"/>
                  <a:pt x="1326747" y="0"/>
                </a:cubicBezTo>
                <a:close/>
              </a:path>
            </a:pathLst>
          </a:custGeom>
          <a:solidFill>
            <a:srgbClr val="C3C3E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1350">
              <a:solidFill>
                <a:srgbClr val="FFFFFF"/>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13" name="文本框 12"/>
          <p:cNvSpPr txBox="1"/>
          <p:nvPr>
            <p:custDataLst>
              <p:tags r:id="rId6"/>
            </p:custDataLst>
          </p:nvPr>
        </p:nvSpPr>
        <p:spPr>
          <a:xfrm>
            <a:off x="1690688" y="626269"/>
            <a:ext cx="6191726" cy="626133"/>
          </a:xfrm>
          <a:prstGeom prst="rect">
            <a:avLst/>
          </a:prstGeom>
          <a:noFill/>
        </p:spPr>
        <p:txBody>
          <a:bodyPr wrap="square" rtlCol="0">
            <a:normAutofit/>
          </a:bodyPr>
          <a:lstStyle/>
          <a:p>
            <a:pPr marL="0" indent="0" algn="l">
              <a:lnSpc>
                <a:spcPct val="120000"/>
              </a:lnSpc>
              <a:spcBef>
                <a:spcPts val="0"/>
              </a:spcBef>
              <a:spcAft>
                <a:spcPts val="0"/>
              </a:spcAft>
              <a:buSzPct val="100000"/>
              <a:buNone/>
            </a:pPr>
            <a:r>
              <a:rPr lang="zh-CN" altLang="en-US" sz="2700" b="1" spc="500">
                <a:solidFill>
                  <a:srgbClr val="3E3EA6"/>
                </a:solidFill>
                <a:latin typeface="微软雅黑" panose="020B0503020204020204" pitchFamily="34" charset="-122"/>
                <a:ea typeface="微软雅黑" panose="020B0503020204020204" pitchFamily="34" charset="-122"/>
              </a:rPr>
              <a:t>什么是无线网络</a:t>
            </a:r>
            <a:endParaRPr lang="zh-CN" altLang="en-US" sz="2700" b="1" spc="500">
              <a:solidFill>
                <a:srgbClr val="3E3EA6"/>
              </a:solidFill>
              <a:latin typeface="微软雅黑" panose="020B0503020204020204" pitchFamily="34" charset="-122"/>
              <a:ea typeface="微软雅黑" panose="020B0503020204020204" pitchFamily="34" charset="-122"/>
            </a:endParaRPr>
          </a:p>
        </p:txBody>
      </p:sp>
      <p:sp>
        <p:nvSpPr>
          <p:cNvPr id="14" name="文本框 13"/>
          <p:cNvSpPr txBox="1"/>
          <p:nvPr>
            <p:custDataLst>
              <p:tags r:id="rId7"/>
            </p:custDataLst>
          </p:nvPr>
        </p:nvSpPr>
        <p:spPr>
          <a:xfrm>
            <a:off x="2070639" y="3433949"/>
            <a:ext cx="5998029" cy="1199351"/>
          </a:xfrm>
          <a:prstGeom prst="rect">
            <a:avLst/>
          </a:prstGeom>
          <a:noFill/>
        </p:spPr>
        <p:txBody>
          <a:bodyPr wrap="square" rtlCol="0">
            <a:normAutofit/>
          </a:bodyPr>
          <a:lstStyle/>
          <a:p>
            <a:pPr marL="0" lvl="0" indent="0" algn="l">
              <a:lnSpc>
                <a:spcPct val="120000"/>
              </a:lnSpc>
              <a:spcBef>
                <a:spcPts val="0"/>
              </a:spcBef>
              <a:spcAft>
                <a:spcPts val="0"/>
              </a:spcAft>
              <a:buSzPct val="100000"/>
              <a:buNone/>
            </a:pPr>
            <a:r>
              <a:rPr lang="zh-CN" altLang="en-US" sz="1500" spc="15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所谓无线网络，就是利用无线电波作为信息传输的媒介构成的无线局域网（WLAN）。它与有线网络的用途十分类似，而最大的不同在于传输媒介的不同。利用无线电技术取代网线，可以和有线网络互为备份。</a:t>
            </a:r>
            <a:endParaRPr lang="zh-CN" altLang="en-US" sz="1500" spc="150">
              <a:solidFill>
                <a:srgbClr val="404040"/>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 name="矩形 1"/>
          <p:cNvSpPr/>
          <p:nvPr>
            <p:custDataLst>
              <p:tags r:id="rId8"/>
            </p:custDataLst>
          </p:nvPr>
        </p:nvSpPr>
        <p:spPr>
          <a:xfrm>
            <a:off x="7483033" y="816016"/>
            <a:ext cx="1660967" cy="890568"/>
          </a:xfrm>
          <a:custGeom>
            <a:avLst/>
            <a:gdLst>
              <a:gd name="connsiteX0" fmla="*/ 0 w 1589589"/>
              <a:gd name="connsiteY0" fmla="*/ 0 h 562391"/>
              <a:gd name="connsiteX1" fmla="*/ 1589589 w 1589589"/>
              <a:gd name="connsiteY1" fmla="*/ 0 h 562391"/>
              <a:gd name="connsiteX2" fmla="*/ 1589589 w 1589589"/>
              <a:gd name="connsiteY2" fmla="*/ 562391 h 562391"/>
              <a:gd name="connsiteX3" fmla="*/ 0 w 1589589"/>
              <a:gd name="connsiteY3" fmla="*/ 562391 h 562391"/>
              <a:gd name="connsiteX4" fmla="*/ 0 w 1589589"/>
              <a:gd name="connsiteY4" fmla="*/ 0 h 562391"/>
              <a:gd name="connsiteX0-1" fmla="*/ 625033 w 2214622"/>
              <a:gd name="connsiteY0-2" fmla="*/ 0 h 1187424"/>
              <a:gd name="connsiteX1-3" fmla="*/ 2214622 w 2214622"/>
              <a:gd name="connsiteY1-4" fmla="*/ 0 h 1187424"/>
              <a:gd name="connsiteX2-5" fmla="*/ 2214622 w 2214622"/>
              <a:gd name="connsiteY2-6" fmla="*/ 562391 h 1187424"/>
              <a:gd name="connsiteX3-7" fmla="*/ 0 w 2214622"/>
              <a:gd name="connsiteY3-8" fmla="*/ 1187424 h 1187424"/>
              <a:gd name="connsiteX4-9" fmla="*/ 625033 w 2214622"/>
              <a:gd name="connsiteY4-10" fmla="*/ 0 h 1187424"/>
              <a:gd name="connsiteX0-11" fmla="*/ 0 w 2214622"/>
              <a:gd name="connsiteY0-12" fmla="*/ 1187424 h 1187424"/>
              <a:gd name="connsiteX1-13" fmla="*/ 2214622 w 2214622"/>
              <a:gd name="connsiteY1-14" fmla="*/ 0 h 1187424"/>
              <a:gd name="connsiteX2-15" fmla="*/ 2214622 w 2214622"/>
              <a:gd name="connsiteY2-16" fmla="*/ 562391 h 1187424"/>
              <a:gd name="connsiteX3-17" fmla="*/ 0 w 2214622"/>
              <a:gd name="connsiteY3-18" fmla="*/ 1187424 h 1187424"/>
              <a:gd name="connsiteX0-19" fmla="*/ 0 w 2214622"/>
              <a:gd name="connsiteY0-20" fmla="*/ 1187424 h 1187424"/>
              <a:gd name="connsiteX1-21" fmla="*/ 2214622 w 2214622"/>
              <a:gd name="connsiteY1-22" fmla="*/ 0 h 1187424"/>
              <a:gd name="connsiteX2-23" fmla="*/ 2214622 w 2214622"/>
              <a:gd name="connsiteY2-24" fmla="*/ 562391 h 1187424"/>
              <a:gd name="connsiteX3-25" fmla="*/ 0 w 2214622"/>
              <a:gd name="connsiteY3-26" fmla="*/ 1187424 h 1187424"/>
              <a:gd name="connsiteX0-27" fmla="*/ 0 w 2214622"/>
              <a:gd name="connsiteY0-28" fmla="*/ 1187424 h 1187424"/>
              <a:gd name="connsiteX1-29" fmla="*/ 2214622 w 2214622"/>
              <a:gd name="connsiteY1-30" fmla="*/ 0 h 1187424"/>
              <a:gd name="connsiteX2-31" fmla="*/ 2214622 w 2214622"/>
              <a:gd name="connsiteY2-32" fmla="*/ 562391 h 1187424"/>
              <a:gd name="connsiteX3-33" fmla="*/ 0 w 2214622"/>
              <a:gd name="connsiteY3-34" fmla="*/ 1187424 h 1187424"/>
              <a:gd name="connsiteX0-35" fmla="*/ 0 w 2214622"/>
              <a:gd name="connsiteY0-36" fmla="*/ 1187424 h 1187424"/>
              <a:gd name="connsiteX1-37" fmla="*/ 2214622 w 2214622"/>
              <a:gd name="connsiteY1-38" fmla="*/ 0 h 1187424"/>
              <a:gd name="connsiteX2-39" fmla="*/ 2214622 w 2214622"/>
              <a:gd name="connsiteY2-40" fmla="*/ 562391 h 1187424"/>
              <a:gd name="connsiteX3-41" fmla="*/ 0 w 2214622"/>
              <a:gd name="connsiteY3-42" fmla="*/ 1187424 h 1187424"/>
              <a:gd name="connsiteX0-43" fmla="*/ 0 w 2214622"/>
              <a:gd name="connsiteY0-44" fmla="*/ 1187424 h 1187424"/>
              <a:gd name="connsiteX1-45" fmla="*/ 2214622 w 2214622"/>
              <a:gd name="connsiteY1-46" fmla="*/ 0 h 1187424"/>
              <a:gd name="connsiteX2-47" fmla="*/ 2214622 w 2214622"/>
              <a:gd name="connsiteY2-48" fmla="*/ 562391 h 1187424"/>
              <a:gd name="connsiteX3-49" fmla="*/ 0 w 2214622"/>
              <a:gd name="connsiteY3-50" fmla="*/ 1187424 h 1187424"/>
              <a:gd name="connsiteX0-51" fmla="*/ 0 w 2214622"/>
              <a:gd name="connsiteY0-52" fmla="*/ 1187424 h 1187424"/>
              <a:gd name="connsiteX1-53" fmla="*/ 2214622 w 2214622"/>
              <a:gd name="connsiteY1-54" fmla="*/ 0 h 1187424"/>
              <a:gd name="connsiteX2-55" fmla="*/ 2214622 w 2214622"/>
              <a:gd name="connsiteY2-56" fmla="*/ 562391 h 1187424"/>
              <a:gd name="connsiteX3-57" fmla="*/ 0 w 2214622"/>
              <a:gd name="connsiteY3-58" fmla="*/ 1187424 h 1187424"/>
              <a:gd name="connsiteX0-59" fmla="*/ 0 w 2214622"/>
              <a:gd name="connsiteY0-60" fmla="*/ 1187424 h 1187424"/>
              <a:gd name="connsiteX1-61" fmla="*/ 2214622 w 2214622"/>
              <a:gd name="connsiteY1-62" fmla="*/ 0 h 1187424"/>
              <a:gd name="connsiteX2-63" fmla="*/ 2214622 w 2214622"/>
              <a:gd name="connsiteY2-64" fmla="*/ 562391 h 1187424"/>
              <a:gd name="connsiteX3-65" fmla="*/ 0 w 2214622"/>
              <a:gd name="connsiteY3-66" fmla="*/ 1187424 h 1187424"/>
              <a:gd name="connsiteX0-67" fmla="*/ 0 w 2214622"/>
              <a:gd name="connsiteY0-68" fmla="*/ 1187424 h 1187424"/>
              <a:gd name="connsiteX1-69" fmla="*/ 2214622 w 2214622"/>
              <a:gd name="connsiteY1-70" fmla="*/ 0 h 1187424"/>
              <a:gd name="connsiteX2-71" fmla="*/ 2214622 w 2214622"/>
              <a:gd name="connsiteY2-72" fmla="*/ 562391 h 1187424"/>
              <a:gd name="connsiteX3-73" fmla="*/ 0 w 2214622"/>
              <a:gd name="connsiteY3-74" fmla="*/ 1187424 h 1187424"/>
              <a:gd name="connsiteX0-75" fmla="*/ 0 w 2214622"/>
              <a:gd name="connsiteY0-76" fmla="*/ 1187424 h 1187424"/>
              <a:gd name="connsiteX1-77" fmla="*/ 2214622 w 2214622"/>
              <a:gd name="connsiteY1-78" fmla="*/ 0 h 1187424"/>
              <a:gd name="connsiteX2-79" fmla="*/ 2214622 w 2214622"/>
              <a:gd name="connsiteY2-80" fmla="*/ 562391 h 1187424"/>
              <a:gd name="connsiteX3-81" fmla="*/ 0 w 2214622"/>
              <a:gd name="connsiteY3-82" fmla="*/ 1187424 h 1187424"/>
            </a:gdLst>
            <a:ahLst/>
            <a:cxnLst>
              <a:cxn ang="0">
                <a:pos x="connsiteX0-1" y="connsiteY0-2"/>
              </a:cxn>
              <a:cxn ang="0">
                <a:pos x="connsiteX1-3" y="connsiteY1-4"/>
              </a:cxn>
              <a:cxn ang="0">
                <a:pos x="connsiteX2-5" y="connsiteY2-6"/>
              </a:cxn>
              <a:cxn ang="0">
                <a:pos x="connsiteX3-7" y="connsiteY3-8"/>
              </a:cxn>
            </a:cxnLst>
            <a:rect l="l" t="t" r="r" b="b"/>
            <a:pathLst>
              <a:path w="2214622" h="1187424">
                <a:moveTo>
                  <a:pt x="0" y="1187424"/>
                </a:moveTo>
                <a:cubicBezTo>
                  <a:pt x="934977" y="849490"/>
                  <a:pt x="1569012" y="557853"/>
                  <a:pt x="2214622" y="0"/>
                </a:cubicBezTo>
                <a:lnTo>
                  <a:pt x="2214622" y="562391"/>
                </a:lnTo>
                <a:cubicBezTo>
                  <a:pt x="1441690" y="955931"/>
                  <a:pt x="934977" y="1048528"/>
                  <a:pt x="0" y="1187424"/>
                </a:cubicBezTo>
                <a:close/>
              </a:path>
            </a:pathLst>
          </a:custGeom>
          <a:solidFill>
            <a:srgbClr val="C3C3E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1350">
              <a:solidFill>
                <a:srgbClr val="FFFFFF"/>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9" name="矩形 7"/>
          <p:cNvSpPr/>
          <p:nvPr>
            <p:custDataLst>
              <p:tags r:id="rId9"/>
            </p:custDataLst>
          </p:nvPr>
        </p:nvSpPr>
        <p:spPr>
          <a:xfrm rot="14987844">
            <a:off x="435083" y="465472"/>
            <a:ext cx="843845" cy="858360"/>
          </a:xfrm>
          <a:custGeom>
            <a:avLst/>
            <a:gdLst>
              <a:gd name="connsiteX0" fmla="*/ 0 w 12191999"/>
              <a:gd name="connsiteY0" fmla="*/ 0 h 4053385"/>
              <a:gd name="connsiteX1" fmla="*/ 12191999 w 12191999"/>
              <a:gd name="connsiteY1" fmla="*/ 0 h 4053385"/>
              <a:gd name="connsiteX2" fmla="*/ 12191999 w 12191999"/>
              <a:gd name="connsiteY2" fmla="*/ 4053385 h 4053385"/>
              <a:gd name="connsiteX3" fmla="*/ 0 w 12191999"/>
              <a:gd name="connsiteY3" fmla="*/ 4053385 h 4053385"/>
              <a:gd name="connsiteX4" fmla="*/ 0 w 12191999"/>
              <a:gd name="connsiteY4" fmla="*/ 0 h 4053385"/>
              <a:gd name="connsiteX0-1" fmla="*/ 2852382 w 12191999"/>
              <a:gd name="connsiteY0-2" fmla="*/ 81887 h 4053385"/>
              <a:gd name="connsiteX1-3" fmla="*/ 12191999 w 12191999"/>
              <a:gd name="connsiteY1-4" fmla="*/ 0 h 4053385"/>
              <a:gd name="connsiteX2-5" fmla="*/ 12191999 w 12191999"/>
              <a:gd name="connsiteY2-6" fmla="*/ 4053385 h 4053385"/>
              <a:gd name="connsiteX3-7" fmla="*/ 0 w 12191999"/>
              <a:gd name="connsiteY3-8" fmla="*/ 4053385 h 4053385"/>
              <a:gd name="connsiteX4-9" fmla="*/ 2852382 w 12191999"/>
              <a:gd name="connsiteY4-10" fmla="*/ 81887 h 4053385"/>
              <a:gd name="connsiteX0-11" fmla="*/ 2852382 w 12191999"/>
              <a:gd name="connsiteY0-12" fmla="*/ 319319 h 4290817"/>
              <a:gd name="connsiteX1-13" fmla="*/ 12191999 w 12191999"/>
              <a:gd name="connsiteY1-14" fmla="*/ 237432 h 4290817"/>
              <a:gd name="connsiteX2-15" fmla="*/ 12191999 w 12191999"/>
              <a:gd name="connsiteY2-16" fmla="*/ 4290817 h 4290817"/>
              <a:gd name="connsiteX3-17" fmla="*/ 0 w 12191999"/>
              <a:gd name="connsiteY3-18" fmla="*/ 4290817 h 4290817"/>
              <a:gd name="connsiteX4-19" fmla="*/ 2852382 w 12191999"/>
              <a:gd name="connsiteY4-20" fmla="*/ 319319 h 4290817"/>
              <a:gd name="connsiteX0-21" fmla="*/ 2852382 w 12191999"/>
              <a:gd name="connsiteY0-22" fmla="*/ 694894 h 4666392"/>
              <a:gd name="connsiteX1-23" fmla="*/ 12191999 w 12191999"/>
              <a:gd name="connsiteY1-24" fmla="*/ 613007 h 4666392"/>
              <a:gd name="connsiteX2-25" fmla="*/ 12191999 w 12191999"/>
              <a:gd name="connsiteY2-26" fmla="*/ 4666392 h 4666392"/>
              <a:gd name="connsiteX3-27" fmla="*/ 0 w 12191999"/>
              <a:gd name="connsiteY3-28" fmla="*/ 4666392 h 4666392"/>
              <a:gd name="connsiteX4-29" fmla="*/ 2852382 w 12191999"/>
              <a:gd name="connsiteY4-30" fmla="*/ 694894 h 4666392"/>
              <a:gd name="connsiteX0-31" fmla="*/ 2852382 w 12191999"/>
              <a:gd name="connsiteY0-32" fmla="*/ 694894 h 4666392"/>
              <a:gd name="connsiteX1-33" fmla="*/ 12191999 w 12191999"/>
              <a:gd name="connsiteY1-34" fmla="*/ 613007 h 4666392"/>
              <a:gd name="connsiteX2-35" fmla="*/ 12191999 w 12191999"/>
              <a:gd name="connsiteY2-36" fmla="*/ 4666392 h 4666392"/>
              <a:gd name="connsiteX3-37" fmla="*/ 0 w 12191999"/>
              <a:gd name="connsiteY3-38" fmla="*/ 4666392 h 4666392"/>
              <a:gd name="connsiteX4-39" fmla="*/ 2852382 w 12191999"/>
              <a:gd name="connsiteY4-40" fmla="*/ 694894 h 4666392"/>
              <a:gd name="connsiteX0-41" fmla="*/ 4435522 w 12191999"/>
              <a:gd name="connsiteY0-42" fmla="*/ 951932 h 4227394"/>
              <a:gd name="connsiteX1-43" fmla="*/ 12191999 w 12191999"/>
              <a:gd name="connsiteY1-44" fmla="*/ 174009 h 4227394"/>
              <a:gd name="connsiteX2-45" fmla="*/ 12191999 w 12191999"/>
              <a:gd name="connsiteY2-46" fmla="*/ 4227394 h 4227394"/>
              <a:gd name="connsiteX3-47" fmla="*/ 0 w 12191999"/>
              <a:gd name="connsiteY3-48" fmla="*/ 4227394 h 4227394"/>
              <a:gd name="connsiteX4-49" fmla="*/ 4435522 w 12191999"/>
              <a:gd name="connsiteY4-50" fmla="*/ 951932 h 4227394"/>
              <a:gd name="connsiteX0-51" fmla="*/ 4435522 w 12191999"/>
              <a:gd name="connsiteY0-52" fmla="*/ 951932 h 4227394"/>
              <a:gd name="connsiteX1-53" fmla="*/ 12191999 w 12191999"/>
              <a:gd name="connsiteY1-54" fmla="*/ 174009 h 4227394"/>
              <a:gd name="connsiteX2-55" fmla="*/ 12191999 w 12191999"/>
              <a:gd name="connsiteY2-56" fmla="*/ 4227394 h 4227394"/>
              <a:gd name="connsiteX3-57" fmla="*/ 0 w 12191999"/>
              <a:gd name="connsiteY3-58" fmla="*/ 4227394 h 4227394"/>
              <a:gd name="connsiteX4-59" fmla="*/ 4435522 w 12191999"/>
              <a:gd name="connsiteY4-60" fmla="*/ 951932 h 4227394"/>
              <a:gd name="connsiteX0-61" fmla="*/ 0 w 12191999"/>
              <a:gd name="connsiteY0-62" fmla="*/ 4053385 h 4053385"/>
              <a:gd name="connsiteX1-63" fmla="*/ 12191999 w 12191999"/>
              <a:gd name="connsiteY1-64" fmla="*/ 0 h 4053385"/>
              <a:gd name="connsiteX2-65" fmla="*/ 12191999 w 12191999"/>
              <a:gd name="connsiteY2-66" fmla="*/ 4053385 h 4053385"/>
              <a:gd name="connsiteX3-67" fmla="*/ 0 w 12191999"/>
              <a:gd name="connsiteY3-68" fmla="*/ 4053385 h 4053385"/>
              <a:gd name="connsiteX0-69" fmla="*/ 0 w 12191999"/>
              <a:gd name="connsiteY0-70" fmla="*/ 3480179 h 3480179"/>
              <a:gd name="connsiteX1-71" fmla="*/ 6173336 w 12191999"/>
              <a:gd name="connsiteY1-72" fmla="*/ 0 h 3480179"/>
              <a:gd name="connsiteX2-73" fmla="*/ 12191999 w 12191999"/>
              <a:gd name="connsiteY2-74" fmla="*/ 3480179 h 3480179"/>
              <a:gd name="connsiteX3-75" fmla="*/ 0 w 12191999"/>
              <a:gd name="connsiteY3-76" fmla="*/ 3480179 h 3480179"/>
              <a:gd name="connsiteX0-77" fmla="*/ 0 w 12191999"/>
              <a:gd name="connsiteY0-78" fmla="*/ 3480179 h 3480179"/>
              <a:gd name="connsiteX1-79" fmla="*/ 6173336 w 12191999"/>
              <a:gd name="connsiteY1-80" fmla="*/ 0 h 3480179"/>
              <a:gd name="connsiteX2-81" fmla="*/ 12191999 w 12191999"/>
              <a:gd name="connsiteY2-82" fmla="*/ 3480179 h 3480179"/>
              <a:gd name="connsiteX3-83" fmla="*/ 0 w 12191999"/>
              <a:gd name="connsiteY3-84" fmla="*/ 3480179 h 3480179"/>
              <a:gd name="connsiteX0-85" fmla="*/ 0 w 6173336"/>
              <a:gd name="connsiteY0-86" fmla="*/ 3480179 h 3480179"/>
              <a:gd name="connsiteX1-87" fmla="*/ 6173336 w 6173336"/>
              <a:gd name="connsiteY1-88" fmla="*/ 0 h 3480179"/>
              <a:gd name="connsiteX2-89" fmla="*/ 0 w 6173336"/>
              <a:gd name="connsiteY2-90" fmla="*/ 3480179 h 3480179"/>
              <a:gd name="connsiteX0-91" fmla="*/ 0 w 9271378"/>
              <a:gd name="connsiteY0-92" fmla="*/ 3548417 h 3548417"/>
              <a:gd name="connsiteX1-93" fmla="*/ 9271378 w 9271378"/>
              <a:gd name="connsiteY1-94" fmla="*/ 0 h 3548417"/>
              <a:gd name="connsiteX2-95" fmla="*/ 0 w 9271378"/>
              <a:gd name="connsiteY2-96" fmla="*/ 3548417 h 3548417"/>
              <a:gd name="connsiteX0-97" fmla="*/ 0 w 9271378"/>
              <a:gd name="connsiteY0-98" fmla="*/ 3659780 h 3659780"/>
              <a:gd name="connsiteX1-99" fmla="*/ 9271378 w 9271378"/>
              <a:gd name="connsiteY1-100" fmla="*/ 111363 h 3659780"/>
              <a:gd name="connsiteX2-101" fmla="*/ 0 w 9271378"/>
              <a:gd name="connsiteY2-102" fmla="*/ 3659780 h 3659780"/>
              <a:gd name="connsiteX0-103" fmla="*/ 0 w 12123760"/>
              <a:gd name="connsiteY0-104" fmla="*/ 3103911 h 3103911"/>
              <a:gd name="connsiteX1-105" fmla="*/ 12123760 w 12123760"/>
              <a:gd name="connsiteY1-106" fmla="*/ 128700 h 3103911"/>
              <a:gd name="connsiteX2-107" fmla="*/ 0 w 12123760"/>
              <a:gd name="connsiteY2-108" fmla="*/ 3103911 h 3103911"/>
              <a:gd name="connsiteX0-109" fmla="*/ 0 w 12123760"/>
              <a:gd name="connsiteY0-110" fmla="*/ 3360951 h 3360951"/>
              <a:gd name="connsiteX1-111" fmla="*/ 12123760 w 12123760"/>
              <a:gd name="connsiteY1-112" fmla="*/ 385740 h 3360951"/>
              <a:gd name="connsiteX2-113" fmla="*/ 0 w 12123760"/>
              <a:gd name="connsiteY2-114" fmla="*/ 3360951 h 3360951"/>
              <a:gd name="connsiteX0-115" fmla="*/ 0 w 12123760"/>
              <a:gd name="connsiteY0-116" fmla="*/ 3360951 h 3360951"/>
              <a:gd name="connsiteX1-117" fmla="*/ 12123760 w 12123760"/>
              <a:gd name="connsiteY1-118" fmla="*/ 385740 h 3360951"/>
              <a:gd name="connsiteX2-119" fmla="*/ 0 w 12123760"/>
              <a:gd name="connsiteY2-120" fmla="*/ 3360951 h 3360951"/>
              <a:gd name="connsiteX0-121" fmla="*/ 0 w 11741622"/>
              <a:gd name="connsiteY0-122" fmla="*/ 3360951 h 3360951"/>
              <a:gd name="connsiteX1-123" fmla="*/ 11741622 w 11741622"/>
              <a:gd name="connsiteY1-124" fmla="*/ 385740 h 3360951"/>
              <a:gd name="connsiteX2-125" fmla="*/ 0 w 11741622"/>
              <a:gd name="connsiteY2-126" fmla="*/ 3360951 h 3360951"/>
              <a:gd name="connsiteX0-127" fmla="*/ 0 w 12082816"/>
              <a:gd name="connsiteY0-128" fmla="*/ 3360951 h 3360951"/>
              <a:gd name="connsiteX1-129" fmla="*/ 12082816 w 12082816"/>
              <a:gd name="connsiteY1-130" fmla="*/ 385740 h 3360951"/>
              <a:gd name="connsiteX2-131" fmla="*/ 0 w 12082816"/>
              <a:gd name="connsiteY2-132" fmla="*/ 3360951 h 3360951"/>
              <a:gd name="connsiteX0-133" fmla="*/ 0 w 12082816"/>
              <a:gd name="connsiteY0-134" fmla="*/ 3360951 h 3396222"/>
              <a:gd name="connsiteX1-135" fmla="*/ 12082816 w 12082816"/>
              <a:gd name="connsiteY1-136" fmla="*/ 385740 h 3396222"/>
              <a:gd name="connsiteX2-137" fmla="*/ 0 w 12082816"/>
              <a:gd name="connsiteY2-138" fmla="*/ 3360951 h 3396222"/>
              <a:gd name="connsiteX0-139" fmla="*/ 0 w 12082816"/>
              <a:gd name="connsiteY0-140" fmla="*/ 3597763 h 3633034"/>
              <a:gd name="connsiteX1-141" fmla="*/ 12082816 w 12082816"/>
              <a:gd name="connsiteY1-142" fmla="*/ 622552 h 3633034"/>
              <a:gd name="connsiteX2-143" fmla="*/ 0 w 12082816"/>
              <a:gd name="connsiteY2-144" fmla="*/ 3597763 h 3633034"/>
              <a:gd name="connsiteX0-145" fmla="*/ 0 w 12082816"/>
              <a:gd name="connsiteY0-146" fmla="*/ 3597763 h 3597763"/>
              <a:gd name="connsiteX1-147" fmla="*/ 12082816 w 12082816"/>
              <a:gd name="connsiteY1-148" fmla="*/ 622552 h 3597763"/>
              <a:gd name="connsiteX2-149" fmla="*/ 0 w 12082816"/>
              <a:gd name="connsiteY2-150" fmla="*/ 3597763 h 3597763"/>
              <a:gd name="connsiteX0-151" fmla="*/ 0 w 12082816"/>
              <a:gd name="connsiteY0-152" fmla="*/ 3597763 h 3597763"/>
              <a:gd name="connsiteX1-153" fmla="*/ 12082816 w 12082816"/>
              <a:gd name="connsiteY1-154" fmla="*/ 622552 h 3597763"/>
              <a:gd name="connsiteX2-155" fmla="*/ 0 w 12082816"/>
              <a:gd name="connsiteY2-156" fmla="*/ 3597763 h 3597763"/>
              <a:gd name="connsiteX0-157" fmla="*/ 0 w 12082816"/>
              <a:gd name="connsiteY0-158" fmla="*/ 3982577 h 3982577"/>
              <a:gd name="connsiteX1-159" fmla="*/ 12082816 w 12082816"/>
              <a:gd name="connsiteY1-160" fmla="*/ 1007366 h 3982577"/>
              <a:gd name="connsiteX2-161" fmla="*/ 0 w 12082816"/>
              <a:gd name="connsiteY2-162" fmla="*/ 3982577 h 3982577"/>
              <a:gd name="connsiteX0-163" fmla="*/ 0 w 12082816"/>
              <a:gd name="connsiteY0-164" fmla="*/ 3982577 h 3982577"/>
              <a:gd name="connsiteX1-165" fmla="*/ 12082816 w 12082816"/>
              <a:gd name="connsiteY1-166" fmla="*/ 1007366 h 3982577"/>
              <a:gd name="connsiteX2-167" fmla="*/ 0 w 12082816"/>
              <a:gd name="connsiteY2-168" fmla="*/ 3982577 h 3982577"/>
              <a:gd name="connsiteX0-169" fmla="*/ 0 w 12082816"/>
              <a:gd name="connsiteY0-170" fmla="*/ 3982577 h 3982577"/>
              <a:gd name="connsiteX1-171" fmla="*/ 12082816 w 12082816"/>
              <a:gd name="connsiteY1-172" fmla="*/ 1007366 h 3982577"/>
              <a:gd name="connsiteX2-173" fmla="*/ 0 w 12082816"/>
              <a:gd name="connsiteY2-174" fmla="*/ 3982577 h 3982577"/>
              <a:gd name="connsiteX0-175" fmla="*/ 0 w 12082816"/>
              <a:gd name="connsiteY0-176" fmla="*/ 4141789 h 4141789"/>
              <a:gd name="connsiteX1-177" fmla="*/ 12082816 w 12082816"/>
              <a:gd name="connsiteY1-178" fmla="*/ 1166578 h 4141789"/>
              <a:gd name="connsiteX2-179" fmla="*/ 0 w 12082816"/>
              <a:gd name="connsiteY2-180" fmla="*/ 4141789 h 4141789"/>
              <a:gd name="connsiteX0-181" fmla="*/ 0 w 12082816"/>
              <a:gd name="connsiteY0-182" fmla="*/ 2975211 h 2975211"/>
              <a:gd name="connsiteX1-183" fmla="*/ 12082816 w 12082816"/>
              <a:gd name="connsiteY1-184" fmla="*/ 0 h 2975211"/>
              <a:gd name="connsiteX2-185" fmla="*/ 0 w 12082816"/>
              <a:gd name="connsiteY2-186" fmla="*/ 2975211 h 2975211"/>
              <a:gd name="connsiteX0-187" fmla="*/ 0 w 12082816"/>
              <a:gd name="connsiteY0-188" fmla="*/ 2975211 h 2975211"/>
              <a:gd name="connsiteX1-189" fmla="*/ 12082816 w 12082816"/>
              <a:gd name="connsiteY1-190" fmla="*/ 0 h 2975211"/>
              <a:gd name="connsiteX2-191" fmla="*/ 0 w 12082816"/>
              <a:gd name="connsiteY2-192" fmla="*/ 2975211 h 2975211"/>
              <a:gd name="connsiteX0-193" fmla="*/ 0 w 12082816"/>
              <a:gd name="connsiteY0-194" fmla="*/ 2975211 h 2975211"/>
              <a:gd name="connsiteX1-195" fmla="*/ 12082816 w 12082816"/>
              <a:gd name="connsiteY1-196" fmla="*/ 0 h 2975211"/>
              <a:gd name="connsiteX2-197" fmla="*/ 0 w 12082816"/>
              <a:gd name="connsiteY2-198" fmla="*/ 2975211 h 2975211"/>
              <a:gd name="connsiteX0-199" fmla="*/ 0 w 12082816"/>
              <a:gd name="connsiteY0-200" fmla="*/ 2975211 h 2975211"/>
              <a:gd name="connsiteX1-201" fmla="*/ 12082816 w 12082816"/>
              <a:gd name="connsiteY1-202" fmla="*/ 0 h 2975211"/>
              <a:gd name="connsiteX2-203" fmla="*/ 0 w 12082816"/>
              <a:gd name="connsiteY2-204" fmla="*/ 2975211 h 2975211"/>
              <a:gd name="connsiteX0-205" fmla="*/ 0 w 12082816"/>
              <a:gd name="connsiteY0-206" fmla="*/ 2975211 h 2975211"/>
              <a:gd name="connsiteX1-207" fmla="*/ 12082816 w 12082816"/>
              <a:gd name="connsiteY1-208" fmla="*/ 0 h 2975211"/>
              <a:gd name="connsiteX2-209" fmla="*/ 0 w 12082816"/>
              <a:gd name="connsiteY2-210" fmla="*/ 2975211 h 2975211"/>
              <a:gd name="connsiteX0-211" fmla="*/ 0 w 12123760"/>
              <a:gd name="connsiteY0-212" fmla="*/ 3807725 h 3807725"/>
              <a:gd name="connsiteX1-213" fmla="*/ 12123760 w 12123760"/>
              <a:gd name="connsiteY1-214" fmla="*/ 0 h 3807725"/>
              <a:gd name="connsiteX2-215" fmla="*/ 0 w 12123760"/>
              <a:gd name="connsiteY2-216" fmla="*/ 3807725 h 3807725"/>
              <a:gd name="connsiteX0-217" fmla="*/ 0 w 12123760"/>
              <a:gd name="connsiteY0-218" fmla="*/ 3807725 h 3807725"/>
              <a:gd name="connsiteX1-219" fmla="*/ 12123760 w 12123760"/>
              <a:gd name="connsiteY1-220" fmla="*/ 0 h 3807725"/>
              <a:gd name="connsiteX2-221" fmla="*/ 0 w 12123760"/>
              <a:gd name="connsiteY2-222" fmla="*/ 3807725 h 3807725"/>
              <a:gd name="connsiteX0-223" fmla="*/ 0 w 12123760"/>
              <a:gd name="connsiteY0-224" fmla="*/ 3807725 h 3807725"/>
              <a:gd name="connsiteX1-225" fmla="*/ 12123760 w 12123760"/>
              <a:gd name="connsiteY1-226" fmla="*/ 0 h 3807725"/>
              <a:gd name="connsiteX2-227" fmla="*/ 0 w 12123760"/>
              <a:gd name="connsiteY2-228" fmla="*/ 3807725 h 3807725"/>
              <a:gd name="connsiteX0-229" fmla="*/ 0 w 12123760"/>
              <a:gd name="connsiteY0-230" fmla="*/ 3807725 h 3807725"/>
              <a:gd name="connsiteX1-231" fmla="*/ 12123760 w 12123760"/>
              <a:gd name="connsiteY1-232" fmla="*/ 0 h 3807725"/>
              <a:gd name="connsiteX2-233" fmla="*/ 0 w 12123760"/>
              <a:gd name="connsiteY2-234" fmla="*/ 3807725 h 3807725"/>
              <a:gd name="connsiteX0-235" fmla="*/ 0 w 12123760"/>
              <a:gd name="connsiteY0-236" fmla="*/ 3807725 h 3807725"/>
              <a:gd name="connsiteX1-237" fmla="*/ 12123760 w 12123760"/>
              <a:gd name="connsiteY1-238" fmla="*/ 0 h 3807725"/>
              <a:gd name="connsiteX2-239" fmla="*/ 0 w 12123760"/>
              <a:gd name="connsiteY2-240" fmla="*/ 3807725 h 3807725"/>
              <a:gd name="connsiteX0-241" fmla="*/ 0 w 12123760"/>
              <a:gd name="connsiteY0-242" fmla="*/ 3807725 h 3807725"/>
              <a:gd name="connsiteX1-243" fmla="*/ 12123760 w 12123760"/>
              <a:gd name="connsiteY1-244" fmla="*/ 0 h 3807725"/>
              <a:gd name="connsiteX2-245" fmla="*/ 0 w 12123760"/>
              <a:gd name="connsiteY2-246" fmla="*/ 3807725 h 3807725"/>
              <a:gd name="connsiteX0-247" fmla="*/ 0 w 12123760"/>
              <a:gd name="connsiteY0-248" fmla="*/ 3807725 h 3807725"/>
              <a:gd name="connsiteX1-249" fmla="*/ 12123760 w 12123760"/>
              <a:gd name="connsiteY1-250" fmla="*/ 0 h 3807725"/>
              <a:gd name="connsiteX2-251" fmla="*/ 0 w 12123760"/>
              <a:gd name="connsiteY2-252" fmla="*/ 3807725 h 3807725"/>
              <a:gd name="connsiteX0-253" fmla="*/ 0 w 12123760"/>
              <a:gd name="connsiteY0-254" fmla="*/ 3807725 h 3807725"/>
              <a:gd name="connsiteX1-255" fmla="*/ 12123760 w 12123760"/>
              <a:gd name="connsiteY1-256" fmla="*/ 0 h 3807725"/>
              <a:gd name="connsiteX2-257" fmla="*/ 0 w 12123760"/>
              <a:gd name="connsiteY2-258" fmla="*/ 3807725 h 3807725"/>
              <a:gd name="connsiteX0-259" fmla="*/ 0 w 12123760"/>
              <a:gd name="connsiteY0-260" fmla="*/ 3807725 h 3807725"/>
              <a:gd name="connsiteX1-261" fmla="*/ 12123760 w 12123760"/>
              <a:gd name="connsiteY1-262" fmla="*/ 0 h 3807725"/>
              <a:gd name="connsiteX2-263" fmla="*/ 0 w 12123760"/>
              <a:gd name="connsiteY2-264" fmla="*/ 3807725 h 3807725"/>
              <a:gd name="connsiteX0-265" fmla="*/ 0 w 12123760"/>
              <a:gd name="connsiteY0-266" fmla="*/ 3807725 h 3807725"/>
              <a:gd name="connsiteX1-267" fmla="*/ 12123760 w 12123760"/>
              <a:gd name="connsiteY1-268" fmla="*/ 0 h 3807725"/>
              <a:gd name="connsiteX2-269" fmla="*/ 0 w 12123760"/>
              <a:gd name="connsiteY2-270" fmla="*/ 3807725 h 3807725"/>
              <a:gd name="connsiteX0-271" fmla="*/ 0 w 12123760"/>
              <a:gd name="connsiteY0-272" fmla="*/ 3807725 h 3807725"/>
              <a:gd name="connsiteX1-273" fmla="*/ 12123760 w 12123760"/>
              <a:gd name="connsiteY1-274" fmla="*/ 0 h 3807725"/>
              <a:gd name="connsiteX2-275" fmla="*/ 0 w 12123760"/>
              <a:gd name="connsiteY2-276" fmla="*/ 3807725 h 3807725"/>
              <a:gd name="connsiteX0-277" fmla="*/ 0 w 12123760"/>
              <a:gd name="connsiteY0-278" fmla="*/ 3807725 h 3807725"/>
              <a:gd name="connsiteX1-279" fmla="*/ 12123760 w 12123760"/>
              <a:gd name="connsiteY1-280" fmla="*/ 0 h 3807725"/>
              <a:gd name="connsiteX2-281" fmla="*/ 0 w 12123760"/>
              <a:gd name="connsiteY2-282" fmla="*/ 3807725 h 3807725"/>
              <a:gd name="connsiteX0-283" fmla="*/ 0 w 12123760"/>
              <a:gd name="connsiteY0-284" fmla="*/ 3807725 h 3807725"/>
              <a:gd name="connsiteX1-285" fmla="*/ 12123760 w 12123760"/>
              <a:gd name="connsiteY1-286" fmla="*/ 0 h 3807725"/>
              <a:gd name="connsiteX2-287" fmla="*/ 0 w 12123760"/>
              <a:gd name="connsiteY2-288" fmla="*/ 3807725 h 3807725"/>
              <a:gd name="connsiteX0-289" fmla="*/ 0 w 12123760"/>
              <a:gd name="connsiteY0-290" fmla="*/ 3807725 h 3807725"/>
              <a:gd name="connsiteX1-291" fmla="*/ 12123760 w 12123760"/>
              <a:gd name="connsiteY1-292" fmla="*/ 0 h 3807725"/>
              <a:gd name="connsiteX2-293" fmla="*/ 0 w 12123760"/>
              <a:gd name="connsiteY2-294" fmla="*/ 3807725 h 3807725"/>
              <a:gd name="connsiteX0-295" fmla="*/ 0 w 12123760"/>
              <a:gd name="connsiteY0-296" fmla="*/ 3807725 h 3807725"/>
              <a:gd name="connsiteX1-297" fmla="*/ 12123760 w 12123760"/>
              <a:gd name="connsiteY1-298" fmla="*/ 0 h 3807725"/>
              <a:gd name="connsiteX2-299" fmla="*/ 0 w 12123760"/>
              <a:gd name="connsiteY2-300" fmla="*/ 3807725 h 3807725"/>
            </a:gdLst>
            <a:ahLst/>
            <a:cxnLst>
              <a:cxn ang="0">
                <a:pos x="connsiteX0-1" y="connsiteY0-2"/>
              </a:cxn>
              <a:cxn ang="0">
                <a:pos x="connsiteX1-3" y="connsiteY1-4"/>
              </a:cxn>
              <a:cxn ang="0">
                <a:pos x="connsiteX2-5" y="connsiteY2-6"/>
              </a:cxn>
            </a:cxnLst>
            <a:rect l="l" t="t" r="r" b="b"/>
            <a:pathLst>
              <a:path w="12123760" h="3807725">
                <a:moveTo>
                  <a:pt x="0" y="3807725"/>
                </a:moveTo>
                <a:cubicBezTo>
                  <a:pt x="2497539" y="-88710"/>
                  <a:pt x="8249312" y="1842448"/>
                  <a:pt x="12123760" y="0"/>
                </a:cubicBezTo>
                <a:cubicBezTo>
                  <a:pt x="9392692" y="3093491"/>
                  <a:pt x="2430817" y="1191905"/>
                  <a:pt x="0" y="3807725"/>
                </a:cubicBezTo>
                <a:close/>
              </a:path>
            </a:pathLst>
          </a:custGeom>
          <a:solidFill>
            <a:srgbClr val="6969C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1350">
              <a:solidFill>
                <a:srgbClr val="FFFFFF"/>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10" name="矩形 7"/>
          <p:cNvSpPr/>
          <p:nvPr>
            <p:custDataLst>
              <p:tags r:id="rId10"/>
            </p:custDataLst>
          </p:nvPr>
        </p:nvSpPr>
        <p:spPr>
          <a:xfrm rot="6612156" flipH="1">
            <a:off x="1012519" y="1127096"/>
            <a:ext cx="349458" cy="410763"/>
          </a:xfrm>
          <a:custGeom>
            <a:avLst/>
            <a:gdLst>
              <a:gd name="connsiteX0" fmla="*/ 0 w 12191999"/>
              <a:gd name="connsiteY0" fmla="*/ 0 h 4053385"/>
              <a:gd name="connsiteX1" fmla="*/ 12191999 w 12191999"/>
              <a:gd name="connsiteY1" fmla="*/ 0 h 4053385"/>
              <a:gd name="connsiteX2" fmla="*/ 12191999 w 12191999"/>
              <a:gd name="connsiteY2" fmla="*/ 4053385 h 4053385"/>
              <a:gd name="connsiteX3" fmla="*/ 0 w 12191999"/>
              <a:gd name="connsiteY3" fmla="*/ 4053385 h 4053385"/>
              <a:gd name="connsiteX4" fmla="*/ 0 w 12191999"/>
              <a:gd name="connsiteY4" fmla="*/ 0 h 4053385"/>
              <a:gd name="connsiteX0-1" fmla="*/ 2852382 w 12191999"/>
              <a:gd name="connsiteY0-2" fmla="*/ 81887 h 4053385"/>
              <a:gd name="connsiteX1-3" fmla="*/ 12191999 w 12191999"/>
              <a:gd name="connsiteY1-4" fmla="*/ 0 h 4053385"/>
              <a:gd name="connsiteX2-5" fmla="*/ 12191999 w 12191999"/>
              <a:gd name="connsiteY2-6" fmla="*/ 4053385 h 4053385"/>
              <a:gd name="connsiteX3-7" fmla="*/ 0 w 12191999"/>
              <a:gd name="connsiteY3-8" fmla="*/ 4053385 h 4053385"/>
              <a:gd name="connsiteX4-9" fmla="*/ 2852382 w 12191999"/>
              <a:gd name="connsiteY4-10" fmla="*/ 81887 h 4053385"/>
              <a:gd name="connsiteX0-11" fmla="*/ 2852382 w 12191999"/>
              <a:gd name="connsiteY0-12" fmla="*/ 319319 h 4290817"/>
              <a:gd name="connsiteX1-13" fmla="*/ 12191999 w 12191999"/>
              <a:gd name="connsiteY1-14" fmla="*/ 237432 h 4290817"/>
              <a:gd name="connsiteX2-15" fmla="*/ 12191999 w 12191999"/>
              <a:gd name="connsiteY2-16" fmla="*/ 4290817 h 4290817"/>
              <a:gd name="connsiteX3-17" fmla="*/ 0 w 12191999"/>
              <a:gd name="connsiteY3-18" fmla="*/ 4290817 h 4290817"/>
              <a:gd name="connsiteX4-19" fmla="*/ 2852382 w 12191999"/>
              <a:gd name="connsiteY4-20" fmla="*/ 319319 h 4290817"/>
              <a:gd name="connsiteX0-21" fmla="*/ 2852382 w 12191999"/>
              <a:gd name="connsiteY0-22" fmla="*/ 694894 h 4666392"/>
              <a:gd name="connsiteX1-23" fmla="*/ 12191999 w 12191999"/>
              <a:gd name="connsiteY1-24" fmla="*/ 613007 h 4666392"/>
              <a:gd name="connsiteX2-25" fmla="*/ 12191999 w 12191999"/>
              <a:gd name="connsiteY2-26" fmla="*/ 4666392 h 4666392"/>
              <a:gd name="connsiteX3-27" fmla="*/ 0 w 12191999"/>
              <a:gd name="connsiteY3-28" fmla="*/ 4666392 h 4666392"/>
              <a:gd name="connsiteX4-29" fmla="*/ 2852382 w 12191999"/>
              <a:gd name="connsiteY4-30" fmla="*/ 694894 h 4666392"/>
              <a:gd name="connsiteX0-31" fmla="*/ 2852382 w 12191999"/>
              <a:gd name="connsiteY0-32" fmla="*/ 694894 h 4666392"/>
              <a:gd name="connsiteX1-33" fmla="*/ 12191999 w 12191999"/>
              <a:gd name="connsiteY1-34" fmla="*/ 613007 h 4666392"/>
              <a:gd name="connsiteX2-35" fmla="*/ 12191999 w 12191999"/>
              <a:gd name="connsiteY2-36" fmla="*/ 4666392 h 4666392"/>
              <a:gd name="connsiteX3-37" fmla="*/ 0 w 12191999"/>
              <a:gd name="connsiteY3-38" fmla="*/ 4666392 h 4666392"/>
              <a:gd name="connsiteX4-39" fmla="*/ 2852382 w 12191999"/>
              <a:gd name="connsiteY4-40" fmla="*/ 694894 h 4666392"/>
              <a:gd name="connsiteX0-41" fmla="*/ 4435522 w 12191999"/>
              <a:gd name="connsiteY0-42" fmla="*/ 951932 h 4227394"/>
              <a:gd name="connsiteX1-43" fmla="*/ 12191999 w 12191999"/>
              <a:gd name="connsiteY1-44" fmla="*/ 174009 h 4227394"/>
              <a:gd name="connsiteX2-45" fmla="*/ 12191999 w 12191999"/>
              <a:gd name="connsiteY2-46" fmla="*/ 4227394 h 4227394"/>
              <a:gd name="connsiteX3-47" fmla="*/ 0 w 12191999"/>
              <a:gd name="connsiteY3-48" fmla="*/ 4227394 h 4227394"/>
              <a:gd name="connsiteX4-49" fmla="*/ 4435522 w 12191999"/>
              <a:gd name="connsiteY4-50" fmla="*/ 951932 h 4227394"/>
              <a:gd name="connsiteX0-51" fmla="*/ 4435522 w 12191999"/>
              <a:gd name="connsiteY0-52" fmla="*/ 951932 h 4227394"/>
              <a:gd name="connsiteX1-53" fmla="*/ 12191999 w 12191999"/>
              <a:gd name="connsiteY1-54" fmla="*/ 174009 h 4227394"/>
              <a:gd name="connsiteX2-55" fmla="*/ 12191999 w 12191999"/>
              <a:gd name="connsiteY2-56" fmla="*/ 4227394 h 4227394"/>
              <a:gd name="connsiteX3-57" fmla="*/ 0 w 12191999"/>
              <a:gd name="connsiteY3-58" fmla="*/ 4227394 h 4227394"/>
              <a:gd name="connsiteX4-59" fmla="*/ 4435522 w 12191999"/>
              <a:gd name="connsiteY4-60" fmla="*/ 951932 h 4227394"/>
              <a:gd name="connsiteX0-61" fmla="*/ 0 w 12191999"/>
              <a:gd name="connsiteY0-62" fmla="*/ 4053385 h 4053385"/>
              <a:gd name="connsiteX1-63" fmla="*/ 12191999 w 12191999"/>
              <a:gd name="connsiteY1-64" fmla="*/ 0 h 4053385"/>
              <a:gd name="connsiteX2-65" fmla="*/ 12191999 w 12191999"/>
              <a:gd name="connsiteY2-66" fmla="*/ 4053385 h 4053385"/>
              <a:gd name="connsiteX3-67" fmla="*/ 0 w 12191999"/>
              <a:gd name="connsiteY3-68" fmla="*/ 4053385 h 4053385"/>
              <a:gd name="connsiteX0-69" fmla="*/ 0 w 12191999"/>
              <a:gd name="connsiteY0-70" fmla="*/ 3480179 h 3480179"/>
              <a:gd name="connsiteX1-71" fmla="*/ 6173336 w 12191999"/>
              <a:gd name="connsiteY1-72" fmla="*/ 0 h 3480179"/>
              <a:gd name="connsiteX2-73" fmla="*/ 12191999 w 12191999"/>
              <a:gd name="connsiteY2-74" fmla="*/ 3480179 h 3480179"/>
              <a:gd name="connsiteX3-75" fmla="*/ 0 w 12191999"/>
              <a:gd name="connsiteY3-76" fmla="*/ 3480179 h 3480179"/>
              <a:gd name="connsiteX0-77" fmla="*/ 0 w 12191999"/>
              <a:gd name="connsiteY0-78" fmla="*/ 3480179 h 3480179"/>
              <a:gd name="connsiteX1-79" fmla="*/ 6173336 w 12191999"/>
              <a:gd name="connsiteY1-80" fmla="*/ 0 h 3480179"/>
              <a:gd name="connsiteX2-81" fmla="*/ 12191999 w 12191999"/>
              <a:gd name="connsiteY2-82" fmla="*/ 3480179 h 3480179"/>
              <a:gd name="connsiteX3-83" fmla="*/ 0 w 12191999"/>
              <a:gd name="connsiteY3-84" fmla="*/ 3480179 h 3480179"/>
              <a:gd name="connsiteX0-85" fmla="*/ 0 w 6173336"/>
              <a:gd name="connsiteY0-86" fmla="*/ 3480179 h 3480179"/>
              <a:gd name="connsiteX1-87" fmla="*/ 6173336 w 6173336"/>
              <a:gd name="connsiteY1-88" fmla="*/ 0 h 3480179"/>
              <a:gd name="connsiteX2-89" fmla="*/ 0 w 6173336"/>
              <a:gd name="connsiteY2-90" fmla="*/ 3480179 h 3480179"/>
              <a:gd name="connsiteX0-91" fmla="*/ 0 w 9271378"/>
              <a:gd name="connsiteY0-92" fmla="*/ 3548417 h 3548417"/>
              <a:gd name="connsiteX1-93" fmla="*/ 9271378 w 9271378"/>
              <a:gd name="connsiteY1-94" fmla="*/ 0 h 3548417"/>
              <a:gd name="connsiteX2-95" fmla="*/ 0 w 9271378"/>
              <a:gd name="connsiteY2-96" fmla="*/ 3548417 h 3548417"/>
              <a:gd name="connsiteX0-97" fmla="*/ 0 w 9271378"/>
              <a:gd name="connsiteY0-98" fmla="*/ 3659780 h 3659780"/>
              <a:gd name="connsiteX1-99" fmla="*/ 9271378 w 9271378"/>
              <a:gd name="connsiteY1-100" fmla="*/ 111363 h 3659780"/>
              <a:gd name="connsiteX2-101" fmla="*/ 0 w 9271378"/>
              <a:gd name="connsiteY2-102" fmla="*/ 3659780 h 3659780"/>
              <a:gd name="connsiteX0-103" fmla="*/ 0 w 12123760"/>
              <a:gd name="connsiteY0-104" fmla="*/ 3103911 h 3103911"/>
              <a:gd name="connsiteX1-105" fmla="*/ 12123760 w 12123760"/>
              <a:gd name="connsiteY1-106" fmla="*/ 128700 h 3103911"/>
              <a:gd name="connsiteX2-107" fmla="*/ 0 w 12123760"/>
              <a:gd name="connsiteY2-108" fmla="*/ 3103911 h 3103911"/>
              <a:gd name="connsiteX0-109" fmla="*/ 0 w 12123760"/>
              <a:gd name="connsiteY0-110" fmla="*/ 3360951 h 3360951"/>
              <a:gd name="connsiteX1-111" fmla="*/ 12123760 w 12123760"/>
              <a:gd name="connsiteY1-112" fmla="*/ 385740 h 3360951"/>
              <a:gd name="connsiteX2-113" fmla="*/ 0 w 12123760"/>
              <a:gd name="connsiteY2-114" fmla="*/ 3360951 h 3360951"/>
              <a:gd name="connsiteX0-115" fmla="*/ 0 w 12123760"/>
              <a:gd name="connsiteY0-116" fmla="*/ 3360951 h 3360951"/>
              <a:gd name="connsiteX1-117" fmla="*/ 12123760 w 12123760"/>
              <a:gd name="connsiteY1-118" fmla="*/ 385740 h 3360951"/>
              <a:gd name="connsiteX2-119" fmla="*/ 0 w 12123760"/>
              <a:gd name="connsiteY2-120" fmla="*/ 3360951 h 3360951"/>
              <a:gd name="connsiteX0-121" fmla="*/ 0 w 11741622"/>
              <a:gd name="connsiteY0-122" fmla="*/ 3360951 h 3360951"/>
              <a:gd name="connsiteX1-123" fmla="*/ 11741622 w 11741622"/>
              <a:gd name="connsiteY1-124" fmla="*/ 385740 h 3360951"/>
              <a:gd name="connsiteX2-125" fmla="*/ 0 w 11741622"/>
              <a:gd name="connsiteY2-126" fmla="*/ 3360951 h 3360951"/>
              <a:gd name="connsiteX0-127" fmla="*/ 0 w 12082816"/>
              <a:gd name="connsiteY0-128" fmla="*/ 3360951 h 3360951"/>
              <a:gd name="connsiteX1-129" fmla="*/ 12082816 w 12082816"/>
              <a:gd name="connsiteY1-130" fmla="*/ 385740 h 3360951"/>
              <a:gd name="connsiteX2-131" fmla="*/ 0 w 12082816"/>
              <a:gd name="connsiteY2-132" fmla="*/ 3360951 h 3360951"/>
              <a:gd name="connsiteX0-133" fmla="*/ 0 w 12082816"/>
              <a:gd name="connsiteY0-134" fmla="*/ 3360951 h 3396222"/>
              <a:gd name="connsiteX1-135" fmla="*/ 12082816 w 12082816"/>
              <a:gd name="connsiteY1-136" fmla="*/ 385740 h 3396222"/>
              <a:gd name="connsiteX2-137" fmla="*/ 0 w 12082816"/>
              <a:gd name="connsiteY2-138" fmla="*/ 3360951 h 3396222"/>
              <a:gd name="connsiteX0-139" fmla="*/ 0 w 12082816"/>
              <a:gd name="connsiteY0-140" fmla="*/ 3597763 h 3633034"/>
              <a:gd name="connsiteX1-141" fmla="*/ 12082816 w 12082816"/>
              <a:gd name="connsiteY1-142" fmla="*/ 622552 h 3633034"/>
              <a:gd name="connsiteX2-143" fmla="*/ 0 w 12082816"/>
              <a:gd name="connsiteY2-144" fmla="*/ 3597763 h 3633034"/>
              <a:gd name="connsiteX0-145" fmla="*/ 0 w 12082816"/>
              <a:gd name="connsiteY0-146" fmla="*/ 3597763 h 3597763"/>
              <a:gd name="connsiteX1-147" fmla="*/ 12082816 w 12082816"/>
              <a:gd name="connsiteY1-148" fmla="*/ 622552 h 3597763"/>
              <a:gd name="connsiteX2-149" fmla="*/ 0 w 12082816"/>
              <a:gd name="connsiteY2-150" fmla="*/ 3597763 h 3597763"/>
              <a:gd name="connsiteX0-151" fmla="*/ 0 w 12082816"/>
              <a:gd name="connsiteY0-152" fmla="*/ 3597763 h 3597763"/>
              <a:gd name="connsiteX1-153" fmla="*/ 12082816 w 12082816"/>
              <a:gd name="connsiteY1-154" fmla="*/ 622552 h 3597763"/>
              <a:gd name="connsiteX2-155" fmla="*/ 0 w 12082816"/>
              <a:gd name="connsiteY2-156" fmla="*/ 3597763 h 3597763"/>
              <a:gd name="connsiteX0-157" fmla="*/ 0 w 12082816"/>
              <a:gd name="connsiteY0-158" fmla="*/ 3982577 h 3982577"/>
              <a:gd name="connsiteX1-159" fmla="*/ 12082816 w 12082816"/>
              <a:gd name="connsiteY1-160" fmla="*/ 1007366 h 3982577"/>
              <a:gd name="connsiteX2-161" fmla="*/ 0 w 12082816"/>
              <a:gd name="connsiteY2-162" fmla="*/ 3982577 h 3982577"/>
              <a:gd name="connsiteX0-163" fmla="*/ 0 w 12082816"/>
              <a:gd name="connsiteY0-164" fmla="*/ 3982577 h 3982577"/>
              <a:gd name="connsiteX1-165" fmla="*/ 12082816 w 12082816"/>
              <a:gd name="connsiteY1-166" fmla="*/ 1007366 h 3982577"/>
              <a:gd name="connsiteX2-167" fmla="*/ 0 w 12082816"/>
              <a:gd name="connsiteY2-168" fmla="*/ 3982577 h 3982577"/>
              <a:gd name="connsiteX0-169" fmla="*/ 0 w 12082816"/>
              <a:gd name="connsiteY0-170" fmla="*/ 3982577 h 3982577"/>
              <a:gd name="connsiteX1-171" fmla="*/ 12082816 w 12082816"/>
              <a:gd name="connsiteY1-172" fmla="*/ 1007366 h 3982577"/>
              <a:gd name="connsiteX2-173" fmla="*/ 0 w 12082816"/>
              <a:gd name="connsiteY2-174" fmla="*/ 3982577 h 3982577"/>
              <a:gd name="connsiteX0-175" fmla="*/ 0 w 12082816"/>
              <a:gd name="connsiteY0-176" fmla="*/ 4141789 h 4141789"/>
              <a:gd name="connsiteX1-177" fmla="*/ 12082816 w 12082816"/>
              <a:gd name="connsiteY1-178" fmla="*/ 1166578 h 4141789"/>
              <a:gd name="connsiteX2-179" fmla="*/ 0 w 12082816"/>
              <a:gd name="connsiteY2-180" fmla="*/ 4141789 h 4141789"/>
              <a:gd name="connsiteX0-181" fmla="*/ 0 w 12082816"/>
              <a:gd name="connsiteY0-182" fmla="*/ 2975211 h 2975211"/>
              <a:gd name="connsiteX1-183" fmla="*/ 12082816 w 12082816"/>
              <a:gd name="connsiteY1-184" fmla="*/ 0 h 2975211"/>
              <a:gd name="connsiteX2-185" fmla="*/ 0 w 12082816"/>
              <a:gd name="connsiteY2-186" fmla="*/ 2975211 h 2975211"/>
              <a:gd name="connsiteX0-187" fmla="*/ 0 w 12082816"/>
              <a:gd name="connsiteY0-188" fmla="*/ 2975211 h 2975211"/>
              <a:gd name="connsiteX1-189" fmla="*/ 12082816 w 12082816"/>
              <a:gd name="connsiteY1-190" fmla="*/ 0 h 2975211"/>
              <a:gd name="connsiteX2-191" fmla="*/ 0 w 12082816"/>
              <a:gd name="connsiteY2-192" fmla="*/ 2975211 h 2975211"/>
              <a:gd name="connsiteX0-193" fmla="*/ 0 w 12082816"/>
              <a:gd name="connsiteY0-194" fmla="*/ 2975211 h 2975211"/>
              <a:gd name="connsiteX1-195" fmla="*/ 12082816 w 12082816"/>
              <a:gd name="connsiteY1-196" fmla="*/ 0 h 2975211"/>
              <a:gd name="connsiteX2-197" fmla="*/ 0 w 12082816"/>
              <a:gd name="connsiteY2-198" fmla="*/ 2975211 h 2975211"/>
              <a:gd name="connsiteX0-199" fmla="*/ 0 w 12082816"/>
              <a:gd name="connsiteY0-200" fmla="*/ 2975211 h 2975211"/>
              <a:gd name="connsiteX1-201" fmla="*/ 12082816 w 12082816"/>
              <a:gd name="connsiteY1-202" fmla="*/ 0 h 2975211"/>
              <a:gd name="connsiteX2-203" fmla="*/ 0 w 12082816"/>
              <a:gd name="connsiteY2-204" fmla="*/ 2975211 h 2975211"/>
              <a:gd name="connsiteX0-205" fmla="*/ 0 w 12082816"/>
              <a:gd name="connsiteY0-206" fmla="*/ 2975211 h 2975211"/>
              <a:gd name="connsiteX1-207" fmla="*/ 12082816 w 12082816"/>
              <a:gd name="connsiteY1-208" fmla="*/ 0 h 2975211"/>
              <a:gd name="connsiteX2-209" fmla="*/ 0 w 12082816"/>
              <a:gd name="connsiteY2-210" fmla="*/ 2975211 h 2975211"/>
              <a:gd name="connsiteX0-211" fmla="*/ 0 w 12123760"/>
              <a:gd name="connsiteY0-212" fmla="*/ 3807725 h 3807725"/>
              <a:gd name="connsiteX1-213" fmla="*/ 12123760 w 12123760"/>
              <a:gd name="connsiteY1-214" fmla="*/ 0 h 3807725"/>
              <a:gd name="connsiteX2-215" fmla="*/ 0 w 12123760"/>
              <a:gd name="connsiteY2-216" fmla="*/ 3807725 h 3807725"/>
              <a:gd name="connsiteX0-217" fmla="*/ 0 w 12123760"/>
              <a:gd name="connsiteY0-218" fmla="*/ 3807725 h 3807725"/>
              <a:gd name="connsiteX1-219" fmla="*/ 12123760 w 12123760"/>
              <a:gd name="connsiteY1-220" fmla="*/ 0 h 3807725"/>
              <a:gd name="connsiteX2-221" fmla="*/ 0 w 12123760"/>
              <a:gd name="connsiteY2-222" fmla="*/ 3807725 h 3807725"/>
              <a:gd name="connsiteX0-223" fmla="*/ 0 w 12123760"/>
              <a:gd name="connsiteY0-224" fmla="*/ 3807725 h 3807725"/>
              <a:gd name="connsiteX1-225" fmla="*/ 12123760 w 12123760"/>
              <a:gd name="connsiteY1-226" fmla="*/ 0 h 3807725"/>
              <a:gd name="connsiteX2-227" fmla="*/ 0 w 12123760"/>
              <a:gd name="connsiteY2-228" fmla="*/ 3807725 h 3807725"/>
              <a:gd name="connsiteX0-229" fmla="*/ 0 w 12123760"/>
              <a:gd name="connsiteY0-230" fmla="*/ 3807725 h 3807725"/>
              <a:gd name="connsiteX1-231" fmla="*/ 12123760 w 12123760"/>
              <a:gd name="connsiteY1-232" fmla="*/ 0 h 3807725"/>
              <a:gd name="connsiteX2-233" fmla="*/ 0 w 12123760"/>
              <a:gd name="connsiteY2-234" fmla="*/ 3807725 h 3807725"/>
              <a:gd name="connsiteX0-235" fmla="*/ 0 w 12123760"/>
              <a:gd name="connsiteY0-236" fmla="*/ 3807725 h 3807725"/>
              <a:gd name="connsiteX1-237" fmla="*/ 12123760 w 12123760"/>
              <a:gd name="connsiteY1-238" fmla="*/ 0 h 3807725"/>
              <a:gd name="connsiteX2-239" fmla="*/ 0 w 12123760"/>
              <a:gd name="connsiteY2-240" fmla="*/ 3807725 h 3807725"/>
              <a:gd name="connsiteX0-241" fmla="*/ 0 w 12123760"/>
              <a:gd name="connsiteY0-242" fmla="*/ 3807725 h 3807725"/>
              <a:gd name="connsiteX1-243" fmla="*/ 12123760 w 12123760"/>
              <a:gd name="connsiteY1-244" fmla="*/ 0 h 3807725"/>
              <a:gd name="connsiteX2-245" fmla="*/ 0 w 12123760"/>
              <a:gd name="connsiteY2-246" fmla="*/ 3807725 h 3807725"/>
              <a:gd name="connsiteX0-247" fmla="*/ 0 w 12123760"/>
              <a:gd name="connsiteY0-248" fmla="*/ 3807725 h 3807725"/>
              <a:gd name="connsiteX1-249" fmla="*/ 12123760 w 12123760"/>
              <a:gd name="connsiteY1-250" fmla="*/ 0 h 3807725"/>
              <a:gd name="connsiteX2-251" fmla="*/ 0 w 12123760"/>
              <a:gd name="connsiteY2-252" fmla="*/ 3807725 h 3807725"/>
              <a:gd name="connsiteX0-253" fmla="*/ 0 w 12123760"/>
              <a:gd name="connsiteY0-254" fmla="*/ 3807725 h 3807725"/>
              <a:gd name="connsiteX1-255" fmla="*/ 12123760 w 12123760"/>
              <a:gd name="connsiteY1-256" fmla="*/ 0 h 3807725"/>
              <a:gd name="connsiteX2-257" fmla="*/ 0 w 12123760"/>
              <a:gd name="connsiteY2-258" fmla="*/ 3807725 h 3807725"/>
              <a:gd name="connsiteX0-259" fmla="*/ 0 w 12123760"/>
              <a:gd name="connsiteY0-260" fmla="*/ 3807725 h 3807725"/>
              <a:gd name="connsiteX1-261" fmla="*/ 12123760 w 12123760"/>
              <a:gd name="connsiteY1-262" fmla="*/ 0 h 3807725"/>
              <a:gd name="connsiteX2-263" fmla="*/ 0 w 12123760"/>
              <a:gd name="connsiteY2-264" fmla="*/ 3807725 h 3807725"/>
              <a:gd name="connsiteX0-265" fmla="*/ 0 w 12123760"/>
              <a:gd name="connsiteY0-266" fmla="*/ 3807725 h 3807725"/>
              <a:gd name="connsiteX1-267" fmla="*/ 12123760 w 12123760"/>
              <a:gd name="connsiteY1-268" fmla="*/ 0 h 3807725"/>
              <a:gd name="connsiteX2-269" fmla="*/ 0 w 12123760"/>
              <a:gd name="connsiteY2-270" fmla="*/ 3807725 h 3807725"/>
              <a:gd name="connsiteX0-271" fmla="*/ 0 w 12123760"/>
              <a:gd name="connsiteY0-272" fmla="*/ 3807725 h 3807725"/>
              <a:gd name="connsiteX1-273" fmla="*/ 12123760 w 12123760"/>
              <a:gd name="connsiteY1-274" fmla="*/ 0 h 3807725"/>
              <a:gd name="connsiteX2-275" fmla="*/ 0 w 12123760"/>
              <a:gd name="connsiteY2-276" fmla="*/ 3807725 h 3807725"/>
              <a:gd name="connsiteX0-277" fmla="*/ 0 w 12123760"/>
              <a:gd name="connsiteY0-278" fmla="*/ 3807725 h 3807725"/>
              <a:gd name="connsiteX1-279" fmla="*/ 12123760 w 12123760"/>
              <a:gd name="connsiteY1-280" fmla="*/ 0 h 3807725"/>
              <a:gd name="connsiteX2-281" fmla="*/ 0 w 12123760"/>
              <a:gd name="connsiteY2-282" fmla="*/ 3807725 h 3807725"/>
              <a:gd name="connsiteX0-283" fmla="*/ 0 w 12123760"/>
              <a:gd name="connsiteY0-284" fmla="*/ 3807725 h 3807725"/>
              <a:gd name="connsiteX1-285" fmla="*/ 12123760 w 12123760"/>
              <a:gd name="connsiteY1-286" fmla="*/ 0 h 3807725"/>
              <a:gd name="connsiteX2-287" fmla="*/ 0 w 12123760"/>
              <a:gd name="connsiteY2-288" fmla="*/ 3807725 h 3807725"/>
              <a:gd name="connsiteX0-289" fmla="*/ 0 w 12123760"/>
              <a:gd name="connsiteY0-290" fmla="*/ 3807725 h 3807725"/>
              <a:gd name="connsiteX1-291" fmla="*/ 12123760 w 12123760"/>
              <a:gd name="connsiteY1-292" fmla="*/ 0 h 3807725"/>
              <a:gd name="connsiteX2-293" fmla="*/ 0 w 12123760"/>
              <a:gd name="connsiteY2-294" fmla="*/ 3807725 h 3807725"/>
              <a:gd name="connsiteX0-295" fmla="*/ 0 w 12123760"/>
              <a:gd name="connsiteY0-296" fmla="*/ 3807725 h 3807725"/>
              <a:gd name="connsiteX1-297" fmla="*/ 12123760 w 12123760"/>
              <a:gd name="connsiteY1-298" fmla="*/ 0 h 3807725"/>
              <a:gd name="connsiteX2-299" fmla="*/ 0 w 12123760"/>
              <a:gd name="connsiteY2-300" fmla="*/ 3807725 h 3807725"/>
            </a:gdLst>
            <a:ahLst/>
            <a:cxnLst>
              <a:cxn ang="0">
                <a:pos x="connsiteX0-1" y="connsiteY0-2"/>
              </a:cxn>
              <a:cxn ang="0">
                <a:pos x="connsiteX1-3" y="connsiteY1-4"/>
              </a:cxn>
              <a:cxn ang="0">
                <a:pos x="connsiteX2-5" y="connsiteY2-6"/>
              </a:cxn>
            </a:cxnLst>
            <a:rect l="l" t="t" r="r" b="b"/>
            <a:pathLst>
              <a:path w="12123760" h="3807725">
                <a:moveTo>
                  <a:pt x="0" y="3807725"/>
                </a:moveTo>
                <a:cubicBezTo>
                  <a:pt x="2497539" y="-88710"/>
                  <a:pt x="8249312" y="1842448"/>
                  <a:pt x="12123760" y="0"/>
                </a:cubicBezTo>
                <a:cubicBezTo>
                  <a:pt x="9392692" y="3093491"/>
                  <a:pt x="2430817" y="1191905"/>
                  <a:pt x="0" y="3807725"/>
                </a:cubicBezTo>
                <a:close/>
              </a:path>
            </a:pathLst>
          </a:custGeom>
          <a:solidFill>
            <a:srgbClr val="C3C3E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1350">
              <a:solidFill>
                <a:srgbClr val="FFFFFF"/>
              </a:solidFill>
              <a:latin typeface="微软雅黑" panose="020B0503020204020204" pitchFamily="34" charset="-122"/>
              <a:ea typeface="微软雅黑" panose="020B0503020204020204" pitchFamily="34" charset="-122"/>
              <a:sym typeface="Arial" panose="020B0604020202020204" pitchFamily="34" charset="0"/>
            </a:endParaRPr>
          </a:p>
        </p:txBody>
      </p:sp>
    </p:spTree>
    <p:custDataLst>
      <p:tags r:id="rId11"/>
    </p:custData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2" name="矩形 21"/>
          <p:cNvSpPr/>
          <p:nvPr>
            <p:custDataLst>
              <p:tags r:id="rId1"/>
            </p:custDataLst>
          </p:nvPr>
        </p:nvSpPr>
        <p:spPr>
          <a:xfrm>
            <a:off x="342900" y="1169451"/>
            <a:ext cx="8458200" cy="3517749"/>
          </a:xfrm>
          <a:prstGeom prst="rect">
            <a:avLst/>
          </a:prstGeom>
          <a:solidFill>
            <a:srgbClr val="FFFFFF"/>
          </a:solidFill>
          <a:ln>
            <a:noFill/>
          </a:ln>
          <a:effectLst>
            <a:outerShdw blurRad="127000" dist="38100" dir="5400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algn="ctr" defTabSz="914400" rtl="0" eaLnBrk="1" fontAlgn="auto" latinLnBrk="0" hangingPunct="1">
              <a:lnSpc>
                <a:spcPct val="100000"/>
              </a:lnSpc>
              <a:spcBef>
                <a:spcPts val="0"/>
              </a:spcBef>
              <a:spcAft>
                <a:spcPts val="0"/>
              </a:spcAft>
              <a:buClrTx/>
              <a:buSzTx/>
              <a:defRPr/>
            </a:pPr>
            <a:endParaRPr kumimoji="1" lang="zh-CN" altLang="en-US" sz="12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8" name="Title 6"/>
          <p:cNvSpPr txBox="1"/>
          <p:nvPr>
            <p:custDataLst>
              <p:tags r:id="rId2"/>
            </p:custDataLst>
          </p:nvPr>
        </p:nvSpPr>
        <p:spPr>
          <a:xfrm>
            <a:off x="660400" y="1398905"/>
            <a:ext cx="7823200" cy="3058795"/>
          </a:xfrm>
          <a:prstGeom prst="rect">
            <a:avLst/>
          </a:prstGeom>
          <a:noFill/>
          <a:ln w="3175">
            <a:noFill/>
            <a:prstDash val="sysDash"/>
          </a:ln>
        </p:spPr>
        <p:txBody>
          <a:bodyPr wrap="square" lIns="54000" tIns="27000" rIns="54000" bIns="27000" anchor="t" anchorCtr="0">
            <a:no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342900" marR="0" lvl="0" indent="-342900" algn="l" defTabSz="914400" rtl="0" eaLnBrk="1" fontAlgn="auto" latinLnBrk="0" hangingPunct="1">
              <a:lnSpc>
                <a:spcPct val="130000"/>
              </a:lnSpc>
              <a:spcBef>
                <a:spcPts val="0"/>
              </a:spcBef>
              <a:spcAft>
                <a:spcPts val="800"/>
              </a:spcAft>
              <a:buClr>
                <a:schemeClr val="accent1">
                  <a:lumMod val="60000"/>
                  <a:lumOff val="40000"/>
                </a:schemeClr>
              </a:buClr>
              <a:buSzPct val="100000"/>
              <a:buFont typeface="Wingdings" panose="05000000000000000000" pitchFamily="2" charset="2"/>
              <a:buChar char="p"/>
              <a:defRPr/>
            </a:pPr>
            <a:r>
              <a:rPr kumimoji="0" lang="zh-CN" altLang="en-US" sz="1400" b="0" i="0" kern="0" spc="0" noProof="0">
                <a:ln w="3175">
                  <a:noFill/>
                  <a:prstDash val="dash"/>
                </a:ln>
                <a:solidFill>
                  <a:srgbClr val="595959"/>
                </a:solidFill>
                <a:effectLst/>
                <a:uFillTx/>
                <a:latin typeface="微软雅黑" panose="020B0503020204020204" pitchFamily="34" charset="-122"/>
                <a:ea typeface="微软雅黑" panose="020B0503020204020204" pitchFamily="34" charset="-122"/>
                <a:cs typeface="微软雅黑" panose="020B0503020204020204" pitchFamily="34" charset="-122"/>
              </a:rPr>
              <a:t>Wi-Fi（Wireless Fidelity，无线保真）又称802.11b标准，目前最流行的笔记本电脑技术——迅驰技术就是基于该标准的。</a:t>
            </a:r>
            <a:endParaRPr kumimoji="0" lang="zh-CN" altLang="en-US" sz="1400" b="0" i="0" kern="0" spc="0" noProof="0">
              <a:ln w="3175">
                <a:noFill/>
                <a:prstDash val="dash"/>
              </a:ln>
              <a:solidFill>
                <a:srgbClr val="595959"/>
              </a:solidFill>
              <a:effectLst/>
              <a:uFillTx/>
              <a:latin typeface="微软雅黑" panose="020B0503020204020204" pitchFamily="34" charset="-122"/>
              <a:ea typeface="微软雅黑" panose="020B0503020204020204" pitchFamily="34" charset="-122"/>
              <a:cs typeface="微软雅黑" panose="020B0503020204020204" pitchFamily="34" charset="-122"/>
            </a:endParaRPr>
          </a:p>
          <a:p>
            <a:pPr marL="342900" marR="0" lvl="0" indent="-342900" algn="l" defTabSz="914400" rtl="0" eaLnBrk="1" fontAlgn="auto" latinLnBrk="0" hangingPunct="1">
              <a:lnSpc>
                <a:spcPct val="130000"/>
              </a:lnSpc>
              <a:spcBef>
                <a:spcPts val="0"/>
              </a:spcBef>
              <a:spcAft>
                <a:spcPts val="800"/>
              </a:spcAft>
              <a:buClr>
                <a:schemeClr val="accent1">
                  <a:lumMod val="60000"/>
                  <a:lumOff val="40000"/>
                </a:schemeClr>
              </a:buClr>
              <a:buSzPct val="100000"/>
              <a:buFont typeface="Wingdings" panose="05000000000000000000" pitchFamily="2" charset="2"/>
              <a:buChar char="p"/>
              <a:defRPr/>
            </a:pPr>
            <a:r>
              <a:rPr kumimoji="0" lang="zh-CN" altLang="en-US" sz="1400" b="0" i="0" kern="0" spc="0" noProof="0">
                <a:ln w="3175">
                  <a:noFill/>
                  <a:prstDash val="dash"/>
                </a:ln>
                <a:solidFill>
                  <a:srgbClr val="595959"/>
                </a:solidFill>
                <a:effectLst/>
                <a:uFillTx/>
                <a:latin typeface="微软雅黑" panose="020B0503020204020204" pitchFamily="34" charset="-122"/>
                <a:ea typeface="微软雅黑" panose="020B0503020204020204" pitchFamily="34" charset="-122"/>
                <a:cs typeface="微软雅黑" panose="020B0503020204020204" pitchFamily="34" charset="-122"/>
              </a:rPr>
              <a:t>根据目前的无线技术状况，目前可以通过红外、蓝牙及802.11b/a/g 三种无线技术组建无线办公网络。</a:t>
            </a:r>
            <a:endParaRPr kumimoji="0" lang="zh-CN" altLang="en-US" sz="1400" b="0" i="0" kern="0" spc="0" noProof="0">
              <a:ln w="3175">
                <a:noFill/>
                <a:prstDash val="dash"/>
              </a:ln>
              <a:solidFill>
                <a:srgbClr val="595959"/>
              </a:solidFill>
              <a:effectLst/>
              <a:uFillTx/>
              <a:latin typeface="微软雅黑" panose="020B0503020204020204" pitchFamily="34" charset="-122"/>
              <a:ea typeface="微软雅黑" panose="020B0503020204020204" pitchFamily="34" charset="-122"/>
              <a:cs typeface="微软雅黑" panose="020B0503020204020204" pitchFamily="34" charset="-122"/>
            </a:endParaRPr>
          </a:p>
          <a:p>
            <a:pPr marL="749300" marR="0" lvl="1" indent="-304800" algn="l" defTabSz="914400" rtl="0" eaLnBrk="1" fontAlgn="ctr" latinLnBrk="0" hangingPunct="1">
              <a:lnSpc>
                <a:spcPct val="130000"/>
              </a:lnSpc>
              <a:spcBef>
                <a:spcPts val="0"/>
              </a:spcBef>
              <a:spcAft>
                <a:spcPts val="0"/>
              </a:spcAft>
              <a:buSzPct val="100000"/>
              <a:buFont typeface="+mj-lt"/>
              <a:buAutoNum type="arabicPeriod"/>
              <a:defRPr/>
            </a:pPr>
            <a:r>
              <a:rPr kumimoji="0" lang="zh-CN" altLang="en-US" sz="1400" b="0" i="0" kern="0" spc="0" noProof="0">
                <a:ln w="3175">
                  <a:noFill/>
                  <a:prstDash val="dash"/>
                </a:ln>
                <a:solidFill>
                  <a:srgbClr val="595959"/>
                </a:solidFill>
                <a:effectLst/>
                <a:uFillTx/>
                <a:latin typeface="微软雅黑" panose="020B0503020204020204" pitchFamily="34" charset="-122"/>
                <a:ea typeface="微软雅黑" panose="020B0503020204020204" pitchFamily="34" charset="-122"/>
                <a:cs typeface="微软雅黑" panose="020B0503020204020204" pitchFamily="34" charset="-122"/>
              </a:rPr>
              <a:t>红外技术的数据传输速率仅为115.2Kbps，传输距离一般只有1 米。</a:t>
            </a:r>
            <a:endParaRPr kumimoji="0" lang="zh-CN" altLang="en-US" sz="1400" b="0" i="0" kern="0" spc="0" noProof="0">
              <a:ln w="3175">
                <a:noFill/>
                <a:prstDash val="dash"/>
              </a:ln>
              <a:solidFill>
                <a:srgbClr val="595959"/>
              </a:solidFill>
              <a:effectLst/>
              <a:uFillTx/>
              <a:latin typeface="微软雅黑" panose="020B0503020204020204" pitchFamily="34" charset="-122"/>
              <a:ea typeface="微软雅黑" panose="020B0503020204020204" pitchFamily="34" charset="-122"/>
              <a:cs typeface="微软雅黑" panose="020B0503020204020204" pitchFamily="34" charset="-122"/>
            </a:endParaRPr>
          </a:p>
          <a:p>
            <a:pPr marL="749300" marR="0" lvl="1" indent="-304800" algn="l" defTabSz="914400" rtl="0" eaLnBrk="1" fontAlgn="ctr" latinLnBrk="0" hangingPunct="1">
              <a:lnSpc>
                <a:spcPct val="130000"/>
              </a:lnSpc>
              <a:spcBef>
                <a:spcPts val="0"/>
              </a:spcBef>
              <a:spcAft>
                <a:spcPts val="0"/>
              </a:spcAft>
              <a:buSzPct val="100000"/>
              <a:buFont typeface="+mj-lt"/>
              <a:buAutoNum type="arabicPeriod"/>
              <a:defRPr/>
            </a:pPr>
            <a:r>
              <a:rPr kumimoji="0" lang="zh-CN" altLang="en-US" sz="1400" b="0" i="0" kern="0" spc="0" noProof="0">
                <a:ln w="3175">
                  <a:noFill/>
                  <a:prstDash val="dash"/>
                </a:ln>
                <a:solidFill>
                  <a:srgbClr val="595959"/>
                </a:solidFill>
                <a:effectLst/>
                <a:uFillTx/>
                <a:latin typeface="微软雅黑" panose="020B0503020204020204" pitchFamily="34" charset="-122"/>
                <a:ea typeface="微软雅黑" panose="020B0503020204020204" pitchFamily="34" charset="-122"/>
                <a:cs typeface="微软雅黑" panose="020B0503020204020204" pitchFamily="34" charset="-122"/>
              </a:rPr>
              <a:t>蓝牙技术的数据传输速率为1Mbps，通信距离为10 米左右。</a:t>
            </a:r>
            <a:endParaRPr kumimoji="0" lang="zh-CN" altLang="en-US" sz="1400" b="0" i="0" kern="0" spc="0" noProof="0">
              <a:ln w="3175">
                <a:noFill/>
                <a:prstDash val="dash"/>
              </a:ln>
              <a:solidFill>
                <a:srgbClr val="595959"/>
              </a:solidFill>
              <a:effectLst/>
              <a:uFillTx/>
              <a:latin typeface="微软雅黑" panose="020B0503020204020204" pitchFamily="34" charset="-122"/>
              <a:ea typeface="微软雅黑" panose="020B0503020204020204" pitchFamily="34" charset="-122"/>
              <a:cs typeface="微软雅黑" panose="020B0503020204020204" pitchFamily="34" charset="-122"/>
            </a:endParaRPr>
          </a:p>
          <a:p>
            <a:pPr marL="749300" marR="0" lvl="1" indent="-304800" algn="l" defTabSz="914400" rtl="0" eaLnBrk="1" fontAlgn="ctr" latinLnBrk="0" hangingPunct="1">
              <a:lnSpc>
                <a:spcPct val="130000"/>
              </a:lnSpc>
              <a:spcBef>
                <a:spcPts val="0"/>
              </a:spcBef>
              <a:spcAft>
                <a:spcPts val="0"/>
              </a:spcAft>
              <a:buSzPct val="100000"/>
              <a:buFont typeface="+mj-lt"/>
              <a:buAutoNum type="arabicPeriod"/>
              <a:defRPr/>
            </a:pPr>
            <a:r>
              <a:rPr kumimoji="0" lang="zh-CN" altLang="en-US" sz="1400" b="0" i="0" kern="0" spc="0" noProof="0">
                <a:ln w="3175">
                  <a:noFill/>
                  <a:prstDash val="dash"/>
                </a:ln>
                <a:solidFill>
                  <a:srgbClr val="595959"/>
                </a:solidFill>
                <a:effectLst/>
                <a:uFillTx/>
                <a:latin typeface="微软雅黑" panose="020B0503020204020204" pitchFamily="34" charset="-122"/>
                <a:ea typeface="微软雅黑" panose="020B0503020204020204" pitchFamily="34" charset="-122"/>
                <a:cs typeface="微软雅黑" panose="020B0503020204020204" pitchFamily="34" charset="-122"/>
              </a:rPr>
              <a:t>802.11b/a/g 的数据传输速率达到了11Mbps，并且有效距离长达100 米，更具有“移动办公”的特点，可以满足用户运行大量占用带宽的网络操作，基本就像在有线局域网上一样。所以802.11b/a/g 比较适合用于办公室构建的企业无线网络中（特别是笔记本电脑）。</a:t>
            </a:r>
            <a:endParaRPr kumimoji="0" lang="zh-CN" altLang="en-US" sz="1400" b="0" i="0" kern="0" spc="0" noProof="0">
              <a:ln w="3175">
                <a:noFill/>
                <a:prstDash val="dash"/>
              </a:ln>
              <a:solidFill>
                <a:srgbClr val="595959"/>
              </a:solidFill>
              <a:effectLst/>
              <a:uFillTx/>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4" name="矩形: 圆角 13"/>
          <p:cNvSpPr/>
          <p:nvPr>
            <p:custDataLst>
              <p:tags r:id="rId3"/>
            </p:custDataLst>
          </p:nvPr>
        </p:nvSpPr>
        <p:spPr>
          <a:xfrm>
            <a:off x="8121015" y="581025"/>
            <a:ext cx="680085" cy="234950"/>
          </a:xfrm>
          <a:prstGeom prst="roundRect">
            <a:avLst>
              <a:gd name="adj" fmla="val 50000"/>
            </a:avLst>
          </a:prstGeom>
          <a:solidFill>
            <a:srgbClr val="6969C7"/>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fontScale="25000" lnSpcReduction="20000"/>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15" name="文本框 33"/>
          <p:cNvSpPr txBox="1"/>
          <p:nvPr>
            <p:custDataLst>
              <p:tags r:id="rId4"/>
            </p:custDataLst>
          </p:nvPr>
        </p:nvSpPr>
        <p:spPr>
          <a:xfrm>
            <a:off x="8164195" y="571500"/>
            <a:ext cx="593090" cy="254000"/>
          </a:xfrm>
          <a:prstGeom prst="rect">
            <a:avLst/>
          </a:prstGeom>
          <a:noFill/>
        </p:spPr>
        <p:txBody>
          <a:bodyPr wrap="square" rtlCol="0">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200" b="1" i="0" u="none" strike="noStrike" kern="1200" cap="none" spc="0" normalizeH="0" baseline="0" noProof="0" dirty="0">
                <a:ln>
                  <a:noFill/>
                </a:ln>
                <a:solidFill>
                  <a:srgbClr val="262626">
                    <a:alpha val="80000"/>
                  </a:srgbClr>
                </a:solidFill>
                <a:effectLst/>
                <a:uLnTx/>
                <a:uFillTx/>
                <a:latin typeface="微软雅黑" panose="020B0503020204020204" pitchFamily="34" charset="-122"/>
                <a:ea typeface="微软雅黑" panose="020B0503020204020204" pitchFamily="34" charset="-122"/>
                <a:cs typeface="Arial" panose="020B0604020202020204" pitchFamily="34" charset="0"/>
              </a:rPr>
              <a:t>LOGO</a:t>
            </a:r>
            <a:endParaRPr kumimoji="0" lang="en-US" altLang="zh-CN" sz="1200" b="1" i="0" u="none" strike="noStrike" kern="1200" cap="none" spc="0" normalizeH="0" baseline="0" noProof="0" dirty="0">
              <a:ln>
                <a:noFill/>
              </a:ln>
              <a:solidFill>
                <a:srgbClr val="262626">
                  <a:alpha val="80000"/>
                </a:srgbClr>
              </a:solidFill>
              <a:effectLst/>
              <a:uLnTx/>
              <a:uFillTx/>
              <a:latin typeface="微软雅黑" panose="020B0503020204020204" pitchFamily="34" charset="-122"/>
              <a:ea typeface="微软雅黑" panose="020B0503020204020204" pitchFamily="34" charset="-122"/>
              <a:cs typeface="Arial" panose="020B0604020202020204" pitchFamily="34" charset="0"/>
            </a:endParaRPr>
          </a:p>
        </p:txBody>
      </p:sp>
      <p:sp>
        <p:nvSpPr>
          <p:cNvPr id="18" name="文本框 17"/>
          <p:cNvSpPr txBox="1"/>
          <p:nvPr>
            <p:custDataLst>
              <p:tags r:id="rId5"/>
            </p:custDataLst>
          </p:nvPr>
        </p:nvSpPr>
        <p:spPr>
          <a:xfrm>
            <a:off x="1165860" y="456565"/>
            <a:ext cx="6580505" cy="483870"/>
          </a:xfrm>
          <a:prstGeom prst="rect">
            <a:avLst/>
          </a:prstGeom>
          <a:noFill/>
        </p:spPr>
        <p:txBody>
          <a:bodyPr wrap="square" rtlCol="0">
            <a:noAutofit/>
          </a:bodyPr>
          <a:lstStyle/>
          <a:p>
            <a:pPr marL="0" marR="0" lvl="0" indent="0" algn="l" defTabSz="914400" rtl="0" eaLnBrk="1" fontAlgn="auto" latinLnBrk="0" hangingPunct="1">
              <a:lnSpc>
                <a:spcPct val="100000"/>
              </a:lnSpc>
              <a:spcBef>
                <a:spcPts val="0"/>
              </a:spcBef>
              <a:spcAft>
                <a:spcPts val="0"/>
              </a:spcAft>
              <a:buSzPct val="100000"/>
              <a:buFontTx/>
              <a:buNone/>
              <a:defRPr/>
            </a:pPr>
            <a:r>
              <a:rPr kumimoji="0" lang="zh-CN" altLang="en-US" sz="2700" b="1" i="0" kern="1200" cap="none" spc="150" normalizeH="0" noProof="0">
                <a:ln>
                  <a:noFill/>
                </a:ln>
                <a:solidFill>
                  <a:srgbClr val="404040"/>
                </a:solidFill>
                <a:effectLst/>
                <a:latin typeface="微软雅黑" panose="020B0503020204020204" pitchFamily="34" charset="-122"/>
                <a:ea typeface="微软雅黑" panose="020B0503020204020204" pitchFamily="34" charset="-122"/>
                <a:cs typeface="+mn-cs"/>
              </a:rPr>
              <a:t>无线网络的使用</a:t>
            </a:r>
            <a:endParaRPr kumimoji="0" lang="zh-CN" altLang="en-US" sz="2700" b="1" i="0" kern="1200" cap="none" spc="150" normalizeH="0" noProof="0">
              <a:ln>
                <a:noFill/>
              </a:ln>
              <a:solidFill>
                <a:srgbClr val="404040"/>
              </a:solidFill>
              <a:effectLst/>
              <a:latin typeface="微软雅黑" panose="020B0503020204020204" pitchFamily="34" charset="-122"/>
              <a:ea typeface="微软雅黑" panose="020B0503020204020204" pitchFamily="34" charset="-122"/>
              <a:cs typeface="+mn-cs"/>
            </a:endParaRPr>
          </a:p>
        </p:txBody>
      </p:sp>
    </p:spTree>
    <p:custDataLst>
      <p:tags r:id="rId6"/>
    </p:custData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ctrTitle"/>
          </p:nvPr>
        </p:nvSpPr>
        <p:spPr/>
        <p:txBody>
          <a:bodyPr>
            <a:normAutofit fontScale="90000"/>
          </a:bodyPr>
          <a:lstStyle/>
          <a:p>
            <a:r>
              <a:rPr lang="zh-CN" altLang="en-US" sz="3110" b="0">
                <a:latin typeface="微软雅黑" panose="020B0503020204020204" pitchFamily="34" charset="-122"/>
                <a:ea typeface="微软雅黑" panose="020B0503020204020204" pitchFamily="34" charset="-122"/>
                <a:cs typeface="微软雅黑" panose="020B0503020204020204" pitchFamily="34" charset="-122"/>
              </a:rPr>
              <a:t>任务</a:t>
            </a:r>
            <a:r>
              <a:rPr lang="en-US" altLang="zh-CN" sz="3110" b="0">
                <a:latin typeface="微软雅黑" panose="020B0503020204020204" pitchFamily="34" charset="-122"/>
                <a:ea typeface="微软雅黑" panose="020B0503020204020204" pitchFamily="34" charset="-122"/>
                <a:cs typeface="微软雅黑" panose="020B0503020204020204" pitchFamily="34" charset="-122"/>
              </a:rPr>
              <a:t>3</a:t>
            </a:r>
            <a:br>
              <a:rPr lang="zh-CN" altLang="en-US" sz="3555">
                <a:latin typeface="创艺简老宋" charset="0"/>
                <a:ea typeface="创艺简老宋" charset="0"/>
                <a:cs typeface="创艺简老宋" charset="0"/>
              </a:rPr>
            </a:br>
            <a:r>
              <a:rPr lang="zh-CN" altLang="en-US" sz="3555" b="0">
                <a:latin typeface="创艺简老宋" charset="0"/>
                <a:ea typeface="创艺简老宋" charset="0"/>
                <a:cs typeface="创艺简老宋" charset="0"/>
              </a:rPr>
              <a:t>网络信息获取</a:t>
            </a:r>
            <a:endParaRPr lang="zh-CN" altLang="en-US" sz="3555" b="0">
              <a:latin typeface="创艺简老宋" charset="0"/>
              <a:ea typeface="创艺简老宋" charset="0"/>
              <a:cs typeface="创艺简老宋" charset="0"/>
            </a:endParaRPr>
          </a:p>
        </p:txBody>
      </p:sp>
    </p:spTree>
    <p:custDataLst>
      <p:tags r:id="rId1"/>
    </p:custData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文本框 57"/>
          <p:cNvSpPr txBox="1"/>
          <p:nvPr>
            <p:custDataLst>
              <p:tags r:id="rId1"/>
            </p:custDataLst>
          </p:nvPr>
        </p:nvSpPr>
        <p:spPr>
          <a:xfrm>
            <a:off x="654505" y="1428439"/>
            <a:ext cx="310412" cy="369277"/>
          </a:xfrm>
          <a:prstGeom prst="rect">
            <a:avLst/>
          </a:prstGeom>
          <a:noFill/>
        </p:spPr>
        <p:txBody>
          <a:bodyPr wrap="square" lIns="67500" tIns="35100" rIns="67500" bIns="35100" anchor="ctr">
            <a:prstTxWarp prst="textPlain">
              <a:avLst/>
            </a:prstTxWarp>
            <a:normAutofit fontScale="40000" lnSpcReduction="20000"/>
          </a:bodyPr>
          <a:lstStyle/>
          <a:p>
            <a:pPr>
              <a:lnSpc>
                <a:spcPct val="150000"/>
              </a:lnSpc>
            </a:pPr>
            <a:r>
              <a:rPr lang="en-US" sz="3600" dirty="0">
                <a:latin typeface="微软雅黑" panose="020B0503020204020204" pitchFamily="34" charset="-122"/>
                <a:ea typeface="微软雅黑" panose="020B0503020204020204" pitchFamily="34" charset="-122"/>
              </a:rPr>
              <a:t>“</a:t>
            </a:r>
            <a:endParaRPr lang="en-US" sz="3600" dirty="0">
              <a:latin typeface="微软雅黑" panose="020B0503020204020204" pitchFamily="34" charset="-122"/>
              <a:ea typeface="微软雅黑" panose="020B0503020204020204" pitchFamily="34" charset="-122"/>
            </a:endParaRPr>
          </a:p>
        </p:txBody>
      </p:sp>
      <p:sp>
        <p:nvSpPr>
          <p:cNvPr id="60" name="文本框 59"/>
          <p:cNvSpPr txBox="1"/>
          <p:nvPr>
            <p:custDataLst>
              <p:tags r:id="rId2"/>
            </p:custDataLst>
          </p:nvPr>
        </p:nvSpPr>
        <p:spPr>
          <a:xfrm>
            <a:off x="654685" y="2455545"/>
            <a:ext cx="2802255" cy="1245235"/>
          </a:xfrm>
          <a:prstGeom prst="rect">
            <a:avLst/>
          </a:prstGeom>
          <a:noFill/>
        </p:spPr>
        <p:txBody>
          <a:bodyPr wrap="square" rtlCol="0">
            <a:spAutoFit/>
          </a:bodyPr>
          <a:lstStyle/>
          <a:p>
            <a:pPr>
              <a:lnSpc>
                <a:spcPct val="150000"/>
              </a:lnSpc>
            </a:pPr>
            <a:r>
              <a:rPr lang="zh-CN" altLang="en-US" sz="1000" kern="0" dirty="0">
                <a:solidFill>
                  <a:srgbClr val="000000">
                    <a:lumMod val="75000"/>
                    <a:lumOff val="25000"/>
                  </a:srgbClr>
                </a:solidFill>
                <a:uFillTx/>
                <a:latin typeface="微软雅黑" panose="020B0503020204020204" pitchFamily="34" charset="-122"/>
                <a:ea typeface="微软雅黑" panose="020B0503020204020204" pitchFamily="34" charset="-122"/>
              </a:rPr>
              <a:t>经常看到别人上网，你羡慕吗？想与别人一样在网上遨游吗？在网上看到好东西，想下载到自己的电脑中吗？想在浩如烟海的网络海洋中，快速找到自己需要的东西吗？下面让我们一起走入Internet 的世界吧。</a:t>
            </a:r>
            <a:endParaRPr lang="zh-CN" altLang="en-US" sz="1000" kern="0" dirty="0">
              <a:solidFill>
                <a:srgbClr val="000000">
                  <a:lumMod val="75000"/>
                  <a:lumOff val="25000"/>
                </a:srgbClr>
              </a:solidFill>
              <a:uFillTx/>
              <a:latin typeface="微软雅黑" panose="020B0503020204020204" pitchFamily="34" charset="-122"/>
              <a:ea typeface="微软雅黑" panose="020B0503020204020204" pitchFamily="34" charset="-122"/>
            </a:endParaRPr>
          </a:p>
        </p:txBody>
      </p:sp>
      <p:sp>
        <p:nvSpPr>
          <p:cNvPr id="39" name="文本框 38"/>
          <p:cNvSpPr txBox="1"/>
          <p:nvPr>
            <p:custDataLst>
              <p:tags r:id="rId3"/>
            </p:custDataLst>
          </p:nvPr>
        </p:nvSpPr>
        <p:spPr>
          <a:xfrm>
            <a:off x="654505" y="1941183"/>
            <a:ext cx="2493169" cy="432904"/>
          </a:xfrm>
          <a:prstGeom prst="rect">
            <a:avLst/>
          </a:prstGeom>
          <a:noFill/>
        </p:spPr>
        <p:txBody>
          <a:bodyPr wrap="square" rtlCol="0">
            <a:normAutofit lnSpcReduction="20000"/>
          </a:bodyPr>
          <a:lstStyle/>
          <a:p>
            <a:pPr>
              <a:lnSpc>
                <a:spcPct val="140000"/>
              </a:lnSpc>
            </a:pPr>
            <a:r>
              <a:rPr lang="zh-CN" altLang="en-US" b="1" spc="300" dirty="0">
                <a:solidFill>
                  <a:srgbClr val="000000">
                    <a:lumMod val="75000"/>
                    <a:lumOff val="25000"/>
                  </a:srgbClr>
                </a:solidFill>
                <a:latin typeface="微软雅黑" panose="020B0503020204020204" pitchFamily="34" charset="-122"/>
                <a:ea typeface="微软雅黑" panose="020B0503020204020204" pitchFamily="34" charset="-122"/>
              </a:rPr>
              <a:t>任务导入</a:t>
            </a:r>
            <a:endParaRPr lang="zh-CN" altLang="en-US" b="1" spc="300" dirty="0">
              <a:solidFill>
                <a:srgbClr val="000000">
                  <a:lumMod val="75000"/>
                  <a:lumOff val="25000"/>
                </a:srgbClr>
              </a:solidFill>
              <a:latin typeface="微软雅黑" panose="020B0503020204020204" pitchFamily="34" charset="-122"/>
              <a:ea typeface="微软雅黑" panose="020B0503020204020204" pitchFamily="34" charset="-122"/>
            </a:endParaRPr>
          </a:p>
        </p:txBody>
      </p:sp>
      <p:cxnSp>
        <p:nvCxnSpPr>
          <p:cNvPr id="6" name="直接连接符 5"/>
          <p:cNvCxnSpPr/>
          <p:nvPr>
            <p:custDataLst>
              <p:tags r:id="rId4"/>
            </p:custDataLst>
          </p:nvPr>
        </p:nvCxnSpPr>
        <p:spPr>
          <a:xfrm>
            <a:off x="4986655" y="2689860"/>
            <a:ext cx="220345" cy="0"/>
          </a:xfrm>
          <a:prstGeom prst="line">
            <a:avLst/>
          </a:prstGeom>
          <a:ln w="9525">
            <a:solidFill>
              <a:srgbClr val="7030A0"/>
            </a:solidFill>
          </a:ln>
        </p:spPr>
        <p:style>
          <a:lnRef idx="1">
            <a:srgbClr val="1F74AD"/>
          </a:lnRef>
          <a:fillRef idx="0">
            <a:srgbClr val="1F74AD"/>
          </a:fillRef>
          <a:effectRef idx="0">
            <a:srgbClr val="1F74AD"/>
          </a:effectRef>
          <a:fontRef idx="minor">
            <a:srgbClr val="000000"/>
          </a:fontRef>
        </p:style>
      </p:cxnSp>
      <p:sp>
        <p:nvSpPr>
          <p:cNvPr id="9" name="椭圆 8"/>
          <p:cNvSpPr/>
          <p:nvPr>
            <p:custDataLst>
              <p:tags r:id="rId5"/>
            </p:custDataLst>
          </p:nvPr>
        </p:nvSpPr>
        <p:spPr>
          <a:xfrm>
            <a:off x="3990975" y="2222500"/>
            <a:ext cx="972185" cy="972185"/>
          </a:xfrm>
          <a:prstGeom prst="ellipse">
            <a:avLst/>
          </a:prstGeom>
          <a:solidFill>
            <a:sysClr val="window" lastClr="FFFFFF"/>
          </a:solidFill>
          <a:ln w="57150">
            <a:solidFill>
              <a:schemeClr val="accent1">
                <a:lumMod val="75000"/>
              </a:schemeClr>
            </a:solidFill>
          </a:ln>
        </p:spPr>
        <p:style>
          <a:lnRef idx="2">
            <a:srgbClr val="1F74AD">
              <a:shade val="50000"/>
            </a:srgbClr>
          </a:lnRef>
          <a:fillRef idx="1">
            <a:srgbClr val="1F74AD"/>
          </a:fillRef>
          <a:effectRef idx="0">
            <a:srgbClr val="1F74AD"/>
          </a:effectRef>
          <a:fontRef idx="minor">
            <a:sysClr val="window" lastClr="FFFFFF"/>
          </a:fontRef>
        </p:style>
        <p:txBody>
          <a:bodyPr wrap="none" tIns="0" bIns="0" anchor="ctr">
            <a:normAutofit/>
          </a:bodyPr>
          <a:lstStyle/>
          <a:p>
            <a:pPr algn="ctr">
              <a:lnSpc>
                <a:spcPct val="130000"/>
              </a:lnSpc>
            </a:pPr>
            <a:endParaRPr lang="zh-CN" altLang="en-US" sz="1500" dirty="0">
              <a:solidFill>
                <a:srgbClr val="000000"/>
              </a:solidFill>
              <a:latin typeface="微软雅黑" panose="020B0503020204020204" pitchFamily="34" charset="-122"/>
              <a:ea typeface="微软雅黑" panose="020B0503020204020204" pitchFamily="34" charset="-122"/>
              <a:cs typeface="+mn-ea"/>
            </a:endParaRPr>
          </a:p>
        </p:txBody>
      </p:sp>
      <p:sp>
        <p:nvSpPr>
          <p:cNvPr id="10" name="文本框 9"/>
          <p:cNvSpPr txBox="1"/>
          <p:nvPr>
            <p:custDataLst>
              <p:tags r:id="rId6"/>
            </p:custDataLst>
          </p:nvPr>
        </p:nvSpPr>
        <p:spPr>
          <a:xfrm>
            <a:off x="4007485" y="2534920"/>
            <a:ext cx="979170" cy="347345"/>
          </a:xfrm>
          <a:prstGeom prst="rect">
            <a:avLst/>
          </a:prstGeom>
          <a:noFill/>
        </p:spPr>
        <p:txBody>
          <a:bodyPr wrap="square" rtlCol="0" anchor="ctr" anchorCtr="0"/>
          <a:lstStyle/>
          <a:p>
            <a:pPr lvl="0" indent="0" algn="ctr" fontAlgn="ctr">
              <a:lnSpc>
                <a:spcPct val="100000"/>
              </a:lnSpc>
              <a:spcBef>
                <a:spcPts val="0"/>
              </a:spcBef>
              <a:spcAft>
                <a:spcPts val="0"/>
              </a:spcAft>
              <a:buSzPct val="100000"/>
              <a:buNone/>
            </a:pPr>
            <a:r>
              <a:rPr lang="zh-CN" altLang="en-US" b="1" spc="300" dirty="0">
                <a:solidFill>
                  <a:srgbClr val="000000">
                    <a:lumMod val="75000"/>
                    <a:lumOff val="25000"/>
                  </a:srgbClr>
                </a:solidFill>
                <a:uFillTx/>
                <a:latin typeface="微软雅黑" panose="020B0503020204020204" pitchFamily="34" charset="-122"/>
                <a:ea typeface="微软雅黑" panose="020B0503020204020204" pitchFamily="34" charset="-122"/>
              </a:rPr>
              <a:t>学习</a:t>
            </a:r>
            <a:endParaRPr lang="zh-CN" altLang="en-US" b="1" spc="300" dirty="0">
              <a:solidFill>
                <a:srgbClr val="000000">
                  <a:lumMod val="75000"/>
                  <a:lumOff val="25000"/>
                </a:srgbClr>
              </a:solidFill>
              <a:uFillTx/>
              <a:latin typeface="微软雅黑" panose="020B0503020204020204" pitchFamily="34" charset="-122"/>
              <a:ea typeface="微软雅黑" panose="020B0503020204020204" pitchFamily="34" charset="-122"/>
            </a:endParaRPr>
          </a:p>
          <a:p>
            <a:pPr lvl="0" indent="0" algn="ctr" fontAlgn="ctr">
              <a:lnSpc>
                <a:spcPct val="100000"/>
              </a:lnSpc>
              <a:spcBef>
                <a:spcPts val="0"/>
              </a:spcBef>
              <a:spcAft>
                <a:spcPts val="0"/>
              </a:spcAft>
              <a:buSzPct val="100000"/>
              <a:buNone/>
            </a:pPr>
            <a:r>
              <a:rPr lang="zh-CN" altLang="en-US" b="1" spc="300" dirty="0">
                <a:solidFill>
                  <a:srgbClr val="000000">
                    <a:lumMod val="75000"/>
                    <a:lumOff val="25000"/>
                  </a:srgbClr>
                </a:solidFill>
                <a:uFillTx/>
                <a:latin typeface="微软雅黑" panose="020B0503020204020204" pitchFamily="34" charset="-122"/>
                <a:ea typeface="微软雅黑" panose="020B0503020204020204" pitchFamily="34" charset="-122"/>
              </a:rPr>
              <a:t>目标</a:t>
            </a:r>
            <a:endParaRPr lang="zh-CN" altLang="en-US" b="1" spc="300" dirty="0">
              <a:solidFill>
                <a:srgbClr val="000000">
                  <a:lumMod val="75000"/>
                  <a:lumOff val="25000"/>
                </a:srgbClr>
              </a:solidFill>
              <a:uFillTx/>
              <a:latin typeface="微软雅黑" panose="020B0503020204020204" pitchFamily="34" charset="-122"/>
              <a:ea typeface="微软雅黑" panose="020B0503020204020204" pitchFamily="34" charset="-122"/>
            </a:endParaRPr>
          </a:p>
        </p:txBody>
      </p:sp>
      <p:cxnSp>
        <p:nvCxnSpPr>
          <p:cNvPr id="7" name="直接连接符 6"/>
          <p:cNvCxnSpPr/>
          <p:nvPr>
            <p:custDataLst>
              <p:tags r:id="rId7"/>
            </p:custDataLst>
          </p:nvPr>
        </p:nvCxnSpPr>
        <p:spPr>
          <a:xfrm>
            <a:off x="5233670" y="1116965"/>
            <a:ext cx="0" cy="3201035"/>
          </a:xfrm>
          <a:prstGeom prst="line">
            <a:avLst/>
          </a:prstGeom>
          <a:ln>
            <a:solidFill>
              <a:srgbClr val="6969C7"/>
            </a:solidFill>
          </a:ln>
        </p:spPr>
        <p:style>
          <a:lnRef idx="1">
            <a:srgbClr val="1F74AD"/>
          </a:lnRef>
          <a:fillRef idx="0">
            <a:srgbClr val="1F74AD"/>
          </a:fillRef>
          <a:effectRef idx="0">
            <a:srgbClr val="1F74AD"/>
          </a:effectRef>
          <a:fontRef idx="minor">
            <a:srgbClr val="000000"/>
          </a:fontRef>
        </p:style>
      </p:cxnSp>
      <p:sp>
        <p:nvSpPr>
          <p:cNvPr id="8" name="任意多边形 7"/>
          <p:cNvSpPr/>
          <p:nvPr>
            <p:custDataLst>
              <p:tags r:id="rId8"/>
            </p:custDataLst>
          </p:nvPr>
        </p:nvSpPr>
        <p:spPr>
          <a:xfrm>
            <a:off x="5233988" y="2511743"/>
            <a:ext cx="510064" cy="625793"/>
          </a:xfrm>
          <a:custGeom>
            <a:avLst/>
            <a:gdLst>
              <a:gd name="connsiteX0" fmla="*/ 0 w 580293"/>
              <a:gd name="connsiteY0" fmla="*/ 0 h 712177"/>
              <a:gd name="connsiteX1" fmla="*/ 580293 w 580293"/>
              <a:gd name="connsiteY1" fmla="*/ 298119 h 712177"/>
              <a:gd name="connsiteX2" fmla="*/ 580293 w 580293"/>
              <a:gd name="connsiteY2" fmla="*/ 712177 h 712177"/>
              <a:gd name="connsiteX3" fmla="*/ 0 w 580293"/>
              <a:gd name="connsiteY3" fmla="*/ 414058 h 712177"/>
            </a:gdLst>
            <a:ahLst/>
            <a:cxnLst>
              <a:cxn ang="0">
                <a:pos x="connsiteX0" y="connsiteY0"/>
              </a:cxn>
              <a:cxn ang="0">
                <a:pos x="connsiteX1" y="connsiteY1"/>
              </a:cxn>
              <a:cxn ang="0">
                <a:pos x="connsiteX2" y="connsiteY2"/>
              </a:cxn>
              <a:cxn ang="0">
                <a:pos x="connsiteX3" y="connsiteY3"/>
              </a:cxn>
            </a:cxnLst>
            <a:rect l="l" t="t" r="r" b="b"/>
            <a:pathLst>
              <a:path w="580293" h="712177">
                <a:moveTo>
                  <a:pt x="0" y="0"/>
                </a:moveTo>
                <a:lnTo>
                  <a:pt x="580293" y="298119"/>
                </a:lnTo>
                <a:lnTo>
                  <a:pt x="580293" y="712177"/>
                </a:lnTo>
                <a:lnTo>
                  <a:pt x="0" y="414058"/>
                </a:lnTo>
                <a:close/>
              </a:path>
            </a:pathLst>
          </a:custGeom>
          <a:solidFill>
            <a:srgbClr val="AE64B8">
              <a:lumMod val="75000"/>
            </a:srgbClr>
          </a:solidFill>
          <a:ln>
            <a:noFill/>
          </a:ln>
        </p:spPr>
        <p:style>
          <a:lnRef idx="2">
            <a:srgbClr val="1F74AD">
              <a:shade val="50000"/>
            </a:srgbClr>
          </a:lnRef>
          <a:fillRef idx="1">
            <a:srgbClr val="1F74AD"/>
          </a:fillRef>
          <a:effectRef idx="0">
            <a:srgbClr val="1F74AD"/>
          </a:effectRef>
          <a:fontRef idx="minor">
            <a:sysClr val="window" lastClr="FFFFFF"/>
          </a:fontRef>
        </p:style>
        <p:txBody>
          <a:bodyPr rtlCol="0" anchor="ctr">
            <a:normAutofit/>
          </a:bodyPr>
          <a:lstStyle/>
          <a:p>
            <a:pPr algn="ctr">
              <a:lnSpc>
                <a:spcPct val="120000"/>
              </a:lnSpc>
            </a:pPr>
            <a:endParaRPr lang="zh-CN" altLang="en-US" sz="1500">
              <a:latin typeface="Arial" panose="020B0604020202020204" pitchFamily="34" charset="0"/>
              <a:ea typeface="微软雅黑" panose="020B0503020204020204" pitchFamily="34" charset="-122"/>
              <a:sym typeface="Arial" panose="020B0604020202020204" pitchFamily="34" charset="0"/>
            </a:endParaRPr>
          </a:p>
        </p:txBody>
      </p:sp>
      <p:sp>
        <p:nvSpPr>
          <p:cNvPr id="11" name="任意多边形 10"/>
          <p:cNvSpPr/>
          <p:nvPr>
            <p:custDataLst>
              <p:tags r:id="rId9"/>
            </p:custDataLst>
          </p:nvPr>
        </p:nvSpPr>
        <p:spPr>
          <a:xfrm>
            <a:off x="5744051" y="2774633"/>
            <a:ext cx="347186" cy="363379"/>
          </a:xfrm>
          <a:custGeom>
            <a:avLst/>
            <a:gdLst>
              <a:gd name="connsiteX0" fmla="*/ 0 w 394921"/>
              <a:gd name="connsiteY0" fmla="*/ 0 h 413238"/>
              <a:gd name="connsiteX1" fmla="*/ 207744 w 394921"/>
              <a:gd name="connsiteY1" fmla="*/ 0 h 413238"/>
              <a:gd name="connsiteX2" fmla="*/ 394921 w 394921"/>
              <a:gd name="connsiteY2" fmla="*/ 206619 h 413238"/>
              <a:gd name="connsiteX3" fmla="*/ 207744 w 394921"/>
              <a:gd name="connsiteY3" fmla="*/ 413238 h 413238"/>
              <a:gd name="connsiteX4" fmla="*/ 0 w 394921"/>
              <a:gd name="connsiteY4" fmla="*/ 413238 h 4132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4921" h="413238">
                <a:moveTo>
                  <a:pt x="0" y="0"/>
                </a:moveTo>
                <a:lnTo>
                  <a:pt x="207744" y="0"/>
                </a:lnTo>
                <a:cubicBezTo>
                  <a:pt x="311119" y="0"/>
                  <a:pt x="394921" y="92506"/>
                  <a:pt x="394921" y="206619"/>
                </a:cubicBezTo>
                <a:cubicBezTo>
                  <a:pt x="394921" y="320731"/>
                  <a:pt x="311119" y="413238"/>
                  <a:pt x="207744" y="413238"/>
                </a:cubicBezTo>
                <a:lnTo>
                  <a:pt x="0" y="413238"/>
                </a:lnTo>
                <a:close/>
              </a:path>
            </a:pathLst>
          </a:custGeom>
          <a:solidFill>
            <a:srgbClr val="AE64B8"/>
          </a:solidFill>
          <a:ln>
            <a:noFill/>
          </a:ln>
        </p:spPr>
        <p:style>
          <a:lnRef idx="2">
            <a:srgbClr val="1F74AD">
              <a:shade val="50000"/>
            </a:srgbClr>
          </a:lnRef>
          <a:fillRef idx="1">
            <a:srgbClr val="1F74AD"/>
          </a:fillRef>
          <a:effectRef idx="0">
            <a:srgbClr val="1F74AD"/>
          </a:effectRef>
          <a:fontRef idx="minor">
            <a:sysClr val="window" lastClr="FFFFFF"/>
          </a:fontRef>
        </p:style>
        <p:txBody>
          <a:bodyPr rtlCol="0" anchor="ctr">
            <a:normAutofit lnSpcReduction="10000"/>
          </a:bodyPr>
          <a:lstStyle/>
          <a:p>
            <a:pPr algn="ctr">
              <a:lnSpc>
                <a:spcPct val="120000"/>
              </a:lnSpc>
            </a:pPr>
            <a:r>
              <a:rPr lang="en-US" altLang="zh-CN" sz="1500" spc="300" dirty="0">
                <a:solidFill>
                  <a:sysClr val="window" lastClr="FFFFFF"/>
                </a:solidFill>
                <a:latin typeface="Arial" panose="020B0604020202020204" pitchFamily="34" charset="0"/>
                <a:ea typeface="微软雅黑" panose="020B0503020204020204" pitchFamily="34" charset="-122"/>
                <a:sym typeface="Arial" panose="020B0604020202020204" pitchFamily="34" charset="0"/>
              </a:rPr>
              <a:t>B</a:t>
            </a:r>
            <a:endParaRPr lang="zh-CN" altLang="en-US" sz="1500" spc="300" dirty="0">
              <a:solidFill>
                <a:sysClr val="window" lastClr="FFFFFF"/>
              </a:solidFill>
              <a:latin typeface="Arial" panose="020B0604020202020204" pitchFamily="34" charset="0"/>
              <a:ea typeface="微软雅黑" panose="020B0503020204020204" pitchFamily="34" charset="-122"/>
              <a:sym typeface="Arial" panose="020B0604020202020204" pitchFamily="34" charset="0"/>
            </a:endParaRPr>
          </a:p>
        </p:txBody>
      </p:sp>
      <p:sp>
        <p:nvSpPr>
          <p:cNvPr id="12" name="文本框 11"/>
          <p:cNvSpPr txBox="1"/>
          <p:nvPr>
            <p:custDataLst>
              <p:tags r:id="rId10"/>
            </p:custDataLst>
          </p:nvPr>
        </p:nvSpPr>
        <p:spPr>
          <a:xfrm>
            <a:off x="6137275" y="2752725"/>
            <a:ext cx="2656205" cy="401320"/>
          </a:xfrm>
          <a:prstGeom prst="rect">
            <a:avLst/>
          </a:prstGeom>
          <a:noFill/>
        </p:spPr>
        <p:txBody>
          <a:bodyPr wrap="square" rtlCol="0" anchor="ctr" anchorCtr="0">
            <a:noAutofit/>
          </a:bodyPr>
          <a:lstStyle/>
          <a:p>
            <a:pPr marL="0" lvl="0" indent="0" algn="l">
              <a:lnSpc>
                <a:spcPct val="120000"/>
              </a:lnSpc>
              <a:spcBef>
                <a:spcPts val="0"/>
              </a:spcBef>
              <a:spcAft>
                <a:spcPts val="0"/>
              </a:spcAft>
              <a:buSzPct val="100000"/>
            </a:pPr>
            <a:r>
              <a:rPr lang="zh-CN" altLang="en-US" sz="1200" spc="150">
                <a:solidFill>
                  <a:srgbClr val="AE64B8"/>
                </a:solidFill>
                <a:latin typeface="Arial" panose="020B0604020202020204" pitchFamily="34" charset="0"/>
                <a:ea typeface="微软雅黑" panose="020B0503020204020204" pitchFamily="34" charset="-122"/>
                <a:sym typeface="Arial" panose="020B0604020202020204" pitchFamily="34" charset="0"/>
              </a:rPr>
              <a:t>能熟练下载网页中的内容。</a:t>
            </a:r>
            <a:endParaRPr lang="zh-CN" altLang="en-US" sz="1200" spc="150">
              <a:solidFill>
                <a:srgbClr val="AE64B8"/>
              </a:solidFill>
              <a:latin typeface="Arial" panose="020B0604020202020204" pitchFamily="34" charset="0"/>
              <a:ea typeface="微软雅黑" panose="020B0503020204020204" pitchFamily="34" charset="-122"/>
              <a:sym typeface="Arial" panose="020B0604020202020204" pitchFamily="34" charset="0"/>
            </a:endParaRPr>
          </a:p>
        </p:txBody>
      </p:sp>
      <p:sp>
        <p:nvSpPr>
          <p:cNvPr id="63" name="任意多边形 62"/>
          <p:cNvSpPr/>
          <p:nvPr>
            <p:custDataLst>
              <p:tags r:id="rId11"/>
            </p:custDataLst>
          </p:nvPr>
        </p:nvSpPr>
        <p:spPr>
          <a:xfrm>
            <a:off x="5233988" y="3168968"/>
            <a:ext cx="510064" cy="625793"/>
          </a:xfrm>
          <a:custGeom>
            <a:avLst/>
            <a:gdLst>
              <a:gd name="connsiteX0" fmla="*/ 0 w 580293"/>
              <a:gd name="connsiteY0" fmla="*/ 0 h 712177"/>
              <a:gd name="connsiteX1" fmla="*/ 580293 w 580293"/>
              <a:gd name="connsiteY1" fmla="*/ 298119 h 712177"/>
              <a:gd name="connsiteX2" fmla="*/ 580293 w 580293"/>
              <a:gd name="connsiteY2" fmla="*/ 712177 h 712177"/>
              <a:gd name="connsiteX3" fmla="*/ 0 w 580293"/>
              <a:gd name="connsiteY3" fmla="*/ 414058 h 712177"/>
            </a:gdLst>
            <a:ahLst/>
            <a:cxnLst>
              <a:cxn ang="0">
                <a:pos x="connsiteX0" y="connsiteY0"/>
              </a:cxn>
              <a:cxn ang="0">
                <a:pos x="connsiteX1" y="connsiteY1"/>
              </a:cxn>
              <a:cxn ang="0">
                <a:pos x="connsiteX2" y="connsiteY2"/>
              </a:cxn>
              <a:cxn ang="0">
                <a:pos x="connsiteX3" y="connsiteY3"/>
              </a:cxn>
            </a:cxnLst>
            <a:rect l="l" t="t" r="r" b="b"/>
            <a:pathLst>
              <a:path w="580293" h="712177">
                <a:moveTo>
                  <a:pt x="0" y="0"/>
                </a:moveTo>
                <a:lnTo>
                  <a:pt x="580293" y="298119"/>
                </a:lnTo>
                <a:lnTo>
                  <a:pt x="580293" y="712177"/>
                </a:lnTo>
                <a:lnTo>
                  <a:pt x="0" y="414058"/>
                </a:lnTo>
                <a:close/>
              </a:path>
            </a:pathLst>
          </a:custGeom>
          <a:solidFill>
            <a:srgbClr val="DB63A3">
              <a:lumMod val="75000"/>
            </a:srgbClr>
          </a:solidFill>
          <a:ln>
            <a:noFill/>
          </a:ln>
        </p:spPr>
        <p:style>
          <a:lnRef idx="2">
            <a:srgbClr val="1F74AD">
              <a:shade val="50000"/>
            </a:srgbClr>
          </a:lnRef>
          <a:fillRef idx="1">
            <a:srgbClr val="1F74AD"/>
          </a:fillRef>
          <a:effectRef idx="0">
            <a:srgbClr val="1F74AD"/>
          </a:effectRef>
          <a:fontRef idx="minor">
            <a:sysClr val="window" lastClr="FFFFFF"/>
          </a:fontRef>
        </p:style>
        <p:txBody>
          <a:bodyPr rtlCol="0" anchor="ctr">
            <a:normAutofit/>
          </a:bodyPr>
          <a:lstStyle/>
          <a:p>
            <a:pPr algn="ctr">
              <a:lnSpc>
                <a:spcPct val="120000"/>
              </a:lnSpc>
            </a:pPr>
            <a:endParaRPr lang="zh-CN" altLang="en-US" sz="1500">
              <a:latin typeface="Arial" panose="020B0604020202020204" pitchFamily="34" charset="0"/>
              <a:ea typeface="微软雅黑" panose="020B0503020204020204" pitchFamily="34" charset="-122"/>
              <a:sym typeface="Arial" panose="020B0604020202020204" pitchFamily="34" charset="0"/>
            </a:endParaRPr>
          </a:p>
        </p:txBody>
      </p:sp>
      <p:sp>
        <p:nvSpPr>
          <p:cNvPr id="64" name="任意多边形 63"/>
          <p:cNvSpPr/>
          <p:nvPr>
            <p:custDataLst>
              <p:tags r:id="rId12"/>
            </p:custDataLst>
          </p:nvPr>
        </p:nvSpPr>
        <p:spPr>
          <a:xfrm>
            <a:off x="5744051" y="3431381"/>
            <a:ext cx="347186" cy="363379"/>
          </a:xfrm>
          <a:custGeom>
            <a:avLst/>
            <a:gdLst>
              <a:gd name="connsiteX0" fmla="*/ 0 w 394921"/>
              <a:gd name="connsiteY0" fmla="*/ 0 h 413238"/>
              <a:gd name="connsiteX1" fmla="*/ 207744 w 394921"/>
              <a:gd name="connsiteY1" fmla="*/ 0 h 413238"/>
              <a:gd name="connsiteX2" fmla="*/ 394921 w 394921"/>
              <a:gd name="connsiteY2" fmla="*/ 206619 h 413238"/>
              <a:gd name="connsiteX3" fmla="*/ 207744 w 394921"/>
              <a:gd name="connsiteY3" fmla="*/ 413238 h 413238"/>
              <a:gd name="connsiteX4" fmla="*/ 0 w 394921"/>
              <a:gd name="connsiteY4" fmla="*/ 413238 h 4132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4921" h="413238">
                <a:moveTo>
                  <a:pt x="0" y="0"/>
                </a:moveTo>
                <a:lnTo>
                  <a:pt x="207744" y="0"/>
                </a:lnTo>
                <a:cubicBezTo>
                  <a:pt x="311119" y="0"/>
                  <a:pt x="394921" y="92506"/>
                  <a:pt x="394921" y="206619"/>
                </a:cubicBezTo>
                <a:cubicBezTo>
                  <a:pt x="394921" y="320731"/>
                  <a:pt x="311119" y="413238"/>
                  <a:pt x="207744" y="413238"/>
                </a:cubicBezTo>
                <a:lnTo>
                  <a:pt x="0" y="413238"/>
                </a:lnTo>
                <a:close/>
              </a:path>
            </a:pathLst>
          </a:custGeom>
          <a:solidFill>
            <a:srgbClr val="DB63A3"/>
          </a:solidFill>
          <a:ln>
            <a:noFill/>
          </a:ln>
        </p:spPr>
        <p:style>
          <a:lnRef idx="2">
            <a:srgbClr val="1F74AD">
              <a:shade val="50000"/>
            </a:srgbClr>
          </a:lnRef>
          <a:fillRef idx="1">
            <a:srgbClr val="1F74AD"/>
          </a:fillRef>
          <a:effectRef idx="0">
            <a:srgbClr val="1F74AD"/>
          </a:effectRef>
          <a:fontRef idx="minor">
            <a:sysClr val="window" lastClr="FFFFFF"/>
          </a:fontRef>
        </p:style>
        <p:txBody>
          <a:bodyPr rtlCol="0" anchor="ctr">
            <a:normAutofit lnSpcReduction="10000"/>
          </a:bodyPr>
          <a:lstStyle/>
          <a:p>
            <a:pPr algn="ctr">
              <a:lnSpc>
                <a:spcPct val="120000"/>
              </a:lnSpc>
            </a:pPr>
            <a:r>
              <a:rPr lang="en-US" altLang="zh-CN" sz="1500" spc="300" dirty="0">
                <a:solidFill>
                  <a:sysClr val="window" lastClr="FFFFFF"/>
                </a:solidFill>
                <a:latin typeface="Arial" panose="020B0604020202020204" pitchFamily="34" charset="0"/>
                <a:ea typeface="微软雅黑" panose="020B0503020204020204" pitchFamily="34" charset="-122"/>
                <a:sym typeface="Arial" panose="020B0604020202020204" pitchFamily="34" charset="0"/>
              </a:rPr>
              <a:t>C</a:t>
            </a:r>
            <a:endParaRPr lang="zh-CN" altLang="en-US" sz="1500" spc="300" dirty="0">
              <a:solidFill>
                <a:sysClr val="window" lastClr="FFFFFF"/>
              </a:solidFill>
              <a:latin typeface="Arial" panose="020B0604020202020204" pitchFamily="34" charset="0"/>
              <a:ea typeface="微软雅黑" panose="020B0503020204020204" pitchFamily="34" charset="-122"/>
              <a:sym typeface="Arial" panose="020B0604020202020204" pitchFamily="34" charset="0"/>
            </a:endParaRPr>
          </a:p>
        </p:txBody>
      </p:sp>
      <p:sp>
        <p:nvSpPr>
          <p:cNvPr id="76" name="文本框 75"/>
          <p:cNvSpPr txBox="1"/>
          <p:nvPr>
            <p:custDataLst>
              <p:tags r:id="rId13"/>
            </p:custDataLst>
          </p:nvPr>
        </p:nvSpPr>
        <p:spPr>
          <a:xfrm>
            <a:off x="6137275" y="3412490"/>
            <a:ext cx="2656205" cy="401320"/>
          </a:xfrm>
          <a:prstGeom prst="rect">
            <a:avLst/>
          </a:prstGeom>
          <a:noFill/>
        </p:spPr>
        <p:txBody>
          <a:bodyPr wrap="square" rtlCol="0" anchor="ctr" anchorCtr="0">
            <a:noAutofit/>
          </a:bodyPr>
          <a:lstStyle/>
          <a:p>
            <a:pPr>
              <a:lnSpc>
                <a:spcPct val="120000"/>
              </a:lnSpc>
            </a:pPr>
            <a:r>
              <a:rPr lang="zh-CN" altLang="en-US" sz="1200" spc="150">
                <a:solidFill>
                  <a:srgbClr val="DB63A3"/>
                </a:solidFill>
                <a:latin typeface="Arial" panose="020B0604020202020204" pitchFamily="34" charset="0"/>
                <a:ea typeface="微软雅黑" panose="020B0503020204020204" pitchFamily="34" charset="-122"/>
                <a:sym typeface="Arial" panose="020B0604020202020204" pitchFamily="34" charset="0"/>
              </a:rPr>
              <a:t>能熟练使用搜索引擎检索信息。</a:t>
            </a:r>
            <a:endParaRPr lang="zh-CN" altLang="en-US" sz="1200" spc="150">
              <a:solidFill>
                <a:srgbClr val="DB63A3"/>
              </a:solidFill>
              <a:latin typeface="Arial" panose="020B0604020202020204" pitchFamily="34" charset="0"/>
              <a:ea typeface="微软雅黑" panose="020B0503020204020204" pitchFamily="34" charset="-122"/>
              <a:sym typeface="Arial" panose="020B0604020202020204" pitchFamily="34" charset="0"/>
            </a:endParaRPr>
          </a:p>
        </p:txBody>
      </p:sp>
      <p:sp>
        <p:nvSpPr>
          <p:cNvPr id="22" name="任意多边形 21"/>
          <p:cNvSpPr/>
          <p:nvPr>
            <p:custDataLst>
              <p:tags r:id="rId14"/>
            </p:custDataLst>
          </p:nvPr>
        </p:nvSpPr>
        <p:spPr>
          <a:xfrm>
            <a:off x="5233988" y="1854994"/>
            <a:ext cx="510064" cy="625793"/>
          </a:xfrm>
          <a:custGeom>
            <a:avLst/>
            <a:gdLst>
              <a:gd name="connsiteX0" fmla="*/ 0 w 580293"/>
              <a:gd name="connsiteY0" fmla="*/ 0 h 712177"/>
              <a:gd name="connsiteX1" fmla="*/ 580293 w 580293"/>
              <a:gd name="connsiteY1" fmla="*/ 298119 h 712177"/>
              <a:gd name="connsiteX2" fmla="*/ 580293 w 580293"/>
              <a:gd name="connsiteY2" fmla="*/ 712177 h 712177"/>
              <a:gd name="connsiteX3" fmla="*/ 0 w 580293"/>
              <a:gd name="connsiteY3" fmla="*/ 414058 h 712177"/>
            </a:gdLst>
            <a:ahLst/>
            <a:cxnLst>
              <a:cxn ang="0">
                <a:pos x="connsiteX0" y="connsiteY0"/>
              </a:cxn>
              <a:cxn ang="0">
                <a:pos x="connsiteX1" y="connsiteY1"/>
              </a:cxn>
              <a:cxn ang="0">
                <a:pos x="connsiteX2" y="connsiteY2"/>
              </a:cxn>
              <a:cxn ang="0">
                <a:pos x="connsiteX3" y="connsiteY3"/>
              </a:cxn>
            </a:cxnLst>
            <a:rect l="l" t="t" r="r" b="b"/>
            <a:pathLst>
              <a:path w="580293" h="712177">
                <a:moveTo>
                  <a:pt x="0" y="0"/>
                </a:moveTo>
                <a:lnTo>
                  <a:pt x="580293" y="298119"/>
                </a:lnTo>
                <a:lnTo>
                  <a:pt x="580293" y="712177"/>
                </a:lnTo>
                <a:lnTo>
                  <a:pt x="0" y="414058"/>
                </a:lnTo>
                <a:close/>
              </a:path>
            </a:pathLst>
          </a:custGeom>
          <a:solidFill>
            <a:srgbClr val="6969C7">
              <a:lumMod val="75000"/>
            </a:srgbClr>
          </a:solidFill>
          <a:ln>
            <a:noFill/>
          </a:ln>
        </p:spPr>
        <p:style>
          <a:lnRef idx="2">
            <a:srgbClr val="1F74AD">
              <a:shade val="50000"/>
            </a:srgbClr>
          </a:lnRef>
          <a:fillRef idx="1">
            <a:srgbClr val="1F74AD"/>
          </a:fillRef>
          <a:effectRef idx="0">
            <a:srgbClr val="1F74AD"/>
          </a:effectRef>
          <a:fontRef idx="minor">
            <a:sysClr val="window" lastClr="FFFFFF"/>
          </a:fontRef>
        </p:style>
        <p:txBody>
          <a:bodyPr rtlCol="0" anchor="ctr">
            <a:normAutofit/>
          </a:bodyPr>
          <a:lstStyle/>
          <a:p>
            <a:pPr algn="ctr">
              <a:lnSpc>
                <a:spcPct val="120000"/>
              </a:lnSpc>
            </a:pPr>
            <a:endParaRPr lang="zh-CN" altLang="en-US" sz="1500">
              <a:latin typeface="Arial" panose="020B0604020202020204" pitchFamily="34" charset="0"/>
              <a:ea typeface="微软雅黑" panose="020B0503020204020204" pitchFamily="34" charset="-122"/>
              <a:sym typeface="Arial" panose="020B0604020202020204" pitchFamily="34" charset="0"/>
            </a:endParaRPr>
          </a:p>
        </p:txBody>
      </p:sp>
      <p:sp>
        <p:nvSpPr>
          <p:cNvPr id="23" name="任意多边形 22"/>
          <p:cNvSpPr/>
          <p:nvPr>
            <p:custDataLst>
              <p:tags r:id="rId15"/>
            </p:custDataLst>
          </p:nvPr>
        </p:nvSpPr>
        <p:spPr>
          <a:xfrm>
            <a:off x="5744051" y="2117408"/>
            <a:ext cx="347186" cy="363379"/>
          </a:xfrm>
          <a:custGeom>
            <a:avLst/>
            <a:gdLst>
              <a:gd name="connsiteX0" fmla="*/ 0 w 394921"/>
              <a:gd name="connsiteY0" fmla="*/ 0 h 413238"/>
              <a:gd name="connsiteX1" fmla="*/ 207744 w 394921"/>
              <a:gd name="connsiteY1" fmla="*/ 0 h 413238"/>
              <a:gd name="connsiteX2" fmla="*/ 394921 w 394921"/>
              <a:gd name="connsiteY2" fmla="*/ 206619 h 413238"/>
              <a:gd name="connsiteX3" fmla="*/ 207744 w 394921"/>
              <a:gd name="connsiteY3" fmla="*/ 413238 h 413238"/>
              <a:gd name="connsiteX4" fmla="*/ 0 w 394921"/>
              <a:gd name="connsiteY4" fmla="*/ 413238 h 4132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4921" h="413238">
                <a:moveTo>
                  <a:pt x="0" y="0"/>
                </a:moveTo>
                <a:lnTo>
                  <a:pt x="207744" y="0"/>
                </a:lnTo>
                <a:cubicBezTo>
                  <a:pt x="311119" y="0"/>
                  <a:pt x="394921" y="92506"/>
                  <a:pt x="394921" y="206619"/>
                </a:cubicBezTo>
                <a:cubicBezTo>
                  <a:pt x="394921" y="320731"/>
                  <a:pt x="311119" y="413238"/>
                  <a:pt x="207744" y="413238"/>
                </a:cubicBezTo>
                <a:lnTo>
                  <a:pt x="0" y="413238"/>
                </a:lnTo>
                <a:close/>
              </a:path>
            </a:pathLst>
          </a:custGeom>
          <a:solidFill>
            <a:srgbClr val="6969C7"/>
          </a:solidFill>
          <a:ln>
            <a:noFill/>
          </a:ln>
        </p:spPr>
        <p:style>
          <a:lnRef idx="2">
            <a:srgbClr val="1F74AD">
              <a:shade val="50000"/>
            </a:srgbClr>
          </a:lnRef>
          <a:fillRef idx="1">
            <a:srgbClr val="1F74AD"/>
          </a:fillRef>
          <a:effectRef idx="0">
            <a:srgbClr val="1F74AD"/>
          </a:effectRef>
          <a:fontRef idx="minor">
            <a:sysClr val="window" lastClr="FFFFFF"/>
          </a:fontRef>
        </p:style>
        <p:txBody>
          <a:bodyPr rtlCol="0" anchor="ctr">
            <a:normAutofit lnSpcReduction="10000"/>
          </a:bodyPr>
          <a:lstStyle/>
          <a:p>
            <a:pPr algn="ctr">
              <a:lnSpc>
                <a:spcPct val="120000"/>
              </a:lnSpc>
            </a:pPr>
            <a:r>
              <a:rPr lang="en-US" altLang="zh-CN" sz="1500" spc="300" dirty="0">
                <a:solidFill>
                  <a:sysClr val="window" lastClr="FFFFFF"/>
                </a:solidFill>
                <a:latin typeface="Arial" panose="020B0604020202020204" pitchFamily="34" charset="0"/>
                <a:ea typeface="微软雅黑" panose="020B0503020204020204" pitchFamily="34" charset="-122"/>
                <a:sym typeface="Arial" panose="020B0604020202020204" pitchFamily="34" charset="0"/>
              </a:rPr>
              <a:t>A</a:t>
            </a:r>
            <a:endParaRPr lang="zh-CN" altLang="en-US" sz="1500" spc="300" dirty="0">
              <a:solidFill>
                <a:sysClr val="window" lastClr="FFFFFF"/>
              </a:solidFill>
              <a:latin typeface="Arial" panose="020B0604020202020204" pitchFamily="34" charset="0"/>
              <a:ea typeface="微软雅黑" panose="020B0503020204020204" pitchFamily="34" charset="-122"/>
              <a:sym typeface="Arial" panose="020B0604020202020204" pitchFamily="34" charset="0"/>
            </a:endParaRPr>
          </a:p>
        </p:txBody>
      </p:sp>
      <p:sp>
        <p:nvSpPr>
          <p:cNvPr id="24" name="文本框 23"/>
          <p:cNvSpPr txBox="1"/>
          <p:nvPr>
            <p:custDataLst>
              <p:tags r:id="rId16"/>
            </p:custDataLst>
          </p:nvPr>
        </p:nvSpPr>
        <p:spPr>
          <a:xfrm>
            <a:off x="6137275" y="2095500"/>
            <a:ext cx="2656205" cy="401320"/>
          </a:xfrm>
          <a:prstGeom prst="rect">
            <a:avLst/>
          </a:prstGeom>
          <a:noFill/>
        </p:spPr>
        <p:txBody>
          <a:bodyPr wrap="square" rtlCol="0" anchor="ctr" anchorCtr="0">
            <a:normAutofit/>
          </a:bodyPr>
          <a:lstStyle/>
          <a:p>
            <a:pPr marL="0" lvl="0" indent="0" algn="l">
              <a:lnSpc>
                <a:spcPct val="120000"/>
              </a:lnSpc>
              <a:spcBef>
                <a:spcPts val="0"/>
              </a:spcBef>
              <a:spcAft>
                <a:spcPts val="0"/>
              </a:spcAft>
              <a:buSzPct val="100000"/>
            </a:pPr>
            <a:r>
              <a:rPr lang="zh-CN" altLang="en-US" sz="1200" spc="150">
                <a:solidFill>
                  <a:srgbClr val="6969C7"/>
                </a:solidFill>
                <a:latin typeface="Arial" panose="020B0604020202020204" pitchFamily="34" charset="0"/>
                <a:ea typeface="微软雅黑" panose="020B0503020204020204" pitchFamily="34" charset="-122"/>
                <a:sym typeface="Arial" panose="020B0604020202020204" pitchFamily="34" charset="0"/>
              </a:rPr>
              <a:t>能熟练使用浏览器浏览网页。</a:t>
            </a:r>
            <a:endParaRPr lang="zh-CN" altLang="en-US" sz="1200" spc="150">
              <a:solidFill>
                <a:srgbClr val="6969C7"/>
              </a:solidFill>
              <a:latin typeface="Arial" panose="020B0604020202020204" pitchFamily="34" charset="0"/>
              <a:ea typeface="微软雅黑" panose="020B0503020204020204" pitchFamily="34" charset="-122"/>
              <a:sym typeface="Arial" panose="020B0604020202020204" pitchFamily="34" charset="0"/>
            </a:endParaRPr>
          </a:p>
        </p:txBody>
      </p:sp>
    </p:spTree>
    <p:custDataLst>
      <p:tags r:id="rId17"/>
    </p:custDataLst>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直接连接符 1"/>
          <p:cNvCxnSpPr/>
          <p:nvPr>
            <p:custDataLst>
              <p:tags r:id="rId1"/>
            </p:custDataLst>
          </p:nvPr>
        </p:nvCxnSpPr>
        <p:spPr>
          <a:xfrm>
            <a:off x="975599" y="1473108"/>
            <a:ext cx="3469958" cy="0"/>
          </a:xfrm>
          <a:prstGeom prst="line">
            <a:avLst/>
          </a:prstGeom>
          <a:ln>
            <a:solidFill>
              <a:schemeClr val="accent1">
                <a:alpha val="44000"/>
              </a:schemeClr>
            </a:solidFill>
          </a:ln>
        </p:spPr>
        <p:style>
          <a:lnRef idx="1">
            <a:schemeClr val="accent1"/>
          </a:lnRef>
          <a:fillRef idx="0">
            <a:schemeClr val="accent1"/>
          </a:fillRef>
          <a:effectRef idx="0">
            <a:schemeClr val="accent1"/>
          </a:effectRef>
          <a:fontRef idx="minor">
            <a:schemeClr val="tx1"/>
          </a:fontRef>
        </p:style>
      </p:cxnSp>
      <p:sp>
        <p:nvSpPr>
          <p:cNvPr id="3" name="文本框 29"/>
          <p:cNvSpPr txBox="1"/>
          <p:nvPr>
            <p:custDataLst>
              <p:tags r:id="rId2"/>
            </p:custDataLst>
          </p:nvPr>
        </p:nvSpPr>
        <p:spPr>
          <a:xfrm>
            <a:off x="975599" y="1138507"/>
            <a:ext cx="3469957" cy="309364"/>
          </a:xfrm>
          <a:prstGeom prst="rect">
            <a:avLst/>
          </a:prstGeom>
          <a:noFill/>
        </p:spPr>
        <p:txBody>
          <a:bodyPr wrap="square" rtlCol="0">
            <a:normAutofit fontScale="90000" lnSpcReduction="10000"/>
          </a:bodyPr>
          <a:lstStyle>
            <a:defPPr>
              <a:defRPr lang="zh-CN"/>
            </a:defPPr>
            <a:lvl1pPr marL="0" algn="l" defTabSz="913765" rtl="0" eaLnBrk="1" latinLnBrk="0" hangingPunct="1">
              <a:defRPr sz="1800" kern="1200">
                <a:solidFill>
                  <a:schemeClr val="tx1"/>
                </a:solidFill>
                <a:latin typeface="+mn-lt"/>
                <a:ea typeface="+mn-ea"/>
                <a:cs typeface="+mn-cs"/>
              </a:defRPr>
            </a:lvl1pPr>
            <a:lvl2pPr marL="457200" algn="l" defTabSz="913765" rtl="0" eaLnBrk="1" latinLnBrk="0" hangingPunct="1">
              <a:defRPr sz="1800" kern="1200">
                <a:solidFill>
                  <a:schemeClr val="tx1"/>
                </a:solidFill>
                <a:latin typeface="+mn-lt"/>
                <a:ea typeface="+mn-ea"/>
                <a:cs typeface="+mn-cs"/>
              </a:defRPr>
            </a:lvl2pPr>
            <a:lvl3pPr marL="914400" algn="l" defTabSz="913765" rtl="0" eaLnBrk="1" latinLnBrk="0" hangingPunct="1">
              <a:defRPr sz="1800" kern="1200">
                <a:solidFill>
                  <a:schemeClr val="tx1"/>
                </a:solidFill>
                <a:latin typeface="+mn-lt"/>
                <a:ea typeface="+mn-ea"/>
                <a:cs typeface="+mn-cs"/>
              </a:defRPr>
            </a:lvl3pPr>
            <a:lvl4pPr marL="1371600" algn="l" defTabSz="913765" rtl="0" eaLnBrk="1" latinLnBrk="0" hangingPunct="1">
              <a:defRPr sz="1800" kern="1200">
                <a:solidFill>
                  <a:schemeClr val="tx1"/>
                </a:solidFill>
                <a:latin typeface="+mn-lt"/>
                <a:ea typeface="+mn-ea"/>
                <a:cs typeface="+mn-cs"/>
              </a:defRPr>
            </a:lvl4pPr>
            <a:lvl5pPr marL="1828800" algn="l" defTabSz="913765" rtl="0" eaLnBrk="1" latinLnBrk="0" hangingPunct="1">
              <a:defRPr sz="1800" kern="1200">
                <a:solidFill>
                  <a:schemeClr val="tx1"/>
                </a:solidFill>
                <a:latin typeface="+mn-lt"/>
                <a:ea typeface="+mn-ea"/>
                <a:cs typeface="+mn-cs"/>
              </a:defRPr>
            </a:lvl5pPr>
            <a:lvl6pPr marL="2286000" algn="l" defTabSz="913765" rtl="0" eaLnBrk="1" latinLnBrk="0" hangingPunct="1">
              <a:defRPr sz="1800" kern="1200">
                <a:solidFill>
                  <a:schemeClr val="tx1"/>
                </a:solidFill>
                <a:latin typeface="+mn-lt"/>
                <a:ea typeface="+mn-ea"/>
                <a:cs typeface="+mn-cs"/>
              </a:defRPr>
            </a:lvl6pPr>
            <a:lvl7pPr marL="2743200" algn="l" defTabSz="913765" rtl="0" eaLnBrk="1" latinLnBrk="0" hangingPunct="1">
              <a:defRPr sz="1800" kern="1200">
                <a:solidFill>
                  <a:schemeClr val="tx1"/>
                </a:solidFill>
                <a:latin typeface="+mn-lt"/>
                <a:ea typeface="+mn-ea"/>
                <a:cs typeface="+mn-cs"/>
              </a:defRPr>
            </a:lvl7pPr>
            <a:lvl8pPr marL="3200400" algn="l" defTabSz="913765" rtl="0" eaLnBrk="1" latinLnBrk="0" hangingPunct="1">
              <a:defRPr sz="1800" kern="1200">
                <a:solidFill>
                  <a:schemeClr val="tx1"/>
                </a:solidFill>
                <a:latin typeface="+mn-lt"/>
                <a:ea typeface="+mn-ea"/>
                <a:cs typeface="+mn-cs"/>
              </a:defRPr>
            </a:lvl8pPr>
            <a:lvl9pPr marL="3657600" algn="l" defTabSz="913765" rtl="0" eaLnBrk="1" latinLnBrk="0" hangingPunct="1">
              <a:defRPr sz="1800" kern="1200">
                <a:solidFill>
                  <a:schemeClr val="tx1"/>
                </a:solidFill>
                <a:latin typeface="+mn-lt"/>
                <a:ea typeface="+mn-ea"/>
                <a:cs typeface="+mn-cs"/>
              </a:defRPr>
            </a:lvl9pPr>
          </a:lstStyle>
          <a:p>
            <a:pPr>
              <a:lnSpc>
                <a:spcPct val="120000"/>
              </a:lnSpc>
            </a:pPr>
            <a:r>
              <a:rPr lang="zh-CN" altLang="en-US" sz="1350" dirty="0">
                <a:solidFill>
                  <a:schemeClr val="tx1">
                    <a:lumMod val="85000"/>
                    <a:lumOff val="15000"/>
                  </a:schemeClr>
                </a:solidFill>
                <a:latin typeface="Arial" panose="020B0604020202020204" pitchFamily="34" charset="0"/>
                <a:ea typeface="微软雅黑" panose="020B0503020204020204" pitchFamily="34" charset="-122"/>
                <a:cs typeface="+mj-cs"/>
              </a:rPr>
              <a:t>单击此处添加标题</a:t>
            </a:r>
            <a:endParaRPr lang="zh-CN" altLang="en-US" sz="1350" dirty="0">
              <a:solidFill>
                <a:schemeClr val="tx1">
                  <a:lumMod val="85000"/>
                  <a:lumOff val="15000"/>
                </a:schemeClr>
              </a:solidFill>
              <a:latin typeface="Arial" panose="020B0604020202020204" pitchFamily="34" charset="0"/>
              <a:ea typeface="微软雅黑" panose="020B0503020204020204" pitchFamily="34" charset="-122"/>
              <a:cs typeface="+mj-cs"/>
            </a:endParaRPr>
          </a:p>
        </p:txBody>
      </p:sp>
      <p:sp>
        <p:nvSpPr>
          <p:cNvPr id="4" name="文本框 30"/>
          <p:cNvSpPr txBox="1"/>
          <p:nvPr>
            <p:custDataLst>
              <p:tags r:id="rId3"/>
            </p:custDataLst>
          </p:nvPr>
        </p:nvSpPr>
        <p:spPr>
          <a:xfrm>
            <a:off x="975599" y="1508827"/>
            <a:ext cx="3469958" cy="587045"/>
          </a:xfrm>
          <a:prstGeom prst="rect">
            <a:avLst/>
          </a:prstGeom>
          <a:noFill/>
        </p:spPr>
        <p:txBody>
          <a:bodyPr wrap="square" rtlCol="0">
            <a:normAutofit fontScale="70000"/>
          </a:bodyPr>
          <a:lstStyle>
            <a:defPPr>
              <a:defRPr lang="zh-CN"/>
            </a:defPPr>
            <a:lvl1pPr marL="0" algn="l" defTabSz="913765" rtl="0" eaLnBrk="1" latinLnBrk="0" hangingPunct="1">
              <a:defRPr sz="1800" kern="1200">
                <a:solidFill>
                  <a:schemeClr val="tx1"/>
                </a:solidFill>
                <a:latin typeface="+mn-lt"/>
                <a:ea typeface="+mn-ea"/>
                <a:cs typeface="+mn-cs"/>
              </a:defRPr>
            </a:lvl1pPr>
            <a:lvl2pPr marL="457200" algn="l" defTabSz="913765" rtl="0" eaLnBrk="1" latinLnBrk="0" hangingPunct="1">
              <a:defRPr sz="1800" kern="1200">
                <a:solidFill>
                  <a:schemeClr val="tx1"/>
                </a:solidFill>
                <a:latin typeface="+mn-lt"/>
                <a:ea typeface="+mn-ea"/>
                <a:cs typeface="+mn-cs"/>
              </a:defRPr>
            </a:lvl2pPr>
            <a:lvl3pPr marL="914400" algn="l" defTabSz="913765" rtl="0" eaLnBrk="1" latinLnBrk="0" hangingPunct="1">
              <a:defRPr sz="1800" kern="1200">
                <a:solidFill>
                  <a:schemeClr val="tx1"/>
                </a:solidFill>
                <a:latin typeface="+mn-lt"/>
                <a:ea typeface="+mn-ea"/>
                <a:cs typeface="+mn-cs"/>
              </a:defRPr>
            </a:lvl3pPr>
            <a:lvl4pPr marL="1371600" algn="l" defTabSz="913765" rtl="0" eaLnBrk="1" latinLnBrk="0" hangingPunct="1">
              <a:defRPr sz="1800" kern="1200">
                <a:solidFill>
                  <a:schemeClr val="tx1"/>
                </a:solidFill>
                <a:latin typeface="+mn-lt"/>
                <a:ea typeface="+mn-ea"/>
                <a:cs typeface="+mn-cs"/>
              </a:defRPr>
            </a:lvl4pPr>
            <a:lvl5pPr marL="1828800" algn="l" defTabSz="913765" rtl="0" eaLnBrk="1" latinLnBrk="0" hangingPunct="1">
              <a:defRPr sz="1800" kern="1200">
                <a:solidFill>
                  <a:schemeClr val="tx1"/>
                </a:solidFill>
                <a:latin typeface="+mn-lt"/>
                <a:ea typeface="+mn-ea"/>
                <a:cs typeface="+mn-cs"/>
              </a:defRPr>
            </a:lvl5pPr>
            <a:lvl6pPr marL="2286000" algn="l" defTabSz="913765" rtl="0" eaLnBrk="1" latinLnBrk="0" hangingPunct="1">
              <a:defRPr sz="1800" kern="1200">
                <a:solidFill>
                  <a:schemeClr val="tx1"/>
                </a:solidFill>
                <a:latin typeface="+mn-lt"/>
                <a:ea typeface="+mn-ea"/>
                <a:cs typeface="+mn-cs"/>
              </a:defRPr>
            </a:lvl6pPr>
            <a:lvl7pPr marL="2743200" algn="l" defTabSz="913765" rtl="0" eaLnBrk="1" latinLnBrk="0" hangingPunct="1">
              <a:defRPr sz="1800" kern="1200">
                <a:solidFill>
                  <a:schemeClr val="tx1"/>
                </a:solidFill>
                <a:latin typeface="+mn-lt"/>
                <a:ea typeface="+mn-ea"/>
                <a:cs typeface="+mn-cs"/>
              </a:defRPr>
            </a:lvl7pPr>
            <a:lvl8pPr marL="3200400" algn="l" defTabSz="913765" rtl="0" eaLnBrk="1" latinLnBrk="0" hangingPunct="1">
              <a:defRPr sz="1800" kern="1200">
                <a:solidFill>
                  <a:schemeClr val="tx1"/>
                </a:solidFill>
                <a:latin typeface="+mn-lt"/>
                <a:ea typeface="+mn-ea"/>
                <a:cs typeface="+mn-cs"/>
              </a:defRPr>
            </a:lvl8pPr>
            <a:lvl9pPr marL="3657600" algn="l" defTabSz="913765" rtl="0" eaLnBrk="1" latinLnBrk="0" hangingPunct="1">
              <a:defRPr sz="1800" kern="1200">
                <a:solidFill>
                  <a:schemeClr val="tx1"/>
                </a:solidFill>
                <a:latin typeface="+mn-lt"/>
                <a:ea typeface="+mn-ea"/>
                <a:cs typeface="+mn-cs"/>
              </a:defRPr>
            </a:lvl9pPr>
          </a:lstStyle>
          <a:p>
            <a:pPr>
              <a:lnSpc>
                <a:spcPct val="120000"/>
              </a:lnSpc>
            </a:pPr>
            <a:r>
              <a:rPr lang="zh-CN" altLang="en-US" sz="1200" dirty="0">
                <a:solidFill>
                  <a:schemeClr val="tx1">
                    <a:lumMod val="85000"/>
                    <a:lumOff val="15000"/>
                  </a:schemeClr>
                </a:solidFill>
                <a:latin typeface="Arial" panose="020B0604020202020204" pitchFamily="34" charset="0"/>
                <a:ea typeface="微软雅黑" panose="020B0503020204020204" pitchFamily="34" charset="-122"/>
              </a:rPr>
              <a:t>在桌面任务栏右端的通知区域，单击“网络”图标或，打开无线网络列</a:t>
            </a:r>
            <a:endParaRPr lang="zh-CN" altLang="en-US" sz="1200" dirty="0">
              <a:solidFill>
                <a:schemeClr val="tx1">
                  <a:lumMod val="85000"/>
                  <a:lumOff val="15000"/>
                </a:schemeClr>
              </a:solidFill>
              <a:latin typeface="Arial" panose="020B0604020202020204" pitchFamily="34" charset="0"/>
              <a:ea typeface="微软雅黑" panose="020B0503020204020204" pitchFamily="34" charset="-122"/>
            </a:endParaRPr>
          </a:p>
          <a:p>
            <a:pPr>
              <a:lnSpc>
                <a:spcPct val="120000"/>
              </a:lnSpc>
            </a:pPr>
            <a:r>
              <a:rPr lang="zh-CN" altLang="en-US" sz="1200" dirty="0">
                <a:solidFill>
                  <a:schemeClr val="tx1">
                    <a:lumMod val="85000"/>
                    <a:lumOff val="15000"/>
                  </a:schemeClr>
                </a:solidFill>
                <a:latin typeface="Arial" panose="020B0604020202020204" pitchFamily="34" charset="0"/>
                <a:ea typeface="微软雅黑" panose="020B0503020204020204" pitchFamily="34" charset="-122"/>
              </a:rPr>
              <a:t>表，单击“网络和Internet 设置”项。</a:t>
            </a:r>
            <a:endParaRPr lang="zh-CN" altLang="en-US" sz="1200" dirty="0">
              <a:solidFill>
                <a:schemeClr val="tx1">
                  <a:lumMod val="85000"/>
                  <a:lumOff val="15000"/>
                </a:schemeClr>
              </a:solidFill>
              <a:latin typeface="Arial" panose="020B0604020202020204" pitchFamily="34" charset="0"/>
              <a:ea typeface="微软雅黑" panose="020B0503020204020204" pitchFamily="34" charset="-122"/>
            </a:endParaRPr>
          </a:p>
        </p:txBody>
      </p:sp>
      <p:sp>
        <p:nvSpPr>
          <p:cNvPr id="32" name="椭圆 31"/>
          <p:cNvSpPr/>
          <p:nvPr>
            <p:custDataLst>
              <p:tags r:id="rId4"/>
            </p:custDataLst>
          </p:nvPr>
        </p:nvSpPr>
        <p:spPr>
          <a:xfrm>
            <a:off x="559594" y="1169194"/>
            <a:ext cx="308134" cy="308134"/>
          </a:xfrm>
          <a:prstGeom prst="ellips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r>
              <a:rPr lang="en-US" altLang="zh-CN" sz="1200" dirty="0">
                <a:solidFill>
                  <a:schemeClr val="accent1"/>
                </a:solidFill>
                <a:latin typeface="Arial" panose="020B0604020202020204" pitchFamily="34" charset="0"/>
                <a:ea typeface="微软雅黑" panose="020B0503020204020204" pitchFamily="34" charset="-122"/>
              </a:rPr>
              <a:t>1</a:t>
            </a:r>
            <a:endParaRPr lang="en-US" altLang="zh-CN" sz="1200" dirty="0">
              <a:solidFill>
                <a:schemeClr val="accent1"/>
              </a:solidFill>
              <a:latin typeface="Arial" panose="020B0604020202020204" pitchFamily="34" charset="0"/>
              <a:ea typeface="微软雅黑" panose="020B0503020204020204" pitchFamily="34" charset="-122"/>
            </a:endParaRPr>
          </a:p>
        </p:txBody>
      </p:sp>
      <p:cxnSp>
        <p:nvCxnSpPr>
          <p:cNvPr id="47" name="直接连接符 46"/>
          <p:cNvCxnSpPr/>
          <p:nvPr>
            <p:custDataLst>
              <p:tags r:id="rId5"/>
            </p:custDataLst>
          </p:nvPr>
        </p:nvCxnSpPr>
        <p:spPr>
          <a:xfrm>
            <a:off x="5018009" y="1480054"/>
            <a:ext cx="3469958" cy="0"/>
          </a:xfrm>
          <a:prstGeom prst="line">
            <a:avLst/>
          </a:prstGeom>
          <a:ln>
            <a:solidFill>
              <a:schemeClr val="accent1">
                <a:alpha val="44000"/>
              </a:schemeClr>
            </a:solidFill>
          </a:ln>
        </p:spPr>
        <p:style>
          <a:lnRef idx="1">
            <a:schemeClr val="accent1"/>
          </a:lnRef>
          <a:fillRef idx="0">
            <a:schemeClr val="accent1"/>
          </a:fillRef>
          <a:effectRef idx="0">
            <a:schemeClr val="accent1"/>
          </a:effectRef>
          <a:fontRef idx="minor">
            <a:schemeClr val="tx1"/>
          </a:fontRef>
        </p:style>
      </p:cxnSp>
      <p:sp>
        <p:nvSpPr>
          <p:cNvPr id="48" name="文本框 29"/>
          <p:cNvSpPr txBox="1"/>
          <p:nvPr>
            <p:custDataLst>
              <p:tags r:id="rId6"/>
            </p:custDataLst>
          </p:nvPr>
        </p:nvSpPr>
        <p:spPr>
          <a:xfrm>
            <a:off x="5018009" y="1145453"/>
            <a:ext cx="3469957" cy="309364"/>
          </a:xfrm>
          <a:prstGeom prst="rect">
            <a:avLst/>
          </a:prstGeom>
          <a:noFill/>
        </p:spPr>
        <p:txBody>
          <a:bodyPr wrap="square" rtlCol="0">
            <a:normAutofit lnSpcReduction="10000"/>
          </a:bodyPr>
          <a:lstStyle>
            <a:defPPr>
              <a:defRPr lang="zh-CN"/>
            </a:defPPr>
            <a:lvl1pPr marL="0" algn="l" defTabSz="913765" rtl="0" eaLnBrk="1" latinLnBrk="0" hangingPunct="1">
              <a:defRPr sz="1800" kern="1200">
                <a:solidFill>
                  <a:schemeClr val="tx1"/>
                </a:solidFill>
                <a:latin typeface="+mn-lt"/>
                <a:ea typeface="+mn-ea"/>
                <a:cs typeface="+mn-cs"/>
              </a:defRPr>
            </a:lvl1pPr>
            <a:lvl2pPr marL="457200" algn="l" defTabSz="913765" rtl="0" eaLnBrk="1" latinLnBrk="0" hangingPunct="1">
              <a:defRPr sz="1800" kern="1200">
                <a:solidFill>
                  <a:schemeClr val="tx1"/>
                </a:solidFill>
                <a:latin typeface="+mn-lt"/>
                <a:ea typeface="+mn-ea"/>
                <a:cs typeface="+mn-cs"/>
              </a:defRPr>
            </a:lvl2pPr>
            <a:lvl3pPr marL="914400" algn="l" defTabSz="913765" rtl="0" eaLnBrk="1" latinLnBrk="0" hangingPunct="1">
              <a:defRPr sz="1800" kern="1200">
                <a:solidFill>
                  <a:schemeClr val="tx1"/>
                </a:solidFill>
                <a:latin typeface="+mn-lt"/>
                <a:ea typeface="+mn-ea"/>
                <a:cs typeface="+mn-cs"/>
              </a:defRPr>
            </a:lvl3pPr>
            <a:lvl4pPr marL="1371600" algn="l" defTabSz="913765" rtl="0" eaLnBrk="1" latinLnBrk="0" hangingPunct="1">
              <a:defRPr sz="1800" kern="1200">
                <a:solidFill>
                  <a:schemeClr val="tx1"/>
                </a:solidFill>
                <a:latin typeface="+mn-lt"/>
                <a:ea typeface="+mn-ea"/>
                <a:cs typeface="+mn-cs"/>
              </a:defRPr>
            </a:lvl4pPr>
            <a:lvl5pPr marL="1828800" algn="l" defTabSz="913765" rtl="0" eaLnBrk="1" latinLnBrk="0" hangingPunct="1">
              <a:defRPr sz="1800" kern="1200">
                <a:solidFill>
                  <a:schemeClr val="tx1"/>
                </a:solidFill>
                <a:latin typeface="+mn-lt"/>
                <a:ea typeface="+mn-ea"/>
                <a:cs typeface="+mn-cs"/>
              </a:defRPr>
            </a:lvl5pPr>
            <a:lvl6pPr marL="2286000" algn="l" defTabSz="913765" rtl="0" eaLnBrk="1" latinLnBrk="0" hangingPunct="1">
              <a:defRPr sz="1800" kern="1200">
                <a:solidFill>
                  <a:schemeClr val="tx1"/>
                </a:solidFill>
                <a:latin typeface="+mn-lt"/>
                <a:ea typeface="+mn-ea"/>
                <a:cs typeface="+mn-cs"/>
              </a:defRPr>
            </a:lvl6pPr>
            <a:lvl7pPr marL="2743200" algn="l" defTabSz="913765" rtl="0" eaLnBrk="1" latinLnBrk="0" hangingPunct="1">
              <a:defRPr sz="1800" kern="1200">
                <a:solidFill>
                  <a:schemeClr val="tx1"/>
                </a:solidFill>
                <a:latin typeface="+mn-lt"/>
                <a:ea typeface="+mn-ea"/>
                <a:cs typeface="+mn-cs"/>
              </a:defRPr>
            </a:lvl7pPr>
            <a:lvl8pPr marL="3200400" algn="l" defTabSz="913765" rtl="0" eaLnBrk="1" latinLnBrk="0" hangingPunct="1">
              <a:defRPr sz="1800" kern="1200">
                <a:solidFill>
                  <a:schemeClr val="tx1"/>
                </a:solidFill>
                <a:latin typeface="+mn-lt"/>
                <a:ea typeface="+mn-ea"/>
                <a:cs typeface="+mn-cs"/>
              </a:defRPr>
            </a:lvl8pPr>
            <a:lvl9pPr marL="3657600" algn="l" defTabSz="913765" rtl="0" eaLnBrk="1" latinLnBrk="0" hangingPunct="1">
              <a:defRPr sz="1800" kern="1200">
                <a:solidFill>
                  <a:schemeClr val="tx1"/>
                </a:solidFill>
                <a:latin typeface="+mn-lt"/>
                <a:ea typeface="+mn-ea"/>
                <a:cs typeface="+mn-cs"/>
              </a:defRPr>
            </a:lvl9pPr>
          </a:lstStyle>
          <a:p>
            <a:r>
              <a:rPr lang="zh-CN" altLang="en-US" sz="1350" dirty="0">
                <a:solidFill>
                  <a:schemeClr val="tx1">
                    <a:lumMod val="85000"/>
                    <a:lumOff val="15000"/>
                  </a:schemeClr>
                </a:solidFill>
                <a:latin typeface="Arial" panose="020B0604020202020204" pitchFamily="34" charset="0"/>
                <a:ea typeface="微软雅黑" panose="020B0503020204020204" pitchFamily="34" charset="-122"/>
              </a:rPr>
              <a:t>单击此处添加标题</a:t>
            </a:r>
            <a:endParaRPr lang="zh-CN" altLang="en-US" sz="1350" dirty="0">
              <a:solidFill>
                <a:schemeClr val="tx1">
                  <a:lumMod val="85000"/>
                  <a:lumOff val="15000"/>
                </a:schemeClr>
              </a:solidFill>
              <a:latin typeface="Arial" panose="020B0604020202020204" pitchFamily="34" charset="0"/>
              <a:ea typeface="微软雅黑" panose="020B0503020204020204" pitchFamily="34" charset="-122"/>
            </a:endParaRPr>
          </a:p>
        </p:txBody>
      </p:sp>
      <p:sp>
        <p:nvSpPr>
          <p:cNvPr id="49" name="文本框 30"/>
          <p:cNvSpPr txBox="1"/>
          <p:nvPr>
            <p:custDataLst>
              <p:tags r:id="rId7"/>
            </p:custDataLst>
          </p:nvPr>
        </p:nvSpPr>
        <p:spPr>
          <a:xfrm>
            <a:off x="5018010" y="1515773"/>
            <a:ext cx="3469958" cy="587045"/>
          </a:xfrm>
          <a:prstGeom prst="rect">
            <a:avLst/>
          </a:prstGeom>
          <a:noFill/>
        </p:spPr>
        <p:txBody>
          <a:bodyPr wrap="square" rtlCol="0">
            <a:normAutofit/>
          </a:bodyPr>
          <a:lstStyle>
            <a:defPPr>
              <a:defRPr lang="zh-CN"/>
            </a:defPPr>
            <a:lvl1pPr marL="0" algn="l" defTabSz="913765" rtl="0" eaLnBrk="1" latinLnBrk="0" hangingPunct="1">
              <a:defRPr sz="1800" kern="1200">
                <a:solidFill>
                  <a:schemeClr val="tx1"/>
                </a:solidFill>
                <a:latin typeface="+mn-lt"/>
                <a:ea typeface="+mn-ea"/>
                <a:cs typeface="+mn-cs"/>
              </a:defRPr>
            </a:lvl1pPr>
            <a:lvl2pPr marL="457200" algn="l" defTabSz="913765" rtl="0" eaLnBrk="1" latinLnBrk="0" hangingPunct="1">
              <a:defRPr sz="1800" kern="1200">
                <a:solidFill>
                  <a:schemeClr val="tx1"/>
                </a:solidFill>
                <a:latin typeface="+mn-lt"/>
                <a:ea typeface="+mn-ea"/>
                <a:cs typeface="+mn-cs"/>
              </a:defRPr>
            </a:lvl2pPr>
            <a:lvl3pPr marL="914400" algn="l" defTabSz="913765" rtl="0" eaLnBrk="1" latinLnBrk="0" hangingPunct="1">
              <a:defRPr sz="1800" kern="1200">
                <a:solidFill>
                  <a:schemeClr val="tx1"/>
                </a:solidFill>
                <a:latin typeface="+mn-lt"/>
                <a:ea typeface="+mn-ea"/>
                <a:cs typeface="+mn-cs"/>
              </a:defRPr>
            </a:lvl3pPr>
            <a:lvl4pPr marL="1371600" algn="l" defTabSz="913765" rtl="0" eaLnBrk="1" latinLnBrk="0" hangingPunct="1">
              <a:defRPr sz="1800" kern="1200">
                <a:solidFill>
                  <a:schemeClr val="tx1"/>
                </a:solidFill>
                <a:latin typeface="+mn-lt"/>
                <a:ea typeface="+mn-ea"/>
                <a:cs typeface="+mn-cs"/>
              </a:defRPr>
            </a:lvl4pPr>
            <a:lvl5pPr marL="1828800" algn="l" defTabSz="913765" rtl="0" eaLnBrk="1" latinLnBrk="0" hangingPunct="1">
              <a:defRPr sz="1800" kern="1200">
                <a:solidFill>
                  <a:schemeClr val="tx1"/>
                </a:solidFill>
                <a:latin typeface="+mn-lt"/>
                <a:ea typeface="+mn-ea"/>
                <a:cs typeface="+mn-cs"/>
              </a:defRPr>
            </a:lvl5pPr>
            <a:lvl6pPr marL="2286000" algn="l" defTabSz="913765" rtl="0" eaLnBrk="1" latinLnBrk="0" hangingPunct="1">
              <a:defRPr sz="1800" kern="1200">
                <a:solidFill>
                  <a:schemeClr val="tx1"/>
                </a:solidFill>
                <a:latin typeface="+mn-lt"/>
                <a:ea typeface="+mn-ea"/>
                <a:cs typeface="+mn-cs"/>
              </a:defRPr>
            </a:lvl6pPr>
            <a:lvl7pPr marL="2743200" algn="l" defTabSz="913765" rtl="0" eaLnBrk="1" latinLnBrk="0" hangingPunct="1">
              <a:defRPr sz="1800" kern="1200">
                <a:solidFill>
                  <a:schemeClr val="tx1"/>
                </a:solidFill>
                <a:latin typeface="+mn-lt"/>
                <a:ea typeface="+mn-ea"/>
                <a:cs typeface="+mn-cs"/>
              </a:defRPr>
            </a:lvl7pPr>
            <a:lvl8pPr marL="3200400" algn="l" defTabSz="913765" rtl="0" eaLnBrk="1" latinLnBrk="0" hangingPunct="1">
              <a:defRPr sz="1800" kern="1200">
                <a:solidFill>
                  <a:schemeClr val="tx1"/>
                </a:solidFill>
                <a:latin typeface="+mn-lt"/>
                <a:ea typeface="+mn-ea"/>
                <a:cs typeface="+mn-cs"/>
              </a:defRPr>
            </a:lvl8pPr>
            <a:lvl9pPr marL="3657600" algn="l" defTabSz="913765" rtl="0" eaLnBrk="1" latinLnBrk="0" hangingPunct="1">
              <a:defRPr sz="1800" kern="1200">
                <a:solidFill>
                  <a:schemeClr val="tx1"/>
                </a:solidFill>
                <a:latin typeface="+mn-lt"/>
                <a:ea typeface="+mn-ea"/>
                <a:cs typeface="+mn-cs"/>
              </a:defRPr>
            </a:lvl9pPr>
          </a:lstStyle>
          <a:p>
            <a:pPr>
              <a:lnSpc>
                <a:spcPct val="120000"/>
              </a:lnSpc>
            </a:pPr>
            <a:r>
              <a:rPr lang="zh-CN" altLang="en-US" sz="1200" dirty="0">
                <a:solidFill>
                  <a:schemeClr val="tx1">
                    <a:lumMod val="85000"/>
                    <a:lumOff val="15000"/>
                  </a:schemeClr>
                </a:solidFill>
                <a:latin typeface="Arial" panose="020B0604020202020204" pitchFamily="34" charset="0"/>
                <a:ea typeface="微软雅黑" panose="020B0503020204020204" pitchFamily="34" charset="-122"/>
              </a:rPr>
              <a:t>单击此处添加文本具体内容，简明扼要的阐述您的观点。</a:t>
            </a:r>
            <a:endParaRPr lang="zh-CN" altLang="en-US" sz="1200" dirty="0">
              <a:solidFill>
                <a:schemeClr val="tx1">
                  <a:lumMod val="85000"/>
                  <a:lumOff val="15000"/>
                </a:schemeClr>
              </a:solidFill>
              <a:latin typeface="Arial" panose="020B0604020202020204" pitchFamily="34" charset="0"/>
              <a:ea typeface="微软雅黑" panose="020B0503020204020204" pitchFamily="34" charset="-122"/>
            </a:endParaRPr>
          </a:p>
        </p:txBody>
      </p:sp>
      <p:sp>
        <p:nvSpPr>
          <p:cNvPr id="50" name="椭圆 49"/>
          <p:cNvSpPr/>
          <p:nvPr>
            <p:custDataLst>
              <p:tags r:id="rId8"/>
            </p:custDataLst>
          </p:nvPr>
        </p:nvSpPr>
        <p:spPr>
          <a:xfrm>
            <a:off x="4602004" y="1176338"/>
            <a:ext cx="308134" cy="308134"/>
          </a:xfrm>
          <a:prstGeom prst="ellips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r>
              <a:rPr lang="en-US" altLang="zh-CN" sz="1200">
                <a:solidFill>
                  <a:schemeClr val="accent1"/>
                </a:solidFill>
                <a:latin typeface="Arial" panose="020B0604020202020204" pitchFamily="34" charset="0"/>
                <a:ea typeface="微软雅黑" panose="020B0503020204020204" pitchFamily="34" charset="-122"/>
              </a:rPr>
              <a:t>2</a:t>
            </a:r>
            <a:endParaRPr lang="en-US" altLang="zh-CN" sz="1200">
              <a:solidFill>
                <a:schemeClr val="accent1"/>
              </a:solidFill>
              <a:latin typeface="Arial" panose="020B0604020202020204" pitchFamily="34" charset="0"/>
              <a:ea typeface="微软雅黑" panose="020B0503020204020204" pitchFamily="34" charset="-122"/>
            </a:endParaRPr>
          </a:p>
        </p:txBody>
      </p:sp>
      <p:cxnSp>
        <p:nvCxnSpPr>
          <p:cNvPr id="52" name="直接连接符 51"/>
          <p:cNvCxnSpPr/>
          <p:nvPr>
            <p:custDataLst>
              <p:tags r:id="rId9"/>
            </p:custDataLst>
          </p:nvPr>
        </p:nvCxnSpPr>
        <p:spPr>
          <a:xfrm>
            <a:off x="983474" y="2679881"/>
            <a:ext cx="3469958" cy="0"/>
          </a:xfrm>
          <a:prstGeom prst="line">
            <a:avLst/>
          </a:prstGeom>
          <a:ln>
            <a:solidFill>
              <a:schemeClr val="accent1">
                <a:alpha val="44000"/>
              </a:schemeClr>
            </a:solidFill>
          </a:ln>
        </p:spPr>
        <p:style>
          <a:lnRef idx="1">
            <a:schemeClr val="accent1"/>
          </a:lnRef>
          <a:fillRef idx="0">
            <a:schemeClr val="accent1"/>
          </a:fillRef>
          <a:effectRef idx="0">
            <a:schemeClr val="accent1"/>
          </a:effectRef>
          <a:fontRef idx="minor">
            <a:schemeClr val="tx1"/>
          </a:fontRef>
        </p:style>
      </p:cxnSp>
      <p:sp>
        <p:nvSpPr>
          <p:cNvPr id="53" name="文本框 29"/>
          <p:cNvSpPr txBox="1"/>
          <p:nvPr>
            <p:custDataLst>
              <p:tags r:id="rId10"/>
            </p:custDataLst>
          </p:nvPr>
        </p:nvSpPr>
        <p:spPr>
          <a:xfrm>
            <a:off x="983474" y="2345279"/>
            <a:ext cx="3462080" cy="309364"/>
          </a:xfrm>
          <a:prstGeom prst="rect">
            <a:avLst/>
          </a:prstGeom>
          <a:noFill/>
        </p:spPr>
        <p:txBody>
          <a:bodyPr wrap="square" rtlCol="0">
            <a:normAutofit lnSpcReduction="10000"/>
          </a:bodyPr>
          <a:lstStyle>
            <a:defPPr>
              <a:defRPr lang="zh-CN"/>
            </a:defPPr>
            <a:lvl1pPr marL="0" algn="l" defTabSz="913765" rtl="0" eaLnBrk="1" latinLnBrk="0" hangingPunct="1">
              <a:defRPr sz="1800" kern="1200">
                <a:solidFill>
                  <a:schemeClr val="tx1"/>
                </a:solidFill>
                <a:latin typeface="+mn-lt"/>
                <a:ea typeface="+mn-ea"/>
                <a:cs typeface="+mn-cs"/>
              </a:defRPr>
            </a:lvl1pPr>
            <a:lvl2pPr marL="457200" algn="l" defTabSz="913765" rtl="0" eaLnBrk="1" latinLnBrk="0" hangingPunct="1">
              <a:defRPr sz="1800" kern="1200">
                <a:solidFill>
                  <a:schemeClr val="tx1"/>
                </a:solidFill>
                <a:latin typeface="+mn-lt"/>
                <a:ea typeface="+mn-ea"/>
                <a:cs typeface="+mn-cs"/>
              </a:defRPr>
            </a:lvl2pPr>
            <a:lvl3pPr marL="914400" algn="l" defTabSz="913765" rtl="0" eaLnBrk="1" latinLnBrk="0" hangingPunct="1">
              <a:defRPr sz="1800" kern="1200">
                <a:solidFill>
                  <a:schemeClr val="tx1"/>
                </a:solidFill>
                <a:latin typeface="+mn-lt"/>
                <a:ea typeface="+mn-ea"/>
                <a:cs typeface="+mn-cs"/>
              </a:defRPr>
            </a:lvl3pPr>
            <a:lvl4pPr marL="1371600" algn="l" defTabSz="913765" rtl="0" eaLnBrk="1" latinLnBrk="0" hangingPunct="1">
              <a:defRPr sz="1800" kern="1200">
                <a:solidFill>
                  <a:schemeClr val="tx1"/>
                </a:solidFill>
                <a:latin typeface="+mn-lt"/>
                <a:ea typeface="+mn-ea"/>
                <a:cs typeface="+mn-cs"/>
              </a:defRPr>
            </a:lvl4pPr>
            <a:lvl5pPr marL="1828800" algn="l" defTabSz="913765" rtl="0" eaLnBrk="1" latinLnBrk="0" hangingPunct="1">
              <a:defRPr sz="1800" kern="1200">
                <a:solidFill>
                  <a:schemeClr val="tx1"/>
                </a:solidFill>
                <a:latin typeface="+mn-lt"/>
                <a:ea typeface="+mn-ea"/>
                <a:cs typeface="+mn-cs"/>
              </a:defRPr>
            </a:lvl5pPr>
            <a:lvl6pPr marL="2286000" algn="l" defTabSz="913765" rtl="0" eaLnBrk="1" latinLnBrk="0" hangingPunct="1">
              <a:defRPr sz="1800" kern="1200">
                <a:solidFill>
                  <a:schemeClr val="tx1"/>
                </a:solidFill>
                <a:latin typeface="+mn-lt"/>
                <a:ea typeface="+mn-ea"/>
                <a:cs typeface="+mn-cs"/>
              </a:defRPr>
            </a:lvl6pPr>
            <a:lvl7pPr marL="2743200" algn="l" defTabSz="913765" rtl="0" eaLnBrk="1" latinLnBrk="0" hangingPunct="1">
              <a:defRPr sz="1800" kern="1200">
                <a:solidFill>
                  <a:schemeClr val="tx1"/>
                </a:solidFill>
                <a:latin typeface="+mn-lt"/>
                <a:ea typeface="+mn-ea"/>
                <a:cs typeface="+mn-cs"/>
              </a:defRPr>
            </a:lvl7pPr>
            <a:lvl8pPr marL="3200400" algn="l" defTabSz="913765" rtl="0" eaLnBrk="1" latinLnBrk="0" hangingPunct="1">
              <a:defRPr sz="1800" kern="1200">
                <a:solidFill>
                  <a:schemeClr val="tx1"/>
                </a:solidFill>
                <a:latin typeface="+mn-lt"/>
                <a:ea typeface="+mn-ea"/>
                <a:cs typeface="+mn-cs"/>
              </a:defRPr>
            </a:lvl8pPr>
            <a:lvl9pPr marL="3657600" algn="l" defTabSz="913765" rtl="0" eaLnBrk="1" latinLnBrk="0" hangingPunct="1">
              <a:defRPr sz="1800" kern="1200">
                <a:solidFill>
                  <a:schemeClr val="tx1"/>
                </a:solidFill>
                <a:latin typeface="+mn-lt"/>
                <a:ea typeface="+mn-ea"/>
                <a:cs typeface="+mn-cs"/>
              </a:defRPr>
            </a:lvl9pPr>
          </a:lstStyle>
          <a:p>
            <a:r>
              <a:rPr lang="zh-CN" altLang="en-US" sz="1350" dirty="0">
                <a:solidFill>
                  <a:schemeClr val="tx1">
                    <a:lumMod val="85000"/>
                    <a:lumOff val="15000"/>
                  </a:schemeClr>
                </a:solidFill>
                <a:latin typeface="Arial" panose="020B0604020202020204" pitchFamily="34" charset="0"/>
                <a:ea typeface="微软雅黑" panose="020B0503020204020204" pitchFamily="34" charset="-122"/>
              </a:rPr>
              <a:t>单击此处添加标题</a:t>
            </a:r>
            <a:endParaRPr lang="zh-CN" altLang="en-US" sz="1350" dirty="0">
              <a:solidFill>
                <a:schemeClr val="tx1">
                  <a:lumMod val="85000"/>
                  <a:lumOff val="15000"/>
                </a:schemeClr>
              </a:solidFill>
              <a:latin typeface="Arial" panose="020B0604020202020204" pitchFamily="34" charset="0"/>
              <a:ea typeface="微软雅黑" panose="020B0503020204020204" pitchFamily="34" charset="-122"/>
            </a:endParaRPr>
          </a:p>
        </p:txBody>
      </p:sp>
      <p:sp>
        <p:nvSpPr>
          <p:cNvPr id="54" name="文本框 30"/>
          <p:cNvSpPr txBox="1"/>
          <p:nvPr>
            <p:custDataLst>
              <p:tags r:id="rId11"/>
            </p:custDataLst>
          </p:nvPr>
        </p:nvSpPr>
        <p:spPr>
          <a:xfrm>
            <a:off x="983475" y="2715599"/>
            <a:ext cx="3462081" cy="587045"/>
          </a:xfrm>
          <a:prstGeom prst="rect">
            <a:avLst/>
          </a:prstGeom>
          <a:noFill/>
        </p:spPr>
        <p:txBody>
          <a:bodyPr wrap="square" rtlCol="0">
            <a:normAutofit/>
          </a:bodyPr>
          <a:lstStyle>
            <a:defPPr>
              <a:defRPr lang="zh-CN"/>
            </a:defPPr>
            <a:lvl1pPr marL="0" algn="l" defTabSz="913765" rtl="0" eaLnBrk="1" latinLnBrk="0" hangingPunct="1">
              <a:defRPr sz="1800" kern="1200">
                <a:solidFill>
                  <a:schemeClr val="tx1"/>
                </a:solidFill>
                <a:latin typeface="+mn-lt"/>
                <a:ea typeface="+mn-ea"/>
                <a:cs typeface="+mn-cs"/>
              </a:defRPr>
            </a:lvl1pPr>
            <a:lvl2pPr marL="457200" algn="l" defTabSz="913765" rtl="0" eaLnBrk="1" latinLnBrk="0" hangingPunct="1">
              <a:defRPr sz="1800" kern="1200">
                <a:solidFill>
                  <a:schemeClr val="tx1"/>
                </a:solidFill>
                <a:latin typeface="+mn-lt"/>
                <a:ea typeface="+mn-ea"/>
                <a:cs typeface="+mn-cs"/>
              </a:defRPr>
            </a:lvl2pPr>
            <a:lvl3pPr marL="914400" algn="l" defTabSz="913765" rtl="0" eaLnBrk="1" latinLnBrk="0" hangingPunct="1">
              <a:defRPr sz="1800" kern="1200">
                <a:solidFill>
                  <a:schemeClr val="tx1"/>
                </a:solidFill>
                <a:latin typeface="+mn-lt"/>
                <a:ea typeface="+mn-ea"/>
                <a:cs typeface="+mn-cs"/>
              </a:defRPr>
            </a:lvl3pPr>
            <a:lvl4pPr marL="1371600" algn="l" defTabSz="913765" rtl="0" eaLnBrk="1" latinLnBrk="0" hangingPunct="1">
              <a:defRPr sz="1800" kern="1200">
                <a:solidFill>
                  <a:schemeClr val="tx1"/>
                </a:solidFill>
                <a:latin typeface="+mn-lt"/>
                <a:ea typeface="+mn-ea"/>
                <a:cs typeface="+mn-cs"/>
              </a:defRPr>
            </a:lvl4pPr>
            <a:lvl5pPr marL="1828800" algn="l" defTabSz="913765" rtl="0" eaLnBrk="1" latinLnBrk="0" hangingPunct="1">
              <a:defRPr sz="1800" kern="1200">
                <a:solidFill>
                  <a:schemeClr val="tx1"/>
                </a:solidFill>
                <a:latin typeface="+mn-lt"/>
                <a:ea typeface="+mn-ea"/>
                <a:cs typeface="+mn-cs"/>
              </a:defRPr>
            </a:lvl5pPr>
            <a:lvl6pPr marL="2286000" algn="l" defTabSz="913765" rtl="0" eaLnBrk="1" latinLnBrk="0" hangingPunct="1">
              <a:defRPr sz="1800" kern="1200">
                <a:solidFill>
                  <a:schemeClr val="tx1"/>
                </a:solidFill>
                <a:latin typeface="+mn-lt"/>
                <a:ea typeface="+mn-ea"/>
                <a:cs typeface="+mn-cs"/>
              </a:defRPr>
            </a:lvl6pPr>
            <a:lvl7pPr marL="2743200" algn="l" defTabSz="913765" rtl="0" eaLnBrk="1" latinLnBrk="0" hangingPunct="1">
              <a:defRPr sz="1800" kern="1200">
                <a:solidFill>
                  <a:schemeClr val="tx1"/>
                </a:solidFill>
                <a:latin typeface="+mn-lt"/>
                <a:ea typeface="+mn-ea"/>
                <a:cs typeface="+mn-cs"/>
              </a:defRPr>
            </a:lvl7pPr>
            <a:lvl8pPr marL="3200400" algn="l" defTabSz="913765" rtl="0" eaLnBrk="1" latinLnBrk="0" hangingPunct="1">
              <a:defRPr sz="1800" kern="1200">
                <a:solidFill>
                  <a:schemeClr val="tx1"/>
                </a:solidFill>
                <a:latin typeface="+mn-lt"/>
                <a:ea typeface="+mn-ea"/>
                <a:cs typeface="+mn-cs"/>
              </a:defRPr>
            </a:lvl8pPr>
            <a:lvl9pPr marL="3657600" algn="l" defTabSz="913765" rtl="0" eaLnBrk="1" latinLnBrk="0" hangingPunct="1">
              <a:defRPr sz="1800" kern="1200">
                <a:solidFill>
                  <a:schemeClr val="tx1"/>
                </a:solidFill>
                <a:latin typeface="+mn-lt"/>
                <a:ea typeface="+mn-ea"/>
                <a:cs typeface="+mn-cs"/>
              </a:defRPr>
            </a:lvl9pPr>
          </a:lstStyle>
          <a:p>
            <a:pPr>
              <a:lnSpc>
                <a:spcPct val="120000"/>
              </a:lnSpc>
            </a:pPr>
            <a:r>
              <a:rPr lang="zh-CN" altLang="en-US" sz="1200" dirty="0">
                <a:solidFill>
                  <a:schemeClr val="tx1">
                    <a:lumMod val="85000"/>
                    <a:lumOff val="15000"/>
                  </a:schemeClr>
                </a:solidFill>
                <a:latin typeface="Arial" panose="020B0604020202020204" pitchFamily="34" charset="0"/>
                <a:ea typeface="微软雅黑" panose="020B0503020204020204" pitchFamily="34" charset="-122"/>
              </a:rPr>
              <a:t>单击此处添加文本具体内容，简明扼要的阐述您的观点。</a:t>
            </a:r>
            <a:endParaRPr lang="zh-CN" altLang="en-US" sz="1200" dirty="0">
              <a:solidFill>
                <a:schemeClr val="tx1">
                  <a:lumMod val="85000"/>
                  <a:lumOff val="15000"/>
                </a:schemeClr>
              </a:solidFill>
              <a:latin typeface="Arial" panose="020B0604020202020204" pitchFamily="34" charset="0"/>
              <a:ea typeface="微软雅黑" panose="020B0503020204020204" pitchFamily="34" charset="-122"/>
            </a:endParaRPr>
          </a:p>
        </p:txBody>
      </p:sp>
      <p:sp>
        <p:nvSpPr>
          <p:cNvPr id="55" name="椭圆 54"/>
          <p:cNvSpPr/>
          <p:nvPr>
            <p:custDataLst>
              <p:tags r:id="rId12"/>
            </p:custDataLst>
          </p:nvPr>
        </p:nvSpPr>
        <p:spPr>
          <a:xfrm>
            <a:off x="567214" y="2376011"/>
            <a:ext cx="308134" cy="308134"/>
          </a:xfrm>
          <a:prstGeom prst="ellips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r>
              <a:rPr lang="en-US" altLang="zh-CN" sz="1200">
                <a:solidFill>
                  <a:schemeClr val="accent1"/>
                </a:solidFill>
                <a:latin typeface="Arial" panose="020B0604020202020204" pitchFamily="34" charset="0"/>
                <a:ea typeface="微软雅黑" panose="020B0503020204020204" pitchFamily="34" charset="-122"/>
              </a:rPr>
              <a:t>3</a:t>
            </a:r>
            <a:endParaRPr lang="en-US" altLang="zh-CN" sz="1200">
              <a:solidFill>
                <a:schemeClr val="accent1"/>
              </a:solidFill>
              <a:latin typeface="Arial" panose="020B0604020202020204" pitchFamily="34" charset="0"/>
              <a:ea typeface="微软雅黑" panose="020B0503020204020204" pitchFamily="34" charset="-122"/>
            </a:endParaRPr>
          </a:p>
        </p:txBody>
      </p:sp>
      <p:cxnSp>
        <p:nvCxnSpPr>
          <p:cNvPr id="57" name="直接连接符 56"/>
          <p:cNvCxnSpPr/>
          <p:nvPr>
            <p:custDataLst>
              <p:tags r:id="rId13"/>
            </p:custDataLst>
          </p:nvPr>
        </p:nvCxnSpPr>
        <p:spPr>
          <a:xfrm>
            <a:off x="5007309" y="2679881"/>
            <a:ext cx="3469958" cy="0"/>
          </a:xfrm>
          <a:prstGeom prst="line">
            <a:avLst/>
          </a:prstGeom>
          <a:ln>
            <a:solidFill>
              <a:schemeClr val="accent1">
                <a:alpha val="44000"/>
              </a:schemeClr>
            </a:solidFill>
          </a:ln>
        </p:spPr>
        <p:style>
          <a:lnRef idx="1">
            <a:schemeClr val="accent1"/>
          </a:lnRef>
          <a:fillRef idx="0">
            <a:schemeClr val="accent1"/>
          </a:fillRef>
          <a:effectRef idx="0">
            <a:schemeClr val="accent1"/>
          </a:effectRef>
          <a:fontRef idx="minor">
            <a:schemeClr val="tx1"/>
          </a:fontRef>
        </p:style>
      </p:cxnSp>
      <p:sp>
        <p:nvSpPr>
          <p:cNvPr id="58" name="文本框 29"/>
          <p:cNvSpPr txBox="1"/>
          <p:nvPr>
            <p:custDataLst>
              <p:tags r:id="rId14"/>
            </p:custDataLst>
          </p:nvPr>
        </p:nvSpPr>
        <p:spPr>
          <a:xfrm>
            <a:off x="5007309" y="2345279"/>
            <a:ext cx="3469957" cy="309364"/>
          </a:xfrm>
          <a:prstGeom prst="rect">
            <a:avLst/>
          </a:prstGeom>
          <a:noFill/>
        </p:spPr>
        <p:txBody>
          <a:bodyPr wrap="square" rtlCol="0">
            <a:normAutofit lnSpcReduction="10000"/>
          </a:bodyPr>
          <a:lstStyle>
            <a:defPPr>
              <a:defRPr lang="zh-CN"/>
            </a:defPPr>
            <a:lvl1pPr marL="0" algn="l" defTabSz="913765" rtl="0" eaLnBrk="1" latinLnBrk="0" hangingPunct="1">
              <a:defRPr sz="1800" kern="1200">
                <a:solidFill>
                  <a:schemeClr val="tx1"/>
                </a:solidFill>
                <a:latin typeface="+mn-lt"/>
                <a:ea typeface="+mn-ea"/>
                <a:cs typeface="+mn-cs"/>
              </a:defRPr>
            </a:lvl1pPr>
            <a:lvl2pPr marL="457200" algn="l" defTabSz="913765" rtl="0" eaLnBrk="1" latinLnBrk="0" hangingPunct="1">
              <a:defRPr sz="1800" kern="1200">
                <a:solidFill>
                  <a:schemeClr val="tx1"/>
                </a:solidFill>
                <a:latin typeface="+mn-lt"/>
                <a:ea typeface="+mn-ea"/>
                <a:cs typeface="+mn-cs"/>
              </a:defRPr>
            </a:lvl2pPr>
            <a:lvl3pPr marL="914400" algn="l" defTabSz="913765" rtl="0" eaLnBrk="1" latinLnBrk="0" hangingPunct="1">
              <a:defRPr sz="1800" kern="1200">
                <a:solidFill>
                  <a:schemeClr val="tx1"/>
                </a:solidFill>
                <a:latin typeface="+mn-lt"/>
                <a:ea typeface="+mn-ea"/>
                <a:cs typeface="+mn-cs"/>
              </a:defRPr>
            </a:lvl3pPr>
            <a:lvl4pPr marL="1371600" algn="l" defTabSz="913765" rtl="0" eaLnBrk="1" latinLnBrk="0" hangingPunct="1">
              <a:defRPr sz="1800" kern="1200">
                <a:solidFill>
                  <a:schemeClr val="tx1"/>
                </a:solidFill>
                <a:latin typeface="+mn-lt"/>
                <a:ea typeface="+mn-ea"/>
                <a:cs typeface="+mn-cs"/>
              </a:defRPr>
            </a:lvl4pPr>
            <a:lvl5pPr marL="1828800" algn="l" defTabSz="913765" rtl="0" eaLnBrk="1" latinLnBrk="0" hangingPunct="1">
              <a:defRPr sz="1800" kern="1200">
                <a:solidFill>
                  <a:schemeClr val="tx1"/>
                </a:solidFill>
                <a:latin typeface="+mn-lt"/>
                <a:ea typeface="+mn-ea"/>
                <a:cs typeface="+mn-cs"/>
              </a:defRPr>
            </a:lvl5pPr>
            <a:lvl6pPr marL="2286000" algn="l" defTabSz="913765" rtl="0" eaLnBrk="1" latinLnBrk="0" hangingPunct="1">
              <a:defRPr sz="1800" kern="1200">
                <a:solidFill>
                  <a:schemeClr val="tx1"/>
                </a:solidFill>
                <a:latin typeface="+mn-lt"/>
                <a:ea typeface="+mn-ea"/>
                <a:cs typeface="+mn-cs"/>
              </a:defRPr>
            </a:lvl6pPr>
            <a:lvl7pPr marL="2743200" algn="l" defTabSz="913765" rtl="0" eaLnBrk="1" latinLnBrk="0" hangingPunct="1">
              <a:defRPr sz="1800" kern="1200">
                <a:solidFill>
                  <a:schemeClr val="tx1"/>
                </a:solidFill>
                <a:latin typeface="+mn-lt"/>
                <a:ea typeface="+mn-ea"/>
                <a:cs typeface="+mn-cs"/>
              </a:defRPr>
            </a:lvl7pPr>
            <a:lvl8pPr marL="3200400" algn="l" defTabSz="913765" rtl="0" eaLnBrk="1" latinLnBrk="0" hangingPunct="1">
              <a:defRPr sz="1800" kern="1200">
                <a:solidFill>
                  <a:schemeClr val="tx1"/>
                </a:solidFill>
                <a:latin typeface="+mn-lt"/>
                <a:ea typeface="+mn-ea"/>
                <a:cs typeface="+mn-cs"/>
              </a:defRPr>
            </a:lvl8pPr>
            <a:lvl9pPr marL="3657600" algn="l" defTabSz="913765" rtl="0" eaLnBrk="1" latinLnBrk="0" hangingPunct="1">
              <a:defRPr sz="1800" kern="1200">
                <a:solidFill>
                  <a:schemeClr val="tx1"/>
                </a:solidFill>
                <a:latin typeface="+mn-lt"/>
                <a:ea typeface="+mn-ea"/>
                <a:cs typeface="+mn-cs"/>
              </a:defRPr>
            </a:lvl9pPr>
          </a:lstStyle>
          <a:p>
            <a:r>
              <a:rPr lang="zh-CN" altLang="en-US" sz="1350" dirty="0">
                <a:solidFill>
                  <a:schemeClr val="tx1">
                    <a:lumMod val="85000"/>
                    <a:lumOff val="15000"/>
                  </a:schemeClr>
                </a:solidFill>
                <a:latin typeface="Arial" panose="020B0604020202020204" pitchFamily="34" charset="0"/>
                <a:ea typeface="微软雅黑" panose="020B0503020204020204" pitchFamily="34" charset="-122"/>
              </a:rPr>
              <a:t>单击此处添加标题</a:t>
            </a:r>
            <a:endParaRPr lang="zh-CN" altLang="en-US" sz="1350" dirty="0">
              <a:solidFill>
                <a:schemeClr val="tx1">
                  <a:lumMod val="85000"/>
                  <a:lumOff val="15000"/>
                </a:schemeClr>
              </a:solidFill>
              <a:latin typeface="Arial" panose="020B0604020202020204" pitchFamily="34" charset="0"/>
              <a:ea typeface="微软雅黑" panose="020B0503020204020204" pitchFamily="34" charset="-122"/>
            </a:endParaRPr>
          </a:p>
        </p:txBody>
      </p:sp>
      <p:sp>
        <p:nvSpPr>
          <p:cNvPr id="59" name="文本框 30"/>
          <p:cNvSpPr txBox="1"/>
          <p:nvPr>
            <p:custDataLst>
              <p:tags r:id="rId15"/>
            </p:custDataLst>
          </p:nvPr>
        </p:nvSpPr>
        <p:spPr>
          <a:xfrm>
            <a:off x="5007310" y="2715599"/>
            <a:ext cx="3469958" cy="587045"/>
          </a:xfrm>
          <a:prstGeom prst="rect">
            <a:avLst/>
          </a:prstGeom>
          <a:noFill/>
        </p:spPr>
        <p:txBody>
          <a:bodyPr wrap="square" rtlCol="0">
            <a:normAutofit/>
          </a:bodyPr>
          <a:lstStyle>
            <a:defPPr>
              <a:defRPr lang="zh-CN"/>
            </a:defPPr>
            <a:lvl1pPr marL="0" algn="l" defTabSz="913765" rtl="0" eaLnBrk="1" latinLnBrk="0" hangingPunct="1">
              <a:defRPr sz="1800" kern="1200">
                <a:solidFill>
                  <a:schemeClr val="tx1"/>
                </a:solidFill>
                <a:latin typeface="+mn-lt"/>
                <a:ea typeface="+mn-ea"/>
                <a:cs typeface="+mn-cs"/>
              </a:defRPr>
            </a:lvl1pPr>
            <a:lvl2pPr marL="457200" algn="l" defTabSz="913765" rtl="0" eaLnBrk="1" latinLnBrk="0" hangingPunct="1">
              <a:defRPr sz="1800" kern="1200">
                <a:solidFill>
                  <a:schemeClr val="tx1"/>
                </a:solidFill>
                <a:latin typeface="+mn-lt"/>
                <a:ea typeface="+mn-ea"/>
                <a:cs typeface="+mn-cs"/>
              </a:defRPr>
            </a:lvl2pPr>
            <a:lvl3pPr marL="914400" algn="l" defTabSz="913765" rtl="0" eaLnBrk="1" latinLnBrk="0" hangingPunct="1">
              <a:defRPr sz="1800" kern="1200">
                <a:solidFill>
                  <a:schemeClr val="tx1"/>
                </a:solidFill>
                <a:latin typeface="+mn-lt"/>
                <a:ea typeface="+mn-ea"/>
                <a:cs typeface="+mn-cs"/>
              </a:defRPr>
            </a:lvl3pPr>
            <a:lvl4pPr marL="1371600" algn="l" defTabSz="913765" rtl="0" eaLnBrk="1" latinLnBrk="0" hangingPunct="1">
              <a:defRPr sz="1800" kern="1200">
                <a:solidFill>
                  <a:schemeClr val="tx1"/>
                </a:solidFill>
                <a:latin typeface="+mn-lt"/>
                <a:ea typeface="+mn-ea"/>
                <a:cs typeface="+mn-cs"/>
              </a:defRPr>
            </a:lvl4pPr>
            <a:lvl5pPr marL="1828800" algn="l" defTabSz="913765" rtl="0" eaLnBrk="1" latinLnBrk="0" hangingPunct="1">
              <a:defRPr sz="1800" kern="1200">
                <a:solidFill>
                  <a:schemeClr val="tx1"/>
                </a:solidFill>
                <a:latin typeface="+mn-lt"/>
                <a:ea typeface="+mn-ea"/>
                <a:cs typeface="+mn-cs"/>
              </a:defRPr>
            </a:lvl5pPr>
            <a:lvl6pPr marL="2286000" algn="l" defTabSz="913765" rtl="0" eaLnBrk="1" latinLnBrk="0" hangingPunct="1">
              <a:defRPr sz="1800" kern="1200">
                <a:solidFill>
                  <a:schemeClr val="tx1"/>
                </a:solidFill>
                <a:latin typeface="+mn-lt"/>
                <a:ea typeface="+mn-ea"/>
                <a:cs typeface="+mn-cs"/>
              </a:defRPr>
            </a:lvl6pPr>
            <a:lvl7pPr marL="2743200" algn="l" defTabSz="913765" rtl="0" eaLnBrk="1" latinLnBrk="0" hangingPunct="1">
              <a:defRPr sz="1800" kern="1200">
                <a:solidFill>
                  <a:schemeClr val="tx1"/>
                </a:solidFill>
                <a:latin typeface="+mn-lt"/>
                <a:ea typeface="+mn-ea"/>
                <a:cs typeface="+mn-cs"/>
              </a:defRPr>
            </a:lvl7pPr>
            <a:lvl8pPr marL="3200400" algn="l" defTabSz="913765" rtl="0" eaLnBrk="1" latinLnBrk="0" hangingPunct="1">
              <a:defRPr sz="1800" kern="1200">
                <a:solidFill>
                  <a:schemeClr val="tx1"/>
                </a:solidFill>
                <a:latin typeface="+mn-lt"/>
                <a:ea typeface="+mn-ea"/>
                <a:cs typeface="+mn-cs"/>
              </a:defRPr>
            </a:lvl8pPr>
            <a:lvl9pPr marL="3657600" algn="l" defTabSz="913765" rtl="0" eaLnBrk="1" latinLnBrk="0" hangingPunct="1">
              <a:defRPr sz="1800" kern="1200">
                <a:solidFill>
                  <a:schemeClr val="tx1"/>
                </a:solidFill>
                <a:latin typeface="+mn-lt"/>
                <a:ea typeface="+mn-ea"/>
                <a:cs typeface="+mn-cs"/>
              </a:defRPr>
            </a:lvl9pPr>
          </a:lstStyle>
          <a:p>
            <a:pPr>
              <a:lnSpc>
                <a:spcPct val="120000"/>
              </a:lnSpc>
            </a:pPr>
            <a:r>
              <a:rPr lang="zh-CN" altLang="en-US" sz="1200" dirty="0">
                <a:solidFill>
                  <a:schemeClr val="tx1">
                    <a:lumMod val="85000"/>
                    <a:lumOff val="15000"/>
                  </a:schemeClr>
                </a:solidFill>
                <a:latin typeface="Arial" panose="020B0604020202020204" pitchFamily="34" charset="0"/>
                <a:ea typeface="微软雅黑" panose="020B0503020204020204" pitchFamily="34" charset="-122"/>
              </a:rPr>
              <a:t>单击此处添加文本具体内容，简明扼要的阐述您的观点。</a:t>
            </a:r>
            <a:endParaRPr lang="zh-CN" altLang="en-US" sz="1200" dirty="0">
              <a:solidFill>
                <a:schemeClr val="tx1">
                  <a:lumMod val="85000"/>
                  <a:lumOff val="15000"/>
                </a:schemeClr>
              </a:solidFill>
              <a:latin typeface="Arial" panose="020B0604020202020204" pitchFamily="34" charset="0"/>
              <a:ea typeface="微软雅黑" panose="020B0503020204020204" pitchFamily="34" charset="-122"/>
            </a:endParaRPr>
          </a:p>
        </p:txBody>
      </p:sp>
      <p:sp>
        <p:nvSpPr>
          <p:cNvPr id="60" name="椭圆 59"/>
          <p:cNvSpPr/>
          <p:nvPr>
            <p:custDataLst>
              <p:tags r:id="rId16"/>
            </p:custDataLst>
          </p:nvPr>
        </p:nvSpPr>
        <p:spPr>
          <a:xfrm>
            <a:off x="4591050" y="2376011"/>
            <a:ext cx="308134" cy="308134"/>
          </a:xfrm>
          <a:prstGeom prst="ellips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r>
              <a:rPr lang="en-US" altLang="zh-CN" sz="1200">
                <a:solidFill>
                  <a:schemeClr val="accent1"/>
                </a:solidFill>
                <a:latin typeface="Arial" panose="020B0604020202020204" pitchFamily="34" charset="0"/>
                <a:ea typeface="微软雅黑" panose="020B0503020204020204" pitchFamily="34" charset="-122"/>
              </a:rPr>
              <a:t>4</a:t>
            </a:r>
            <a:endParaRPr lang="en-US" altLang="zh-CN" sz="1200">
              <a:solidFill>
                <a:schemeClr val="accent1"/>
              </a:solidFill>
              <a:latin typeface="Arial" panose="020B0604020202020204" pitchFamily="34" charset="0"/>
              <a:ea typeface="微软雅黑" panose="020B0503020204020204" pitchFamily="34" charset="-122"/>
            </a:endParaRPr>
          </a:p>
        </p:txBody>
      </p:sp>
      <p:cxnSp>
        <p:nvCxnSpPr>
          <p:cNvPr id="62" name="直接连接符 61"/>
          <p:cNvCxnSpPr/>
          <p:nvPr>
            <p:custDataLst>
              <p:tags r:id="rId17"/>
            </p:custDataLst>
          </p:nvPr>
        </p:nvCxnSpPr>
        <p:spPr>
          <a:xfrm>
            <a:off x="983474" y="3756206"/>
            <a:ext cx="3469958" cy="0"/>
          </a:xfrm>
          <a:prstGeom prst="line">
            <a:avLst/>
          </a:prstGeom>
          <a:ln>
            <a:solidFill>
              <a:schemeClr val="accent1">
                <a:alpha val="44000"/>
              </a:schemeClr>
            </a:solidFill>
          </a:ln>
        </p:spPr>
        <p:style>
          <a:lnRef idx="1">
            <a:schemeClr val="accent1"/>
          </a:lnRef>
          <a:fillRef idx="0">
            <a:schemeClr val="accent1"/>
          </a:fillRef>
          <a:effectRef idx="0">
            <a:schemeClr val="accent1"/>
          </a:effectRef>
          <a:fontRef idx="minor">
            <a:schemeClr val="tx1"/>
          </a:fontRef>
        </p:style>
      </p:cxnSp>
      <p:sp>
        <p:nvSpPr>
          <p:cNvPr id="63" name="文本框 29"/>
          <p:cNvSpPr txBox="1"/>
          <p:nvPr>
            <p:custDataLst>
              <p:tags r:id="rId18"/>
            </p:custDataLst>
          </p:nvPr>
        </p:nvSpPr>
        <p:spPr>
          <a:xfrm>
            <a:off x="983474" y="3421604"/>
            <a:ext cx="3462080" cy="309364"/>
          </a:xfrm>
          <a:prstGeom prst="rect">
            <a:avLst/>
          </a:prstGeom>
          <a:noFill/>
        </p:spPr>
        <p:txBody>
          <a:bodyPr wrap="square" rtlCol="0">
            <a:normAutofit lnSpcReduction="10000"/>
          </a:bodyPr>
          <a:lstStyle>
            <a:defPPr>
              <a:defRPr lang="zh-CN"/>
            </a:defPPr>
            <a:lvl1pPr marL="0" algn="l" defTabSz="913765" rtl="0" eaLnBrk="1" latinLnBrk="0" hangingPunct="1">
              <a:defRPr sz="1800" kern="1200">
                <a:solidFill>
                  <a:schemeClr val="tx1"/>
                </a:solidFill>
                <a:latin typeface="+mn-lt"/>
                <a:ea typeface="+mn-ea"/>
                <a:cs typeface="+mn-cs"/>
              </a:defRPr>
            </a:lvl1pPr>
            <a:lvl2pPr marL="457200" algn="l" defTabSz="913765" rtl="0" eaLnBrk="1" latinLnBrk="0" hangingPunct="1">
              <a:defRPr sz="1800" kern="1200">
                <a:solidFill>
                  <a:schemeClr val="tx1"/>
                </a:solidFill>
                <a:latin typeface="+mn-lt"/>
                <a:ea typeface="+mn-ea"/>
                <a:cs typeface="+mn-cs"/>
              </a:defRPr>
            </a:lvl2pPr>
            <a:lvl3pPr marL="914400" algn="l" defTabSz="913765" rtl="0" eaLnBrk="1" latinLnBrk="0" hangingPunct="1">
              <a:defRPr sz="1800" kern="1200">
                <a:solidFill>
                  <a:schemeClr val="tx1"/>
                </a:solidFill>
                <a:latin typeface="+mn-lt"/>
                <a:ea typeface="+mn-ea"/>
                <a:cs typeface="+mn-cs"/>
              </a:defRPr>
            </a:lvl3pPr>
            <a:lvl4pPr marL="1371600" algn="l" defTabSz="913765" rtl="0" eaLnBrk="1" latinLnBrk="0" hangingPunct="1">
              <a:defRPr sz="1800" kern="1200">
                <a:solidFill>
                  <a:schemeClr val="tx1"/>
                </a:solidFill>
                <a:latin typeface="+mn-lt"/>
                <a:ea typeface="+mn-ea"/>
                <a:cs typeface="+mn-cs"/>
              </a:defRPr>
            </a:lvl4pPr>
            <a:lvl5pPr marL="1828800" algn="l" defTabSz="913765" rtl="0" eaLnBrk="1" latinLnBrk="0" hangingPunct="1">
              <a:defRPr sz="1800" kern="1200">
                <a:solidFill>
                  <a:schemeClr val="tx1"/>
                </a:solidFill>
                <a:latin typeface="+mn-lt"/>
                <a:ea typeface="+mn-ea"/>
                <a:cs typeface="+mn-cs"/>
              </a:defRPr>
            </a:lvl5pPr>
            <a:lvl6pPr marL="2286000" algn="l" defTabSz="913765" rtl="0" eaLnBrk="1" latinLnBrk="0" hangingPunct="1">
              <a:defRPr sz="1800" kern="1200">
                <a:solidFill>
                  <a:schemeClr val="tx1"/>
                </a:solidFill>
                <a:latin typeface="+mn-lt"/>
                <a:ea typeface="+mn-ea"/>
                <a:cs typeface="+mn-cs"/>
              </a:defRPr>
            </a:lvl6pPr>
            <a:lvl7pPr marL="2743200" algn="l" defTabSz="913765" rtl="0" eaLnBrk="1" latinLnBrk="0" hangingPunct="1">
              <a:defRPr sz="1800" kern="1200">
                <a:solidFill>
                  <a:schemeClr val="tx1"/>
                </a:solidFill>
                <a:latin typeface="+mn-lt"/>
                <a:ea typeface="+mn-ea"/>
                <a:cs typeface="+mn-cs"/>
              </a:defRPr>
            </a:lvl7pPr>
            <a:lvl8pPr marL="3200400" algn="l" defTabSz="913765" rtl="0" eaLnBrk="1" latinLnBrk="0" hangingPunct="1">
              <a:defRPr sz="1800" kern="1200">
                <a:solidFill>
                  <a:schemeClr val="tx1"/>
                </a:solidFill>
                <a:latin typeface="+mn-lt"/>
                <a:ea typeface="+mn-ea"/>
                <a:cs typeface="+mn-cs"/>
              </a:defRPr>
            </a:lvl8pPr>
            <a:lvl9pPr marL="3657600" algn="l" defTabSz="913765" rtl="0" eaLnBrk="1" latinLnBrk="0" hangingPunct="1">
              <a:defRPr sz="1800" kern="1200">
                <a:solidFill>
                  <a:schemeClr val="tx1"/>
                </a:solidFill>
                <a:latin typeface="+mn-lt"/>
                <a:ea typeface="+mn-ea"/>
                <a:cs typeface="+mn-cs"/>
              </a:defRPr>
            </a:lvl9pPr>
          </a:lstStyle>
          <a:p>
            <a:r>
              <a:rPr lang="zh-CN" altLang="en-US" sz="1350" dirty="0">
                <a:solidFill>
                  <a:schemeClr val="tx1">
                    <a:lumMod val="85000"/>
                    <a:lumOff val="15000"/>
                  </a:schemeClr>
                </a:solidFill>
                <a:latin typeface="Arial" panose="020B0604020202020204" pitchFamily="34" charset="0"/>
                <a:ea typeface="微软雅黑" panose="020B0503020204020204" pitchFamily="34" charset="-122"/>
              </a:rPr>
              <a:t>单击此处添加标题</a:t>
            </a:r>
            <a:endParaRPr lang="zh-CN" altLang="en-US" sz="1350" dirty="0">
              <a:solidFill>
                <a:schemeClr val="tx1">
                  <a:lumMod val="85000"/>
                  <a:lumOff val="15000"/>
                </a:schemeClr>
              </a:solidFill>
              <a:latin typeface="Arial" panose="020B0604020202020204" pitchFamily="34" charset="0"/>
              <a:ea typeface="微软雅黑" panose="020B0503020204020204" pitchFamily="34" charset="-122"/>
            </a:endParaRPr>
          </a:p>
        </p:txBody>
      </p:sp>
      <p:sp>
        <p:nvSpPr>
          <p:cNvPr id="64" name="文本框 30"/>
          <p:cNvSpPr txBox="1"/>
          <p:nvPr>
            <p:custDataLst>
              <p:tags r:id="rId19"/>
            </p:custDataLst>
          </p:nvPr>
        </p:nvSpPr>
        <p:spPr>
          <a:xfrm>
            <a:off x="983475" y="3791924"/>
            <a:ext cx="3462081" cy="587045"/>
          </a:xfrm>
          <a:prstGeom prst="rect">
            <a:avLst/>
          </a:prstGeom>
          <a:noFill/>
        </p:spPr>
        <p:txBody>
          <a:bodyPr wrap="square" rtlCol="0">
            <a:normAutofit/>
          </a:bodyPr>
          <a:lstStyle>
            <a:defPPr>
              <a:defRPr lang="zh-CN"/>
            </a:defPPr>
            <a:lvl1pPr marL="0" algn="l" defTabSz="913765" rtl="0" eaLnBrk="1" latinLnBrk="0" hangingPunct="1">
              <a:defRPr sz="1800" kern="1200">
                <a:solidFill>
                  <a:schemeClr val="tx1"/>
                </a:solidFill>
                <a:latin typeface="+mn-lt"/>
                <a:ea typeface="+mn-ea"/>
                <a:cs typeface="+mn-cs"/>
              </a:defRPr>
            </a:lvl1pPr>
            <a:lvl2pPr marL="457200" algn="l" defTabSz="913765" rtl="0" eaLnBrk="1" latinLnBrk="0" hangingPunct="1">
              <a:defRPr sz="1800" kern="1200">
                <a:solidFill>
                  <a:schemeClr val="tx1"/>
                </a:solidFill>
                <a:latin typeface="+mn-lt"/>
                <a:ea typeface="+mn-ea"/>
                <a:cs typeface="+mn-cs"/>
              </a:defRPr>
            </a:lvl2pPr>
            <a:lvl3pPr marL="914400" algn="l" defTabSz="913765" rtl="0" eaLnBrk="1" latinLnBrk="0" hangingPunct="1">
              <a:defRPr sz="1800" kern="1200">
                <a:solidFill>
                  <a:schemeClr val="tx1"/>
                </a:solidFill>
                <a:latin typeface="+mn-lt"/>
                <a:ea typeface="+mn-ea"/>
                <a:cs typeface="+mn-cs"/>
              </a:defRPr>
            </a:lvl3pPr>
            <a:lvl4pPr marL="1371600" algn="l" defTabSz="913765" rtl="0" eaLnBrk="1" latinLnBrk="0" hangingPunct="1">
              <a:defRPr sz="1800" kern="1200">
                <a:solidFill>
                  <a:schemeClr val="tx1"/>
                </a:solidFill>
                <a:latin typeface="+mn-lt"/>
                <a:ea typeface="+mn-ea"/>
                <a:cs typeface="+mn-cs"/>
              </a:defRPr>
            </a:lvl4pPr>
            <a:lvl5pPr marL="1828800" algn="l" defTabSz="913765" rtl="0" eaLnBrk="1" latinLnBrk="0" hangingPunct="1">
              <a:defRPr sz="1800" kern="1200">
                <a:solidFill>
                  <a:schemeClr val="tx1"/>
                </a:solidFill>
                <a:latin typeface="+mn-lt"/>
                <a:ea typeface="+mn-ea"/>
                <a:cs typeface="+mn-cs"/>
              </a:defRPr>
            </a:lvl5pPr>
            <a:lvl6pPr marL="2286000" algn="l" defTabSz="913765" rtl="0" eaLnBrk="1" latinLnBrk="0" hangingPunct="1">
              <a:defRPr sz="1800" kern="1200">
                <a:solidFill>
                  <a:schemeClr val="tx1"/>
                </a:solidFill>
                <a:latin typeface="+mn-lt"/>
                <a:ea typeface="+mn-ea"/>
                <a:cs typeface="+mn-cs"/>
              </a:defRPr>
            </a:lvl6pPr>
            <a:lvl7pPr marL="2743200" algn="l" defTabSz="913765" rtl="0" eaLnBrk="1" latinLnBrk="0" hangingPunct="1">
              <a:defRPr sz="1800" kern="1200">
                <a:solidFill>
                  <a:schemeClr val="tx1"/>
                </a:solidFill>
                <a:latin typeface="+mn-lt"/>
                <a:ea typeface="+mn-ea"/>
                <a:cs typeface="+mn-cs"/>
              </a:defRPr>
            </a:lvl7pPr>
            <a:lvl8pPr marL="3200400" algn="l" defTabSz="913765" rtl="0" eaLnBrk="1" latinLnBrk="0" hangingPunct="1">
              <a:defRPr sz="1800" kern="1200">
                <a:solidFill>
                  <a:schemeClr val="tx1"/>
                </a:solidFill>
                <a:latin typeface="+mn-lt"/>
                <a:ea typeface="+mn-ea"/>
                <a:cs typeface="+mn-cs"/>
              </a:defRPr>
            </a:lvl8pPr>
            <a:lvl9pPr marL="3657600" algn="l" defTabSz="913765" rtl="0" eaLnBrk="1" latinLnBrk="0" hangingPunct="1">
              <a:defRPr sz="1800" kern="1200">
                <a:solidFill>
                  <a:schemeClr val="tx1"/>
                </a:solidFill>
                <a:latin typeface="+mn-lt"/>
                <a:ea typeface="+mn-ea"/>
                <a:cs typeface="+mn-cs"/>
              </a:defRPr>
            </a:lvl9pPr>
          </a:lstStyle>
          <a:p>
            <a:pPr>
              <a:lnSpc>
                <a:spcPct val="120000"/>
              </a:lnSpc>
            </a:pPr>
            <a:r>
              <a:rPr lang="zh-CN" altLang="en-US" sz="1200" dirty="0">
                <a:solidFill>
                  <a:schemeClr val="tx1">
                    <a:lumMod val="85000"/>
                    <a:lumOff val="15000"/>
                  </a:schemeClr>
                </a:solidFill>
                <a:latin typeface="Arial" panose="020B0604020202020204" pitchFamily="34" charset="0"/>
                <a:ea typeface="微软雅黑" panose="020B0503020204020204" pitchFamily="34" charset="-122"/>
              </a:rPr>
              <a:t>单击此处添加文本具体内容，简明扼要的阐述您的观点。</a:t>
            </a:r>
            <a:endParaRPr lang="zh-CN" altLang="en-US" sz="1200" dirty="0">
              <a:solidFill>
                <a:schemeClr val="tx1">
                  <a:lumMod val="85000"/>
                  <a:lumOff val="15000"/>
                </a:schemeClr>
              </a:solidFill>
              <a:latin typeface="Arial" panose="020B0604020202020204" pitchFamily="34" charset="0"/>
              <a:ea typeface="微软雅黑" panose="020B0503020204020204" pitchFamily="34" charset="-122"/>
            </a:endParaRPr>
          </a:p>
        </p:txBody>
      </p:sp>
      <p:sp>
        <p:nvSpPr>
          <p:cNvPr id="65" name="椭圆 64"/>
          <p:cNvSpPr/>
          <p:nvPr>
            <p:custDataLst>
              <p:tags r:id="rId20"/>
            </p:custDataLst>
          </p:nvPr>
        </p:nvSpPr>
        <p:spPr>
          <a:xfrm>
            <a:off x="567214" y="3452336"/>
            <a:ext cx="308134" cy="308134"/>
          </a:xfrm>
          <a:prstGeom prst="ellips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r>
              <a:rPr lang="en-US" altLang="zh-CN" sz="1200">
                <a:solidFill>
                  <a:schemeClr val="accent1"/>
                </a:solidFill>
                <a:latin typeface="Arial" panose="020B0604020202020204" pitchFamily="34" charset="0"/>
                <a:ea typeface="微软雅黑" panose="020B0503020204020204" pitchFamily="34" charset="-122"/>
              </a:rPr>
              <a:t>5</a:t>
            </a:r>
            <a:endParaRPr lang="en-US" altLang="zh-CN" sz="1200">
              <a:solidFill>
                <a:schemeClr val="accent1"/>
              </a:solidFill>
              <a:latin typeface="Arial" panose="020B0604020202020204" pitchFamily="34" charset="0"/>
              <a:ea typeface="微软雅黑" panose="020B0503020204020204" pitchFamily="34" charset="-122"/>
            </a:endParaRPr>
          </a:p>
        </p:txBody>
      </p:sp>
      <p:cxnSp>
        <p:nvCxnSpPr>
          <p:cNvPr id="67" name="直接连接符 66"/>
          <p:cNvCxnSpPr/>
          <p:nvPr>
            <p:custDataLst>
              <p:tags r:id="rId21"/>
            </p:custDataLst>
          </p:nvPr>
        </p:nvCxnSpPr>
        <p:spPr>
          <a:xfrm>
            <a:off x="5007310" y="3756206"/>
            <a:ext cx="3469958" cy="0"/>
          </a:xfrm>
          <a:prstGeom prst="line">
            <a:avLst/>
          </a:prstGeom>
          <a:ln>
            <a:solidFill>
              <a:schemeClr val="accent1">
                <a:alpha val="44000"/>
              </a:schemeClr>
            </a:solidFill>
          </a:ln>
        </p:spPr>
        <p:style>
          <a:lnRef idx="1">
            <a:schemeClr val="accent1"/>
          </a:lnRef>
          <a:fillRef idx="0">
            <a:schemeClr val="accent1"/>
          </a:fillRef>
          <a:effectRef idx="0">
            <a:schemeClr val="accent1"/>
          </a:effectRef>
          <a:fontRef idx="minor">
            <a:schemeClr val="tx1"/>
          </a:fontRef>
        </p:style>
      </p:cxnSp>
      <p:sp>
        <p:nvSpPr>
          <p:cNvPr id="68" name="文本框 29"/>
          <p:cNvSpPr txBox="1"/>
          <p:nvPr>
            <p:custDataLst>
              <p:tags r:id="rId22"/>
            </p:custDataLst>
          </p:nvPr>
        </p:nvSpPr>
        <p:spPr>
          <a:xfrm>
            <a:off x="5007310" y="3421604"/>
            <a:ext cx="3469957" cy="309364"/>
          </a:xfrm>
          <a:prstGeom prst="rect">
            <a:avLst/>
          </a:prstGeom>
          <a:noFill/>
        </p:spPr>
        <p:txBody>
          <a:bodyPr wrap="square" rtlCol="0">
            <a:normAutofit lnSpcReduction="10000"/>
          </a:bodyPr>
          <a:lstStyle>
            <a:defPPr>
              <a:defRPr lang="zh-CN"/>
            </a:defPPr>
            <a:lvl1pPr marL="0" algn="l" defTabSz="913765" rtl="0" eaLnBrk="1" latinLnBrk="0" hangingPunct="1">
              <a:defRPr sz="1800" kern="1200">
                <a:solidFill>
                  <a:schemeClr val="tx1"/>
                </a:solidFill>
                <a:latin typeface="+mn-lt"/>
                <a:ea typeface="+mn-ea"/>
                <a:cs typeface="+mn-cs"/>
              </a:defRPr>
            </a:lvl1pPr>
            <a:lvl2pPr marL="457200" algn="l" defTabSz="913765" rtl="0" eaLnBrk="1" latinLnBrk="0" hangingPunct="1">
              <a:defRPr sz="1800" kern="1200">
                <a:solidFill>
                  <a:schemeClr val="tx1"/>
                </a:solidFill>
                <a:latin typeface="+mn-lt"/>
                <a:ea typeface="+mn-ea"/>
                <a:cs typeface="+mn-cs"/>
              </a:defRPr>
            </a:lvl2pPr>
            <a:lvl3pPr marL="914400" algn="l" defTabSz="913765" rtl="0" eaLnBrk="1" latinLnBrk="0" hangingPunct="1">
              <a:defRPr sz="1800" kern="1200">
                <a:solidFill>
                  <a:schemeClr val="tx1"/>
                </a:solidFill>
                <a:latin typeface="+mn-lt"/>
                <a:ea typeface="+mn-ea"/>
                <a:cs typeface="+mn-cs"/>
              </a:defRPr>
            </a:lvl3pPr>
            <a:lvl4pPr marL="1371600" algn="l" defTabSz="913765" rtl="0" eaLnBrk="1" latinLnBrk="0" hangingPunct="1">
              <a:defRPr sz="1800" kern="1200">
                <a:solidFill>
                  <a:schemeClr val="tx1"/>
                </a:solidFill>
                <a:latin typeface="+mn-lt"/>
                <a:ea typeface="+mn-ea"/>
                <a:cs typeface="+mn-cs"/>
              </a:defRPr>
            </a:lvl4pPr>
            <a:lvl5pPr marL="1828800" algn="l" defTabSz="913765" rtl="0" eaLnBrk="1" latinLnBrk="0" hangingPunct="1">
              <a:defRPr sz="1800" kern="1200">
                <a:solidFill>
                  <a:schemeClr val="tx1"/>
                </a:solidFill>
                <a:latin typeface="+mn-lt"/>
                <a:ea typeface="+mn-ea"/>
                <a:cs typeface="+mn-cs"/>
              </a:defRPr>
            </a:lvl5pPr>
            <a:lvl6pPr marL="2286000" algn="l" defTabSz="913765" rtl="0" eaLnBrk="1" latinLnBrk="0" hangingPunct="1">
              <a:defRPr sz="1800" kern="1200">
                <a:solidFill>
                  <a:schemeClr val="tx1"/>
                </a:solidFill>
                <a:latin typeface="+mn-lt"/>
                <a:ea typeface="+mn-ea"/>
                <a:cs typeface="+mn-cs"/>
              </a:defRPr>
            </a:lvl6pPr>
            <a:lvl7pPr marL="2743200" algn="l" defTabSz="913765" rtl="0" eaLnBrk="1" latinLnBrk="0" hangingPunct="1">
              <a:defRPr sz="1800" kern="1200">
                <a:solidFill>
                  <a:schemeClr val="tx1"/>
                </a:solidFill>
                <a:latin typeface="+mn-lt"/>
                <a:ea typeface="+mn-ea"/>
                <a:cs typeface="+mn-cs"/>
              </a:defRPr>
            </a:lvl7pPr>
            <a:lvl8pPr marL="3200400" algn="l" defTabSz="913765" rtl="0" eaLnBrk="1" latinLnBrk="0" hangingPunct="1">
              <a:defRPr sz="1800" kern="1200">
                <a:solidFill>
                  <a:schemeClr val="tx1"/>
                </a:solidFill>
                <a:latin typeface="+mn-lt"/>
                <a:ea typeface="+mn-ea"/>
                <a:cs typeface="+mn-cs"/>
              </a:defRPr>
            </a:lvl8pPr>
            <a:lvl9pPr marL="3657600" algn="l" defTabSz="913765" rtl="0" eaLnBrk="1" latinLnBrk="0" hangingPunct="1">
              <a:defRPr sz="1800" kern="1200">
                <a:solidFill>
                  <a:schemeClr val="tx1"/>
                </a:solidFill>
                <a:latin typeface="+mn-lt"/>
                <a:ea typeface="+mn-ea"/>
                <a:cs typeface="+mn-cs"/>
              </a:defRPr>
            </a:lvl9pPr>
          </a:lstStyle>
          <a:p>
            <a:r>
              <a:rPr lang="zh-CN" altLang="en-US" sz="1350" dirty="0">
                <a:solidFill>
                  <a:schemeClr val="tx1">
                    <a:lumMod val="85000"/>
                    <a:lumOff val="15000"/>
                  </a:schemeClr>
                </a:solidFill>
                <a:latin typeface="Arial" panose="020B0604020202020204" pitchFamily="34" charset="0"/>
                <a:ea typeface="微软雅黑" panose="020B0503020204020204" pitchFamily="34" charset="-122"/>
              </a:rPr>
              <a:t>单击此处添加标题</a:t>
            </a:r>
            <a:endParaRPr lang="zh-CN" altLang="en-US" sz="1350" dirty="0">
              <a:solidFill>
                <a:schemeClr val="tx1">
                  <a:lumMod val="85000"/>
                  <a:lumOff val="15000"/>
                </a:schemeClr>
              </a:solidFill>
              <a:latin typeface="Arial" panose="020B0604020202020204" pitchFamily="34" charset="0"/>
              <a:ea typeface="微软雅黑" panose="020B0503020204020204" pitchFamily="34" charset="-122"/>
            </a:endParaRPr>
          </a:p>
        </p:txBody>
      </p:sp>
      <p:sp>
        <p:nvSpPr>
          <p:cNvPr id="69" name="文本框 30"/>
          <p:cNvSpPr txBox="1"/>
          <p:nvPr>
            <p:custDataLst>
              <p:tags r:id="rId23"/>
            </p:custDataLst>
          </p:nvPr>
        </p:nvSpPr>
        <p:spPr>
          <a:xfrm>
            <a:off x="5007311" y="3791924"/>
            <a:ext cx="3469958" cy="587045"/>
          </a:xfrm>
          <a:prstGeom prst="rect">
            <a:avLst/>
          </a:prstGeom>
          <a:noFill/>
        </p:spPr>
        <p:txBody>
          <a:bodyPr wrap="square" rtlCol="0">
            <a:normAutofit/>
          </a:bodyPr>
          <a:lstStyle>
            <a:defPPr>
              <a:defRPr lang="zh-CN"/>
            </a:defPPr>
            <a:lvl1pPr marL="0" algn="l" defTabSz="913765" rtl="0" eaLnBrk="1" latinLnBrk="0" hangingPunct="1">
              <a:defRPr sz="1800" kern="1200">
                <a:solidFill>
                  <a:schemeClr val="tx1"/>
                </a:solidFill>
                <a:latin typeface="+mn-lt"/>
                <a:ea typeface="+mn-ea"/>
                <a:cs typeface="+mn-cs"/>
              </a:defRPr>
            </a:lvl1pPr>
            <a:lvl2pPr marL="457200" algn="l" defTabSz="913765" rtl="0" eaLnBrk="1" latinLnBrk="0" hangingPunct="1">
              <a:defRPr sz="1800" kern="1200">
                <a:solidFill>
                  <a:schemeClr val="tx1"/>
                </a:solidFill>
                <a:latin typeface="+mn-lt"/>
                <a:ea typeface="+mn-ea"/>
                <a:cs typeface="+mn-cs"/>
              </a:defRPr>
            </a:lvl2pPr>
            <a:lvl3pPr marL="914400" algn="l" defTabSz="913765" rtl="0" eaLnBrk="1" latinLnBrk="0" hangingPunct="1">
              <a:defRPr sz="1800" kern="1200">
                <a:solidFill>
                  <a:schemeClr val="tx1"/>
                </a:solidFill>
                <a:latin typeface="+mn-lt"/>
                <a:ea typeface="+mn-ea"/>
                <a:cs typeface="+mn-cs"/>
              </a:defRPr>
            </a:lvl3pPr>
            <a:lvl4pPr marL="1371600" algn="l" defTabSz="913765" rtl="0" eaLnBrk="1" latinLnBrk="0" hangingPunct="1">
              <a:defRPr sz="1800" kern="1200">
                <a:solidFill>
                  <a:schemeClr val="tx1"/>
                </a:solidFill>
                <a:latin typeface="+mn-lt"/>
                <a:ea typeface="+mn-ea"/>
                <a:cs typeface="+mn-cs"/>
              </a:defRPr>
            </a:lvl4pPr>
            <a:lvl5pPr marL="1828800" algn="l" defTabSz="913765" rtl="0" eaLnBrk="1" latinLnBrk="0" hangingPunct="1">
              <a:defRPr sz="1800" kern="1200">
                <a:solidFill>
                  <a:schemeClr val="tx1"/>
                </a:solidFill>
                <a:latin typeface="+mn-lt"/>
                <a:ea typeface="+mn-ea"/>
                <a:cs typeface="+mn-cs"/>
              </a:defRPr>
            </a:lvl5pPr>
            <a:lvl6pPr marL="2286000" algn="l" defTabSz="913765" rtl="0" eaLnBrk="1" latinLnBrk="0" hangingPunct="1">
              <a:defRPr sz="1800" kern="1200">
                <a:solidFill>
                  <a:schemeClr val="tx1"/>
                </a:solidFill>
                <a:latin typeface="+mn-lt"/>
                <a:ea typeface="+mn-ea"/>
                <a:cs typeface="+mn-cs"/>
              </a:defRPr>
            </a:lvl6pPr>
            <a:lvl7pPr marL="2743200" algn="l" defTabSz="913765" rtl="0" eaLnBrk="1" latinLnBrk="0" hangingPunct="1">
              <a:defRPr sz="1800" kern="1200">
                <a:solidFill>
                  <a:schemeClr val="tx1"/>
                </a:solidFill>
                <a:latin typeface="+mn-lt"/>
                <a:ea typeface="+mn-ea"/>
                <a:cs typeface="+mn-cs"/>
              </a:defRPr>
            </a:lvl7pPr>
            <a:lvl8pPr marL="3200400" algn="l" defTabSz="913765" rtl="0" eaLnBrk="1" latinLnBrk="0" hangingPunct="1">
              <a:defRPr sz="1800" kern="1200">
                <a:solidFill>
                  <a:schemeClr val="tx1"/>
                </a:solidFill>
                <a:latin typeface="+mn-lt"/>
                <a:ea typeface="+mn-ea"/>
                <a:cs typeface="+mn-cs"/>
              </a:defRPr>
            </a:lvl8pPr>
            <a:lvl9pPr marL="3657600" algn="l" defTabSz="913765" rtl="0" eaLnBrk="1" latinLnBrk="0" hangingPunct="1">
              <a:defRPr sz="1800" kern="1200">
                <a:solidFill>
                  <a:schemeClr val="tx1"/>
                </a:solidFill>
                <a:latin typeface="+mn-lt"/>
                <a:ea typeface="+mn-ea"/>
                <a:cs typeface="+mn-cs"/>
              </a:defRPr>
            </a:lvl9pPr>
          </a:lstStyle>
          <a:p>
            <a:pPr>
              <a:lnSpc>
                <a:spcPct val="120000"/>
              </a:lnSpc>
            </a:pPr>
            <a:r>
              <a:rPr lang="zh-CN" altLang="en-US" sz="1200" dirty="0">
                <a:solidFill>
                  <a:schemeClr val="tx1">
                    <a:lumMod val="85000"/>
                    <a:lumOff val="15000"/>
                  </a:schemeClr>
                </a:solidFill>
                <a:latin typeface="Arial" panose="020B0604020202020204" pitchFamily="34" charset="0"/>
                <a:ea typeface="微软雅黑" panose="020B0503020204020204" pitchFamily="34" charset="-122"/>
              </a:rPr>
              <a:t>单击此处添加文本具体内容，简明扼要的阐述您的观点。</a:t>
            </a:r>
            <a:endParaRPr lang="zh-CN" altLang="en-US" sz="1200" dirty="0">
              <a:solidFill>
                <a:schemeClr val="tx1">
                  <a:lumMod val="85000"/>
                  <a:lumOff val="15000"/>
                </a:schemeClr>
              </a:solidFill>
              <a:latin typeface="Arial" panose="020B0604020202020204" pitchFamily="34" charset="0"/>
              <a:ea typeface="微软雅黑" panose="020B0503020204020204" pitchFamily="34" charset="-122"/>
            </a:endParaRPr>
          </a:p>
        </p:txBody>
      </p:sp>
      <p:sp>
        <p:nvSpPr>
          <p:cNvPr id="70" name="椭圆 69"/>
          <p:cNvSpPr/>
          <p:nvPr>
            <p:custDataLst>
              <p:tags r:id="rId24"/>
            </p:custDataLst>
          </p:nvPr>
        </p:nvSpPr>
        <p:spPr>
          <a:xfrm>
            <a:off x="4591050" y="3452336"/>
            <a:ext cx="308134" cy="308134"/>
          </a:xfrm>
          <a:prstGeom prst="ellips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r>
              <a:rPr lang="en-US" altLang="zh-CN" sz="1200">
                <a:solidFill>
                  <a:schemeClr val="accent1"/>
                </a:solidFill>
                <a:latin typeface="Arial" panose="020B0604020202020204" pitchFamily="34" charset="0"/>
                <a:ea typeface="微软雅黑" panose="020B0503020204020204" pitchFamily="34" charset="-122"/>
              </a:rPr>
              <a:t>6</a:t>
            </a:r>
            <a:endParaRPr lang="en-US" altLang="zh-CN" sz="1200">
              <a:solidFill>
                <a:schemeClr val="accent1"/>
              </a:solidFill>
              <a:latin typeface="Arial" panose="020B0604020202020204" pitchFamily="34" charset="0"/>
              <a:ea typeface="微软雅黑" panose="020B0503020204020204" pitchFamily="34" charset="-122"/>
            </a:endParaRPr>
          </a:p>
        </p:txBody>
      </p:sp>
      <p:sp>
        <p:nvSpPr>
          <p:cNvPr id="27" name="文本框 26"/>
          <p:cNvSpPr txBox="1"/>
          <p:nvPr>
            <p:custDataLst>
              <p:tags r:id="rId25"/>
            </p:custDataLst>
          </p:nvPr>
        </p:nvSpPr>
        <p:spPr>
          <a:xfrm>
            <a:off x="675096" y="438225"/>
            <a:ext cx="7822464" cy="598838"/>
          </a:xfrm>
          <a:prstGeom prst="rect">
            <a:avLst/>
          </a:prstGeom>
        </p:spPr>
        <p:txBody>
          <a:bodyPr wrap="square">
            <a:normAutofit/>
          </a:bodyPr>
          <a:lstStyle>
            <a:defPPr>
              <a:defRPr lang="zh-CN"/>
            </a:defPPr>
            <a:lvl1pPr>
              <a:lnSpc>
                <a:spcPct val="130000"/>
              </a:lnSpc>
              <a:defRPr sz="2400" b="1">
                <a:latin typeface="+mj-lt"/>
                <a:ea typeface="+mj-ea"/>
                <a:cs typeface="+mj-cs"/>
              </a:defRPr>
            </a:lvl1pPr>
          </a:lstStyle>
          <a:p>
            <a:pPr>
              <a:lnSpc>
                <a:spcPct val="120000"/>
              </a:lnSpc>
            </a:pPr>
            <a:r>
              <a:rPr lang="zh-CN" altLang="en-US" sz="2100" dirty="0">
                <a:solidFill>
                  <a:schemeClr val="tx1">
                    <a:lumMod val="85000"/>
                    <a:lumOff val="15000"/>
                  </a:schemeClr>
                </a:solidFill>
                <a:latin typeface="Arial" panose="020B0604020202020204" pitchFamily="34" charset="0"/>
                <a:ea typeface="微软雅黑" panose="020B0503020204020204" pitchFamily="34" charset="-122"/>
              </a:rPr>
              <a:t>具体设置方法如下。</a:t>
            </a:r>
            <a:endParaRPr lang="zh-CN" altLang="en-US" sz="2100" dirty="0">
              <a:solidFill>
                <a:schemeClr val="tx1">
                  <a:lumMod val="85000"/>
                  <a:lumOff val="15000"/>
                </a:schemeClr>
              </a:solidFill>
              <a:latin typeface="Arial" panose="020B0604020202020204" pitchFamily="34" charset="0"/>
              <a:ea typeface="微软雅黑" panose="020B0503020204020204" pitchFamily="34" charset="-122"/>
            </a:endParaRPr>
          </a:p>
        </p:txBody>
      </p:sp>
    </p:spTree>
    <p:custDataLst>
      <p:tags r:id="rId26"/>
    </p:custData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3" name="任意多边形: 形状 22"/>
          <p:cNvSpPr/>
          <p:nvPr>
            <p:custDataLst>
              <p:tags r:id="rId1"/>
            </p:custDataLst>
          </p:nvPr>
        </p:nvSpPr>
        <p:spPr>
          <a:xfrm>
            <a:off x="0" y="1376839"/>
            <a:ext cx="2895600" cy="3766661"/>
          </a:xfrm>
          <a:custGeom>
            <a:avLst/>
            <a:gdLst>
              <a:gd name="connsiteX0" fmla="*/ 0 w 1968499"/>
              <a:gd name="connsiteY0" fmla="*/ 0 h 2832100"/>
              <a:gd name="connsiteX1" fmla="*/ 1968499 w 1968499"/>
              <a:gd name="connsiteY1" fmla="*/ 0 h 2832100"/>
              <a:gd name="connsiteX2" fmla="*/ 803288 w 1968499"/>
              <a:gd name="connsiteY2" fmla="*/ 2832100 h 2832100"/>
              <a:gd name="connsiteX3" fmla="*/ 0 w 1968499"/>
              <a:gd name="connsiteY3" fmla="*/ 2832100 h 2832100"/>
            </a:gdLst>
            <a:ahLst/>
            <a:cxnLst>
              <a:cxn ang="0">
                <a:pos x="connsiteX0" y="connsiteY0"/>
              </a:cxn>
              <a:cxn ang="0">
                <a:pos x="connsiteX1" y="connsiteY1"/>
              </a:cxn>
              <a:cxn ang="0">
                <a:pos x="connsiteX2" y="connsiteY2"/>
              </a:cxn>
              <a:cxn ang="0">
                <a:pos x="connsiteX3" y="connsiteY3"/>
              </a:cxn>
            </a:cxnLst>
            <a:rect l="l" t="t" r="r" b="b"/>
            <a:pathLst>
              <a:path w="1968499" h="2832100">
                <a:moveTo>
                  <a:pt x="0" y="0"/>
                </a:moveTo>
                <a:lnTo>
                  <a:pt x="1968499" y="0"/>
                </a:lnTo>
                <a:lnTo>
                  <a:pt x="803288" y="2832100"/>
                </a:lnTo>
                <a:lnTo>
                  <a:pt x="0" y="2832100"/>
                </a:lnTo>
                <a:close/>
              </a:path>
            </a:pathLst>
          </a:custGeom>
          <a:solidFill>
            <a:srgbClr val="5B5B91">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kumimoji="1" lang="zh-CN" altLang="en-US" sz="1200" b="1" dirty="0">
              <a:solidFill>
                <a:srgbClr val="FFFFFF"/>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22" name="平行四边形 21"/>
          <p:cNvSpPr/>
          <p:nvPr>
            <p:custDataLst>
              <p:tags r:id="rId2"/>
            </p:custDataLst>
          </p:nvPr>
        </p:nvSpPr>
        <p:spPr>
          <a:xfrm>
            <a:off x="5232559" y="1376839"/>
            <a:ext cx="2387918" cy="3766661"/>
          </a:xfrm>
          <a:prstGeom prst="parallelogram">
            <a:avLst>
              <a:gd name="adj" fmla="val 75195"/>
            </a:avLst>
          </a:prstGeom>
          <a:solidFill>
            <a:srgbClr val="5B5B91">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kumimoji="1" lang="zh-CN" altLang="en-US" sz="1200" b="1" dirty="0">
              <a:solidFill>
                <a:srgbClr val="FFFFFF"/>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24" name="任意多边形: 形状 23"/>
          <p:cNvSpPr/>
          <p:nvPr>
            <p:custDataLst>
              <p:tags r:id="rId3"/>
            </p:custDataLst>
          </p:nvPr>
        </p:nvSpPr>
        <p:spPr>
          <a:xfrm>
            <a:off x="6097429" y="1377474"/>
            <a:ext cx="3046571" cy="3766661"/>
          </a:xfrm>
          <a:custGeom>
            <a:avLst/>
            <a:gdLst>
              <a:gd name="connsiteX0" fmla="*/ 1101715 w 1879600"/>
              <a:gd name="connsiteY0" fmla="*/ 0 h 2832100"/>
              <a:gd name="connsiteX1" fmla="*/ 1879600 w 1879600"/>
              <a:gd name="connsiteY1" fmla="*/ 0 h 2832100"/>
              <a:gd name="connsiteX2" fmla="*/ 1879600 w 1879600"/>
              <a:gd name="connsiteY2" fmla="*/ 2832100 h 2832100"/>
              <a:gd name="connsiteX3" fmla="*/ 0 w 1879600"/>
              <a:gd name="connsiteY3" fmla="*/ 2832100 h 2832100"/>
            </a:gdLst>
            <a:ahLst/>
            <a:cxnLst>
              <a:cxn ang="0">
                <a:pos x="connsiteX0" y="connsiteY0"/>
              </a:cxn>
              <a:cxn ang="0">
                <a:pos x="connsiteX1" y="connsiteY1"/>
              </a:cxn>
              <a:cxn ang="0">
                <a:pos x="connsiteX2" y="connsiteY2"/>
              </a:cxn>
              <a:cxn ang="0">
                <a:pos x="connsiteX3" y="connsiteY3"/>
              </a:cxn>
            </a:cxnLst>
            <a:rect l="l" t="t" r="r" b="b"/>
            <a:pathLst>
              <a:path w="1879600" h="2832100">
                <a:moveTo>
                  <a:pt x="1101715" y="0"/>
                </a:moveTo>
                <a:lnTo>
                  <a:pt x="1879600" y="0"/>
                </a:lnTo>
                <a:lnTo>
                  <a:pt x="1879600" y="2832100"/>
                </a:lnTo>
                <a:lnTo>
                  <a:pt x="0" y="2832100"/>
                </a:lnTo>
                <a:close/>
              </a:path>
            </a:pathLst>
          </a:custGeom>
          <a:solidFill>
            <a:srgbClr val="5B5B91">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kumimoji="1" lang="zh-CN" altLang="en-US" sz="1200" b="1" dirty="0">
              <a:solidFill>
                <a:srgbClr val="FFFFFF"/>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12" name="矩形 11"/>
          <p:cNvSpPr/>
          <p:nvPr>
            <p:custDataLst>
              <p:tags r:id="rId4"/>
            </p:custDataLst>
          </p:nvPr>
        </p:nvSpPr>
        <p:spPr>
          <a:xfrm>
            <a:off x="0" y="0"/>
            <a:ext cx="9144000" cy="1230154"/>
          </a:xfrm>
          <a:prstGeom prst="rect">
            <a:avLst/>
          </a:prstGeom>
          <a:solidFill>
            <a:srgbClr val="A5A5D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200" b="1" dirty="0">
              <a:solidFill>
                <a:srgbClr val="FFFFFF"/>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4" name="矩形 3"/>
          <p:cNvSpPr/>
          <p:nvPr>
            <p:custDataLst>
              <p:tags r:id="rId5"/>
            </p:custDataLst>
          </p:nvPr>
        </p:nvSpPr>
        <p:spPr>
          <a:xfrm>
            <a:off x="406241" y="1650683"/>
            <a:ext cx="8473916" cy="2756535"/>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200" b="1">
              <a:solidFill>
                <a:srgbClr val="FFFFFF"/>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5" name="矩形 4"/>
          <p:cNvSpPr/>
          <p:nvPr>
            <p:custDataLst>
              <p:tags r:id="rId6"/>
            </p:custDataLst>
          </p:nvPr>
        </p:nvSpPr>
        <p:spPr>
          <a:xfrm>
            <a:off x="277654" y="1516380"/>
            <a:ext cx="8482013" cy="2768918"/>
          </a:xfrm>
          <a:prstGeom prst="rect">
            <a:avLst/>
          </a:prstGeom>
          <a:solidFill>
            <a:srgbClr val="FFFFFF"/>
          </a:solidFill>
          <a:ln w="31750">
            <a:solidFill>
              <a:srgbClr val="DB63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200" b="1">
              <a:solidFill>
                <a:srgbClr val="FFFFFF"/>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13" name="文本框 12"/>
          <p:cNvSpPr txBox="1"/>
          <p:nvPr>
            <p:custDataLst>
              <p:tags r:id="rId7"/>
            </p:custDataLst>
          </p:nvPr>
        </p:nvSpPr>
        <p:spPr>
          <a:xfrm>
            <a:off x="754380" y="1810703"/>
            <a:ext cx="7635240" cy="2180273"/>
          </a:xfrm>
          <a:prstGeom prst="rect">
            <a:avLst/>
          </a:prstGeom>
          <a:noFill/>
        </p:spPr>
        <p:txBody>
          <a:bodyPr wrap="square" lIns="67627" tIns="35242" rIns="67627" bIns="35242" rtlCol="0" anchor="ctr" anchorCtr="0">
            <a:normAutofit/>
          </a:bodyPr>
          <a:lstStyle>
            <a:defPPr>
              <a:defRPr lang="zh-CN"/>
            </a:defPPr>
            <a:lvl1pPr fontAlgn="auto">
              <a:lnSpc>
                <a:spcPct val="130000"/>
              </a:lnSpc>
              <a:spcAft>
                <a:spcPts val="1000"/>
              </a:spcAft>
              <a:defRPr sz="1600" spc="150"/>
            </a:lvl1pPr>
          </a:lstStyle>
          <a:p>
            <a:pPr marL="0" lvl="0" indent="431800" algn="just" fontAlgn="ctr">
              <a:lnSpc>
                <a:spcPct val="130000"/>
              </a:lnSpc>
              <a:spcBef>
                <a:spcPts val="1000"/>
              </a:spcBef>
              <a:spcAft>
                <a:spcPts val="0"/>
              </a:spcAft>
              <a:buSzPct val="100000"/>
              <a:buFont typeface="Wingdings" panose="05000000000000000000" charset="0"/>
              <a:buNone/>
              <a:extLst>
                <a:ext uri="{35155182-B16C-46BC-9424-99874614C6A1}">
                  <wpsdc:indentchars xmlns:wpsdc="http://www.wps.cn/officeDocument/2017/drawingmlCustomData" val="200" checksum="1321227036"/>
                </a:ext>
              </a:extLst>
            </a:pPr>
            <a:r>
              <a:rPr lang="zh-CN" altLang="en-US" sz="1500" spc="20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浏览网页需要使用浏览器，浏览器是安装在用户端计算机上，用于浏览WWW中网页（Web）文件的应用程序。</a:t>
            </a:r>
            <a:endParaRPr lang="zh-CN" altLang="en-US" sz="1500" spc="200">
              <a:solidFill>
                <a:srgbClr val="404040"/>
              </a:solidFill>
              <a:latin typeface="微软雅黑" panose="020B0503020204020204" pitchFamily="34" charset="-122"/>
              <a:ea typeface="微软雅黑" panose="020B0503020204020204" pitchFamily="34" charset="-122"/>
              <a:cs typeface="微软雅黑" panose="020B0503020204020204" pitchFamily="34" charset="-122"/>
            </a:endParaRPr>
          </a:p>
          <a:p>
            <a:pPr marL="0" lvl="0" indent="431800" algn="just" fontAlgn="ctr">
              <a:lnSpc>
                <a:spcPct val="130000"/>
              </a:lnSpc>
              <a:spcBef>
                <a:spcPts val="1000"/>
              </a:spcBef>
              <a:spcAft>
                <a:spcPts val="0"/>
              </a:spcAft>
              <a:buSzPct val="100000"/>
              <a:buFont typeface="Wingdings" panose="05000000000000000000" charset="0"/>
              <a:buNone/>
              <a:extLst>
                <a:ext uri="{35155182-B16C-46BC-9424-99874614C6A1}">
                  <wpsdc:indentchars xmlns:wpsdc="http://www.wps.cn/officeDocument/2017/drawingmlCustomData" val="200" checksum="1321227036"/>
                </a:ext>
              </a:extLst>
            </a:pPr>
            <a:r>
              <a:rPr lang="zh-CN" altLang="en-US" sz="1500" spc="20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2015年4月，微软正式发布Microsoft Edge浏览器，用于替代使用了20年的IE浏览器。Microsoft Edge 是Windows 10操作系统的默认浏览器，但同时IE11浏览器也被保留，以便兼容旧版网页。</a:t>
            </a:r>
            <a:endParaRPr lang="zh-CN" altLang="en-US" sz="1500" spc="200">
              <a:solidFill>
                <a:srgbClr val="404040"/>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6" name="文本框 15"/>
          <p:cNvSpPr txBox="1"/>
          <p:nvPr>
            <p:custDataLst>
              <p:tags r:id="rId8"/>
            </p:custDataLst>
          </p:nvPr>
        </p:nvSpPr>
        <p:spPr>
          <a:xfrm>
            <a:off x="609600" y="297656"/>
            <a:ext cx="7924800" cy="468630"/>
          </a:xfrm>
          <a:prstGeom prst="rect">
            <a:avLst/>
          </a:prstGeom>
          <a:noFill/>
        </p:spPr>
        <p:txBody>
          <a:bodyPr wrap="square" lIns="67627" tIns="35242" rIns="67627" bIns="35242" rtlCol="0" anchor="ctr" anchorCtr="0">
            <a:normAutofit/>
          </a:bodyPr>
          <a:lstStyle>
            <a:defPPr>
              <a:defRPr lang="zh-CN"/>
            </a:defPPr>
            <a:lvl1pPr fontAlgn="auto">
              <a:lnSpc>
                <a:spcPct val="130000"/>
              </a:lnSpc>
              <a:spcAft>
                <a:spcPts val="1000"/>
              </a:spcAft>
              <a:defRPr sz="1600" spc="150"/>
            </a:lvl1pPr>
          </a:lstStyle>
          <a:p>
            <a:pPr marL="0" lvl="0" indent="0" algn="ctr">
              <a:lnSpc>
                <a:spcPct val="100000"/>
              </a:lnSpc>
              <a:spcBef>
                <a:spcPts val="0"/>
              </a:spcBef>
              <a:spcAft>
                <a:spcPts val="1000"/>
              </a:spcAft>
              <a:buSzPct val="100000"/>
              <a:buNone/>
            </a:pPr>
            <a:r>
              <a:rPr lang="zh-CN" altLang="en-US" sz="2100" b="1" spc="400">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Microsoft Edge 浏览器</a:t>
            </a:r>
            <a:endParaRPr lang="zh-CN" altLang="en-US" sz="2100" b="1" spc="400">
              <a:solidFill>
                <a:srgbClr val="FFFFFF"/>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6" name="矩形 5"/>
          <p:cNvSpPr/>
          <p:nvPr>
            <p:custDataLst>
              <p:tags r:id="rId9"/>
            </p:custDataLst>
          </p:nvPr>
        </p:nvSpPr>
        <p:spPr>
          <a:xfrm>
            <a:off x="8876348" y="4620578"/>
            <a:ext cx="267653" cy="267653"/>
          </a:xfrm>
          <a:prstGeom prst="rect">
            <a:avLst/>
          </a:prstGeom>
          <a:solidFill>
            <a:srgbClr val="6969C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rgbClr val="FFFFFF"/>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7" name="矩形 6"/>
          <p:cNvSpPr/>
          <p:nvPr>
            <p:custDataLst>
              <p:tags r:id="rId10"/>
            </p:custDataLst>
          </p:nvPr>
        </p:nvSpPr>
        <p:spPr>
          <a:xfrm>
            <a:off x="8608695" y="4875848"/>
            <a:ext cx="267653" cy="267653"/>
          </a:xfrm>
          <a:prstGeom prst="rect">
            <a:avLst/>
          </a:prstGeom>
          <a:solidFill>
            <a:srgbClr val="262626">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rgbClr val="FFFFFF"/>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8" name="矩形 7"/>
          <p:cNvSpPr/>
          <p:nvPr>
            <p:custDataLst>
              <p:tags r:id="rId11"/>
            </p:custDataLst>
          </p:nvPr>
        </p:nvSpPr>
        <p:spPr>
          <a:xfrm>
            <a:off x="0" y="4875848"/>
            <a:ext cx="267653" cy="267653"/>
          </a:xfrm>
          <a:prstGeom prst="rect">
            <a:avLst/>
          </a:prstGeom>
          <a:solidFill>
            <a:srgbClr val="6969C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rgbClr val="FFFFFF"/>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9" name="矩形 8"/>
          <p:cNvSpPr/>
          <p:nvPr>
            <p:custDataLst>
              <p:tags r:id="rId12"/>
            </p:custDataLst>
          </p:nvPr>
        </p:nvSpPr>
        <p:spPr>
          <a:xfrm>
            <a:off x="270986" y="4620578"/>
            <a:ext cx="267653" cy="267653"/>
          </a:xfrm>
          <a:prstGeom prst="rect">
            <a:avLst/>
          </a:prstGeom>
          <a:solidFill>
            <a:srgbClr val="262626">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rgbClr val="FFFFFF"/>
              </a:solidFill>
              <a:latin typeface="微软雅黑" panose="020B0503020204020204" pitchFamily="34" charset="-122"/>
              <a:ea typeface="微软雅黑" panose="020B0503020204020204" pitchFamily="34" charset="-122"/>
              <a:sym typeface="Arial" panose="020B0604020202020204" pitchFamily="34" charset="0"/>
            </a:endParaRPr>
          </a:p>
        </p:txBody>
      </p:sp>
    </p:spTree>
    <p:custDataLst>
      <p:tags r:id="rId13"/>
    </p:custData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63" name="图片 62"/>
          <p:cNvPicPr>
            <a:picLocks noChangeAspect="1"/>
          </p:cNvPicPr>
          <p:nvPr userDrawn="1">
            <p:custDataLst>
              <p:tags r:id="rId1"/>
            </p:custDataLst>
          </p:nvPr>
        </p:nvPicPr>
        <p:blipFill>
          <a:blip r:embed="rId2">
            <a:extLst>
              <a:ext uri="{28A0092B-C50C-407E-A947-70E740481C1C}">
                <a14:useLocalDpi xmlns:a14="http://schemas.microsoft.com/office/drawing/2010/main" val="0"/>
              </a:ext>
            </a:extLst>
          </a:blip>
          <a:stretch>
            <a:fillRect/>
          </a:stretch>
        </p:blipFill>
        <p:spPr>
          <a:xfrm>
            <a:off x="7931976" y="3954677"/>
            <a:ext cx="1101947" cy="1188823"/>
          </a:xfrm>
          <a:prstGeom prst="rect">
            <a:avLst/>
          </a:prstGeom>
        </p:spPr>
      </p:pic>
      <p:sp>
        <p:nvSpPr>
          <p:cNvPr id="3" name="矩形 2"/>
          <p:cNvSpPr/>
          <p:nvPr userDrawn="1">
            <p:custDataLst>
              <p:tags r:id="rId3"/>
            </p:custDataLst>
          </p:nvPr>
        </p:nvSpPr>
        <p:spPr>
          <a:xfrm>
            <a:off x="0" y="0"/>
            <a:ext cx="9144000" cy="694373"/>
          </a:xfrm>
          <a:prstGeom prst="rect">
            <a:avLst/>
          </a:prstGeom>
          <a:solidFill>
            <a:srgbClr val="E7E7F0"/>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olidFill>
                <a:srgbClr val="FFFFFF"/>
              </a:solidFill>
              <a:latin typeface="微软雅黑" panose="020B0503020204020204" pitchFamily="34" charset="-122"/>
              <a:ea typeface="微软雅黑" panose="020B0503020204020204" pitchFamily="34" charset="-122"/>
              <a:sym typeface="+mn-ea"/>
            </a:endParaRPr>
          </a:p>
        </p:txBody>
      </p:sp>
      <p:sp>
        <p:nvSpPr>
          <p:cNvPr id="17" name="矩形 16"/>
          <p:cNvSpPr/>
          <p:nvPr>
            <p:custDataLst>
              <p:tags r:id="rId4"/>
            </p:custDataLst>
          </p:nvPr>
        </p:nvSpPr>
        <p:spPr>
          <a:xfrm>
            <a:off x="3971477" y="1193531"/>
            <a:ext cx="4715809" cy="2970717"/>
          </a:xfrm>
          <a:prstGeom prst="rect">
            <a:avLst/>
          </a:prstGeom>
          <a:solidFill>
            <a:srgbClr val="FFFFFF"/>
          </a:solidFill>
          <a:ln>
            <a:noFill/>
          </a:ln>
          <a:effectLst>
            <a:outerShdw blurRad="127000" dist="38100" dir="5400000" algn="t" rotWithShape="0">
              <a:srgbClr val="000000">
                <a:alpha val="3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200" b="1"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15" name="折角形 33"/>
          <p:cNvSpPr/>
          <p:nvPr>
            <p:custDataLst>
              <p:tags r:id="rId5"/>
            </p:custDataLst>
          </p:nvPr>
        </p:nvSpPr>
        <p:spPr>
          <a:xfrm>
            <a:off x="456198" y="1193531"/>
            <a:ext cx="3058562" cy="2970717"/>
          </a:xfrm>
          <a:prstGeom prst="foldedCorner">
            <a:avLst>
              <a:gd name="adj" fmla="val 16445"/>
            </a:avLst>
          </a:prstGeom>
          <a:solidFill>
            <a:srgbClr val="FFFFFF"/>
          </a:solidFill>
          <a:ln>
            <a:noFill/>
          </a:ln>
          <a:effectLst>
            <a:outerShdw blurRad="127000" dist="38100" dir="5400000" algn="t" rotWithShape="0">
              <a:srgbClr val="000000">
                <a:alpha val="3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rgbClr val="FFFFFF"/>
              </a:solidFill>
              <a:latin typeface="微软雅黑" panose="020B0503020204020204" pitchFamily="34" charset="-122"/>
              <a:ea typeface="微软雅黑" panose="020B0503020204020204" pitchFamily="34" charset="-122"/>
            </a:endParaRPr>
          </a:p>
        </p:txBody>
      </p:sp>
      <p:sp>
        <p:nvSpPr>
          <p:cNvPr id="16" name="任意多边形 8"/>
          <p:cNvSpPr/>
          <p:nvPr>
            <p:custDataLst>
              <p:tags r:id="rId6"/>
            </p:custDataLst>
          </p:nvPr>
        </p:nvSpPr>
        <p:spPr>
          <a:xfrm>
            <a:off x="688924" y="1193531"/>
            <a:ext cx="347186" cy="498634"/>
          </a:xfrm>
          <a:custGeom>
            <a:avLst/>
            <a:gdLst>
              <a:gd name="connsiteX0" fmla="*/ 0 w 1500"/>
              <a:gd name="connsiteY0" fmla="*/ 0 h 1449"/>
              <a:gd name="connsiteX1" fmla="*/ 1500 w 1500"/>
              <a:gd name="connsiteY1" fmla="*/ 0 h 1449"/>
              <a:gd name="connsiteX2" fmla="*/ 1500 w 1500"/>
              <a:gd name="connsiteY2" fmla="*/ 1449 h 1449"/>
              <a:gd name="connsiteX3" fmla="*/ 768 w 1500"/>
              <a:gd name="connsiteY3" fmla="*/ 1098 h 1449"/>
              <a:gd name="connsiteX4" fmla="*/ 0 w 1500"/>
              <a:gd name="connsiteY4" fmla="*/ 1449 h 1449"/>
              <a:gd name="connsiteX5" fmla="*/ 0 w 1500"/>
              <a:gd name="connsiteY5" fmla="*/ 0 h 1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00" h="1449">
                <a:moveTo>
                  <a:pt x="0" y="0"/>
                </a:moveTo>
                <a:lnTo>
                  <a:pt x="1500" y="0"/>
                </a:lnTo>
                <a:lnTo>
                  <a:pt x="1500" y="1449"/>
                </a:lnTo>
                <a:lnTo>
                  <a:pt x="768" y="1098"/>
                </a:lnTo>
                <a:lnTo>
                  <a:pt x="0" y="1449"/>
                </a:lnTo>
                <a:lnTo>
                  <a:pt x="0" y="0"/>
                </a:lnTo>
                <a:close/>
              </a:path>
            </a:pathLst>
          </a:custGeom>
          <a:solidFill>
            <a:srgbClr val="E1E1F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rgbClr val="FFFFFF"/>
              </a:solidFill>
              <a:latin typeface="微软雅黑" panose="020B0503020204020204" pitchFamily="34" charset="-122"/>
              <a:ea typeface="微软雅黑" panose="020B0503020204020204" pitchFamily="34" charset="-122"/>
            </a:endParaRPr>
          </a:p>
        </p:txBody>
      </p:sp>
      <p:sp>
        <p:nvSpPr>
          <p:cNvPr id="6" name="Title 6"/>
          <p:cNvSpPr txBox="1"/>
          <p:nvPr>
            <p:custDataLst>
              <p:tags r:id="rId7"/>
            </p:custDataLst>
          </p:nvPr>
        </p:nvSpPr>
        <p:spPr>
          <a:xfrm>
            <a:off x="688821" y="1795186"/>
            <a:ext cx="2593315" cy="1767407"/>
          </a:xfrm>
          <a:prstGeom prst="rect">
            <a:avLst/>
          </a:prstGeom>
          <a:noFill/>
          <a:ln w="3175">
            <a:noFill/>
            <a:prstDash val="dash"/>
          </a:ln>
        </p:spPr>
        <p:txBody>
          <a:bodyPr wrap="square" lIns="54000" tIns="0" rIns="54000" bIns="0" anchor="ctr" anchorCtr="0">
            <a:no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0" lvl="0" indent="-285750" algn="just">
              <a:lnSpc>
                <a:spcPct val="150000"/>
              </a:lnSpc>
              <a:spcBef>
                <a:spcPts val="0"/>
              </a:spcBef>
              <a:spcAft>
                <a:spcPts val="800"/>
              </a:spcAft>
              <a:buSzPct val="100000"/>
              <a:buFont typeface="Wingdings" panose="05000000000000000000" pitchFamily="2" charset="2"/>
              <a:buNone/>
            </a:pPr>
            <a:r>
              <a:rPr lang="zh-CN" altLang="en-US" sz="1400" spc="100">
                <a:ln w="3175">
                  <a:noFill/>
                  <a:prstDash val="dash"/>
                </a:ln>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在任务栏上单击Microsoft Edge的图标    ，可以打开Microsoft Edge浏览器。显示Microsoft Edge浏览器窗口，如图3-13所示。</a:t>
            </a:r>
            <a:endParaRPr lang="zh-CN" altLang="en-US" sz="1400" spc="100">
              <a:ln w="3175">
                <a:noFill/>
                <a:prstDash val="dash"/>
              </a:ln>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8" name="Title 6"/>
          <p:cNvSpPr txBox="1"/>
          <p:nvPr>
            <p:custDataLst>
              <p:tags r:id="rId8"/>
            </p:custDataLst>
          </p:nvPr>
        </p:nvSpPr>
        <p:spPr>
          <a:xfrm>
            <a:off x="456299" y="114750"/>
            <a:ext cx="8230987" cy="456300"/>
          </a:xfrm>
          <a:prstGeom prst="rect">
            <a:avLst/>
          </a:prstGeom>
          <a:noFill/>
          <a:ln w="3175">
            <a:noFill/>
            <a:prstDash val="dash"/>
          </a:ln>
        </p:spPr>
        <p:txBody>
          <a:bodyPr wrap="square" lIns="54000" tIns="27000" rIns="54000" bIns="27000" anchor="b" anchorCtr="0">
            <a:no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0" indent="0" algn="l">
              <a:lnSpc>
                <a:spcPct val="100000"/>
              </a:lnSpc>
              <a:spcBef>
                <a:spcPts val="0"/>
              </a:spcBef>
              <a:spcAft>
                <a:spcPts val="0"/>
              </a:spcAft>
              <a:buSzPct val="100000"/>
              <a:buNone/>
              <a:defRPr/>
            </a:pPr>
            <a:r>
              <a:rPr lang="zh-CN" altLang="en-US" sz="2400" b="1" spc="150">
                <a:ln w="3175">
                  <a:noFill/>
                  <a:prstDash val="dash"/>
                </a:ln>
                <a:solidFill>
                  <a:srgbClr val="7F7F7F"/>
                </a:solidFill>
                <a:latin typeface="微软雅黑" panose="020B0503020204020204" pitchFamily="34" charset="-122"/>
                <a:ea typeface="微软雅黑" panose="020B0503020204020204" pitchFamily="34" charset="-122"/>
                <a:cs typeface="微软雅黑" panose="020B0503020204020204" pitchFamily="34" charset="-122"/>
              </a:rPr>
              <a:t>Microsoft Edge 浏览器窗口</a:t>
            </a:r>
            <a:endParaRPr lang="zh-CN" altLang="en-US" sz="2400" b="1" spc="150">
              <a:ln w="3175">
                <a:noFill/>
                <a:prstDash val="dash"/>
              </a:ln>
              <a:solidFill>
                <a:srgbClr val="7F7F7F"/>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9" name="TextBox 13"/>
          <p:cNvSpPr txBox="1"/>
          <p:nvPr>
            <p:custDataLst>
              <p:tags r:id="rId9"/>
            </p:custDataLst>
          </p:nvPr>
        </p:nvSpPr>
        <p:spPr>
          <a:xfrm>
            <a:off x="456300" y="4681430"/>
            <a:ext cx="2176785" cy="169943"/>
          </a:xfrm>
          <a:prstGeom prst="rect">
            <a:avLst/>
          </a:prstGeom>
          <a:noFill/>
          <a:ln>
            <a:noFill/>
          </a:ln>
        </p:spPr>
        <p:txBody>
          <a:bodyPr wrap="square" lIns="67500" tIns="27000" rIns="67500" bIns="27000"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750" b="0" i="0" u="none" strike="noStrike" kern="1200" cap="none" spc="150" normalizeH="0" noProof="0" dirty="0">
                <a:ln>
                  <a:noFill/>
                </a:ln>
                <a:solidFill>
                  <a:schemeClr val="accent3">
                    <a:lumMod val="75000"/>
                  </a:schemeClr>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https://</a:t>
            </a:r>
            <a:r>
              <a:rPr kumimoji="0" lang="en-US" altLang="zh-CN" sz="750" b="1" i="0" u="none" strike="noStrike" kern="1200" cap="none" spc="150" normalizeH="0" noProof="0" dirty="0">
                <a:ln>
                  <a:noFill/>
                </a:ln>
                <a:solidFill>
                  <a:schemeClr val="accent4">
                    <a:lumMod val="75000"/>
                  </a:schemeClr>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www.textbookcenter.cn</a:t>
            </a:r>
            <a:endParaRPr kumimoji="0" lang="en-US" altLang="zh-CN" sz="750" b="1" i="0" u="none" strike="noStrike" kern="1200" cap="none" spc="150" normalizeH="0" noProof="0" dirty="0">
              <a:ln>
                <a:noFill/>
              </a:ln>
              <a:solidFill>
                <a:schemeClr val="accent4">
                  <a:lumMod val="75000"/>
                </a:schemeClr>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1" name="椭圆 10"/>
          <p:cNvSpPr>
            <a:spLocks noChangeAspect="1"/>
          </p:cNvSpPr>
          <p:nvPr>
            <p:custDataLst>
              <p:tags r:id="rId10"/>
            </p:custDataLst>
          </p:nvPr>
        </p:nvSpPr>
        <p:spPr>
          <a:xfrm>
            <a:off x="8644255" y="4744720"/>
            <a:ext cx="43180" cy="43180"/>
          </a:xfrm>
          <a:prstGeom prst="ellipse">
            <a:avLst/>
          </a:prstGeom>
          <a:solidFill>
            <a:srgbClr val="EF1F47"/>
          </a:solidFill>
          <a:ln>
            <a:noFill/>
          </a:ln>
        </p:spPr>
        <p:style>
          <a:lnRef idx="2">
            <a:srgbClr val="1E6BC5">
              <a:shade val="50000"/>
            </a:srgbClr>
          </a:lnRef>
          <a:fillRef idx="1">
            <a:srgbClr val="1E6BC5"/>
          </a:fillRef>
          <a:effectRef idx="0">
            <a:srgbClr val="1E6BC5"/>
          </a:effectRef>
          <a:fontRef idx="minor">
            <a:sysClr val="window" lastClr="FFFFFF"/>
          </a:fontRef>
        </p:style>
        <p:txBody>
          <a:bodyPr rtlCol="0" anchor="ctr"/>
          <a:lstStyle>
            <a:defPPr>
              <a:defRPr lang="zh-CN">
                <a:solidFill>
                  <a:sysClr val="window" lastClr="FFFFFF"/>
                </a:solidFill>
              </a:defRPr>
            </a:defPPr>
            <a:lvl1pPr marL="0" algn="l" defTabSz="914400" rtl="0" eaLnBrk="1" latinLnBrk="0" hangingPunct="1">
              <a:defRPr sz="1800" kern="1200">
                <a:solidFill>
                  <a:sysClr val="window" lastClr="FFFFFF"/>
                </a:solidFill>
                <a:latin typeface="+mn-lt"/>
                <a:ea typeface="+mn-ea"/>
                <a:cs typeface="+mn-cs"/>
              </a:defRPr>
            </a:lvl1pPr>
            <a:lvl2pPr marL="457200" algn="l" defTabSz="914400" rtl="0" eaLnBrk="1" latinLnBrk="0" hangingPunct="1">
              <a:defRPr sz="1800" kern="1200">
                <a:solidFill>
                  <a:sysClr val="window" lastClr="FFFFFF"/>
                </a:solidFill>
                <a:latin typeface="+mn-lt"/>
                <a:ea typeface="+mn-ea"/>
                <a:cs typeface="+mn-cs"/>
              </a:defRPr>
            </a:lvl2pPr>
            <a:lvl3pPr marL="914400" algn="l" defTabSz="914400" rtl="0" eaLnBrk="1" latinLnBrk="0" hangingPunct="1">
              <a:defRPr sz="1800" kern="1200">
                <a:solidFill>
                  <a:sysClr val="window" lastClr="FFFFFF"/>
                </a:solidFill>
                <a:latin typeface="+mn-lt"/>
                <a:ea typeface="+mn-ea"/>
                <a:cs typeface="+mn-cs"/>
              </a:defRPr>
            </a:lvl3pPr>
            <a:lvl4pPr marL="1371600" algn="l" defTabSz="914400" rtl="0" eaLnBrk="1" latinLnBrk="0" hangingPunct="1">
              <a:defRPr sz="1800" kern="1200">
                <a:solidFill>
                  <a:sysClr val="window" lastClr="FFFFFF"/>
                </a:solidFill>
                <a:latin typeface="+mn-lt"/>
                <a:ea typeface="+mn-ea"/>
                <a:cs typeface="+mn-cs"/>
              </a:defRPr>
            </a:lvl4pPr>
            <a:lvl5pPr marL="1828800" algn="l" defTabSz="914400" rtl="0" eaLnBrk="1" latinLnBrk="0" hangingPunct="1">
              <a:defRPr sz="1800" kern="1200">
                <a:solidFill>
                  <a:sysClr val="window" lastClr="FFFFFF"/>
                </a:solidFill>
                <a:latin typeface="+mn-lt"/>
                <a:ea typeface="+mn-ea"/>
                <a:cs typeface="+mn-cs"/>
              </a:defRPr>
            </a:lvl5pPr>
            <a:lvl6pPr marL="2286000" algn="l" defTabSz="914400" rtl="0" eaLnBrk="1" latinLnBrk="0" hangingPunct="1">
              <a:defRPr sz="1800" kern="1200">
                <a:solidFill>
                  <a:sysClr val="window" lastClr="FFFFFF"/>
                </a:solidFill>
                <a:latin typeface="+mn-lt"/>
                <a:ea typeface="+mn-ea"/>
                <a:cs typeface="+mn-cs"/>
              </a:defRPr>
            </a:lvl6pPr>
            <a:lvl7pPr marL="2743200" algn="l" defTabSz="914400" rtl="0" eaLnBrk="1" latinLnBrk="0" hangingPunct="1">
              <a:defRPr sz="1800" kern="1200">
                <a:solidFill>
                  <a:sysClr val="window" lastClr="FFFFFF"/>
                </a:solidFill>
                <a:latin typeface="+mn-lt"/>
                <a:ea typeface="+mn-ea"/>
                <a:cs typeface="+mn-cs"/>
              </a:defRPr>
            </a:lvl7pPr>
            <a:lvl8pPr marL="3200400" algn="l" defTabSz="914400" rtl="0" eaLnBrk="1" latinLnBrk="0" hangingPunct="1">
              <a:defRPr sz="1800" kern="1200">
                <a:solidFill>
                  <a:sysClr val="window" lastClr="FFFFFF"/>
                </a:solidFill>
                <a:latin typeface="+mn-lt"/>
                <a:ea typeface="+mn-ea"/>
                <a:cs typeface="+mn-cs"/>
              </a:defRPr>
            </a:lvl8pPr>
            <a:lvl9pPr marL="3657600" algn="l" defTabSz="914400" rtl="0" eaLnBrk="1" latinLnBrk="0" hangingPunct="1">
              <a:defRPr sz="1800" kern="1200">
                <a:solidFill>
                  <a:sysClr val="window" lastClr="FFFFFF"/>
                </a:solidFill>
                <a:latin typeface="+mn-lt"/>
                <a:ea typeface="+mn-ea"/>
                <a:cs typeface="+mn-cs"/>
              </a:defRPr>
            </a:lvl9pPr>
          </a:lstStyle>
          <a:p>
            <a:pPr algn="ctr"/>
            <a:endParaRPr lang="zh-CN" altLang="en-US" sz="1350">
              <a:solidFill>
                <a:sysClr val="window" lastClr="FFFFFF"/>
              </a:solidFill>
              <a:latin typeface="微软雅黑" panose="020B0503020204020204" pitchFamily="34" charset="-122"/>
              <a:ea typeface="微软雅黑" panose="020B0503020204020204" pitchFamily="34" charset="-122"/>
            </a:endParaRPr>
          </a:p>
        </p:txBody>
      </p:sp>
      <p:sp>
        <p:nvSpPr>
          <p:cNvPr id="12" name="椭圆 11"/>
          <p:cNvSpPr/>
          <p:nvPr>
            <p:custDataLst>
              <p:tags r:id="rId11"/>
            </p:custDataLst>
          </p:nvPr>
        </p:nvSpPr>
        <p:spPr>
          <a:xfrm>
            <a:off x="8406765" y="4744720"/>
            <a:ext cx="43180" cy="43180"/>
          </a:xfrm>
          <a:prstGeom prst="ellipse">
            <a:avLst/>
          </a:prstGeom>
          <a:solidFill>
            <a:srgbClr val="EF1F47"/>
          </a:solidFill>
          <a:ln>
            <a:noFill/>
          </a:ln>
        </p:spPr>
        <p:style>
          <a:lnRef idx="2">
            <a:srgbClr val="1E6BC5">
              <a:shade val="50000"/>
            </a:srgbClr>
          </a:lnRef>
          <a:fillRef idx="1">
            <a:srgbClr val="1E6BC5"/>
          </a:fillRef>
          <a:effectRef idx="0">
            <a:srgbClr val="1E6BC5"/>
          </a:effectRef>
          <a:fontRef idx="minor">
            <a:sysClr val="window" lastClr="FFFFFF"/>
          </a:fontRef>
        </p:style>
        <p:txBody>
          <a:bodyPr rtlCol="0" anchor="ctr"/>
          <a:lstStyle>
            <a:defPPr>
              <a:defRPr lang="zh-CN">
                <a:solidFill>
                  <a:sysClr val="window" lastClr="FFFFFF"/>
                </a:solidFill>
              </a:defRPr>
            </a:defPPr>
            <a:lvl1pPr marL="0" algn="l" defTabSz="914400" rtl="0" eaLnBrk="1" latinLnBrk="0" hangingPunct="1">
              <a:defRPr sz="1800" kern="1200">
                <a:solidFill>
                  <a:sysClr val="window" lastClr="FFFFFF"/>
                </a:solidFill>
                <a:latin typeface="+mn-lt"/>
                <a:ea typeface="+mn-ea"/>
                <a:cs typeface="+mn-cs"/>
              </a:defRPr>
            </a:lvl1pPr>
            <a:lvl2pPr marL="457200" algn="l" defTabSz="914400" rtl="0" eaLnBrk="1" latinLnBrk="0" hangingPunct="1">
              <a:defRPr sz="1800" kern="1200">
                <a:solidFill>
                  <a:sysClr val="window" lastClr="FFFFFF"/>
                </a:solidFill>
                <a:latin typeface="+mn-lt"/>
                <a:ea typeface="+mn-ea"/>
                <a:cs typeface="+mn-cs"/>
              </a:defRPr>
            </a:lvl2pPr>
            <a:lvl3pPr marL="914400" algn="l" defTabSz="914400" rtl="0" eaLnBrk="1" latinLnBrk="0" hangingPunct="1">
              <a:defRPr sz="1800" kern="1200">
                <a:solidFill>
                  <a:sysClr val="window" lastClr="FFFFFF"/>
                </a:solidFill>
                <a:latin typeface="+mn-lt"/>
                <a:ea typeface="+mn-ea"/>
                <a:cs typeface="+mn-cs"/>
              </a:defRPr>
            </a:lvl3pPr>
            <a:lvl4pPr marL="1371600" algn="l" defTabSz="914400" rtl="0" eaLnBrk="1" latinLnBrk="0" hangingPunct="1">
              <a:defRPr sz="1800" kern="1200">
                <a:solidFill>
                  <a:sysClr val="window" lastClr="FFFFFF"/>
                </a:solidFill>
                <a:latin typeface="+mn-lt"/>
                <a:ea typeface="+mn-ea"/>
                <a:cs typeface="+mn-cs"/>
              </a:defRPr>
            </a:lvl4pPr>
            <a:lvl5pPr marL="1828800" algn="l" defTabSz="914400" rtl="0" eaLnBrk="1" latinLnBrk="0" hangingPunct="1">
              <a:defRPr sz="1800" kern="1200">
                <a:solidFill>
                  <a:sysClr val="window" lastClr="FFFFFF"/>
                </a:solidFill>
                <a:latin typeface="+mn-lt"/>
                <a:ea typeface="+mn-ea"/>
                <a:cs typeface="+mn-cs"/>
              </a:defRPr>
            </a:lvl5pPr>
            <a:lvl6pPr marL="2286000" algn="l" defTabSz="914400" rtl="0" eaLnBrk="1" latinLnBrk="0" hangingPunct="1">
              <a:defRPr sz="1800" kern="1200">
                <a:solidFill>
                  <a:sysClr val="window" lastClr="FFFFFF"/>
                </a:solidFill>
                <a:latin typeface="+mn-lt"/>
                <a:ea typeface="+mn-ea"/>
                <a:cs typeface="+mn-cs"/>
              </a:defRPr>
            </a:lvl6pPr>
            <a:lvl7pPr marL="2743200" algn="l" defTabSz="914400" rtl="0" eaLnBrk="1" latinLnBrk="0" hangingPunct="1">
              <a:defRPr sz="1800" kern="1200">
                <a:solidFill>
                  <a:sysClr val="window" lastClr="FFFFFF"/>
                </a:solidFill>
                <a:latin typeface="+mn-lt"/>
                <a:ea typeface="+mn-ea"/>
                <a:cs typeface="+mn-cs"/>
              </a:defRPr>
            </a:lvl7pPr>
            <a:lvl8pPr marL="3200400" algn="l" defTabSz="914400" rtl="0" eaLnBrk="1" latinLnBrk="0" hangingPunct="1">
              <a:defRPr sz="1800" kern="1200">
                <a:solidFill>
                  <a:sysClr val="window" lastClr="FFFFFF"/>
                </a:solidFill>
                <a:latin typeface="+mn-lt"/>
                <a:ea typeface="+mn-ea"/>
                <a:cs typeface="+mn-cs"/>
              </a:defRPr>
            </a:lvl8pPr>
            <a:lvl9pPr marL="3657600" algn="l" defTabSz="914400" rtl="0" eaLnBrk="1" latinLnBrk="0" hangingPunct="1">
              <a:defRPr sz="1800" kern="1200">
                <a:solidFill>
                  <a:sysClr val="window" lastClr="FFFFFF"/>
                </a:solidFill>
                <a:latin typeface="+mn-lt"/>
                <a:ea typeface="+mn-ea"/>
                <a:cs typeface="+mn-cs"/>
              </a:defRPr>
            </a:lvl9pPr>
          </a:lstStyle>
          <a:p>
            <a:pPr algn="ctr"/>
            <a:endParaRPr lang="zh-CN" altLang="en-US" sz="1350">
              <a:solidFill>
                <a:sysClr val="window" lastClr="FFFFFF"/>
              </a:solidFill>
              <a:latin typeface="微软雅黑" panose="020B0503020204020204" pitchFamily="34" charset="-122"/>
              <a:ea typeface="微软雅黑" panose="020B0503020204020204" pitchFamily="34" charset="-122"/>
            </a:endParaRPr>
          </a:p>
        </p:txBody>
      </p:sp>
      <p:sp>
        <p:nvSpPr>
          <p:cNvPr id="13" name="椭圆 12"/>
          <p:cNvSpPr>
            <a:spLocks noChangeAspect="1"/>
          </p:cNvSpPr>
          <p:nvPr>
            <p:custDataLst>
              <p:tags r:id="rId12"/>
            </p:custDataLst>
          </p:nvPr>
        </p:nvSpPr>
        <p:spPr>
          <a:xfrm>
            <a:off x="8525510" y="4744720"/>
            <a:ext cx="43180" cy="43180"/>
          </a:xfrm>
          <a:prstGeom prst="ellipse">
            <a:avLst/>
          </a:prstGeom>
          <a:solidFill>
            <a:srgbClr val="EF1F47"/>
          </a:solidFill>
          <a:ln>
            <a:noFill/>
          </a:ln>
        </p:spPr>
        <p:style>
          <a:lnRef idx="2">
            <a:srgbClr val="1E6BC5">
              <a:shade val="50000"/>
            </a:srgbClr>
          </a:lnRef>
          <a:fillRef idx="1">
            <a:srgbClr val="1E6BC5"/>
          </a:fillRef>
          <a:effectRef idx="0">
            <a:srgbClr val="1E6BC5"/>
          </a:effectRef>
          <a:fontRef idx="minor">
            <a:sysClr val="window" lastClr="FFFFFF"/>
          </a:fontRef>
        </p:style>
        <p:txBody>
          <a:bodyPr rtlCol="0" anchor="ctr"/>
          <a:lstStyle>
            <a:defPPr>
              <a:defRPr lang="zh-CN">
                <a:solidFill>
                  <a:sysClr val="window" lastClr="FFFFFF"/>
                </a:solidFill>
              </a:defRPr>
            </a:defPPr>
            <a:lvl1pPr marL="0" algn="l" defTabSz="914400" rtl="0" eaLnBrk="1" latinLnBrk="0" hangingPunct="1">
              <a:defRPr sz="1800" kern="1200">
                <a:solidFill>
                  <a:sysClr val="window" lastClr="FFFFFF"/>
                </a:solidFill>
                <a:latin typeface="+mn-lt"/>
                <a:ea typeface="+mn-ea"/>
                <a:cs typeface="+mn-cs"/>
              </a:defRPr>
            </a:lvl1pPr>
            <a:lvl2pPr marL="457200" algn="l" defTabSz="914400" rtl="0" eaLnBrk="1" latinLnBrk="0" hangingPunct="1">
              <a:defRPr sz="1800" kern="1200">
                <a:solidFill>
                  <a:sysClr val="window" lastClr="FFFFFF"/>
                </a:solidFill>
                <a:latin typeface="+mn-lt"/>
                <a:ea typeface="+mn-ea"/>
                <a:cs typeface="+mn-cs"/>
              </a:defRPr>
            </a:lvl2pPr>
            <a:lvl3pPr marL="914400" algn="l" defTabSz="914400" rtl="0" eaLnBrk="1" latinLnBrk="0" hangingPunct="1">
              <a:defRPr sz="1800" kern="1200">
                <a:solidFill>
                  <a:sysClr val="window" lastClr="FFFFFF"/>
                </a:solidFill>
                <a:latin typeface="+mn-lt"/>
                <a:ea typeface="+mn-ea"/>
                <a:cs typeface="+mn-cs"/>
              </a:defRPr>
            </a:lvl3pPr>
            <a:lvl4pPr marL="1371600" algn="l" defTabSz="914400" rtl="0" eaLnBrk="1" latinLnBrk="0" hangingPunct="1">
              <a:defRPr sz="1800" kern="1200">
                <a:solidFill>
                  <a:sysClr val="window" lastClr="FFFFFF"/>
                </a:solidFill>
                <a:latin typeface="+mn-lt"/>
                <a:ea typeface="+mn-ea"/>
                <a:cs typeface="+mn-cs"/>
              </a:defRPr>
            </a:lvl4pPr>
            <a:lvl5pPr marL="1828800" algn="l" defTabSz="914400" rtl="0" eaLnBrk="1" latinLnBrk="0" hangingPunct="1">
              <a:defRPr sz="1800" kern="1200">
                <a:solidFill>
                  <a:sysClr val="window" lastClr="FFFFFF"/>
                </a:solidFill>
                <a:latin typeface="+mn-lt"/>
                <a:ea typeface="+mn-ea"/>
                <a:cs typeface="+mn-cs"/>
              </a:defRPr>
            </a:lvl5pPr>
            <a:lvl6pPr marL="2286000" algn="l" defTabSz="914400" rtl="0" eaLnBrk="1" latinLnBrk="0" hangingPunct="1">
              <a:defRPr sz="1800" kern="1200">
                <a:solidFill>
                  <a:sysClr val="window" lastClr="FFFFFF"/>
                </a:solidFill>
                <a:latin typeface="+mn-lt"/>
                <a:ea typeface="+mn-ea"/>
                <a:cs typeface="+mn-cs"/>
              </a:defRPr>
            </a:lvl6pPr>
            <a:lvl7pPr marL="2743200" algn="l" defTabSz="914400" rtl="0" eaLnBrk="1" latinLnBrk="0" hangingPunct="1">
              <a:defRPr sz="1800" kern="1200">
                <a:solidFill>
                  <a:sysClr val="window" lastClr="FFFFFF"/>
                </a:solidFill>
                <a:latin typeface="+mn-lt"/>
                <a:ea typeface="+mn-ea"/>
                <a:cs typeface="+mn-cs"/>
              </a:defRPr>
            </a:lvl7pPr>
            <a:lvl8pPr marL="3200400" algn="l" defTabSz="914400" rtl="0" eaLnBrk="1" latinLnBrk="0" hangingPunct="1">
              <a:defRPr sz="1800" kern="1200">
                <a:solidFill>
                  <a:sysClr val="window" lastClr="FFFFFF"/>
                </a:solidFill>
                <a:latin typeface="+mn-lt"/>
                <a:ea typeface="+mn-ea"/>
                <a:cs typeface="+mn-cs"/>
              </a:defRPr>
            </a:lvl8pPr>
            <a:lvl9pPr marL="3657600" algn="l" defTabSz="914400" rtl="0" eaLnBrk="1" latinLnBrk="0" hangingPunct="1">
              <a:defRPr sz="1800" kern="1200">
                <a:solidFill>
                  <a:sysClr val="window" lastClr="FFFFFF"/>
                </a:solidFill>
                <a:latin typeface="+mn-lt"/>
                <a:ea typeface="+mn-ea"/>
                <a:cs typeface="+mn-cs"/>
              </a:defRPr>
            </a:lvl9pPr>
          </a:lstStyle>
          <a:p>
            <a:pPr algn="ctr"/>
            <a:endParaRPr lang="zh-CN" altLang="en-US" sz="1350">
              <a:solidFill>
                <a:sysClr val="window" lastClr="FFFFFF"/>
              </a:solidFill>
              <a:latin typeface="微软雅黑" panose="020B0503020204020204" pitchFamily="34" charset="-122"/>
              <a:ea typeface="微软雅黑" panose="020B0503020204020204" pitchFamily="34" charset="-122"/>
            </a:endParaRPr>
          </a:p>
        </p:txBody>
      </p:sp>
      <p:pic>
        <p:nvPicPr>
          <p:cNvPr id="23" name="图片 22"/>
          <p:cNvPicPr>
            <a:picLocks noChangeAspect="1"/>
          </p:cNvPicPr>
          <p:nvPr>
            <p:custDataLst>
              <p:tags r:id="rId13"/>
            </p:custDataLst>
          </p:nvPr>
        </p:nvPicPr>
        <p:blipFill rotWithShape="1">
          <a:blip r:embed="rId14"/>
          <a:srcRect l="9382" r="9382"/>
          <a:stretch>
            <a:fillRect/>
          </a:stretch>
        </p:blipFill>
        <p:spPr>
          <a:xfrm>
            <a:off x="4080403" y="1306931"/>
            <a:ext cx="4489005" cy="2745247"/>
          </a:xfrm>
          <a:prstGeom prst="rect">
            <a:avLst/>
          </a:prstGeom>
        </p:spPr>
      </p:pic>
      <p:pic>
        <p:nvPicPr>
          <p:cNvPr id="2" name="图片 1"/>
          <p:cNvPicPr>
            <a:picLocks noChangeAspect="1"/>
          </p:cNvPicPr>
          <p:nvPr/>
        </p:nvPicPr>
        <p:blipFill>
          <a:blip r:embed="rId15"/>
          <a:stretch>
            <a:fillRect/>
          </a:stretch>
        </p:blipFill>
        <p:spPr>
          <a:xfrm>
            <a:off x="1917065" y="2218055"/>
            <a:ext cx="304800" cy="304800"/>
          </a:xfrm>
          <a:prstGeom prst="rect">
            <a:avLst/>
          </a:prstGeom>
        </p:spPr>
      </p:pic>
    </p:spTree>
    <p:custDataLst>
      <p:tags r:id="rId16"/>
    </p:custData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160" name="图片 159"/>
          <p:cNvPicPr>
            <a:picLocks noChangeAspect="1"/>
          </p:cNvPicPr>
          <p:nvPr userDrawn="1">
            <p:custDataLst>
              <p:tags r:id="rId1"/>
            </p:custDataLst>
          </p:nvPr>
        </p:nvPicPr>
        <p:blipFill>
          <a:blip r:embed="rId2">
            <a:extLst>
              <a:ext uri="{28A0092B-C50C-407E-A947-70E740481C1C}">
                <a14:useLocalDpi xmlns:a14="http://schemas.microsoft.com/office/drawing/2010/main" val="0"/>
              </a:ext>
            </a:extLst>
          </a:blip>
          <a:stretch>
            <a:fillRect/>
          </a:stretch>
        </p:blipFill>
        <p:spPr>
          <a:xfrm>
            <a:off x="7931976" y="3954677"/>
            <a:ext cx="1101947" cy="1188823"/>
          </a:xfrm>
          <a:prstGeom prst="rect">
            <a:avLst/>
          </a:prstGeom>
        </p:spPr>
      </p:pic>
      <p:sp>
        <p:nvSpPr>
          <p:cNvPr id="4" name="任意多边形: 形状 4"/>
          <p:cNvSpPr/>
          <p:nvPr>
            <p:custDataLst>
              <p:tags r:id="rId3"/>
            </p:custDataLst>
          </p:nvPr>
        </p:nvSpPr>
        <p:spPr>
          <a:xfrm>
            <a:off x="0" y="0"/>
            <a:ext cx="4564856" cy="1391841"/>
          </a:xfrm>
          <a:custGeom>
            <a:avLst/>
            <a:gdLst>
              <a:gd name="connsiteX0" fmla="*/ 0 w 5902425"/>
              <a:gd name="connsiteY0" fmla="*/ 4683861 h 4683860"/>
              <a:gd name="connsiteX1" fmla="*/ 0 w 5902425"/>
              <a:gd name="connsiteY1" fmla="*/ 0 h 4683860"/>
              <a:gd name="connsiteX2" fmla="*/ 5902426 w 5902425"/>
              <a:gd name="connsiteY2" fmla="*/ 0 h 4683860"/>
            </a:gdLst>
            <a:ahLst/>
            <a:cxnLst>
              <a:cxn ang="0">
                <a:pos x="connsiteX0" y="connsiteY0"/>
              </a:cxn>
              <a:cxn ang="0">
                <a:pos x="connsiteX1" y="connsiteY1"/>
              </a:cxn>
              <a:cxn ang="0">
                <a:pos x="connsiteX2" y="connsiteY2"/>
              </a:cxn>
            </a:cxnLst>
            <a:rect l="l" t="t" r="r" b="b"/>
            <a:pathLst>
              <a:path w="5902425" h="4683860">
                <a:moveTo>
                  <a:pt x="0" y="4683861"/>
                </a:moveTo>
                <a:lnTo>
                  <a:pt x="0" y="0"/>
                </a:lnTo>
                <a:lnTo>
                  <a:pt x="5902426" y="0"/>
                </a:lnTo>
                <a:close/>
              </a:path>
            </a:pathLst>
          </a:custGeom>
          <a:solidFill>
            <a:srgbClr val="CEA2D4"/>
          </a:solidFill>
          <a:ln w="6347" cap="flat">
            <a:noFill/>
            <a:prstDash val="solid"/>
            <a:miter/>
          </a:ln>
        </p:spPr>
        <p:txBody>
          <a:bodyPr anchor="ctr"/>
          <a:lstStyle/>
          <a:p>
            <a:pPr eaLnBrk="1" fontAlgn="auto" hangingPunct="1">
              <a:defRPr/>
            </a:pPr>
            <a:endParaRPr lang="zh-CN" altLang="en-US" sz="1350" noProof="1">
              <a:solidFill>
                <a:srgbClr val="000000"/>
              </a:solidFill>
              <a:latin typeface="微软雅黑" panose="020B0503020204020204" pitchFamily="34" charset="-122"/>
              <a:ea typeface="微软雅黑" panose="020B0503020204020204" pitchFamily="34" charset="-122"/>
            </a:endParaRPr>
          </a:p>
        </p:txBody>
      </p:sp>
      <p:sp>
        <p:nvSpPr>
          <p:cNvPr id="9" name="文本框 8"/>
          <p:cNvSpPr txBox="1"/>
          <p:nvPr>
            <p:custDataLst>
              <p:tags r:id="rId4"/>
            </p:custDataLst>
          </p:nvPr>
        </p:nvSpPr>
        <p:spPr>
          <a:xfrm>
            <a:off x="1743314" y="1515904"/>
            <a:ext cx="5657374" cy="607219"/>
          </a:xfrm>
          <a:prstGeom prst="rect">
            <a:avLst/>
          </a:prstGeom>
          <a:noFill/>
        </p:spPr>
        <p:txBody>
          <a:bodyPr>
            <a:normAutofit/>
          </a:bodyPr>
          <a:lstStyle/>
          <a:p>
            <a:pPr marL="0" indent="0" algn="ctr" eaLnBrk="1" fontAlgn="auto" hangingPunct="1">
              <a:lnSpc>
                <a:spcPct val="100000"/>
              </a:lnSpc>
              <a:spcBef>
                <a:spcPts val="0"/>
              </a:spcBef>
              <a:spcAft>
                <a:spcPts val="0"/>
              </a:spcAft>
              <a:buSzPct val="100000"/>
              <a:buNone/>
              <a:defRPr/>
            </a:pPr>
            <a:r>
              <a:rPr lang="zh-CN" altLang="en-US" sz="3100" b="1" spc="300" noProof="1">
                <a:solidFill>
                  <a:srgbClr val="404040"/>
                </a:solidFill>
                <a:latin typeface="微软雅黑" panose="020B0503020204020204" pitchFamily="34" charset="-122"/>
                <a:ea typeface="微软雅黑" panose="020B0503020204020204" pitchFamily="34" charset="-122"/>
              </a:rPr>
              <a:t>在地址栏输入网址</a:t>
            </a:r>
            <a:endParaRPr lang="zh-CN" altLang="en-US" sz="3100" b="1" spc="300" noProof="1">
              <a:solidFill>
                <a:srgbClr val="404040"/>
              </a:solidFill>
              <a:latin typeface="微软雅黑" panose="020B0503020204020204" pitchFamily="34" charset="-122"/>
              <a:ea typeface="微软雅黑" panose="020B0503020204020204" pitchFamily="34" charset="-122"/>
            </a:endParaRPr>
          </a:p>
        </p:txBody>
      </p:sp>
      <p:sp>
        <p:nvSpPr>
          <p:cNvPr id="10" name="文本框 9"/>
          <p:cNvSpPr txBox="1"/>
          <p:nvPr>
            <p:custDataLst>
              <p:tags r:id="rId5"/>
            </p:custDataLst>
          </p:nvPr>
        </p:nvSpPr>
        <p:spPr>
          <a:xfrm>
            <a:off x="1743551" y="2285048"/>
            <a:ext cx="5656898" cy="1566863"/>
          </a:xfrm>
          <a:prstGeom prst="rect">
            <a:avLst/>
          </a:prstGeom>
          <a:noFill/>
        </p:spPr>
        <p:txBody>
          <a:bodyPr anchor="t" anchorCtr="0">
            <a:normAutofit/>
          </a:bodyPr>
          <a:lstStyle/>
          <a:p>
            <a:pPr marL="0" lvl="0" indent="0" algn="ctr" eaLnBrk="1" fontAlgn="auto" hangingPunct="1">
              <a:lnSpc>
                <a:spcPct val="150000"/>
              </a:lnSpc>
              <a:spcBef>
                <a:spcPts val="0"/>
              </a:spcBef>
              <a:spcAft>
                <a:spcPts val="2000"/>
              </a:spcAft>
              <a:buSzPct val="100000"/>
              <a:buNone/>
              <a:defRPr/>
            </a:pPr>
            <a:r>
              <a:rPr lang="zh-CN" altLang="en-US" sz="1900" spc="150" noProof="1">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地址栏是输入和显示网页地址的地方。打开指定主页最简单的方法是在“地址”栏中输入URL 地址，输入完地址后，按Enter 键。</a:t>
            </a:r>
            <a:endParaRPr lang="zh-CN" altLang="en-US" sz="1900" spc="150" noProof="1">
              <a:solidFill>
                <a:srgbClr val="404040"/>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8" name="任意多边形: 形状 4"/>
          <p:cNvSpPr/>
          <p:nvPr>
            <p:custDataLst>
              <p:tags r:id="rId6"/>
            </p:custDataLst>
          </p:nvPr>
        </p:nvSpPr>
        <p:spPr>
          <a:xfrm rot="10800000">
            <a:off x="4144566" y="4307681"/>
            <a:ext cx="5001815" cy="835819"/>
          </a:xfrm>
          <a:custGeom>
            <a:avLst/>
            <a:gdLst>
              <a:gd name="connsiteX0" fmla="*/ 0 w 5902425"/>
              <a:gd name="connsiteY0" fmla="*/ 4683861 h 4683860"/>
              <a:gd name="connsiteX1" fmla="*/ 0 w 5902425"/>
              <a:gd name="connsiteY1" fmla="*/ 0 h 4683860"/>
              <a:gd name="connsiteX2" fmla="*/ 5902426 w 5902425"/>
              <a:gd name="connsiteY2" fmla="*/ 0 h 4683860"/>
            </a:gdLst>
            <a:ahLst/>
            <a:cxnLst>
              <a:cxn ang="0">
                <a:pos x="connsiteX0" y="connsiteY0"/>
              </a:cxn>
              <a:cxn ang="0">
                <a:pos x="connsiteX1" y="connsiteY1"/>
              </a:cxn>
              <a:cxn ang="0">
                <a:pos x="connsiteX2" y="connsiteY2"/>
              </a:cxn>
            </a:cxnLst>
            <a:rect l="l" t="t" r="r" b="b"/>
            <a:pathLst>
              <a:path w="5902425" h="4683860">
                <a:moveTo>
                  <a:pt x="0" y="4683861"/>
                </a:moveTo>
                <a:lnTo>
                  <a:pt x="0" y="0"/>
                </a:lnTo>
                <a:lnTo>
                  <a:pt x="5902426" y="0"/>
                </a:lnTo>
                <a:close/>
              </a:path>
            </a:pathLst>
          </a:custGeom>
          <a:solidFill>
            <a:srgbClr val="CEA2D4"/>
          </a:solidFill>
          <a:ln w="6347" cap="flat">
            <a:noFill/>
            <a:prstDash val="solid"/>
            <a:miter/>
          </a:ln>
        </p:spPr>
        <p:txBody>
          <a:bodyPr anchor="ctr"/>
          <a:lstStyle/>
          <a:p>
            <a:pPr eaLnBrk="1" fontAlgn="auto" hangingPunct="1">
              <a:defRPr/>
            </a:pPr>
            <a:endParaRPr lang="zh-CN" altLang="en-US" sz="1350" noProof="1">
              <a:solidFill>
                <a:srgbClr val="000000"/>
              </a:solidFill>
              <a:latin typeface="微软雅黑" panose="020B0503020204020204" pitchFamily="34" charset="-122"/>
              <a:ea typeface="微软雅黑" panose="020B0503020204020204" pitchFamily="34" charset="-122"/>
            </a:endParaRPr>
          </a:p>
        </p:txBody>
      </p:sp>
      <p:sp>
        <p:nvSpPr>
          <p:cNvPr id="12" name="任意多边形: 形状 11"/>
          <p:cNvSpPr/>
          <p:nvPr>
            <p:custDataLst>
              <p:tags r:id="rId7"/>
            </p:custDataLst>
          </p:nvPr>
        </p:nvSpPr>
        <p:spPr>
          <a:xfrm rot="14040000">
            <a:off x="6943130" y="224433"/>
            <a:ext cx="2564606" cy="1372791"/>
          </a:xfrm>
          <a:custGeom>
            <a:avLst/>
            <a:gdLst>
              <a:gd name="connsiteX0" fmla="*/ 2775530 w 3418176"/>
              <a:gd name="connsiteY0" fmla="*/ 1513369 h 1829892"/>
              <a:gd name="connsiteX1" fmla="*/ 2729432 w 3418176"/>
              <a:gd name="connsiteY1" fmla="*/ 1451768 h 1829892"/>
              <a:gd name="connsiteX2" fmla="*/ 1907461 w 3418176"/>
              <a:gd name="connsiteY2" fmla="*/ 1064419 h 1829892"/>
              <a:gd name="connsiteX3" fmla="*/ 890138 w 3418176"/>
              <a:gd name="connsiteY3" fmla="*/ 1812312 h 1829892"/>
              <a:gd name="connsiteX4" fmla="*/ 885614 w 3418176"/>
              <a:gd name="connsiteY4" fmla="*/ 1829892 h 1829892"/>
              <a:gd name="connsiteX5" fmla="*/ 0 w 3418176"/>
              <a:gd name="connsiteY5" fmla="*/ 1186455 h 1829892"/>
              <a:gd name="connsiteX6" fmla="*/ 34865 w 3418176"/>
              <a:gd name="connsiteY6" fmla="*/ 1114107 h 1829892"/>
              <a:gd name="connsiteX7" fmla="*/ 1907462 w 3418176"/>
              <a:gd name="connsiteY7" fmla="*/ 0 h 1829892"/>
              <a:gd name="connsiteX8" fmla="*/ 3413339 w 3418176"/>
              <a:gd name="connsiteY8" fmla="*/ 623522 h 1829892"/>
              <a:gd name="connsiteX9" fmla="*/ 3418176 w 3418176"/>
              <a:gd name="connsiteY9" fmla="*/ 628842 h 18298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18176" h="1829892">
                <a:moveTo>
                  <a:pt x="2775530" y="1513369"/>
                </a:moveTo>
                <a:lnTo>
                  <a:pt x="2729432" y="1451768"/>
                </a:lnTo>
                <a:cubicBezTo>
                  <a:pt x="2534056" y="1215204"/>
                  <a:pt x="2238381" y="1064418"/>
                  <a:pt x="1907461" y="1064419"/>
                </a:cubicBezTo>
                <a:cubicBezTo>
                  <a:pt x="1429467" y="1064419"/>
                  <a:pt x="1025006" y="1379020"/>
                  <a:pt x="890138" y="1812312"/>
                </a:cubicBezTo>
                <a:lnTo>
                  <a:pt x="885614" y="1829892"/>
                </a:lnTo>
                <a:lnTo>
                  <a:pt x="0" y="1186455"/>
                </a:lnTo>
                <a:lnTo>
                  <a:pt x="34865" y="1114107"/>
                </a:lnTo>
                <a:cubicBezTo>
                  <a:pt x="395496" y="450495"/>
                  <a:pt x="1098850" y="0"/>
                  <a:pt x="1907462" y="0"/>
                </a:cubicBezTo>
                <a:cubicBezTo>
                  <a:pt x="2495543" y="0"/>
                  <a:pt x="3027952" y="238278"/>
                  <a:pt x="3413339" y="623522"/>
                </a:cubicBezTo>
                <a:lnTo>
                  <a:pt x="3418176" y="628842"/>
                </a:lnTo>
                <a:close/>
              </a:path>
            </a:pathLst>
          </a:custGeom>
          <a:solidFill>
            <a:srgbClr val="6969C7">
              <a:alpha val="3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defRPr/>
            </a:pPr>
            <a:endParaRPr lang="zh-CN" altLang="en-US" sz="1350" noProof="1">
              <a:solidFill>
                <a:srgbClr val="000000"/>
              </a:solidFill>
              <a:latin typeface="微软雅黑" panose="020B0503020204020204" pitchFamily="34" charset="-122"/>
              <a:ea typeface="微软雅黑" panose="020B0503020204020204" pitchFamily="34" charset="-122"/>
            </a:endParaRPr>
          </a:p>
        </p:txBody>
      </p:sp>
      <p:cxnSp>
        <p:nvCxnSpPr>
          <p:cNvPr id="18" name="直接连接符 17"/>
          <p:cNvCxnSpPr/>
          <p:nvPr>
            <p:custDataLst>
              <p:tags r:id="rId8"/>
            </p:custDataLst>
          </p:nvPr>
        </p:nvCxnSpPr>
        <p:spPr>
          <a:xfrm flipH="1">
            <a:off x="-76200" y="0"/>
            <a:ext cx="4845844" cy="1488281"/>
          </a:xfrm>
          <a:prstGeom prst="line">
            <a:avLst/>
          </a:prstGeom>
          <a:ln>
            <a:solidFill>
              <a:srgbClr val="F1C1DB"/>
            </a:solidFill>
          </a:ln>
        </p:spPr>
        <p:style>
          <a:lnRef idx="1">
            <a:schemeClr val="accent1"/>
          </a:lnRef>
          <a:fillRef idx="0">
            <a:schemeClr val="accent1"/>
          </a:fillRef>
          <a:effectRef idx="0">
            <a:schemeClr val="accent1"/>
          </a:effectRef>
          <a:fontRef idx="minor">
            <a:schemeClr val="tx1"/>
          </a:fontRef>
        </p:style>
      </p:cxnSp>
      <p:cxnSp>
        <p:nvCxnSpPr>
          <p:cNvPr id="19" name="直接连接符 18"/>
          <p:cNvCxnSpPr/>
          <p:nvPr>
            <p:custDataLst>
              <p:tags r:id="rId9"/>
            </p:custDataLst>
          </p:nvPr>
        </p:nvCxnSpPr>
        <p:spPr>
          <a:xfrm flipH="1">
            <a:off x="3982641" y="4258866"/>
            <a:ext cx="5151834" cy="870347"/>
          </a:xfrm>
          <a:prstGeom prst="line">
            <a:avLst/>
          </a:prstGeom>
          <a:ln>
            <a:solidFill>
              <a:srgbClr val="F1C1DB"/>
            </a:solidFill>
          </a:ln>
        </p:spPr>
        <p:style>
          <a:lnRef idx="1">
            <a:schemeClr val="accent1"/>
          </a:lnRef>
          <a:fillRef idx="0">
            <a:schemeClr val="accent1"/>
          </a:fillRef>
          <a:effectRef idx="0">
            <a:schemeClr val="accent1"/>
          </a:effectRef>
          <a:fontRef idx="minor">
            <a:schemeClr val="tx1"/>
          </a:fontRef>
        </p:style>
      </p:cxnSp>
    </p:spTree>
    <p:custDataLst>
      <p:tags r:id="rId10"/>
    </p:custData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8" name="矩形 7"/>
          <p:cNvSpPr/>
          <p:nvPr userDrawn="1">
            <p:custDataLst>
              <p:tags r:id="rId1"/>
            </p:custDataLst>
          </p:nvPr>
        </p:nvSpPr>
        <p:spPr>
          <a:xfrm>
            <a:off x="0" y="0"/>
            <a:ext cx="3054096" cy="5143500"/>
          </a:xfrm>
          <a:prstGeom prst="rect">
            <a:avLst/>
          </a:prstGeom>
          <a:solidFill>
            <a:srgbClr val="E7E7F0"/>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dirty="0">
              <a:solidFill>
                <a:srgbClr val="FFFFFF"/>
              </a:solidFill>
              <a:latin typeface="微软雅黑" panose="020B0503020204020204" pitchFamily="34" charset="-122"/>
              <a:ea typeface="微软雅黑" panose="020B0503020204020204" pitchFamily="34" charset="-122"/>
              <a:sym typeface="+mn-ea"/>
            </a:endParaRPr>
          </a:p>
        </p:txBody>
      </p:sp>
      <p:grpSp>
        <p:nvGrpSpPr>
          <p:cNvPr id="14" name="组合 13"/>
          <p:cNvGrpSpPr/>
          <p:nvPr userDrawn="1">
            <p:custDataLst>
              <p:tags r:id="rId2"/>
            </p:custDataLst>
          </p:nvPr>
        </p:nvGrpSpPr>
        <p:grpSpPr>
          <a:xfrm>
            <a:off x="67487" y="71105"/>
            <a:ext cx="8965498" cy="5053346"/>
            <a:chOff x="89982" y="94806"/>
            <a:chExt cx="11953997" cy="6737794"/>
          </a:xfrm>
        </p:grpSpPr>
        <p:pic>
          <p:nvPicPr>
            <p:cNvPr id="24" name="图片 23"/>
            <p:cNvPicPr>
              <a:picLocks noChangeAspect="1"/>
            </p:cNvPicPr>
            <p:nvPr userDrawn="1">
              <p:custDataLst>
                <p:tags r:id="rId3"/>
              </p:custDataLst>
            </p:nvPr>
          </p:nvPicPr>
          <p:blipFill>
            <a:blip r:embed="rId4">
              <a:extLst>
                <a:ext uri="{28A0092B-C50C-407E-A947-70E740481C1C}">
                  <a14:useLocalDpi xmlns:a14="http://schemas.microsoft.com/office/drawing/2010/main" val="0"/>
                </a:ext>
              </a:extLst>
            </a:blip>
            <a:stretch>
              <a:fillRect/>
            </a:stretch>
          </p:blipFill>
          <p:spPr>
            <a:xfrm>
              <a:off x="89982" y="94806"/>
              <a:ext cx="786452" cy="865707"/>
            </a:xfrm>
            <a:prstGeom prst="rect">
              <a:avLst/>
            </a:prstGeom>
          </p:spPr>
        </p:pic>
        <p:pic>
          <p:nvPicPr>
            <p:cNvPr id="13" name="图片 12"/>
            <p:cNvPicPr>
              <a:picLocks noChangeAspect="1"/>
            </p:cNvPicPr>
            <p:nvPr userDrawn="1">
              <p:custDataLst>
                <p:tags r:id="rId5"/>
              </p:custDataLst>
            </p:nvPr>
          </p:nvPicPr>
          <p:blipFill>
            <a:blip r:embed="rId6">
              <a:extLst>
                <a:ext uri="{28A0092B-C50C-407E-A947-70E740481C1C}">
                  <a14:useLocalDpi xmlns:a14="http://schemas.microsoft.com/office/drawing/2010/main" val="0"/>
                </a:ext>
              </a:extLst>
            </a:blip>
            <a:stretch>
              <a:fillRect/>
            </a:stretch>
          </p:blipFill>
          <p:spPr>
            <a:xfrm>
              <a:off x="10577221" y="5249238"/>
              <a:ext cx="1466758" cy="1583362"/>
            </a:xfrm>
            <a:prstGeom prst="rect">
              <a:avLst/>
            </a:prstGeom>
          </p:spPr>
        </p:pic>
      </p:grpSp>
      <p:sp>
        <p:nvSpPr>
          <p:cNvPr id="6" name="文本框 5"/>
          <p:cNvSpPr txBox="1"/>
          <p:nvPr>
            <p:custDataLst>
              <p:tags r:id="rId7"/>
            </p:custDataLst>
          </p:nvPr>
        </p:nvSpPr>
        <p:spPr>
          <a:xfrm>
            <a:off x="3515785" y="3105290"/>
            <a:ext cx="5067000" cy="1465810"/>
          </a:xfrm>
          <a:prstGeom prst="rect">
            <a:avLst/>
          </a:prstGeom>
          <a:noFill/>
        </p:spPr>
        <p:txBody>
          <a:bodyPr wrap="square" lIns="67500" tIns="35100" rIns="67500" bIns="35100" rtlCol="0">
            <a:noAutofit/>
          </a:bodyPr>
          <a:lstStyle/>
          <a:p>
            <a:pPr marL="0" marR="0" lvl="0" indent="0" algn="l" defTabSz="914400" rtl="0" eaLnBrk="1" fontAlgn="auto" latinLnBrk="0" hangingPunct="1">
              <a:lnSpc>
                <a:spcPct val="130000"/>
              </a:lnSpc>
              <a:spcBef>
                <a:spcPts val="0"/>
              </a:spcBef>
              <a:spcAft>
                <a:spcPts val="800"/>
              </a:spcAft>
              <a:buSzPct val="100000"/>
              <a:buFontTx/>
              <a:buNone/>
              <a:defRPr/>
            </a:pPr>
            <a:r>
              <a:rPr kumimoji="0" lang="zh-CN" altLang="en-US" sz="1100" b="0" i="0" kern="1200" cap="none" spc="0" normalizeH="0" noProof="0">
                <a:ln>
                  <a:noFill/>
                </a:ln>
                <a:solidFill>
                  <a:srgbClr val="404040"/>
                </a:solidFill>
                <a:effectLst/>
                <a:latin typeface="微软雅黑" panose="020B0503020204020204" pitchFamily="34" charset="-122"/>
                <a:ea typeface="微软雅黑" panose="020B0503020204020204" pitchFamily="34" charset="-122"/>
                <a:cs typeface="微软雅黑" panose="020B0503020204020204" pitchFamily="34" charset="-122"/>
              </a:rPr>
              <a:t>在输入地址时，不必输入http:// 协议前缀，Microsoft Edge会自动补上。如果以前输入过某个地址，浏览器会记忆这个地址，再次输入该地址时，只需输入开始的几个字符，“自动完成”功能将检查保存过的地址，把其开始几个字符与用户输入的字符相匹配的地址列出来，自动打开“地址”栏下拉列表框，给出匹配地址的建议，如图3-14所示。用鼠标单击该地址，或按↓、↑键找到所需地址后按Enter键。</a:t>
            </a:r>
            <a:endParaRPr kumimoji="0" lang="zh-CN" altLang="en-US" sz="1100" b="0" i="0" kern="1200" cap="none" spc="0" normalizeH="0" noProof="0">
              <a:ln>
                <a:noFill/>
              </a:ln>
              <a:solidFill>
                <a:srgbClr val="404040"/>
              </a:solidFill>
              <a:effectLst/>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9" name="矩形: 圆角 18"/>
          <p:cNvSpPr/>
          <p:nvPr>
            <p:custDataLst>
              <p:tags r:id="rId8"/>
            </p:custDataLst>
          </p:nvPr>
        </p:nvSpPr>
        <p:spPr>
          <a:xfrm>
            <a:off x="572135" y="454660"/>
            <a:ext cx="680085" cy="234950"/>
          </a:xfrm>
          <a:prstGeom prst="roundRect">
            <a:avLst>
              <a:gd name="adj" fmla="val 50000"/>
            </a:avLst>
          </a:prstGeom>
          <a:solidFill>
            <a:srgbClr val="6969C7"/>
          </a:solidFill>
          <a:ln>
            <a:noFill/>
          </a:ln>
        </p:spPr>
        <p:style>
          <a:lnRef idx="2">
            <a:schemeClr val="accent1">
              <a:shade val="50000"/>
            </a:schemeClr>
          </a:lnRef>
          <a:fillRef idx="1">
            <a:schemeClr val="accent1"/>
          </a:fillRef>
          <a:effectRef idx="0">
            <a:schemeClr val="accent1"/>
          </a:effectRef>
          <a:fontRef idx="minor">
            <a:schemeClr val="lt1"/>
          </a:fontRef>
        </p:style>
        <p:txBody>
          <a:bodyPr lIns="67500" tIns="35100" rIns="67500" bIns="35100" rtlCol="0" anchor="ctr">
            <a:normAutofit fontScale="45000" lnSpcReduction="20000"/>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20" name="文本框 33"/>
          <p:cNvSpPr txBox="1"/>
          <p:nvPr>
            <p:custDataLst>
              <p:tags r:id="rId9"/>
            </p:custDataLst>
          </p:nvPr>
        </p:nvSpPr>
        <p:spPr>
          <a:xfrm>
            <a:off x="607695" y="459740"/>
            <a:ext cx="645160" cy="231140"/>
          </a:xfrm>
          <a:prstGeom prst="rect">
            <a:avLst/>
          </a:prstGeom>
          <a:noFill/>
        </p:spPr>
        <p:txBody>
          <a:bodyPr wrap="square" lIns="67500" tIns="35100" rIns="67500" bIns="35100" rtlCol="0">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altLang="zh-CN" sz="1050" b="1" i="0" spc="100" baseline="0" noProof="0" dirty="0">
              <a:ln>
                <a:noFill/>
              </a:ln>
              <a:solidFill>
                <a:srgbClr val="262626">
                  <a:alpha val="80000"/>
                </a:srgbClr>
              </a:solidFill>
              <a:effectLst/>
              <a:uLnTx/>
              <a:uFillTx/>
              <a:latin typeface="微软雅黑" panose="020B0503020204020204" pitchFamily="34" charset="-122"/>
              <a:ea typeface="微软雅黑" panose="020B0503020204020204" pitchFamily="34" charset="-122"/>
              <a:cs typeface="Arial" panose="020B0604020202020204" pitchFamily="34" charset="0"/>
            </a:endParaRPr>
          </a:p>
        </p:txBody>
      </p:sp>
      <p:sp>
        <p:nvSpPr>
          <p:cNvPr id="21" name="TextBox 13"/>
          <p:cNvSpPr txBox="1"/>
          <p:nvPr>
            <p:custDataLst>
              <p:tags r:id="rId10"/>
            </p:custDataLst>
          </p:nvPr>
        </p:nvSpPr>
        <p:spPr>
          <a:xfrm>
            <a:off x="571949" y="4605192"/>
            <a:ext cx="2019599" cy="193027"/>
          </a:xfrm>
          <a:prstGeom prst="rect">
            <a:avLst/>
          </a:prstGeom>
          <a:noFill/>
          <a:ln>
            <a:noFill/>
          </a:ln>
        </p:spPr>
        <p:txBody>
          <a:bodyPr wrap="square" lIns="67500" tIns="35100" rIns="67500" bIns="35100"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900" b="0" i="0" u="none" strike="noStrike" kern="1200" cap="none" spc="150" normalizeH="0" baseline="0" noProof="0" dirty="0">
                <a:ln>
                  <a:noFill/>
                </a:ln>
                <a:solidFill>
                  <a:srgbClr val="3E3EA6"/>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https://www.wps.cn</a:t>
            </a:r>
            <a:endParaRPr kumimoji="0" lang="en-US" altLang="zh-CN" sz="900" b="0" i="0" u="none" strike="noStrike" kern="1200" cap="none" spc="150" normalizeH="0" baseline="0" noProof="0" dirty="0">
              <a:ln>
                <a:noFill/>
              </a:ln>
              <a:solidFill>
                <a:srgbClr val="3E3EA6"/>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3" name="矩形 22"/>
          <p:cNvSpPr/>
          <p:nvPr>
            <p:custDataLst>
              <p:tags r:id="rId11"/>
            </p:custDataLst>
          </p:nvPr>
        </p:nvSpPr>
        <p:spPr>
          <a:xfrm>
            <a:off x="3515785" y="550573"/>
            <a:ext cx="5066999" cy="2366085"/>
          </a:xfrm>
          <a:prstGeom prst="rect">
            <a:avLst/>
          </a:prstGeom>
          <a:solidFill>
            <a:srgbClr val="FFFFFF"/>
          </a:solidFill>
          <a:ln>
            <a:noFill/>
          </a:ln>
          <a:effectLst>
            <a:outerShdw blurRad="127000" dist="38100" dir="5400000" algn="t" rotWithShape="0">
              <a:srgbClr val="0D0D0D">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67500" tIns="35100" rIns="67500" bIns="35100" rtlCol="0" anchor="ctr">
            <a:norm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200" b="1"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pic>
        <p:nvPicPr>
          <p:cNvPr id="22" name="图片 21" descr="C:\Users\kingsoft\Pictures\风景\kemasik, 假期, 場景.jpgkemasik, 假期, 場景"/>
          <p:cNvPicPr/>
          <p:nvPr>
            <p:custDataLst>
              <p:tags r:id="rId12"/>
            </p:custDataLst>
          </p:nvPr>
        </p:nvPicPr>
        <p:blipFill rotWithShape="1">
          <a:blip r:embed="rId13"/>
          <a:srcRect l="-2939" t="816" r="-1811" b="1048"/>
          <a:stretch>
            <a:fillRect/>
          </a:stretch>
        </p:blipFill>
        <p:spPr>
          <a:xfrm>
            <a:off x="3552190" y="550545"/>
            <a:ext cx="4994910" cy="2293620"/>
          </a:xfrm>
          <a:prstGeom prst="rect">
            <a:avLst/>
          </a:prstGeom>
        </p:spPr>
      </p:pic>
      <p:sp>
        <p:nvSpPr>
          <p:cNvPr id="11" name="文本框 10"/>
          <p:cNvSpPr txBox="1"/>
          <p:nvPr>
            <p:custDataLst>
              <p:tags r:id="rId14"/>
            </p:custDataLst>
          </p:nvPr>
        </p:nvSpPr>
        <p:spPr>
          <a:xfrm>
            <a:off x="572400" y="883631"/>
            <a:ext cx="2019600" cy="1706910"/>
          </a:xfrm>
          <a:prstGeom prst="rect">
            <a:avLst/>
          </a:prstGeom>
          <a:noFill/>
        </p:spPr>
        <p:txBody>
          <a:bodyPr wrap="square" lIns="67500" tIns="35100" rIns="67500" bIns="35100" rtlCol="0" anchor="t" anchorCtr="0">
            <a:noAutofit/>
          </a:bodyPr>
          <a:lstStyle/>
          <a:p>
            <a:pPr marL="0" marR="0" lvl="0" indent="0" algn="l" defTabSz="914400" rtl="0" eaLnBrk="1" fontAlgn="auto" latinLnBrk="0" hangingPunct="1">
              <a:lnSpc>
                <a:spcPct val="110000"/>
              </a:lnSpc>
              <a:spcBef>
                <a:spcPts val="0"/>
              </a:spcBef>
              <a:spcAft>
                <a:spcPts val="0"/>
              </a:spcAft>
              <a:buSzPct val="100000"/>
              <a:buFontTx/>
              <a:buNone/>
              <a:defRPr/>
            </a:pPr>
            <a:r>
              <a:rPr kumimoji="0" lang="zh-CN" altLang="en-US" sz="3300" b="1" i="0" kern="1200" cap="none" spc="100" normalizeH="0" noProof="0">
                <a:ln>
                  <a:noFill/>
                </a:ln>
                <a:solidFill>
                  <a:srgbClr val="7F7F7F"/>
                </a:solidFill>
                <a:effectLst/>
                <a:latin typeface="微软雅黑" panose="020B0503020204020204" pitchFamily="34" charset="-122"/>
                <a:ea typeface="微软雅黑" panose="020B0503020204020204" pitchFamily="34" charset="-122"/>
                <a:cs typeface="+mn-cs"/>
              </a:rPr>
              <a:t>地址栏的记忆功能</a:t>
            </a:r>
            <a:endParaRPr kumimoji="0" lang="zh-CN" altLang="en-US" sz="3300" b="1" i="0" kern="1200" cap="none" spc="100" normalizeH="0" noProof="0">
              <a:ln>
                <a:noFill/>
              </a:ln>
              <a:solidFill>
                <a:srgbClr val="7F7F7F"/>
              </a:solidFill>
              <a:effectLst/>
              <a:latin typeface="微软雅黑" panose="020B0503020204020204" pitchFamily="34" charset="-122"/>
              <a:ea typeface="微软雅黑" panose="020B0503020204020204" pitchFamily="34" charset="-122"/>
              <a:cs typeface="+mn-cs"/>
            </a:endParaRPr>
          </a:p>
        </p:txBody>
      </p:sp>
    </p:spTree>
    <p:custDataLst>
      <p:tags r:id="rId15"/>
    </p:custData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160" name="图片 159"/>
          <p:cNvPicPr>
            <a:picLocks noChangeAspect="1"/>
          </p:cNvPicPr>
          <p:nvPr userDrawn="1">
            <p:custDataLst>
              <p:tags r:id="rId1"/>
            </p:custDataLst>
          </p:nvPr>
        </p:nvPicPr>
        <p:blipFill>
          <a:blip r:embed="rId2">
            <a:extLst>
              <a:ext uri="{28A0092B-C50C-407E-A947-70E740481C1C}">
                <a14:useLocalDpi xmlns:a14="http://schemas.microsoft.com/office/drawing/2010/main" val="0"/>
              </a:ext>
            </a:extLst>
          </a:blip>
          <a:stretch>
            <a:fillRect/>
          </a:stretch>
        </p:blipFill>
        <p:spPr>
          <a:xfrm>
            <a:off x="7931976" y="3954677"/>
            <a:ext cx="1101947" cy="1188823"/>
          </a:xfrm>
          <a:prstGeom prst="rect">
            <a:avLst/>
          </a:prstGeom>
        </p:spPr>
      </p:pic>
      <p:sp>
        <p:nvSpPr>
          <p:cNvPr id="9" name="文本框 8"/>
          <p:cNvSpPr txBox="1"/>
          <p:nvPr>
            <p:custDataLst>
              <p:tags r:id="rId3"/>
            </p:custDataLst>
          </p:nvPr>
        </p:nvSpPr>
        <p:spPr>
          <a:xfrm>
            <a:off x="720090" y="1040765"/>
            <a:ext cx="7703185" cy="1573530"/>
          </a:xfrm>
          <a:prstGeom prst="rect">
            <a:avLst/>
          </a:prstGeom>
          <a:noFill/>
        </p:spPr>
        <p:txBody>
          <a:bodyPr wrap="square" rtlCol="0">
            <a:normAutofit/>
          </a:bodyPr>
          <a:lstStyle/>
          <a:p>
            <a:pPr marL="0" lvl="0" indent="0" algn="just" fontAlgn="auto">
              <a:lnSpc>
                <a:spcPct val="120000"/>
              </a:lnSpc>
              <a:spcBef>
                <a:spcPts val="0"/>
              </a:spcBef>
              <a:spcAft>
                <a:spcPts val="1000"/>
              </a:spcAft>
              <a:buSzPct val="100000"/>
              <a:buNone/>
              <a:defRPr/>
            </a:pPr>
            <a:r>
              <a:rPr lang="zh-CN" altLang="en-US" sz="2000" spc="15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Microsoft Edge 浏览器的功能区，如图3-15所示。功能区中的功能按钮如下：</a:t>
            </a:r>
            <a:endParaRPr lang="zh-CN" altLang="en-US" sz="2000" spc="150">
              <a:solidFill>
                <a:srgbClr val="404040"/>
              </a:solidFill>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16" name="图片 15"/>
          <p:cNvPicPr>
            <a:picLocks noChangeAspect="1"/>
          </p:cNvPicPr>
          <p:nvPr>
            <p:custDataLst>
              <p:tags r:id="rId4"/>
            </p:custDataLst>
          </p:nvPr>
        </p:nvPicPr>
        <p:blipFill rotWithShape="1">
          <a:blip r:embed="rId5"/>
          <a:srcRect l="-2661" t="-30994" r="-2755" b="-23923"/>
          <a:stretch>
            <a:fillRect/>
          </a:stretch>
        </p:blipFill>
        <p:spPr>
          <a:xfrm>
            <a:off x="719916" y="2342515"/>
            <a:ext cx="7702896" cy="1850259"/>
          </a:xfrm>
          <a:prstGeom prst="rect">
            <a:avLst/>
          </a:prstGeom>
        </p:spPr>
      </p:pic>
    </p:spTree>
    <p:custDataLst>
      <p:tags r:id="rId6"/>
    </p:custData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160" name="图片 159"/>
          <p:cNvPicPr>
            <a:picLocks noChangeAspect="1"/>
          </p:cNvPicPr>
          <p:nvPr userDrawn="1">
            <p:custDataLst>
              <p:tags r:id="rId1"/>
            </p:custDataLst>
          </p:nvPr>
        </p:nvPicPr>
        <p:blipFill>
          <a:blip r:embed="rId2">
            <a:extLst>
              <a:ext uri="{28A0092B-C50C-407E-A947-70E740481C1C}">
                <a14:useLocalDpi xmlns:a14="http://schemas.microsoft.com/office/drawing/2010/main" val="0"/>
              </a:ext>
            </a:extLst>
          </a:blip>
          <a:stretch>
            <a:fillRect/>
          </a:stretch>
        </p:blipFill>
        <p:spPr>
          <a:xfrm>
            <a:off x="7931976" y="3954677"/>
            <a:ext cx="1101947" cy="1188823"/>
          </a:xfrm>
          <a:prstGeom prst="rect">
            <a:avLst/>
          </a:prstGeom>
        </p:spPr>
      </p:pic>
      <p:sp>
        <p:nvSpPr>
          <p:cNvPr id="9" name="矩形 8"/>
          <p:cNvSpPr/>
          <p:nvPr>
            <p:custDataLst>
              <p:tags r:id="rId3"/>
            </p:custDataLst>
          </p:nvPr>
        </p:nvSpPr>
        <p:spPr>
          <a:xfrm>
            <a:off x="0" y="1942376"/>
            <a:ext cx="5219205" cy="1258747"/>
          </a:xfrm>
          <a:prstGeom prst="rect">
            <a:avLst/>
          </a:prstGeom>
          <a:solidFill>
            <a:srgbClr val="6969C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1350">
              <a:solidFill>
                <a:srgbClr val="FFFFFF"/>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3" name="文本框 2"/>
          <p:cNvSpPr txBox="1"/>
          <p:nvPr>
            <p:custDataLst>
              <p:tags r:id="rId4"/>
            </p:custDataLst>
          </p:nvPr>
        </p:nvSpPr>
        <p:spPr>
          <a:xfrm>
            <a:off x="430054" y="1035209"/>
            <a:ext cx="4515326" cy="755650"/>
          </a:xfrm>
          <a:prstGeom prst="rect">
            <a:avLst/>
          </a:prstGeom>
          <a:noFill/>
        </p:spPr>
        <p:txBody>
          <a:bodyPr wrap="square" rtlCol="0" anchor="ctr">
            <a:spAutoFit/>
          </a:bodyPr>
          <a:lstStyle/>
          <a:p>
            <a:pPr marL="0" indent="0" algn="l">
              <a:lnSpc>
                <a:spcPct val="120000"/>
              </a:lnSpc>
              <a:spcBef>
                <a:spcPts val="0"/>
              </a:spcBef>
              <a:spcAft>
                <a:spcPts val="0"/>
              </a:spcAft>
              <a:buSzPct val="100000"/>
              <a:buNone/>
            </a:pPr>
            <a:r>
              <a:rPr lang="zh-CN" altLang="en-US" sz="3600" b="1" spc="300">
                <a:solidFill>
                  <a:srgbClr val="404040"/>
                </a:solidFill>
                <a:latin typeface="微软雅黑" panose="020B0503020204020204" pitchFamily="34" charset="-122"/>
                <a:ea typeface="微软雅黑" panose="020B0503020204020204" pitchFamily="34" charset="-122"/>
              </a:rPr>
              <a:t>提示</a:t>
            </a:r>
            <a:endParaRPr lang="zh-CN" altLang="en-US" sz="3600" b="1" spc="300">
              <a:solidFill>
                <a:srgbClr val="404040"/>
              </a:solidFill>
              <a:latin typeface="微软雅黑" panose="020B0503020204020204" pitchFamily="34" charset="-122"/>
              <a:ea typeface="微软雅黑" panose="020B0503020204020204" pitchFamily="34" charset="-122"/>
            </a:endParaRPr>
          </a:p>
        </p:txBody>
      </p:sp>
      <p:sp>
        <p:nvSpPr>
          <p:cNvPr id="11" name="文本框 10"/>
          <p:cNvSpPr txBox="1"/>
          <p:nvPr>
            <p:custDataLst>
              <p:tags r:id="rId5"/>
            </p:custDataLst>
          </p:nvPr>
        </p:nvSpPr>
        <p:spPr>
          <a:xfrm>
            <a:off x="435769" y="2152650"/>
            <a:ext cx="4509611" cy="842010"/>
          </a:xfrm>
          <a:prstGeom prst="rect">
            <a:avLst/>
          </a:prstGeom>
          <a:noFill/>
        </p:spPr>
        <p:txBody>
          <a:bodyPr wrap="square" rtlCol="0" anchor="ctr">
            <a:normAutofit/>
          </a:bodyPr>
          <a:lstStyle/>
          <a:p>
            <a:pPr marL="0" lvl="0" indent="0" algn="l">
              <a:lnSpc>
                <a:spcPct val="120000"/>
              </a:lnSpc>
              <a:spcBef>
                <a:spcPts val="0"/>
              </a:spcBef>
              <a:spcAft>
                <a:spcPts val="0"/>
              </a:spcAft>
              <a:buSzPct val="100000"/>
              <a:buNone/>
            </a:pPr>
            <a:r>
              <a:rPr lang="zh-CN" altLang="en-US" sz="2000" spc="150">
                <a:solidFill>
                  <a:srgbClr val="FFFFFF"/>
                </a:solidFill>
                <a:latin typeface="微软雅黑" panose="020B0503020204020204" pitchFamily="34" charset="-122"/>
                <a:ea typeface="微软雅黑" panose="020B0503020204020204" pitchFamily="34" charset="-122"/>
              </a:rPr>
              <a:t>由于副本已经保存在剪贴板中，所以可以多次粘贴。</a:t>
            </a:r>
            <a:endParaRPr lang="zh-CN" altLang="en-US" sz="2000" spc="150">
              <a:solidFill>
                <a:srgbClr val="FFFFFF"/>
              </a:solidFill>
              <a:latin typeface="微软雅黑" panose="020B0503020204020204" pitchFamily="34" charset="-122"/>
              <a:ea typeface="微软雅黑" panose="020B0503020204020204" pitchFamily="34" charset="-122"/>
            </a:endParaRPr>
          </a:p>
        </p:txBody>
      </p:sp>
      <p:sp>
        <p:nvSpPr>
          <p:cNvPr id="2" name="矩形 1"/>
          <p:cNvSpPr/>
          <p:nvPr>
            <p:custDataLst>
              <p:tags r:id="rId6"/>
            </p:custDataLst>
          </p:nvPr>
        </p:nvSpPr>
        <p:spPr>
          <a:xfrm>
            <a:off x="5219205" y="1942376"/>
            <a:ext cx="1309255" cy="1258747"/>
          </a:xfrm>
          <a:prstGeom prst="rect">
            <a:avLst/>
          </a:prstGeom>
          <a:solidFill>
            <a:srgbClr val="E1E1F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1350">
              <a:solidFill>
                <a:srgbClr val="FFFFFF"/>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31" name="矩形 30"/>
          <p:cNvSpPr/>
          <p:nvPr>
            <p:custDataLst>
              <p:tags r:id="rId7"/>
            </p:custDataLst>
          </p:nvPr>
        </p:nvSpPr>
        <p:spPr>
          <a:xfrm>
            <a:off x="6528460" y="1942376"/>
            <a:ext cx="1309255" cy="1258747"/>
          </a:xfrm>
          <a:prstGeom prst="rect">
            <a:avLst/>
          </a:prstGeom>
          <a:solidFill>
            <a:srgbClr val="C3C3E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1350">
              <a:solidFill>
                <a:srgbClr val="FFFFFF"/>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32" name="矩形 31"/>
          <p:cNvSpPr/>
          <p:nvPr>
            <p:custDataLst>
              <p:tags r:id="rId8"/>
            </p:custDataLst>
          </p:nvPr>
        </p:nvSpPr>
        <p:spPr>
          <a:xfrm>
            <a:off x="6528460" y="3201123"/>
            <a:ext cx="1309255" cy="1258747"/>
          </a:xfrm>
          <a:prstGeom prst="rect">
            <a:avLst/>
          </a:prstGeom>
          <a:solidFill>
            <a:srgbClr val="E1E1F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1350">
              <a:solidFill>
                <a:srgbClr val="FFFFFF"/>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33" name="矩形 32"/>
          <p:cNvSpPr/>
          <p:nvPr>
            <p:custDataLst>
              <p:tags r:id="rId9"/>
            </p:custDataLst>
          </p:nvPr>
        </p:nvSpPr>
        <p:spPr>
          <a:xfrm>
            <a:off x="6528460" y="683630"/>
            <a:ext cx="1309255" cy="1258747"/>
          </a:xfrm>
          <a:prstGeom prst="rect">
            <a:avLst/>
          </a:prstGeom>
          <a:solidFill>
            <a:srgbClr val="A5A5D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1350">
              <a:solidFill>
                <a:srgbClr val="FFFFFF"/>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34" name="矩形 33"/>
          <p:cNvSpPr/>
          <p:nvPr>
            <p:custDataLst>
              <p:tags r:id="rId10"/>
            </p:custDataLst>
          </p:nvPr>
        </p:nvSpPr>
        <p:spPr>
          <a:xfrm>
            <a:off x="7837715" y="1942376"/>
            <a:ext cx="1309255" cy="1258747"/>
          </a:xfrm>
          <a:prstGeom prst="rect">
            <a:avLst/>
          </a:prstGeom>
          <a:solidFill>
            <a:srgbClr val="A5A5D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1350">
              <a:solidFill>
                <a:srgbClr val="FFFFFF"/>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35" name="矩形 34"/>
          <p:cNvSpPr/>
          <p:nvPr>
            <p:custDataLst>
              <p:tags r:id="rId11"/>
            </p:custDataLst>
          </p:nvPr>
        </p:nvSpPr>
        <p:spPr>
          <a:xfrm>
            <a:off x="4836282" y="3801071"/>
            <a:ext cx="1056847" cy="1016076"/>
          </a:xfrm>
          <a:prstGeom prst="rect">
            <a:avLst/>
          </a:prstGeom>
          <a:solidFill>
            <a:srgbClr val="C3C3E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1350">
              <a:solidFill>
                <a:srgbClr val="FFFFFF"/>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36" name="矩形 35"/>
          <p:cNvSpPr/>
          <p:nvPr>
            <p:custDataLst>
              <p:tags r:id="rId12"/>
            </p:custDataLst>
          </p:nvPr>
        </p:nvSpPr>
        <p:spPr>
          <a:xfrm>
            <a:off x="178130" y="173196"/>
            <a:ext cx="453930" cy="436418"/>
          </a:xfrm>
          <a:prstGeom prst="rect">
            <a:avLst/>
          </a:prstGeom>
          <a:solidFill>
            <a:srgbClr val="A5A5D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1350">
              <a:solidFill>
                <a:srgbClr val="FFFFFF"/>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37" name="矩形 36"/>
          <p:cNvSpPr/>
          <p:nvPr>
            <p:custDataLst>
              <p:tags r:id="rId13"/>
            </p:custDataLst>
          </p:nvPr>
        </p:nvSpPr>
        <p:spPr>
          <a:xfrm>
            <a:off x="556711" y="490098"/>
            <a:ext cx="192034" cy="184625"/>
          </a:xfrm>
          <a:prstGeom prst="rect">
            <a:avLst/>
          </a:prstGeom>
          <a:solidFill>
            <a:srgbClr val="E1E1F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1350">
              <a:solidFill>
                <a:srgbClr val="FFFFFF"/>
              </a:solidFill>
              <a:latin typeface="微软雅黑" panose="020B0503020204020204" pitchFamily="34" charset="-122"/>
              <a:ea typeface="微软雅黑" panose="020B0503020204020204" pitchFamily="34" charset="-122"/>
              <a:sym typeface="Arial" panose="020B0604020202020204" pitchFamily="34" charset="0"/>
            </a:endParaRPr>
          </a:p>
        </p:txBody>
      </p:sp>
    </p:spTree>
    <p:custDataLst>
      <p:tags r:id="rId14"/>
    </p:custData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矩形 16"/>
          <p:cNvSpPr/>
          <p:nvPr userDrawn="1">
            <p:custDataLst>
              <p:tags r:id="rId1"/>
            </p:custDataLst>
          </p:nvPr>
        </p:nvSpPr>
        <p:spPr>
          <a:xfrm>
            <a:off x="564" y="450"/>
            <a:ext cx="3396831" cy="5142865"/>
          </a:xfrm>
          <a:prstGeom prst="rect">
            <a:avLst/>
          </a:prstGeom>
          <a:solidFill>
            <a:srgbClr val="E7E7F0"/>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dirty="0">
              <a:solidFill>
                <a:srgbClr val="FFFFFF"/>
              </a:solidFill>
              <a:latin typeface="微软雅黑" panose="020B0503020204020204" pitchFamily="34" charset="-122"/>
              <a:ea typeface="微软雅黑" panose="020B0503020204020204" pitchFamily="34" charset="-122"/>
              <a:sym typeface="+mn-ea"/>
            </a:endParaRPr>
          </a:p>
        </p:txBody>
      </p:sp>
      <p:sp>
        <p:nvSpPr>
          <p:cNvPr id="10" name="矩形 9"/>
          <p:cNvSpPr/>
          <p:nvPr>
            <p:custDataLst>
              <p:tags r:id="rId2"/>
            </p:custDataLst>
          </p:nvPr>
        </p:nvSpPr>
        <p:spPr>
          <a:xfrm>
            <a:off x="3603745" y="1219499"/>
            <a:ext cx="5066674" cy="2678734"/>
          </a:xfrm>
          <a:prstGeom prst="rect">
            <a:avLst/>
          </a:prstGeom>
          <a:solidFill>
            <a:srgbClr val="FFFFFF"/>
          </a:solidFill>
          <a:ln>
            <a:noFill/>
          </a:ln>
          <a:effectLst>
            <a:outerShdw blurRad="127000" dist="38100" dir="5400000" algn="t" rotWithShape="0">
              <a:srgbClr val="0D0D0D">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200" b="1"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pic>
        <p:nvPicPr>
          <p:cNvPr id="24" name="图片 23"/>
          <p:cNvPicPr>
            <a:picLocks noChangeAspect="1"/>
          </p:cNvPicPr>
          <p:nvPr userDrawn="1">
            <p:custDataLst>
              <p:tags r:id="rId3"/>
            </p:custDataLst>
          </p:nvPr>
        </p:nvPicPr>
        <p:blipFill>
          <a:blip r:embed="rId4">
            <a:extLst>
              <a:ext uri="{28A0092B-C50C-407E-A947-70E740481C1C}">
                <a14:useLocalDpi xmlns:a14="http://schemas.microsoft.com/office/drawing/2010/main" val="0"/>
              </a:ext>
            </a:extLst>
          </a:blip>
          <a:stretch>
            <a:fillRect/>
          </a:stretch>
        </p:blipFill>
        <p:spPr>
          <a:xfrm>
            <a:off x="67866" y="71561"/>
            <a:ext cx="589842" cy="648890"/>
          </a:xfrm>
          <a:prstGeom prst="rect">
            <a:avLst/>
          </a:prstGeom>
        </p:spPr>
      </p:pic>
      <p:sp>
        <p:nvSpPr>
          <p:cNvPr id="5" name="矩形: 圆角 4"/>
          <p:cNvSpPr/>
          <p:nvPr>
            <p:custDataLst>
              <p:tags r:id="rId5"/>
            </p:custDataLst>
          </p:nvPr>
        </p:nvSpPr>
        <p:spPr>
          <a:xfrm>
            <a:off x="572629" y="455054"/>
            <a:ext cx="680001" cy="234921"/>
          </a:xfrm>
          <a:prstGeom prst="roundRect">
            <a:avLst>
              <a:gd name="adj" fmla="val 50000"/>
            </a:avLst>
          </a:prstGeom>
          <a:solidFill>
            <a:srgbClr val="6969C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2" name="文本框 33"/>
          <p:cNvSpPr txBox="1"/>
          <p:nvPr>
            <p:custDataLst>
              <p:tags r:id="rId6"/>
            </p:custDataLst>
          </p:nvPr>
        </p:nvSpPr>
        <p:spPr>
          <a:xfrm>
            <a:off x="608184" y="460133"/>
            <a:ext cx="645080" cy="231111"/>
          </a:xfrm>
          <a:prstGeom prst="rect">
            <a:avLst/>
          </a:prstGeom>
          <a:noFill/>
        </p:spPr>
        <p:txBody>
          <a:bodyPr wrap="square" lIns="67491" rtlCol="0">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altLang="zh-CN" sz="1050" b="1" i="0" spc="100" baseline="0" noProof="0" dirty="0">
              <a:ln>
                <a:noFill/>
              </a:ln>
              <a:solidFill>
                <a:srgbClr val="262626">
                  <a:alpha val="80000"/>
                </a:srgbClr>
              </a:solidFill>
              <a:effectLst/>
              <a:uLnTx/>
              <a:uFillTx/>
              <a:latin typeface="微软雅黑" panose="020B0503020204020204" pitchFamily="34" charset="-122"/>
              <a:ea typeface="微软雅黑" panose="020B0503020204020204" pitchFamily="34" charset="-122"/>
              <a:cs typeface="Arial" panose="020B0604020202020204" pitchFamily="34" charset="0"/>
            </a:endParaRPr>
          </a:p>
        </p:txBody>
      </p:sp>
      <p:sp>
        <p:nvSpPr>
          <p:cNvPr id="4" name="TextBox 13"/>
          <p:cNvSpPr txBox="1"/>
          <p:nvPr>
            <p:custDataLst>
              <p:tags r:id="rId7"/>
            </p:custDataLst>
          </p:nvPr>
        </p:nvSpPr>
        <p:spPr>
          <a:xfrm>
            <a:off x="286914" y="4658870"/>
            <a:ext cx="2480639" cy="193016"/>
          </a:xfrm>
          <a:prstGeom prst="rect">
            <a:avLst/>
          </a:prstGeom>
          <a:noFill/>
          <a:ln>
            <a:noFill/>
          </a:ln>
        </p:spPr>
        <p:txBody>
          <a:bodyPr wrap="square" lIns="67491" tIns="26996" rIns="67491" bIns="26996"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900" b="0" i="0" u="none" strike="noStrike" kern="1200" cap="none" spc="150" normalizeH="0" baseline="0" noProof="0" dirty="0">
                <a:ln>
                  <a:noFill/>
                </a:ln>
                <a:solidFill>
                  <a:srgbClr val="3E3EA6"/>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https://www.textbookcenter.cn</a:t>
            </a:r>
            <a:endParaRPr kumimoji="0" lang="en-US" altLang="zh-CN" sz="900" b="0" i="0" u="none" strike="noStrike" kern="1200" cap="none" spc="150" normalizeH="0" baseline="0" noProof="0" dirty="0">
              <a:ln>
                <a:noFill/>
              </a:ln>
              <a:solidFill>
                <a:srgbClr val="3E3EA6"/>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4" name="文本框 13"/>
          <p:cNvSpPr txBox="1"/>
          <p:nvPr>
            <p:custDataLst>
              <p:tags r:id="rId8"/>
            </p:custDataLst>
          </p:nvPr>
        </p:nvSpPr>
        <p:spPr>
          <a:xfrm>
            <a:off x="572629" y="1173785"/>
            <a:ext cx="2482544" cy="2948576"/>
          </a:xfrm>
          <a:prstGeom prst="rect">
            <a:avLst/>
          </a:prstGeom>
          <a:noFill/>
        </p:spPr>
        <p:txBody>
          <a:bodyPr wrap="square" rtlCol="0">
            <a:noAutofit/>
          </a:bodyPr>
          <a:lstStyle/>
          <a:p>
            <a:pPr marL="0" lvl="0" indent="-285750" algn="just" fontAlgn="ctr">
              <a:lnSpc>
                <a:spcPct val="130000"/>
              </a:lnSpc>
              <a:spcBef>
                <a:spcPts val="1000"/>
              </a:spcBef>
              <a:spcAft>
                <a:spcPts val="0"/>
              </a:spcAft>
              <a:buSzPct val="100000"/>
              <a:buFont typeface="Wingdings" panose="05000000000000000000" charset="0"/>
              <a:buNone/>
              <a:defRPr/>
            </a:pPr>
            <a:r>
              <a:rPr lang="zh-CN" altLang="en-US" sz="1100" b="1">
                <a:solidFill>
                  <a:srgbClr val="7F7F7F"/>
                </a:solidFill>
                <a:latin typeface="微软雅黑" panose="020B0503020204020204" pitchFamily="34" charset="-122"/>
                <a:ea typeface="微软雅黑" panose="020B0503020204020204" pitchFamily="34" charset="-122"/>
                <a:cs typeface="微软雅黑" panose="020B0503020204020204" pitchFamily="34" charset="-122"/>
              </a:rPr>
              <a:t>地址栏的热门站点推荐功能</a:t>
            </a:r>
            <a:endParaRPr lang="zh-CN" altLang="en-US" sz="1100" b="1">
              <a:solidFill>
                <a:srgbClr val="7F7F7F"/>
              </a:solidFill>
              <a:latin typeface="微软雅黑" panose="020B0503020204020204" pitchFamily="34" charset="-122"/>
              <a:ea typeface="微软雅黑" panose="020B0503020204020204" pitchFamily="34" charset="-122"/>
              <a:cs typeface="微软雅黑" panose="020B0503020204020204" pitchFamily="34" charset="-122"/>
            </a:endParaRPr>
          </a:p>
          <a:p>
            <a:pPr marL="0" lvl="0" indent="-285750" algn="just" fontAlgn="ctr">
              <a:lnSpc>
                <a:spcPct val="130000"/>
              </a:lnSpc>
              <a:spcBef>
                <a:spcPts val="1000"/>
              </a:spcBef>
              <a:spcAft>
                <a:spcPts val="0"/>
              </a:spcAft>
              <a:buSzPct val="100000"/>
              <a:buFont typeface="Wingdings" panose="05000000000000000000" charset="0"/>
              <a:buNone/>
              <a:defRPr/>
            </a:pPr>
            <a:r>
              <a:rPr lang="zh-CN" altLang="en-US" sz="1100">
                <a:solidFill>
                  <a:srgbClr val="7F7F7F"/>
                </a:solidFill>
                <a:latin typeface="微软雅黑" panose="020B0503020204020204" pitchFamily="34" charset="-122"/>
                <a:ea typeface="微软雅黑" panose="020B0503020204020204" pitchFamily="34" charset="-122"/>
                <a:cs typeface="微软雅黑" panose="020B0503020204020204" pitchFamily="34" charset="-122"/>
              </a:rPr>
              <a:t>在地址栏非插入状态（地址栏中没有插入点光标）下，单击地址栏，将显示热门站点，如图 3-16 所示。鼠标单击其中一个地址，相当于输入了该地址并按 Enter 键。</a:t>
            </a:r>
            <a:endParaRPr lang="zh-CN" altLang="en-US" sz="1100">
              <a:solidFill>
                <a:srgbClr val="7F7F7F"/>
              </a:solidFill>
              <a:latin typeface="微软雅黑" panose="020B0503020204020204" pitchFamily="34" charset="-122"/>
              <a:ea typeface="微软雅黑" panose="020B0503020204020204" pitchFamily="34" charset="-122"/>
              <a:cs typeface="微软雅黑" panose="020B0503020204020204" pitchFamily="34" charset="-122"/>
            </a:endParaRPr>
          </a:p>
          <a:p>
            <a:pPr marL="0" lvl="0" indent="-285750" algn="just" fontAlgn="ctr">
              <a:lnSpc>
                <a:spcPct val="130000"/>
              </a:lnSpc>
              <a:spcBef>
                <a:spcPts val="1000"/>
              </a:spcBef>
              <a:spcAft>
                <a:spcPts val="0"/>
              </a:spcAft>
              <a:buSzPct val="100000"/>
              <a:buFont typeface="Wingdings" panose="05000000000000000000" charset="0"/>
              <a:buNone/>
              <a:defRPr/>
            </a:pPr>
            <a:r>
              <a:rPr lang="zh-CN" altLang="en-US" sz="1100">
                <a:solidFill>
                  <a:srgbClr val="7F7F7F"/>
                </a:solidFill>
                <a:latin typeface="微软雅黑" panose="020B0503020204020204" pitchFamily="34" charset="-122"/>
                <a:ea typeface="微软雅黑" panose="020B0503020204020204" pitchFamily="34" charset="-122"/>
                <a:cs typeface="微软雅黑" panose="020B0503020204020204" pitchFamily="34" charset="-122"/>
              </a:rPr>
              <a:t>浏览器将在当前选项卡中，按照地址栏中的地址转到相应的网站或网页。因为浏览器从互联网上的 Web 服务器上下载网页需要时间，在正常的情况下稍等片刻就能显示出来。</a:t>
            </a:r>
            <a:endParaRPr lang="zh-CN" altLang="en-US" sz="1100">
              <a:solidFill>
                <a:srgbClr val="7F7F7F"/>
              </a:solidFill>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6" name="图片 5"/>
          <p:cNvPicPr>
            <a:picLocks noChangeAspect="1"/>
          </p:cNvPicPr>
          <p:nvPr/>
        </p:nvPicPr>
        <p:blipFill>
          <a:blip r:embed="rId9">
            <a:clrChange>
              <a:clrFrom>
                <a:srgbClr val="FFFFFF">
                  <a:alpha val="100000"/>
                </a:srgbClr>
              </a:clrFrom>
              <a:clrTo>
                <a:srgbClr val="FFFFFF">
                  <a:alpha val="100000"/>
                  <a:alpha val="0"/>
                </a:srgbClr>
              </a:clrTo>
            </a:clrChange>
          </a:blip>
          <a:stretch>
            <a:fillRect/>
          </a:stretch>
        </p:blipFill>
        <p:spPr>
          <a:xfrm>
            <a:off x="3603745" y="1286166"/>
            <a:ext cx="5066674" cy="2544766"/>
          </a:xfrm>
          <a:prstGeom prst="rect">
            <a:avLst/>
          </a:prstGeom>
        </p:spPr>
      </p:pic>
    </p:spTree>
    <p:custDataLst>
      <p:tags r:id="rId10"/>
    </p:custDataLst>
  </p:cSld>
  <p:clrMapOvr>
    <a:masterClrMapping/>
  </p:clrMapOvr>
  <p:transition spd="slow">
    <p:random/>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5" name="组合 114"/>
          <p:cNvGrpSpPr/>
          <p:nvPr userDrawn="1"/>
        </p:nvGrpSpPr>
        <p:grpSpPr>
          <a:xfrm>
            <a:off x="564" y="228387"/>
            <a:ext cx="9142871" cy="4686356"/>
            <a:chOff x="0" y="304200"/>
            <a:chExt cx="12192000" cy="6249600"/>
          </a:xfrm>
        </p:grpSpPr>
        <p:sp>
          <p:nvSpPr>
            <p:cNvPr id="15" name="矩形 14"/>
            <p:cNvSpPr/>
            <p:nvPr userDrawn="1">
              <p:custDataLst>
                <p:tags r:id="rId1"/>
              </p:custDataLst>
            </p:nvPr>
          </p:nvSpPr>
          <p:spPr>
            <a:xfrm>
              <a:off x="0" y="2123388"/>
              <a:ext cx="12192000" cy="2611225"/>
            </a:xfrm>
            <a:prstGeom prst="rect">
              <a:avLst/>
            </a:prstGeom>
            <a:solidFill>
              <a:srgbClr val="6969C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FFFFFF"/>
                </a:solidFill>
                <a:latin typeface="微软雅黑" panose="020B0503020204020204" pitchFamily="34" charset="-122"/>
                <a:ea typeface="微软雅黑" panose="020B0503020204020204" pitchFamily="34" charset="-122"/>
              </a:endParaRPr>
            </a:p>
          </p:txBody>
        </p:sp>
        <p:sp>
          <p:nvSpPr>
            <p:cNvPr id="16" name="矩形 15"/>
            <p:cNvSpPr/>
            <p:nvPr userDrawn="1">
              <p:custDataLst>
                <p:tags r:id="rId2"/>
              </p:custDataLst>
            </p:nvPr>
          </p:nvSpPr>
          <p:spPr>
            <a:xfrm>
              <a:off x="292800" y="304200"/>
              <a:ext cx="11606400" cy="62496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FFFF"/>
                </a:solidFill>
                <a:latin typeface="微软雅黑" panose="020B0503020204020204" pitchFamily="34" charset="-122"/>
                <a:ea typeface="微软雅黑" panose="020B0503020204020204" pitchFamily="34" charset="-122"/>
              </a:endParaRPr>
            </a:p>
          </p:txBody>
        </p:sp>
      </p:grpSp>
      <p:sp>
        <p:nvSpPr>
          <p:cNvPr id="10" name="Title 6"/>
          <p:cNvSpPr txBox="1"/>
          <p:nvPr>
            <p:custDataLst>
              <p:tags r:id="rId3"/>
            </p:custDataLst>
          </p:nvPr>
        </p:nvSpPr>
        <p:spPr>
          <a:xfrm>
            <a:off x="914851" y="1088706"/>
            <a:ext cx="2732068" cy="641906"/>
          </a:xfrm>
          <a:prstGeom prst="rect">
            <a:avLst/>
          </a:prstGeom>
          <a:noFill/>
          <a:ln w="3175">
            <a:noFill/>
            <a:prstDash val="dash"/>
          </a:ln>
        </p:spPr>
        <p:txBody>
          <a:bodyPr wrap="square" lIns="53993" tIns="26996" rIns="53993" bIns="80990" anchor="t" anchorCtr="0">
            <a:no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0" marR="0" lvl="0" indent="0" algn="l" defTabSz="913765" rtl="0" eaLnBrk="1" fontAlgn="auto" latinLnBrk="0" hangingPunct="1">
              <a:lnSpc>
                <a:spcPct val="130000"/>
              </a:lnSpc>
              <a:spcBef>
                <a:spcPts val="0"/>
              </a:spcBef>
              <a:spcAft>
                <a:spcPts val="800"/>
              </a:spcAft>
              <a:buSzPct val="100000"/>
              <a:buFontTx/>
              <a:buNone/>
              <a:defRPr/>
            </a:pPr>
            <a:r>
              <a:rPr lang="zh-CN" altLang="en-US" sz="2700" b="1" spc="300">
                <a:ln w="3175">
                  <a:noFill/>
                  <a:prstDash val="dash"/>
                </a:ln>
                <a:solidFill>
                  <a:srgbClr val="262626"/>
                </a:solidFill>
                <a:latin typeface="微软雅黑" panose="020B0503020204020204" pitchFamily="34" charset="-122"/>
                <a:ea typeface="微软雅黑" panose="020B0503020204020204" pitchFamily="34" charset="-122"/>
                <a:cs typeface="微软雅黑" panose="020B0503020204020204" pitchFamily="34" charset="-122"/>
              </a:rPr>
              <a:t>浏览网页</a:t>
            </a:r>
            <a:endParaRPr lang="zh-CN" altLang="en-US" sz="2700" b="1" spc="300">
              <a:ln w="3175">
                <a:noFill/>
                <a:prstDash val="dash"/>
              </a:ln>
              <a:solidFill>
                <a:srgbClr val="262626"/>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1" name="Title 6"/>
          <p:cNvSpPr txBox="1"/>
          <p:nvPr>
            <p:custDataLst>
              <p:tags r:id="rId4"/>
            </p:custDataLst>
          </p:nvPr>
        </p:nvSpPr>
        <p:spPr>
          <a:xfrm>
            <a:off x="740883" y="2155374"/>
            <a:ext cx="3299688" cy="1057144"/>
          </a:xfrm>
          <a:prstGeom prst="rect">
            <a:avLst/>
          </a:prstGeom>
          <a:noFill/>
          <a:ln w="3175">
            <a:noFill/>
            <a:prstDash val="dash"/>
          </a:ln>
        </p:spPr>
        <p:txBody>
          <a:bodyPr wrap="square" lIns="53993" tIns="26996" rIns="53993" bIns="26996" anchor="t" anchorCtr="0">
            <a:no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lvl="0" indent="0" algn="just" fontAlgn="ctr">
              <a:lnSpc>
                <a:spcPct val="150000"/>
              </a:lnSpc>
              <a:spcBef>
                <a:spcPts val="1000"/>
              </a:spcBef>
              <a:spcAft>
                <a:spcPts val="0"/>
              </a:spcAft>
              <a:buSzPct val="100000"/>
              <a:buFont typeface="+mj-ea"/>
            </a:pPr>
            <a:r>
              <a:rPr lang="zh-CN" altLang="en-US" sz="1400" spc="50">
                <a:ln w="3175">
                  <a:noFill/>
                  <a:prstDash val="dash"/>
                </a:ln>
                <a:solidFill>
                  <a:srgbClr val="262626"/>
                </a:solidFill>
                <a:latin typeface="微软雅黑" panose="020B0503020204020204" pitchFamily="34" charset="-122"/>
                <a:ea typeface="微软雅黑" panose="020B0503020204020204" pitchFamily="34" charset="-122"/>
                <a:cs typeface="微软雅黑" panose="020B0503020204020204" pitchFamily="34" charset="-122"/>
                <a:sym typeface="+mn-ea"/>
              </a:rPr>
              <a:t>输入网址后，进入网站首先看到的一页称首页或主页，通常由主页上的超链接引导用户跳转到其他位置。</a:t>
            </a:r>
            <a:endParaRPr lang="zh-CN" altLang="en-US" sz="1400" spc="50">
              <a:ln w="3175">
                <a:noFill/>
                <a:prstDash val="dash"/>
              </a:ln>
              <a:solidFill>
                <a:srgbClr val="262626"/>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cxnSp>
        <p:nvCxnSpPr>
          <p:cNvPr id="7" name="直接连接符 6"/>
          <p:cNvCxnSpPr/>
          <p:nvPr>
            <p:custDataLst>
              <p:tags r:id="rId5"/>
            </p:custDataLst>
          </p:nvPr>
        </p:nvCxnSpPr>
        <p:spPr>
          <a:xfrm>
            <a:off x="686279" y="1719818"/>
            <a:ext cx="4073797" cy="0"/>
          </a:xfrm>
          <a:prstGeom prst="line">
            <a:avLst/>
          </a:prstGeom>
          <a:ln w="12700">
            <a:solidFill>
              <a:srgbClr val="A5A5DD"/>
            </a:solidFill>
          </a:ln>
        </p:spPr>
        <p:style>
          <a:lnRef idx="1">
            <a:schemeClr val="accent1"/>
          </a:lnRef>
          <a:fillRef idx="0">
            <a:schemeClr val="accent1"/>
          </a:fillRef>
          <a:effectRef idx="0">
            <a:schemeClr val="accent1"/>
          </a:effectRef>
          <a:fontRef idx="minor">
            <a:schemeClr val="tx1"/>
          </a:fontRef>
        </p:style>
      </p:cxnSp>
      <p:sp>
        <p:nvSpPr>
          <p:cNvPr id="12" name="椭圆 11"/>
          <p:cNvSpPr/>
          <p:nvPr>
            <p:custDataLst>
              <p:tags r:id="rId6"/>
            </p:custDataLst>
          </p:nvPr>
        </p:nvSpPr>
        <p:spPr>
          <a:xfrm>
            <a:off x="149771" y="1182039"/>
            <a:ext cx="472382" cy="472382"/>
          </a:xfrm>
          <a:prstGeom prst="ellipse">
            <a:avLst/>
          </a:prstGeom>
          <a:solidFill>
            <a:srgbClr val="C3C3E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rgbClr val="FFFFFF"/>
              </a:solidFill>
              <a:latin typeface="微软雅黑" panose="020B0503020204020204" pitchFamily="34" charset="-122"/>
              <a:ea typeface="微软雅黑" panose="020B0503020204020204" pitchFamily="34" charset="-122"/>
            </a:endParaRPr>
          </a:p>
        </p:txBody>
      </p:sp>
      <p:sp>
        <p:nvSpPr>
          <p:cNvPr id="13" name="椭圆 12"/>
          <p:cNvSpPr/>
          <p:nvPr>
            <p:custDataLst>
              <p:tags r:id="rId7"/>
            </p:custDataLst>
          </p:nvPr>
        </p:nvSpPr>
        <p:spPr>
          <a:xfrm>
            <a:off x="437390" y="1567818"/>
            <a:ext cx="303493" cy="303493"/>
          </a:xfrm>
          <a:prstGeom prst="ellipse">
            <a:avLst/>
          </a:prstGeom>
          <a:solidFill>
            <a:srgbClr val="E1E1F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rgbClr val="FFFFFF"/>
              </a:solidFill>
              <a:latin typeface="微软雅黑" panose="020B0503020204020204" pitchFamily="34" charset="-122"/>
              <a:ea typeface="微软雅黑" panose="020B0503020204020204" pitchFamily="34" charset="-122"/>
            </a:endParaRPr>
          </a:p>
        </p:txBody>
      </p:sp>
      <p:pic>
        <p:nvPicPr>
          <p:cNvPr id="14" name="图片 13"/>
          <p:cNvPicPr>
            <a:picLocks noChangeAspect="1"/>
          </p:cNvPicPr>
          <p:nvPr/>
        </p:nvPicPr>
        <p:blipFill>
          <a:blip r:embed="rId8"/>
          <a:stretch>
            <a:fillRect/>
          </a:stretch>
        </p:blipFill>
        <p:spPr>
          <a:xfrm>
            <a:off x="4107872" y="653149"/>
            <a:ext cx="4747309" cy="2742861"/>
          </a:xfrm>
          <a:prstGeom prst="rect">
            <a:avLst/>
          </a:prstGeom>
        </p:spPr>
      </p:pic>
      <p:sp>
        <p:nvSpPr>
          <p:cNvPr id="17" name="Title 6"/>
          <p:cNvSpPr txBox="1"/>
          <p:nvPr>
            <p:custDataLst>
              <p:tags r:id="rId9"/>
            </p:custDataLst>
          </p:nvPr>
        </p:nvSpPr>
        <p:spPr>
          <a:xfrm>
            <a:off x="740883" y="3319820"/>
            <a:ext cx="8034933" cy="1352383"/>
          </a:xfrm>
          <a:prstGeom prst="rect">
            <a:avLst/>
          </a:prstGeom>
          <a:noFill/>
          <a:ln w="3175">
            <a:noFill/>
            <a:prstDash val="dash"/>
          </a:ln>
        </p:spPr>
        <p:txBody>
          <a:bodyPr wrap="square" lIns="53993" tIns="26996" rIns="53993" bIns="26996" anchor="t" anchorCtr="0">
            <a:no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lvl="0" indent="0" algn="just" fontAlgn="ctr">
              <a:lnSpc>
                <a:spcPct val="130000"/>
              </a:lnSpc>
              <a:spcBef>
                <a:spcPts val="1000"/>
              </a:spcBef>
              <a:spcAft>
                <a:spcPts val="0"/>
              </a:spcAft>
              <a:buSzPct val="100000"/>
              <a:buFont typeface="+mj-ea"/>
            </a:pPr>
            <a:r>
              <a:rPr lang="zh-CN" altLang="en-US" sz="1400" spc="50">
                <a:ln w="3175">
                  <a:noFill/>
                  <a:prstDash val="dash"/>
                </a:ln>
                <a:solidFill>
                  <a:srgbClr val="262626"/>
                </a:solidFill>
                <a:latin typeface="微软雅黑" panose="020B0503020204020204" pitchFamily="34" charset="-122"/>
                <a:ea typeface="微软雅黑" panose="020B0503020204020204" pitchFamily="34" charset="-122"/>
                <a:cs typeface="微软雅黑" panose="020B0503020204020204" pitchFamily="34" charset="-122"/>
                <a:sym typeface="+mn-ea"/>
              </a:rPr>
              <a:t>单击一个超链接可以从一个网页跳转到链接网页，“地址”栏中总是显示当前打开的地址。注意，有时单击链接后新网页在本选项卡中显示，有时在新建的选项卡中显示。</a:t>
            </a:r>
            <a:endParaRPr lang="zh-CN" altLang="en-US" sz="1400" spc="50">
              <a:ln w="3175">
                <a:noFill/>
                <a:prstDash val="dash"/>
              </a:ln>
              <a:solidFill>
                <a:srgbClr val="262626"/>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lvl="0" indent="0" algn="just" fontAlgn="ctr">
              <a:lnSpc>
                <a:spcPct val="130000"/>
              </a:lnSpc>
              <a:spcBef>
                <a:spcPts val="1000"/>
              </a:spcBef>
              <a:spcAft>
                <a:spcPts val="0"/>
              </a:spcAft>
              <a:buSzPct val="100000"/>
              <a:buFont typeface="+mj-ea"/>
            </a:pPr>
            <a:r>
              <a:rPr lang="zh-CN" altLang="en-US" sz="1400" spc="50">
                <a:ln w="3175">
                  <a:noFill/>
                  <a:prstDash val="dash"/>
                </a:ln>
                <a:solidFill>
                  <a:srgbClr val="262626"/>
                </a:solidFill>
                <a:latin typeface="微软雅黑" panose="020B0503020204020204" pitchFamily="34" charset="-122"/>
                <a:ea typeface="微软雅黑" panose="020B0503020204020204" pitchFamily="34" charset="-122"/>
                <a:cs typeface="微软雅黑" panose="020B0503020204020204" pitchFamily="34" charset="-122"/>
                <a:sym typeface="+mn-ea"/>
              </a:rPr>
              <a:t>也可以在新的窗口中显示新网页，方法是：在超链接上右击，在打开的快捷菜单中单击“在新窗口中打开”，如图 3-17 所示。</a:t>
            </a:r>
            <a:endParaRPr lang="zh-CN" altLang="en-US" sz="1400" spc="50">
              <a:ln w="3175">
                <a:noFill/>
                <a:prstDash val="dash"/>
              </a:ln>
              <a:solidFill>
                <a:srgbClr val="262626"/>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ustDataLst>
      <p:tags r:id="rId10"/>
    </p:custDataLst>
  </p:cSld>
  <p:clrMapOvr>
    <a:masterClrMapping/>
  </p:clrMapOvr>
  <p:transition spd="slow">
    <p:random/>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0" name="组合 19"/>
          <p:cNvGrpSpPr/>
          <p:nvPr userDrawn="1">
            <p:custDataLst>
              <p:tags r:id="rId1"/>
            </p:custDataLst>
          </p:nvPr>
        </p:nvGrpSpPr>
        <p:grpSpPr>
          <a:xfrm rot="20310956">
            <a:off x="219764" y="261150"/>
            <a:ext cx="881050" cy="522085"/>
            <a:chOff x="4175125" y="1726565"/>
            <a:chExt cx="1094105" cy="648335"/>
          </a:xfrm>
        </p:grpSpPr>
        <p:sp>
          <p:nvSpPr>
            <p:cNvPr id="21" name="Freeform 64"/>
            <p:cNvSpPr/>
            <p:nvPr userDrawn="1">
              <p:custDataLst>
                <p:tags r:id="rId2"/>
              </p:custDataLst>
            </p:nvPr>
          </p:nvSpPr>
          <p:spPr bwMode="auto">
            <a:xfrm>
              <a:off x="4175125" y="1726565"/>
              <a:ext cx="1094105" cy="648335"/>
            </a:xfrm>
            <a:custGeom>
              <a:avLst/>
              <a:gdLst>
                <a:gd name="T0" fmla="*/ 660 w 675"/>
                <a:gd name="T1" fmla="*/ 401 h 401"/>
                <a:gd name="T2" fmla="*/ 15 w 675"/>
                <a:gd name="T3" fmla="*/ 401 h 401"/>
                <a:gd name="T4" fmla="*/ 0 w 675"/>
                <a:gd name="T5" fmla="*/ 387 h 401"/>
                <a:gd name="T6" fmla="*/ 0 w 675"/>
                <a:gd name="T7" fmla="*/ 14 h 401"/>
                <a:gd name="T8" fmla="*/ 15 w 675"/>
                <a:gd name="T9" fmla="*/ 0 h 401"/>
                <a:gd name="T10" fmla="*/ 660 w 675"/>
                <a:gd name="T11" fmla="*/ 0 h 401"/>
                <a:gd name="T12" fmla="*/ 675 w 675"/>
                <a:gd name="T13" fmla="*/ 14 h 401"/>
                <a:gd name="T14" fmla="*/ 675 w 675"/>
                <a:gd name="T15" fmla="*/ 387 h 401"/>
                <a:gd name="T16" fmla="*/ 660 w 675"/>
                <a:gd name="T17" fmla="*/ 401 h 4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75" h="401">
                  <a:moveTo>
                    <a:pt x="660" y="401"/>
                  </a:moveTo>
                  <a:cubicBezTo>
                    <a:pt x="15" y="401"/>
                    <a:pt x="15" y="401"/>
                    <a:pt x="15" y="401"/>
                  </a:cubicBezTo>
                  <a:cubicBezTo>
                    <a:pt x="7" y="401"/>
                    <a:pt x="0" y="395"/>
                    <a:pt x="0" y="387"/>
                  </a:cubicBezTo>
                  <a:cubicBezTo>
                    <a:pt x="0" y="14"/>
                    <a:pt x="0" y="14"/>
                    <a:pt x="0" y="14"/>
                  </a:cubicBezTo>
                  <a:cubicBezTo>
                    <a:pt x="0" y="6"/>
                    <a:pt x="7" y="0"/>
                    <a:pt x="15" y="0"/>
                  </a:cubicBezTo>
                  <a:cubicBezTo>
                    <a:pt x="660" y="0"/>
                    <a:pt x="660" y="0"/>
                    <a:pt x="660" y="0"/>
                  </a:cubicBezTo>
                  <a:cubicBezTo>
                    <a:pt x="668" y="0"/>
                    <a:pt x="675" y="6"/>
                    <a:pt x="675" y="14"/>
                  </a:cubicBezTo>
                  <a:cubicBezTo>
                    <a:pt x="675" y="387"/>
                    <a:pt x="675" y="387"/>
                    <a:pt x="675" y="387"/>
                  </a:cubicBezTo>
                  <a:cubicBezTo>
                    <a:pt x="675" y="395"/>
                    <a:pt x="668" y="401"/>
                    <a:pt x="660" y="401"/>
                  </a:cubicBezTo>
                  <a:close/>
                </a:path>
              </a:pathLst>
            </a:custGeom>
            <a:solidFill>
              <a:srgbClr val="DADADA"/>
            </a:solidFill>
            <a:ln>
              <a:noFill/>
            </a:ln>
            <a:extLst>
              <a:ext uri="{91240B29-F687-4F45-9708-019B960494DF}">
                <a14:hiddenLine xmlns:a14="http://schemas.microsoft.com/office/drawing/2010/main" w="9525">
                  <a:solidFill>
                    <a:srgbClr val="000000"/>
                  </a:solidFill>
                  <a:round/>
                </a14:hiddenLine>
              </a:ext>
            </a:extLst>
          </p:spPr>
          <p:txBody>
            <a:bodyPr vert="horz" wrap="square" lIns="91428" tIns="45714" rIns="91428" bIns="45714" numCol="1" anchor="t" anchorCtr="0" compatLnSpc="1"/>
            <a:lstStyle/>
            <a:p>
              <a:endParaRPr lang="zh-CN" altLang="en-US">
                <a:solidFill>
                  <a:srgbClr val="000000"/>
                </a:solidFill>
                <a:latin typeface="微软雅黑" panose="020B0503020204020204" pitchFamily="34" charset="-122"/>
                <a:ea typeface="微软雅黑" panose="020B0503020204020204" pitchFamily="34" charset="-122"/>
              </a:endParaRPr>
            </a:p>
          </p:txBody>
        </p:sp>
        <p:sp>
          <p:nvSpPr>
            <p:cNvPr id="22" name="Rectangle 66"/>
            <p:cNvSpPr>
              <a:spLocks noChangeArrowheads="1"/>
            </p:cNvSpPr>
            <p:nvPr userDrawn="1">
              <p:custDataLst>
                <p:tags r:id="rId3"/>
              </p:custDataLst>
            </p:nvPr>
          </p:nvSpPr>
          <p:spPr bwMode="auto">
            <a:xfrm>
              <a:off x="4249420" y="2235382"/>
              <a:ext cx="897255" cy="7048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28" tIns="45714" rIns="91428" bIns="45714" numCol="1" anchor="t" anchorCtr="0" compatLnSpc="1"/>
            <a:lstStyle/>
            <a:p>
              <a:endParaRPr lang="zh-CN" altLang="en-US">
                <a:solidFill>
                  <a:srgbClr val="000000"/>
                </a:solidFill>
                <a:latin typeface="微软雅黑" panose="020B0503020204020204" pitchFamily="34" charset="-122"/>
                <a:ea typeface="微软雅黑" panose="020B0503020204020204" pitchFamily="34" charset="-122"/>
              </a:endParaRPr>
            </a:p>
          </p:txBody>
        </p:sp>
        <p:sp>
          <p:nvSpPr>
            <p:cNvPr id="23" name="Rectangle 67"/>
            <p:cNvSpPr>
              <a:spLocks noChangeArrowheads="1"/>
            </p:cNvSpPr>
            <p:nvPr userDrawn="1">
              <p:custDataLst>
                <p:tags r:id="rId4"/>
              </p:custDataLst>
            </p:nvPr>
          </p:nvSpPr>
          <p:spPr bwMode="auto">
            <a:xfrm>
              <a:off x="4249420" y="2116728"/>
              <a:ext cx="504190" cy="7175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28" tIns="45714" rIns="91428" bIns="45714" numCol="1" anchor="t" anchorCtr="0" compatLnSpc="1"/>
            <a:lstStyle/>
            <a:p>
              <a:endParaRPr lang="zh-CN" altLang="en-US">
                <a:solidFill>
                  <a:srgbClr val="000000"/>
                </a:solidFill>
                <a:latin typeface="微软雅黑" panose="020B0503020204020204" pitchFamily="34" charset="-122"/>
                <a:ea typeface="微软雅黑" panose="020B0503020204020204" pitchFamily="34" charset="-122"/>
              </a:endParaRPr>
            </a:p>
          </p:txBody>
        </p:sp>
        <p:sp>
          <p:nvSpPr>
            <p:cNvPr id="24" name="Rectangle 68"/>
            <p:cNvSpPr>
              <a:spLocks noChangeArrowheads="1"/>
            </p:cNvSpPr>
            <p:nvPr userDrawn="1">
              <p:custDataLst>
                <p:tags r:id="rId5"/>
              </p:custDataLst>
            </p:nvPr>
          </p:nvSpPr>
          <p:spPr bwMode="auto">
            <a:xfrm>
              <a:off x="4245610" y="1786255"/>
              <a:ext cx="275590" cy="226695"/>
            </a:xfrm>
            <a:prstGeom prst="rect">
              <a:avLst/>
            </a:prstGeom>
            <a:solidFill>
              <a:srgbClr val="6969C7"/>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28" tIns="45714" rIns="91428" bIns="45714" numCol="1" anchor="t" anchorCtr="0" compatLnSpc="1"/>
            <a:lstStyle/>
            <a:p>
              <a:endParaRPr lang="zh-CN" altLang="en-US">
                <a:solidFill>
                  <a:srgbClr val="000000"/>
                </a:solidFill>
                <a:latin typeface="微软雅黑" panose="020B0503020204020204" pitchFamily="34" charset="-122"/>
                <a:ea typeface="微软雅黑" panose="020B0503020204020204" pitchFamily="34" charset="-122"/>
              </a:endParaRPr>
            </a:p>
          </p:txBody>
        </p:sp>
        <p:sp>
          <p:nvSpPr>
            <p:cNvPr id="25" name="Rectangle 69"/>
            <p:cNvSpPr>
              <a:spLocks noChangeArrowheads="1"/>
            </p:cNvSpPr>
            <p:nvPr userDrawn="1">
              <p:custDataLst>
                <p:tags r:id="rId6"/>
              </p:custDataLst>
            </p:nvPr>
          </p:nvSpPr>
          <p:spPr bwMode="auto">
            <a:xfrm>
              <a:off x="4573905" y="1786255"/>
              <a:ext cx="276860" cy="226695"/>
            </a:xfrm>
            <a:prstGeom prst="rect">
              <a:avLst/>
            </a:prstGeom>
            <a:solidFill>
              <a:srgbClr val="DB63A3"/>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28" tIns="45714" rIns="91428" bIns="45714" numCol="1" anchor="t" anchorCtr="0" compatLnSpc="1"/>
            <a:lstStyle/>
            <a:p>
              <a:endParaRPr lang="zh-CN" altLang="en-US">
                <a:solidFill>
                  <a:srgbClr val="000000"/>
                </a:solidFill>
                <a:latin typeface="微软雅黑" panose="020B0503020204020204" pitchFamily="34" charset="-122"/>
                <a:ea typeface="微软雅黑" panose="020B0503020204020204" pitchFamily="34" charset="-122"/>
              </a:endParaRPr>
            </a:p>
          </p:txBody>
        </p:sp>
        <p:sp>
          <p:nvSpPr>
            <p:cNvPr id="26" name="Rectangle 70"/>
            <p:cNvSpPr>
              <a:spLocks noChangeArrowheads="1"/>
            </p:cNvSpPr>
            <p:nvPr userDrawn="1">
              <p:custDataLst>
                <p:tags r:id="rId7"/>
              </p:custDataLst>
            </p:nvPr>
          </p:nvSpPr>
          <p:spPr bwMode="auto">
            <a:xfrm>
              <a:off x="4903470" y="1786255"/>
              <a:ext cx="275590" cy="226695"/>
            </a:xfrm>
            <a:prstGeom prst="rect">
              <a:avLst/>
            </a:prstGeom>
            <a:solidFill>
              <a:srgbClr val="F79179"/>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28" tIns="45714" rIns="91428" bIns="45714" numCol="1" anchor="t" anchorCtr="0" compatLnSpc="1"/>
            <a:lstStyle/>
            <a:p>
              <a:endParaRPr lang="zh-CN" altLang="en-US">
                <a:solidFill>
                  <a:srgbClr val="000000"/>
                </a:solidFill>
                <a:latin typeface="微软雅黑" panose="020B0503020204020204" pitchFamily="34" charset="-122"/>
                <a:ea typeface="微软雅黑" panose="020B0503020204020204" pitchFamily="34" charset="-122"/>
              </a:endParaRPr>
            </a:p>
          </p:txBody>
        </p:sp>
      </p:grpSp>
      <p:sp>
        <p:nvSpPr>
          <p:cNvPr id="8" name="矩形 7"/>
          <p:cNvSpPr/>
          <p:nvPr userDrawn="1">
            <p:custDataLst>
              <p:tags r:id="rId8"/>
            </p:custDataLst>
          </p:nvPr>
        </p:nvSpPr>
        <p:spPr>
          <a:xfrm>
            <a:off x="564" y="1064029"/>
            <a:ext cx="9142871" cy="3854355"/>
          </a:xfrm>
          <a:prstGeom prst="rect">
            <a:avLst/>
          </a:prstGeom>
          <a:solidFill>
            <a:srgbClr val="E7E7F0"/>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olidFill>
                <a:srgbClr val="FFFFFF"/>
              </a:solidFill>
              <a:latin typeface="微软雅黑" panose="020B0503020204020204" pitchFamily="34" charset="-122"/>
              <a:ea typeface="微软雅黑" panose="020B0503020204020204" pitchFamily="34" charset="-122"/>
              <a:sym typeface="+mn-ea"/>
            </a:endParaRPr>
          </a:p>
        </p:txBody>
      </p:sp>
      <p:sp>
        <p:nvSpPr>
          <p:cNvPr id="7" name="Title 6"/>
          <p:cNvSpPr txBox="1"/>
          <p:nvPr>
            <p:custDataLst>
              <p:tags r:id="rId9"/>
            </p:custDataLst>
          </p:nvPr>
        </p:nvSpPr>
        <p:spPr>
          <a:xfrm>
            <a:off x="3909142" y="1414420"/>
            <a:ext cx="4914928" cy="646985"/>
          </a:xfrm>
          <a:prstGeom prst="rect">
            <a:avLst/>
          </a:prstGeom>
          <a:noFill/>
          <a:ln w="3175">
            <a:noFill/>
            <a:prstDash val="dash"/>
          </a:ln>
        </p:spPr>
        <p:txBody>
          <a:bodyPr wrap="square" lIns="53993" tIns="26996" rIns="53993" bIns="26996" anchor="ctr" anchorCtr="0">
            <a:no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lvl="0" indent="0" algn="l" fontAlgn="ctr">
              <a:lnSpc>
                <a:spcPct val="130000"/>
              </a:lnSpc>
              <a:spcBef>
                <a:spcPts val="1000"/>
              </a:spcBef>
              <a:spcAft>
                <a:spcPts val="0"/>
              </a:spcAft>
              <a:buSzPct val="100000"/>
              <a:buFont typeface="+mj-ea"/>
            </a:pPr>
            <a:r>
              <a:rPr lang="zh-CN" altLang="en-US" sz="1300" spc="50">
                <a:ln w="3175">
                  <a:noFill/>
                  <a:prstDash val="dash"/>
                </a:ln>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为了方便打开曾经浏览过的网页，可以通过网页控制按钮实现。具体如下：</a:t>
            </a:r>
            <a:endParaRPr lang="zh-CN" altLang="en-US" sz="1300" spc="50">
              <a:ln w="3175">
                <a:noFill/>
                <a:prstDash val="dash"/>
              </a:ln>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cxnSp>
        <p:nvCxnSpPr>
          <p:cNvPr id="12" name="直接连接符 11"/>
          <p:cNvCxnSpPr/>
          <p:nvPr>
            <p:custDataLst>
              <p:tags r:id="rId10"/>
            </p:custDataLst>
          </p:nvPr>
        </p:nvCxnSpPr>
        <p:spPr>
          <a:xfrm>
            <a:off x="8549784" y="326165"/>
            <a:ext cx="152381" cy="0"/>
          </a:xfrm>
          <a:prstGeom prst="line">
            <a:avLst/>
          </a:prstGeom>
          <a:ln w="12700">
            <a:solidFill>
              <a:srgbClr val="404040"/>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11"/>
            </p:custDataLst>
          </p:nvPr>
        </p:nvCxnSpPr>
        <p:spPr>
          <a:xfrm>
            <a:off x="8549784" y="382038"/>
            <a:ext cx="116826" cy="0"/>
          </a:xfrm>
          <a:prstGeom prst="line">
            <a:avLst/>
          </a:prstGeom>
          <a:ln w="12700">
            <a:solidFill>
              <a:srgbClr val="404040"/>
            </a:solidFill>
          </a:ln>
        </p:spPr>
        <p:style>
          <a:lnRef idx="1">
            <a:schemeClr val="accent1"/>
          </a:lnRef>
          <a:fillRef idx="0">
            <a:schemeClr val="accent1"/>
          </a:fillRef>
          <a:effectRef idx="0">
            <a:schemeClr val="accent1"/>
          </a:effectRef>
          <a:fontRef idx="minor">
            <a:schemeClr val="tx1"/>
          </a:fontRef>
        </p:style>
      </p:cxnSp>
      <p:pic>
        <p:nvPicPr>
          <p:cNvPr id="2" name="图片 1"/>
          <p:cNvPicPr>
            <a:picLocks noChangeAspect="1"/>
          </p:cNvPicPr>
          <p:nvPr>
            <p:custDataLst>
              <p:tags r:id="rId12"/>
            </p:custDataLst>
          </p:nvPr>
        </p:nvPicPr>
        <p:blipFill>
          <a:blip r:embed="rId13">
            <a:clrChange>
              <a:clrFrom>
                <a:srgbClr val="FFFFFF">
                  <a:alpha val="100000"/>
                </a:srgbClr>
              </a:clrFrom>
              <a:clrTo>
                <a:srgbClr val="FFFFFF">
                  <a:alpha val="100000"/>
                  <a:alpha val="0"/>
                </a:srgbClr>
              </a:clrTo>
            </a:clrChange>
          </a:blip>
          <a:stretch>
            <a:fillRect/>
          </a:stretch>
        </p:blipFill>
        <p:spPr>
          <a:xfrm>
            <a:off x="225327" y="1437278"/>
            <a:ext cx="3467307" cy="3169529"/>
          </a:xfrm>
          <a:prstGeom prst="rect">
            <a:avLst/>
          </a:prstGeom>
        </p:spPr>
      </p:pic>
      <p:sp>
        <p:nvSpPr>
          <p:cNvPr id="10" name="文本框 9"/>
          <p:cNvSpPr txBox="1"/>
          <p:nvPr>
            <p:custDataLst>
              <p:tags r:id="rId14"/>
            </p:custDataLst>
          </p:nvPr>
        </p:nvSpPr>
        <p:spPr>
          <a:xfrm>
            <a:off x="3909142" y="2061406"/>
            <a:ext cx="4653341" cy="2615242"/>
          </a:xfrm>
          <a:prstGeom prst="rect">
            <a:avLst/>
          </a:prstGeom>
          <a:noFill/>
        </p:spPr>
        <p:txBody>
          <a:bodyPr anchor="ctr">
            <a:noAutofit/>
          </a:bodyPr>
          <a:lstStyle/>
          <a:p>
            <a:pPr marL="0" lvl="0" indent="0" algn="just">
              <a:lnSpc>
                <a:spcPct val="130000"/>
              </a:lnSpc>
              <a:spcBef>
                <a:spcPts val="0"/>
              </a:spcBef>
              <a:spcAft>
                <a:spcPts val="0"/>
              </a:spcAft>
              <a:buSzPct val="100000"/>
              <a:buNone/>
              <a:defRPr/>
            </a:pPr>
            <a:r>
              <a:rPr lang="zh-CN" altLang="en-US" sz="1200" spc="150">
                <a:ln w="3175">
                  <a:noFill/>
                  <a:prstDash val="dash"/>
                </a:ln>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（1）单击“返回”按钮    ，返回到在此之前显示的页，通常是最近的那一页，可多次后退。</a:t>
            </a:r>
            <a:endParaRPr lang="zh-CN" altLang="en-US" sz="1200" spc="150">
              <a:ln w="3175">
                <a:noFill/>
                <a:prstDash val="dash"/>
              </a:ln>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0" lvl="0" indent="0" algn="just">
              <a:lnSpc>
                <a:spcPct val="130000"/>
              </a:lnSpc>
              <a:spcBef>
                <a:spcPts val="0"/>
              </a:spcBef>
              <a:spcAft>
                <a:spcPts val="0"/>
              </a:spcAft>
              <a:buSzPct val="100000"/>
              <a:buNone/>
              <a:defRPr/>
            </a:pPr>
            <a:r>
              <a:rPr lang="zh-CN" altLang="en-US" sz="1200" spc="150">
                <a:ln w="3175">
                  <a:noFill/>
                  <a:prstDash val="dash"/>
                </a:ln>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（2）单击“前进”按钮   ，则转到下一页。如果在此之前没有使用“返回”按钮    ，则“前进”按钮显示为灰色   ，不能使用。</a:t>
            </a:r>
            <a:endParaRPr lang="zh-CN" altLang="en-US" sz="1200" spc="150">
              <a:ln w="3175">
                <a:noFill/>
                <a:prstDash val="dash"/>
              </a:ln>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0" lvl="0" indent="0" algn="just">
              <a:lnSpc>
                <a:spcPct val="130000"/>
              </a:lnSpc>
              <a:spcBef>
                <a:spcPts val="0"/>
              </a:spcBef>
              <a:spcAft>
                <a:spcPts val="0"/>
              </a:spcAft>
              <a:buSzPct val="100000"/>
              <a:buNone/>
              <a:defRPr/>
            </a:pPr>
            <a:r>
              <a:rPr lang="zh-CN" altLang="en-US" sz="1200" spc="150">
                <a:ln w="3175">
                  <a:noFill/>
                  <a:prstDash val="dash"/>
                </a:ln>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（3）单击“停止加载此页”按钮   ，在加载某网页时，将中止加载该页，取消打开这一页。</a:t>
            </a:r>
            <a:endParaRPr lang="zh-CN" altLang="en-US" sz="1200" spc="150">
              <a:ln w="3175">
                <a:noFill/>
                <a:prstDash val="dash"/>
              </a:ln>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0" lvl="0" indent="0" algn="just">
              <a:lnSpc>
                <a:spcPct val="130000"/>
              </a:lnSpc>
              <a:spcBef>
                <a:spcPts val="0"/>
              </a:spcBef>
              <a:spcAft>
                <a:spcPts val="0"/>
              </a:spcAft>
              <a:buSzPct val="100000"/>
              <a:buNone/>
              <a:defRPr/>
            </a:pPr>
            <a:r>
              <a:rPr lang="zh-CN" altLang="en-US" sz="1200" spc="150">
                <a:ln w="3175">
                  <a:noFill/>
                  <a:prstDash val="dash"/>
                </a:ln>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（4）单击“刷新”按钮   ，</a:t>
            </a:r>
            <a:r>
              <a:rPr lang="zh-CN" altLang="en-US" sz="1200">
                <a:ln w="3175">
                  <a:noFill/>
                  <a:prstDash val="dash"/>
                </a:ln>
                <a:solidFill>
                  <a:srgbClr val="595959"/>
                </a:solidFill>
                <a:uFillTx/>
                <a:latin typeface="微软雅黑" panose="020B0503020204020204" pitchFamily="34" charset="-122"/>
                <a:ea typeface="微软雅黑" panose="020B0503020204020204" pitchFamily="34" charset="-122"/>
                <a:cs typeface="微软雅黑" panose="020B0503020204020204" pitchFamily="34" charset="-122"/>
                <a:sym typeface="+mn-ea"/>
              </a:rPr>
              <a:t>将重新连接和显示本页面的内容。</a:t>
            </a:r>
            <a:endParaRPr lang="zh-CN" altLang="en-US" sz="1200">
              <a:ln w="3175">
                <a:noFill/>
                <a:prstDash val="dash"/>
              </a:ln>
              <a:solidFill>
                <a:srgbClr val="595959"/>
              </a:solidFill>
              <a:uFillTx/>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0" lvl="0" indent="0" algn="just">
              <a:lnSpc>
                <a:spcPct val="130000"/>
              </a:lnSpc>
              <a:spcBef>
                <a:spcPts val="0"/>
              </a:spcBef>
              <a:spcAft>
                <a:spcPts val="0"/>
              </a:spcAft>
              <a:buSzPct val="100000"/>
              <a:buNone/>
              <a:defRPr/>
            </a:pPr>
            <a:r>
              <a:rPr lang="zh-CN" altLang="en-US" sz="1200" spc="150">
                <a:ln w="3175">
                  <a:noFill/>
                  <a:prstDash val="dash"/>
                </a:ln>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（5）如果页面中显示的文字比例大小不合适，单击“更多”按钮   ，如图 3-18所示，指向“缩放”，单击       选择合适的比例，使得查看网页中的文字、图片时更舒适。</a:t>
            </a:r>
            <a:endParaRPr lang="zh-CN" altLang="en-US" sz="1200" spc="150">
              <a:ln w="3175">
                <a:noFill/>
                <a:prstDash val="dash"/>
              </a:ln>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pic>
        <p:nvPicPr>
          <p:cNvPr id="4" name="图片 3"/>
          <p:cNvPicPr>
            <a:picLocks noChangeAspect="1"/>
          </p:cNvPicPr>
          <p:nvPr/>
        </p:nvPicPr>
        <p:blipFill>
          <a:blip r:embed="rId15">
            <a:clrChange>
              <a:clrFrom>
                <a:srgbClr val="EEEEEF">
                  <a:alpha val="100000"/>
                </a:srgbClr>
              </a:clrFrom>
              <a:clrTo>
                <a:srgbClr val="EEEEEF">
                  <a:alpha val="100000"/>
                  <a:alpha val="0"/>
                </a:srgbClr>
              </a:clrTo>
            </a:clrChange>
          </a:blip>
          <a:stretch>
            <a:fillRect/>
          </a:stretch>
        </p:blipFill>
        <p:spPr>
          <a:xfrm>
            <a:off x="5850097" y="2616327"/>
            <a:ext cx="179978" cy="169070"/>
          </a:xfrm>
          <a:prstGeom prst="rect">
            <a:avLst/>
          </a:prstGeom>
        </p:spPr>
      </p:pic>
      <p:pic>
        <p:nvPicPr>
          <p:cNvPr id="9" name="图片 8"/>
          <p:cNvPicPr>
            <a:picLocks noChangeAspect="1"/>
          </p:cNvPicPr>
          <p:nvPr/>
        </p:nvPicPr>
        <p:blipFill>
          <a:blip r:embed="rId16"/>
          <a:stretch>
            <a:fillRect/>
          </a:stretch>
        </p:blipFill>
        <p:spPr>
          <a:xfrm>
            <a:off x="5935812" y="2095691"/>
            <a:ext cx="179978" cy="186406"/>
          </a:xfrm>
          <a:prstGeom prst="rect">
            <a:avLst/>
          </a:prstGeom>
        </p:spPr>
      </p:pic>
      <p:pic>
        <p:nvPicPr>
          <p:cNvPr id="11" name="图片 10"/>
          <p:cNvPicPr>
            <a:picLocks noChangeAspect="1"/>
          </p:cNvPicPr>
          <p:nvPr/>
        </p:nvPicPr>
        <p:blipFill>
          <a:blip r:embed="rId16"/>
          <a:stretch>
            <a:fillRect/>
          </a:stretch>
        </p:blipFill>
        <p:spPr>
          <a:xfrm>
            <a:off x="5745335" y="2823311"/>
            <a:ext cx="179978" cy="186406"/>
          </a:xfrm>
          <a:prstGeom prst="rect">
            <a:avLst/>
          </a:prstGeom>
        </p:spPr>
      </p:pic>
      <p:pic>
        <p:nvPicPr>
          <p:cNvPr id="14" name="图片 13"/>
          <p:cNvPicPr>
            <a:picLocks noChangeAspect="1"/>
          </p:cNvPicPr>
          <p:nvPr/>
        </p:nvPicPr>
        <p:blipFill>
          <a:blip r:embed="rId15">
            <a:clrChange>
              <a:clrFrom>
                <a:srgbClr val="EEEEEF">
                  <a:alpha val="100000"/>
                </a:srgbClr>
              </a:clrFrom>
              <a:clrTo>
                <a:srgbClr val="EEEEEF">
                  <a:alpha val="100000"/>
                  <a:alpha val="0"/>
                </a:srgbClr>
              </a:clrTo>
            </a:clrChange>
          </a:blip>
          <a:stretch>
            <a:fillRect/>
          </a:stretch>
        </p:blipFill>
        <p:spPr>
          <a:xfrm>
            <a:off x="8189148" y="2726803"/>
            <a:ext cx="179978" cy="169070"/>
          </a:xfrm>
          <a:prstGeom prst="rect">
            <a:avLst/>
          </a:prstGeom>
        </p:spPr>
      </p:pic>
      <p:pic>
        <p:nvPicPr>
          <p:cNvPr id="15" name="图片 14"/>
          <p:cNvPicPr>
            <a:picLocks noChangeAspect="1"/>
          </p:cNvPicPr>
          <p:nvPr/>
        </p:nvPicPr>
        <p:blipFill>
          <a:blip r:embed="rId17"/>
          <a:stretch>
            <a:fillRect/>
          </a:stretch>
        </p:blipFill>
        <p:spPr>
          <a:xfrm>
            <a:off x="6556765" y="3324900"/>
            <a:ext cx="179978" cy="179978"/>
          </a:xfrm>
          <a:prstGeom prst="rect">
            <a:avLst/>
          </a:prstGeom>
        </p:spPr>
      </p:pic>
      <p:pic>
        <p:nvPicPr>
          <p:cNvPr id="16" name="图片 15"/>
          <p:cNvPicPr>
            <a:picLocks noChangeAspect="1"/>
          </p:cNvPicPr>
          <p:nvPr/>
        </p:nvPicPr>
        <p:blipFill>
          <a:blip r:embed="rId18"/>
          <a:stretch>
            <a:fillRect/>
          </a:stretch>
        </p:blipFill>
        <p:spPr>
          <a:xfrm>
            <a:off x="5880573" y="3806170"/>
            <a:ext cx="187937" cy="159365"/>
          </a:xfrm>
          <a:prstGeom prst="rect">
            <a:avLst/>
          </a:prstGeom>
        </p:spPr>
      </p:pic>
      <p:pic>
        <p:nvPicPr>
          <p:cNvPr id="17" name="图片 16"/>
          <p:cNvPicPr>
            <a:picLocks noChangeAspect="1"/>
          </p:cNvPicPr>
          <p:nvPr/>
        </p:nvPicPr>
        <p:blipFill>
          <a:blip r:embed="rId19"/>
          <a:stretch>
            <a:fillRect/>
          </a:stretch>
        </p:blipFill>
        <p:spPr>
          <a:xfrm>
            <a:off x="4366285" y="4267123"/>
            <a:ext cx="179978" cy="153510"/>
          </a:xfrm>
          <a:prstGeom prst="rect">
            <a:avLst/>
          </a:prstGeom>
        </p:spPr>
      </p:pic>
      <p:pic>
        <p:nvPicPr>
          <p:cNvPr id="18" name="图片 17"/>
          <p:cNvPicPr>
            <a:picLocks noChangeAspect="1"/>
          </p:cNvPicPr>
          <p:nvPr/>
        </p:nvPicPr>
        <p:blipFill>
          <a:blip r:embed="rId20">
            <a:clrChange>
              <a:clrFrom>
                <a:srgbClr val="FFFFFF">
                  <a:alpha val="100000"/>
                </a:srgbClr>
              </a:clrFrom>
              <a:clrTo>
                <a:srgbClr val="FFFFFF">
                  <a:alpha val="100000"/>
                  <a:alpha val="0"/>
                </a:srgbClr>
              </a:clrTo>
            </a:clrChange>
          </a:blip>
          <a:stretch>
            <a:fillRect/>
          </a:stretch>
        </p:blipFill>
        <p:spPr>
          <a:xfrm>
            <a:off x="7665338" y="4251885"/>
            <a:ext cx="431947" cy="175792"/>
          </a:xfrm>
          <a:prstGeom prst="rect">
            <a:avLst/>
          </a:prstGeom>
        </p:spPr>
      </p:pic>
    </p:spTree>
    <p:custDataLst>
      <p:tags r:id="rId21"/>
    </p:custDataLst>
  </p:cSld>
  <p:clrMapOvr>
    <a:masterClrMapping/>
  </p:clrMapOvr>
  <p:transition spd="slow">
    <p:random/>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5" name="组合 114"/>
          <p:cNvGrpSpPr/>
          <p:nvPr userDrawn="1"/>
        </p:nvGrpSpPr>
        <p:grpSpPr>
          <a:xfrm>
            <a:off x="564" y="228387"/>
            <a:ext cx="9142871" cy="4686356"/>
            <a:chOff x="0" y="304200"/>
            <a:chExt cx="12192000" cy="6249600"/>
          </a:xfrm>
        </p:grpSpPr>
        <p:sp>
          <p:nvSpPr>
            <p:cNvPr id="15" name="矩形 14"/>
            <p:cNvSpPr/>
            <p:nvPr userDrawn="1">
              <p:custDataLst>
                <p:tags r:id="rId1"/>
              </p:custDataLst>
            </p:nvPr>
          </p:nvSpPr>
          <p:spPr>
            <a:xfrm>
              <a:off x="0" y="2123388"/>
              <a:ext cx="12192000" cy="2611225"/>
            </a:xfrm>
            <a:prstGeom prst="rect">
              <a:avLst/>
            </a:prstGeom>
            <a:solidFill>
              <a:srgbClr val="6969C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FFFFFF"/>
                </a:solidFill>
                <a:latin typeface="微软雅黑" panose="020B0503020204020204" pitchFamily="34" charset="-122"/>
                <a:ea typeface="微软雅黑" panose="020B0503020204020204" pitchFamily="34" charset="-122"/>
              </a:endParaRPr>
            </a:p>
          </p:txBody>
        </p:sp>
        <p:sp>
          <p:nvSpPr>
            <p:cNvPr id="16" name="矩形 15"/>
            <p:cNvSpPr/>
            <p:nvPr userDrawn="1">
              <p:custDataLst>
                <p:tags r:id="rId2"/>
              </p:custDataLst>
            </p:nvPr>
          </p:nvSpPr>
          <p:spPr>
            <a:xfrm>
              <a:off x="292800" y="304200"/>
              <a:ext cx="11606400" cy="62496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FFFF"/>
                </a:solidFill>
                <a:latin typeface="微软雅黑" panose="020B0503020204020204" pitchFamily="34" charset="-122"/>
                <a:ea typeface="微软雅黑" panose="020B0503020204020204" pitchFamily="34" charset="-122"/>
              </a:endParaRPr>
            </a:p>
          </p:txBody>
        </p:sp>
      </p:grpSp>
      <p:sp>
        <p:nvSpPr>
          <p:cNvPr id="10" name="Title 6"/>
          <p:cNvSpPr txBox="1"/>
          <p:nvPr>
            <p:custDataLst>
              <p:tags r:id="rId3"/>
            </p:custDataLst>
          </p:nvPr>
        </p:nvSpPr>
        <p:spPr>
          <a:xfrm>
            <a:off x="914851" y="1088706"/>
            <a:ext cx="2732068" cy="641906"/>
          </a:xfrm>
          <a:prstGeom prst="rect">
            <a:avLst/>
          </a:prstGeom>
          <a:noFill/>
          <a:ln w="3175">
            <a:noFill/>
            <a:prstDash val="dash"/>
          </a:ln>
        </p:spPr>
        <p:txBody>
          <a:bodyPr wrap="square" lIns="53993" tIns="26996" rIns="53993" bIns="80990" anchor="t" anchorCtr="0">
            <a:no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0" marR="0" lvl="0" indent="0" algn="l" defTabSz="913765" rtl="0" eaLnBrk="1" fontAlgn="auto" latinLnBrk="0" hangingPunct="1">
              <a:lnSpc>
                <a:spcPct val="130000"/>
              </a:lnSpc>
              <a:spcBef>
                <a:spcPts val="0"/>
              </a:spcBef>
              <a:spcAft>
                <a:spcPts val="800"/>
              </a:spcAft>
              <a:buSzPct val="100000"/>
              <a:buFontTx/>
              <a:buNone/>
              <a:defRPr/>
            </a:pPr>
            <a:r>
              <a:rPr lang="zh-CN" altLang="en-US" sz="2700" b="1" spc="300">
                <a:ln w="3175">
                  <a:noFill/>
                  <a:prstDash val="dash"/>
                </a:ln>
                <a:solidFill>
                  <a:srgbClr val="262626"/>
                </a:solidFill>
                <a:latin typeface="微软雅黑" panose="020B0503020204020204" pitchFamily="34" charset="-122"/>
                <a:ea typeface="微软雅黑" panose="020B0503020204020204" pitchFamily="34" charset="-122"/>
                <a:cs typeface="微软雅黑" panose="020B0503020204020204" pitchFamily="34" charset="-122"/>
              </a:rPr>
              <a:t>新建标签页</a:t>
            </a:r>
            <a:endParaRPr lang="zh-CN" altLang="en-US" sz="2700" b="1" spc="300">
              <a:ln w="3175">
                <a:noFill/>
                <a:prstDash val="dash"/>
              </a:ln>
              <a:solidFill>
                <a:srgbClr val="262626"/>
              </a:solidFill>
              <a:latin typeface="微软雅黑" panose="020B0503020204020204" pitchFamily="34" charset="-122"/>
              <a:ea typeface="微软雅黑" panose="020B0503020204020204" pitchFamily="34" charset="-122"/>
              <a:cs typeface="微软雅黑" panose="020B0503020204020204" pitchFamily="34" charset="-122"/>
            </a:endParaRPr>
          </a:p>
        </p:txBody>
      </p:sp>
      <p:cxnSp>
        <p:nvCxnSpPr>
          <p:cNvPr id="7" name="直接连接符 6"/>
          <p:cNvCxnSpPr/>
          <p:nvPr>
            <p:custDataLst>
              <p:tags r:id="rId4"/>
            </p:custDataLst>
          </p:nvPr>
        </p:nvCxnSpPr>
        <p:spPr>
          <a:xfrm>
            <a:off x="686279" y="1719818"/>
            <a:ext cx="4073797" cy="0"/>
          </a:xfrm>
          <a:prstGeom prst="line">
            <a:avLst/>
          </a:prstGeom>
          <a:ln w="12700">
            <a:solidFill>
              <a:srgbClr val="A5A5DD"/>
            </a:solidFill>
          </a:ln>
        </p:spPr>
        <p:style>
          <a:lnRef idx="1">
            <a:schemeClr val="accent1"/>
          </a:lnRef>
          <a:fillRef idx="0">
            <a:schemeClr val="accent1"/>
          </a:fillRef>
          <a:effectRef idx="0">
            <a:schemeClr val="accent1"/>
          </a:effectRef>
          <a:fontRef idx="minor">
            <a:schemeClr val="tx1"/>
          </a:fontRef>
        </p:style>
      </p:cxnSp>
      <p:sp>
        <p:nvSpPr>
          <p:cNvPr id="12" name="椭圆 11"/>
          <p:cNvSpPr/>
          <p:nvPr>
            <p:custDataLst>
              <p:tags r:id="rId5"/>
            </p:custDataLst>
          </p:nvPr>
        </p:nvSpPr>
        <p:spPr>
          <a:xfrm>
            <a:off x="149771" y="1182039"/>
            <a:ext cx="472382" cy="472382"/>
          </a:xfrm>
          <a:prstGeom prst="ellipse">
            <a:avLst/>
          </a:prstGeom>
          <a:solidFill>
            <a:srgbClr val="C3C3E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rgbClr val="FFFFFF"/>
              </a:solidFill>
              <a:latin typeface="微软雅黑" panose="020B0503020204020204" pitchFamily="34" charset="-122"/>
              <a:ea typeface="微软雅黑" panose="020B0503020204020204" pitchFamily="34" charset="-122"/>
            </a:endParaRPr>
          </a:p>
        </p:txBody>
      </p:sp>
      <p:sp>
        <p:nvSpPr>
          <p:cNvPr id="13" name="椭圆 12"/>
          <p:cNvSpPr/>
          <p:nvPr>
            <p:custDataLst>
              <p:tags r:id="rId6"/>
            </p:custDataLst>
          </p:nvPr>
        </p:nvSpPr>
        <p:spPr>
          <a:xfrm>
            <a:off x="437390" y="1567818"/>
            <a:ext cx="303493" cy="303493"/>
          </a:xfrm>
          <a:prstGeom prst="ellipse">
            <a:avLst/>
          </a:prstGeom>
          <a:solidFill>
            <a:srgbClr val="E1E1F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rgbClr val="FFFFFF"/>
              </a:solidFill>
              <a:latin typeface="微软雅黑" panose="020B0503020204020204" pitchFamily="34" charset="-122"/>
              <a:ea typeface="微软雅黑" panose="020B0503020204020204" pitchFamily="34" charset="-122"/>
            </a:endParaRPr>
          </a:p>
        </p:txBody>
      </p:sp>
      <p:sp>
        <p:nvSpPr>
          <p:cNvPr id="17" name="Title 6"/>
          <p:cNvSpPr txBox="1"/>
          <p:nvPr>
            <p:custDataLst>
              <p:tags r:id="rId7"/>
            </p:custDataLst>
          </p:nvPr>
        </p:nvSpPr>
        <p:spPr>
          <a:xfrm>
            <a:off x="686280" y="1871564"/>
            <a:ext cx="3853974" cy="2677464"/>
          </a:xfrm>
          <a:prstGeom prst="rect">
            <a:avLst/>
          </a:prstGeom>
          <a:noFill/>
          <a:ln w="3175">
            <a:noFill/>
            <a:prstDash val="dash"/>
          </a:ln>
        </p:spPr>
        <p:txBody>
          <a:bodyPr wrap="square" lIns="53993" tIns="26996" rIns="53993" bIns="26996" anchor="t" anchorCtr="0">
            <a:no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467995" lvl="0" indent="-457200" algn="just" fontAlgn="ctr">
              <a:lnSpc>
                <a:spcPct val="140000"/>
              </a:lnSpc>
              <a:spcBef>
                <a:spcPts val="1000"/>
              </a:spcBef>
              <a:spcAft>
                <a:spcPts val="0"/>
              </a:spcAft>
              <a:buSzPct val="100000"/>
              <a:buFont typeface="+mj-ea"/>
            </a:pPr>
            <a:r>
              <a:rPr lang="zh-CN" altLang="en-US" sz="1400" spc="50">
                <a:ln w="3175">
                  <a:noFill/>
                  <a:prstDash val="dash"/>
                </a:ln>
                <a:solidFill>
                  <a:srgbClr val="262626"/>
                </a:solidFill>
                <a:latin typeface="微软雅黑" panose="020B0503020204020204" pitchFamily="34" charset="-122"/>
                <a:ea typeface="微软雅黑" panose="020B0503020204020204" pitchFamily="34" charset="-122"/>
                <a:cs typeface="微软雅黑" panose="020B0503020204020204" pitchFamily="34" charset="-122"/>
                <a:sym typeface="+mn-ea"/>
              </a:rPr>
              <a:t>（1）单击标签右端的“新建标签页”按钮    ，显示“新建标签页”，如图 3-21 所示。</a:t>
            </a:r>
            <a:endParaRPr lang="zh-CN" altLang="en-US" sz="1400" spc="50">
              <a:ln w="3175">
                <a:noFill/>
                <a:prstDash val="dash"/>
              </a:ln>
              <a:solidFill>
                <a:srgbClr val="262626"/>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467995" lvl="0" indent="-457200" algn="just" fontAlgn="ctr">
              <a:lnSpc>
                <a:spcPct val="140000"/>
              </a:lnSpc>
              <a:spcBef>
                <a:spcPts val="1000"/>
              </a:spcBef>
              <a:spcAft>
                <a:spcPts val="0"/>
              </a:spcAft>
              <a:buSzPct val="100000"/>
              <a:buFont typeface="+mj-ea"/>
            </a:pPr>
            <a:r>
              <a:rPr lang="zh-CN" altLang="en-US" sz="1400" spc="50">
                <a:ln w="3175">
                  <a:noFill/>
                  <a:prstDash val="dash"/>
                </a:ln>
                <a:solidFill>
                  <a:srgbClr val="262626"/>
                </a:solidFill>
                <a:latin typeface="微软雅黑" panose="020B0503020204020204" pitchFamily="34" charset="-122"/>
                <a:ea typeface="微软雅黑" panose="020B0503020204020204" pitchFamily="34" charset="-122"/>
                <a:cs typeface="微软雅黑" panose="020B0503020204020204" pitchFamily="34" charset="-122"/>
                <a:sym typeface="+mn-ea"/>
              </a:rPr>
              <a:t>（2）在地址栏中输入地址，打开的网页将显示在这个标签页中。</a:t>
            </a:r>
            <a:endParaRPr lang="zh-CN" altLang="en-US" sz="1400" spc="50">
              <a:ln w="3175">
                <a:noFill/>
                <a:prstDash val="dash"/>
              </a:ln>
              <a:solidFill>
                <a:srgbClr val="262626"/>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467995" lvl="0" indent="-457200" algn="just" fontAlgn="ctr">
              <a:lnSpc>
                <a:spcPct val="140000"/>
              </a:lnSpc>
              <a:spcBef>
                <a:spcPts val="1000"/>
              </a:spcBef>
              <a:spcAft>
                <a:spcPts val="0"/>
              </a:spcAft>
              <a:buSzPct val="100000"/>
              <a:buFont typeface="+mj-ea"/>
            </a:pPr>
            <a:r>
              <a:rPr lang="zh-CN" altLang="en-US" sz="1400" spc="50">
                <a:ln w="3175">
                  <a:noFill/>
                  <a:prstDash val="dash"/>
                </a:ln>
                <a:solidFill>
                  <a:srgbClr val="262626"/>
                </a:solidFill>
                <a:latin typeface="微软雅黑" panose="020B0503020204020204" pitchFamily="34" charset="-122"/>
                <a:ea typeface="微软雅黑" panose="020B0503020204020204" pitchFamily="34" charset="-122"/>
                <a:cs typeface="微软雅黑" panose="020B0503020204020204" pitchFamily="34" charset="-122"/>
                <a:sym typeface="+mn-ea"/>
              </a:rPr>
              <a:t>（3）如果要关闭某个标签页，单击该标签页右端的“关闭标签页”按钮    ，如图 3-22 所示。</a:t>
            </a:r>
            <a:endParaRPr lang="zh-CN" altLang="en-US" sz="1400" spc="50">
              <a:ln w="3175">
                <a:noFill/>
                <a:prstDash val="dash"/>
              </a:ln>
              <a:solidFill>
                <a:srgbClr val="262626"/>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pic>
        <p:nvPicPr>
          <p:cNvPr id="18" name="图片 17"/>
          <p:cNvPicPr>
            <a:picLocks noChangeAspect="1"/>
          </p:cNvPicPr>
          <p:nvPr/>
        </p:nvPicPr>
        <p:blipFill>
          <a:blip r:embed="rId8"/>
          <a:stretch>
            <a:fillRect/>
          </a:stretch>
        </p:blipFill>
        <p:spPr>
          <a:xfrm>
            <a:off x="4175809" y="1996009"/>
            <a:ext cx="213334" cy="182857"/>
          </a:xfrm>
          <a:prstGeom prst="rect">
            <a:avLst/>
          </a:prstGeom>
        </p:spPr>
      </p:pic>
      <p:pic>
        <p:nvPicPr>
          <p:cNvPr id="19" name="图片 18"/>
          <p:cNvPicPr>
            <a:picLocks noChangeAspect="1"/>
          </p:cNvPicPr>
          <p:nvPr/>
        </p:nvPicPr>
        <p:blipFill>
          <a:blip r:embed="rId9"/>
          <a:stretch>
            <a:fillRect/>
          </a:stretch>
        </p:blipFill>
        <p:spPr>
          <a:xfrm>
            <a:off x="3471046" y="3737599"/>
            <a:ext cx="190476" cy="198096"/>
          </a:xfrm>
          <a:prstGeom prst="rect">
            <a:avLst/>
          </a:prstGeom>
        </p:spPr>
      </p:pic>
      <p:pic>
        <p:nvPicPr>
          <p:cNvPr id="20" name="图片 19"/>
          <p:cNvPicPr>
            <a:picLocks noChangeAspect="1"/>
          </p:cNvPicPr>
          <p:nvPr/>
        </p:nvPicPr>
        <p:blipFill>
          <a:blip r:embed="rId10"/>
          <a:stretch>
            <a:fillRect/>
          </a:stretch>
        </p:blipFill>
        <p:spPr>
          <a:xfrm>
            <a:off x="4995493" y="419498"/>
            <a:ext cx="3551117" cy="2173972"/>
          </a:xfrm>
          <a:prstGeom prst="rect">
            <a:avLst/>
          </a:prstGeom>
        </p:spPr>
      </p:pic>
      <p:pic>
        <p:nvPicPr>
          <p:cNvPr id="21" name="图片 20"/>
          <p:cNvPicPr>
            <a:picLocks noChangeAspect="1"/>
          </p:cNvPicPr>
          <p:nvPr/>
        </p:nvPicPr>
        <p:blipFill>
          <a:blip r:embed="rId11"/>
          <a:stretch>
            <a:fillRect/>
          </a:stretch>
        </p:blipFill>
        <p:spPr>
          <a:xfrm>
            <a:off x="4995493" y="2593470"/>
            <a:ext cx="3570164" cy="2195559"/>
          </a:xfrm>
          <a:prstGeom prst="rect">
            <a:avLst/>
          </a:prstGeom>
        </p:spPr>
      </p:pic>
    </p:spTree>
    <p:custDataLst>
      <p:tags r:id="rId12"/>
    </p:custDataLst>
  </p:cSld>
  <p:clrMapOvr>
    <a:masterClrMapping/>
  </p:clrMapOvr>
  <p:transition spd="slow">
    <p:random/>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5" name="组合 114"/>
          <p:cNvGrpSpPr/>
          <p:nvPr userDrawn="1"/>
        </p:nvGrpSpPr>
        <p:grpSpPr>
          <a:xfrm>
            <a:off x="564" y="228387"/>
            <a:ext cx="9142871" cy="4686356"/>
            <a:chOff x="0" y="304200"/>
            <a:chExt cx="12192000" cy="6249600"/>
          </a:xfrm>
        </p:grpSpPr>
        <p:sp>
          <p:nvSpPr>
            <p:cNvPr id="15" name="矩形 14"/>
            <p:cNvSpPr/>
            <p:nvPr userDrawn="1">
              <p:custDataLst>
                <p:tags r:id="rId1"/>
              </p:custDataLst>
            </p:nvPr>
          </p:nvSpPr>
          <p:spPr>
            <a:xfrm>
              <a:off x="0" y="2123388"/>
              <a:ext cx="12192000" cy="2611225"/>
            </a:xfrm>
            <a:prstGeom prst="rect">
              <a:avLst/>
            </a:prstGeom>
            <a:solidFill>
              <a:srgbClr val="6969C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FFFFFF"/>
                </a:solidFill>
                <a:latin typeface="微软雅黑" panose="020B0503020204020204" pitchFamily="34" charset="-122"/>
                <a:ea typeface="微软雅黑" panose="020B0503020204020204" pitchFamily="34" charset="-122"/>
              </a:endParaRPr>
            </a:p>
          </p:txBody>
        </p:sp>
        <p:sp>
          <p:nvSpPr>
            <p:cNvPr id="16" name="矩形 15"/>
            <p:cNvSpPr/>
            <p:nvPr userDrawn="1">
              <p:custDataLst>
                <p:tags r:id="rId2"/>
              </p:custDataLst>
            </p:nvPr>
          </p:nvSpPr>
          <p:spPr>
            <a:xfrm>
              <a:off x="292800" y="304200"/>
              <a:ext cx="11606400" cy="62496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FFFF"/>
                </a:solidFill>
                <a:latin typeface="微软雅黑" panose="020B0503020204020204" pitchFamily="34" charset="-122"/>
                <a:ea typeface="微软雅黑" panose="020B0503020204020204" pitchFamily="34" charset="-122"/>
              </a:endParaRPr>
            </a:p>
          </p:txBody>
        </p:sp>
      </p:grpSp>
      <p:sp>
        <p:nvSpPr>
          <p:cNvPr id="10" name="Title 6"/>
          <p:cNvSpPr txBox="1"/>
          <p:nvPr>
            <p:custDataLst>
              <p:tags r:id="rId3"/>
            </p:custDataLst>
          </p:nvPr>
        </p:nvSpPr>
        <p:spPr>
          <a:xfrm>
            <a:off x="914851" y="1088706"/>
            <a:ext cx="2732068" cy="641906"/>
          </a:xfrm>
          <a:prstGeom prst="rect">
            <a:avLst/>
          </a:prstGeom>
          <a:noFill/>
          <a:ln w="3175">
            <a:noFill/>
            <a:prstDash val="dash"/>
          </a:ln>
        </p:spPr>
        <p:txBody>
          <a:bodyPr wrap="square" lIns="53993" tIns="26996" rIns="53993" bIns="80990" anchor="t" anchorCtr="0">
            <a:no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0" marR="0" lvl="0" indent="0" algn="l" defTabSz="913765" rtl="0" eaLnBrk="1" fontAlgn="auto" latinLnBrk="0" hangingPunct="1">
              <a:lnSpc>
                <a:spcPct val="130000"/>
              </a:lnSpc>
              <a:spcBef>
                <a:spcPts val="0"/>
              </a:spcBef>
              <a:spcAft>
                <a:spcPts val="800"/>
              </a:spcAft>
              <a:buSzPct val="100000"/>
              <a:buFontTx/>
              <a:buNone/>
              <a:defRPr/>
            </a:pPr>
            <a:r>
              <a:rPr lang="zh-CN" altLang="en-US" sz="2700" b="1" spc="300">
                <a:ln w="3175">
                  <a:noFill/>
                  <a:prstDash val="dash"/>
                </a:ln>
                <a:solidFill>
                  <a:srgbClr val="262626"/>
                </a:solidFill>
                <a:latin typeface="微软雅黑" panose="020B0503020204020204" pitchFamily="34" charset="-122"/>
                <a:ea typeface="微软雅黑" panose="020B0503020204020204" pitchFamily="34" charset="-122"/>
                <a:cs typeface="微软雅黑" panose="020B0503020204020204" pitchFamily="34" charset="-122"/>
              </a:rPr>
              <a:t>阅读视图</a:t>
            </a:r>
            <a:endParaRPr lang="zh-CN" altLang="en-US" sz="2700" b="1" spc="300">
              <a:ln w="3175">
                <a:noFill/>
                <a:prstDash val="dash"/>
              </a:ln>
              <a:solidFill>
                <a:srgbClr val="262626"/>
              </a:solidFill>
              <a:latin typeface="微软雅黑" panose="020B0503020204020204" pitchFamily="34" charset="-122"/>
              <a:ea typeface="微软雅黑" panose="020B0503020204020204" pitchFamily="34" charset="-122"/>
              <a:cs typeface="微软雅黑" panose="020B0503020204020204" pitchFamily="34" charset="-122"/>
            </a:endParaRPr>
          </a:p>
        </p:txBody>
      </p:sp>
      <p:cxnSp>
        <p:nvCxnSpPr>
          <p:cNvPr id="7" name="直接连接符 6"/>
          <p:cNvCxnSpPr/>
          <p:nvPr>
            <p:custDataLst>
              <p:tags r:id="rId4"/>
            </p:custDataLst>
          </p:nvPr>
        </p:nvCxnSpPr>
        <p:spPr>
          <a:xfrm>
            <a:off x="686279" y="1719818"/>
            <a:ext cx="4073797" cy="0"/>
          </a:xfrm>
          <a:prstGeom prst="line">
            <a:avLst/>
          </a:prstGeom>
          <a:ln w="12700">
            <a:solidFill>
              <a:srgbClr val="A5A5DD"/>
            </a:solidFill>
          </a:ln>
        </p:spPr>
        <p:style>
          <a:lnRef idx="1">
            <a:schemeClr val="accent1"/>
          </a:lnRef>
          <a:fillRef idx="0">
            <a:schemeClr val="accent1"/>
          </a:fillRef>
          <a:effectRef idx="0">
            <a:schemeClr val="accent1"/>
          </a:effectRef>
          <a:fontRef idx="minor">
            <a:schemeClr val="tx1"/>
          </a:fontRef>
        </p:style>
      </p:cxnSp>
      <p:sp>
        <p:nvSpPr>
          <p:cNvPr id="12" name="椭圆 11"/>
          <p:cNvSpPr/>
          <p:nvPr>
            <p:custDataLst>
              <p:tags r:id="rId5"/>
            </p:custDataLst>
          </p:nvPr>
        </p:nvSpPr>
        <p:spPr>
          <a:xfrm>
            <a:off x="149771" y="1182039"/>
            <a:ext cx="472382" cy="472382"/>
          </a:xfrm>
          <a:prstGeom prst="ellipse">
            <a:avLst/>
          </a:prstGeom>
          <a:solidFill>
            <a:srgbClr val="C3C3E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rgbClr val="FFFFFF"/>
              </a:solidFill>
              <a:latin typeface="微软雅黑" panose="020B0503020204020204" pitchFamily="34" charset="-122"/>
              <a:ea typeface="微软雅黑" panose="020B0503020204020204" pitchFamily="34" charset="-122"/>
            </a:endParaRPr>
          </a:p>
        </p:txBody>
      </p:sp>
      <p:sp>
        <p:nvSpPr>
          <p:cNvPr id="13" name="椭圆 12"/>
          <p:cNvSpPr/>
          <p:nvPr>
            <p:custDataLst>
              <p:tags r:id="rId6"/>
            </p:custDataLst>
          </p:nvPr>
        </p:nvSpPr>
        <p:spPr>
          <a:xfrm>
            <a:off x="437390" y="1567818"/>
            <a:ext cx="303493" cy="303493"/>
          </a:xfrm>
          <a:prstGeom prst="ellipse">
            <a:avLst/>
          </a:prstGeom>
          <a:solidFill>
            <a:srgbClr val="E1E1F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rgbClr val="FFFFFF"/>
              </a:solidFill>
              <a:latin typeface="微软雅黑" panose="020B0503020204020204" pitchFamily="34" charset="-122"/>
              <a:ea typeface="微软雅黑" panose="020B0503020204020204" pitchFamily="34" charset="-122"/>
            </a:endParaRPr>
          </a:p>
        </p:txBody>
      </p:sp>
      <p:pic>
        <p:nvPicPr>
          <p:cNvPr id="3" name="图片 2"/>
          <p:cNvPicPr>
            <a:picLocks noChangeAspect="1"/>
          </p:cNvPicPr>
          <p:nvPr/>
        </p:nvPicPr>
        <p:blipFill>
          <a:blip r:embed="rId7"/>
          <a:stretch>
            <a:fillRect/>
          </a:stretch>
        </p:blipFill>
        <p:spPr>
          <a:xfrm>
            <a:off x="5204382" y="627118"/>
            <a:ext cx="3184132" cy="2033654"/>
          </a:xfrm>
          <a:prstGeom prst="rect">
            <a:avLst/>
          </a:prstGeom>
        </p:spPr>
      </p:pic>
      <p:grpSp>
        <p:nvGrpSpPr>
          <p:cNvPr id="8" name="组合 7"/>
          <p:cNvGrpSpPr/>
          <p:nvPr/>
        </p:nvGrpSpPr>
        <p:grpSpPr>
          <a:xfrm>
            <a:off x="686280" y="1871564"/>
            <a:ext cx="3965720" cy="2881274"/>
            <a:chOff x="1080" y="3201"/>
            <a:chExt cx="6246" cy="4538"/>
          </a:xfrm>
        </p:grpSpPr>
        <p:grpSp>
          <p:nvGrpSpPr>
            <p:cNvPr id="4" name="组合 3"/>
            <p:cNvGrpSpPr/>
            <p:nvPr/>
          </p:nvGrpSpPr>
          <p:grpSpPr>
            <a:xfrm>
              <a:off x="1080" y="3201"/>
              <a:ext cx="6247" cy="4538"/>
              <a:chOff x="1080" y="2685"/>
              <a:chExt cx="6247" cy="5693"/>
            </a:xfrm>
          </p:grpSpPr>
          <p:sp>
            <p:nvSpPr>
              <p:cNvPr id="17" name="Title 6"/>
              <p:cNvSpPr txBox="1"/>
              <p:nvPr>
                <p:custDataLst>
                  <p:tags r:id="rId8"/>
                </p:custDataLst>
              </p:nvPr>
            </p:nvSpPr>
            <p:spPr>
              <a:xfrm>
                <a:off x="1080" y="2685"/>
                <a:ext cx="6247" cy="2130"/>
              </a:xfrm>
              <a:prstGeom prst="rect">
                <a:avLst/>
              </a:prstGeom>
              <a:noFill/>
              <a:ln w="3175">
                <a:noFill/>
                <a:prstDash val="dash"/>
              </a:ln>
            </p:spPr>
            <p:txBody>
              <a:bodyPr wrap="square" lIns="53993" tIns="26996" rIns="53993" bIns="26996" anchor="t" anchorCtr="0">
                <a:no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lvl="0" indent="0" algn="just" fontAlgn="ctr">
                  <a:lnSpc>
                    <a:spcPct val="130000"/>
                  </a:lnSpc>
                  <a:spcBef>
                    <a:spcPts val="1000"/>
                  </a:spcBef>
                  <a:spcAft>
                    <a:spcPts val="0"/>
                  </a:spcAft>
                  <a:buSzPct val="100000"/>
                  <a:buFont typeface="+mj-ea"/>
                </a:pPr>
                <a:r>
                  <a:rPr lang="zh-CN" altLang="en-US" sz="1400" spc="50">
                    <a:ln w="3175">
                      <a:noFill/>
                      <a:prstDash val="dash"/>
                    </a:ln>
                    <a:solidFill>
                      <a:srgbClr val="262626"/>
                    </a:solidFill>
                    <a:latin typeface="微软雅黑" panose="020B0503020204020204" pitchFamily="34" charset="-122"/>
                    <a:ea typeface="微软雅黑" panose="020B0503020204020204" pitchFamily="34" charset="-122"/>
                    <a:cs typeface="微软雅黑" panose="020B0503020204020204" pitchFamily="34" charset="-122"/>
                    <a:sym typeface="+mn-ea"/>
                  </a:rPr>
                  <a:t>在阅读文章时，为了减少干扰，可以在干净简洁的布局下阅读，此时可以在地址栏中选择“阅读视图”    ，如图 3-19 所示。</a:t>
                </a:r>
                <a:endParaRPr lang="zh-CN" altLang="en-US" sz="1400" spc="50">
                  <a:ln w="3175">
                    <a:noFill/>
                    <a:prstDash val="dash"/>
                  </a:ln>
                  <a:solidFill>
                    <a:srgbClr val="262626"/>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pic>
            <p:nvPicPr>
              <p:cNvPr id="2" name="图片 1"/>
              <p:cNvPicPr>
                <a:picLocks noChangeAspect="1"/>
              </p:cNvPicPr>
              <p:nvPr/>
            </p:nvPicPr>
            <p:blipFill>
              <a:blip r:embed="rId9"/>
              <a:stretch>
                <a:fillRect/>
              </a:stretch>
            </p:blipFill>
            <p:spPr>
              <a:xfrm>
                <a:off x="2850" y="3933"/>
                <a:ext cx="355" cy="502"/>
              </a:xfrm>
              <a:prstGeom prst="rect">
                <a:avLst/>
              </a:prstGeom>
            </p:spPr>
          </p:pic>
          <p:sp>
            <p:nvSpPr>
              <p:cNvPr id="5" name="Title 6"/>
              <p:cNvSpPr txBox="1"/>
              <p:nvPr>
                <p:custDataLst>
                  <p:tags r:id="rId10"/>
                </p:custDataLst>
              </p:nvPr>
            </p:nvSpPr>
            <p:spPr>
              <a:xfrm>
                <a:off x="1080" y="4881"/>
                <a:ext cx="6247" cy="3497"/>
              </a:xfrm>
              <a:prstGeom prst="rect">
                <a:avLst/>
              </a:prstGeom>
              <a:noFill/>
              <a:ln w="3175">
                <a:noFill/>
                <a:prstDash val="dash"/>
              </a:ln>
            </p:spPr>
            <p:txBody>
              <a:bodyPr wrap="square" lIns="53993" tIns="26996" rIns="53993" bIns="26996" anchor="t" anchorCtr="0">
                <a:no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lvl="0" indent="0" algn="just" fontAlgn="ctr">
                  <a:lnSpc>
                    <a:spcPct val="130000"/>
                  </a:lnSpc>
                  <a:spcBef>
                    <a:spcPts val="1000"/>
                  </a:spcBef>
                  <a:spcAft>
                    <a:spcPts val="0"/>
                  </a:spcAft>
                  <a:buSzPct val="100000"/>
                  <a:buFont typeface="+mj-ea"/>
                </a:pPr>
                <a:r>
                  <a:rPr lang="zh-CN" altLang="en-US" sz="1400" spc="50">
                    <a:ln w="3175">
                      <a:noFill/>
                      <a:prstDash val="dash"/>
                    </a:ln>
                    <a:solidFill>
                      <a:srgbClr val="262626"/>
                    </a:solidFill>
                    <a:latin typeface="微软雅黑" panose="020B0503020204020204" pitchFamily="34" charset="-122"/>
                    <a:ea typeface="微软雅黑" panose="020B0503020204020204" pitchFamily="34" charset="-122"/>
                    <a:cs typeface="微软雅黑" panose="020B0503020204020204" pitchFamily="34" charset="-122"/>
                    <a:sym typeface="+mn-ea"/>
                  </a:rPr>
                  <a:t>阅读视图模式下，正在阅读的内容显示在前端居中位置，如图 3-20 所示，网页中与阅读主题无关的元素被屏蔽。如果“阅读视图”按钮是灰色     ，则阅读视图不可用于此页。只有以文本和图片为主的页面才能开启阅读视图。</a:t>
                </a:r>
                <a:endParaRPr lang="zh-CN" altLang="en-US" sz="1400" spc="50">
                  <a:ln w="3175">
                    <a:noFill/>
                    <a:prstDash val="dash"/>
                  </a:ln>
                  <a:solidFill>
                    <a:srgbClr val="262626"/>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pSp>
        <p:pic>
          <p:nvPicPr>
            <p:cNvPr id="6" name="图片 5"/>
            <p:cNvPicPr>
              <a:picLocks noChangeAspect="1"/>
            </p:cNvPicPr>
            <p:nvPr/>
          </p:nvPicPr>
          <p:blipFill>
            <a:blip r:embed="rId11"/>
            <a:stretch>
              <a:fillRect/>
            </a:stretch>
          </p:blipFill>
          <p:spPr>
            <a:xfrm>
              <a:off x="1812" y="6354"/>
              <a:ext cx="384" cy="384"/>
            </a:xfrm>
            <a:prstGeom prst="rect">
              <a:avLst/>
            </a:prstGeom>
          </p:spPr>
        </p:pic>
      </p:grpSp>
      <p:pic>
        <p:nvPicPr>
          <p:cNvPr id="9" name="图片 8"/>
          <p:cNvPicPr>
            <a:picLocks noChangeAspect="1"/>
          </p:cNvPicPr>
          <p:nvPr/>
        </p:nvPicPr>
        <p:blipFill>
          <a:blip r:embed="rId12">
            <a:clrChange>
              <a:clrFrom>
                <a:srgbClr val="FFFFFF">
                  <a:alpha val="100000"/>
                </a:srgbClr>
              </a:clrFrom>
              <a:clrTo>
                <a:srgbClr val="FFFFFF">
                  <a:alpha val="100000"/>
                  <a:alpha val="0"/>
                </a:srgbClr>
              </a:clrTo>
            </a:clrChange>
          </a:blip>
          <a:stretch>
            <a:fillRect/>
          </a:stretch>
        </p:blipFill>
        <p:spPr>
          <a:xfrm>
            <a:off x="5132636" y="2643629"/>
            <a:ext cx="3327624" cy="2155559"/>
          </a:xfrm>
          <a:prstGeom prst="rect">
            <a:avLst/>
          </a:prstGeom>
        </p:spPr>
      </p:pic>
    </p:spTree>
    <p:custDataLst>
      <p:tags r:id="rId13"/>
    </p:custDataLst>
  </p:cSld>
  <p:clrMapOvr>
    <a:masterClrMapping/>
  </p:clrMapOvr>
  <p:transition spd="slow">
    <p:random/>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1" name="任意多边形: 形状 144"/>
          <p:cNvSpPr/>
          <p:nvPr>
            <p:custDataLst>
              <p:tags r:id="rId1"/>
            </p:custDataLst>
          </p:nvPr>
        </p:nvSpPr>
        <p:spPr>
          <a:xfrm flipH="1">
            <a:off x="7253909" y="571879"/>
            <a:ext cx="1893812" cy="909526"/>
          </a:xfrm>
          <a:custGeom>
            <a:avLst/>
            <a:gdLst/>
            <a:ahLst/>
            <a:cxnLst/>
            <a:rect l="0" t="0" r="0" b="0"/>
            <a:pathLst>
              <a:path w="6191251" h="2971801">
                <a:moveTo>
                  <a:pt x="0" y="0"/>
                </a:moveTo>
                <a:lnTo>
                  <a:pt x="0" y="2971800"/>
                </a:lnTo>
                <a:lnTo>
                  <a:pt x="3813810" y="2971800"/>
                </a:lnTo>
                <a:lnTo>
                  <a:pt x="6191250" y="0"/>
                </a:lnTo>
              </a:path>
            </a:pathLst>
          </a:custGeom>
          <a:solidFill>
            <a:srgbClr val="BFBFBF">
              <a:alpha val="40000"/>
            </a:srgbClr>
          </a:solidFill>
          <a:ln w="6350" cap="flat" cmpd="sng" algn="ctr">
            <a:noFill/>
            <a:prstDash val="solid"/>
            <a:miter lim="800000"/>
          </a:ln>
          <a:effec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1350">
              <a:solidFill>
                <a:srgbClr val="000000"/>
              </a:solidFill>
              <a:latin typeface="微软雅黑" panose="020B0503020204020204" pitchFamily="34" charset="-122"/>
              <a:ea typeface="微软雅黑" panose="020B0503020204020204" pitchFamily="34" charset="-122"/>
            </a:endParaRPr>
          </a:p>
        </p:txBody>
      </p:sp>
      <p:sp>
        <p:nvSpPr>
          <p:cNvPr id="622" name="任意多边形: 形状 145"/>
          <p:cNvSpPr/>
          <p:nvPr>
            <p:custDataLst>
              <p:tags r:id="rId2"/>
            </p:custDataLst>
          </p:nvPr>
        </p:nvSpPr>
        <p:spPr>
          <a:xfrm flipH="1">
            <a:off x="7471052" y="450"/>
            <a:ext cx="1681907" cy="2086193"/>
          </a:xfrm>
          <a:custGeom>
            <a:avLst/>
            <a:gdLst>
              <a:gd name="connsiteX0" fmla="*/ 4699000 w 5502910"/>
              <a:gd name="connsiteY0" fmla="*/ 441960 h 6822440"/>
              <a:gd name="connsiteX1" fmla="*/ 4516120 w 5502910"/>
              <a:gd name="connsiteY1" fmla="*/ 441960 h 6822440"/>
              <a:gd name="connsiteX2" fmla="*/ 4872990 w 5502910"/>
              <a:gd name="connsiteY2" fmla="*/ 0 h 6822440"/>
              <a:gd name="connsiteX3" fmla="*/ 4690110 w 5502910"/>
              <a:gd name="connsiteY3" fmla="*/ 0 h 6822440"/>
              <a:gd name="connsiteX4" fmla="*/ 4334510 w 5502910"/>
              <a:gd name="connsiteY4" fmla="*/ 441960 h 6822440"/>
              <a:gd name="connsiteX5" fmla="*/ 4152900 w 5502910"/>
              <a:gd name="connsiteY5" fmla="*/ 441960 h 6822440"/>
              <a:gd name="connsiteX6" fmla="*/ 4508500 w 5502910"/>
              <a:gd name="connsiteY6" fmla="*/ 0 h 6822440"/>
              <a:gd name="connsiteX7" fmla="*/ 4326890 w 5502910"/>
              <a:gd name="connsiteY7" fmla="*/ 0 h 6822440"/>
              <a:gd name="connsiteX8" fmla="*/ 3970020 w 5502910"/>
              <a:gd name="connsiteY8" fmla="*/ 441960 h 6822440"/>
              <a:gd name="connsiteX9" fmla="*/ 3788410 w 5502910"/>
              <a:gd name="connsiteY9" fmla="*/ 441960 h 6822440"/>
              <a:gd name="connsiteX10" fmla="*/ 4144010 w 5502910"/>
              <a:gd name="connsiteY10" fmla="*/ 0 h 6822440"/>
              <a:gd name="connsiteX11" fmla="*/ 3962400 w 5502910"/>
              <a:gd name="connsiteY11" fmla="*/ 0 h 6822440"/>
              <a:gd name="connsiteX12" fmla="*/ 3605530 w 5502910"/>
              <a:gd name="connsiteY12" fmla="*/ 441960 h 6822440"/>
              <a:gd name="connsiteX13" fmla="*/ 3423920 w 5502910"/>
              <a:gd name="connsiteY13" fmla="*/ 441960 h 6822440"/>
              <a:gd name="connsiteX14" fmla="*/ 3779520 w 5502910"/>
              <a:gd name="connsiteY14" fmla="*/ 0 h 6822440"/>
              <a:gd name="connsiteX15" fmla="*/ 3597910 w 5502910"/>
              <a:gd name="connsiteY15" fmla="*/ 0 h 6822440"/>
              <a:gd name="connsiteX16" fmla="*/ 3241040 w 5502910"/>
              <a:gd name="connsiteY16" fmla="*/ 441960 h 6822440"/>
              <a:gd name="connsiteX17" fmla="*/ 3081020 w 5502910"/>
              <a:gd name="connsiteY17" fmla="*/ 441960 h 6822440"/>
              <a:gd name="connsiteX18" fmla="*/ 3437890 w 5502910"/>
              <a:gd name="connsiteY18" fmla="*/ 0 h 6822440"/>
              <a:gd name="connsiteX19" fmla="*/ 0 w 5502910"/>
              <a:gd name="connsiteY19" fmla="*/ 0 h 6822440"/>
              <a:gd name="connsiteX20" fmla="*/ 0 w 5502910"/>
              <a:gd name="connsiteY20" fmla="*/ 6822440 h 6822440"/>
              <a:gd name="connsiteX21" fmla="*/ 5502910 w 5502910"/>
              <a:gd name="connsiteY21" fmla="*/ 0 h 6822440"/>
              <a:gd name="connsiteX22" fmla="*/ 5054600 w 5502910"/>
              <a:gd name="connsiteY22" fmla="*/ 0 h 6822440"/>
              <a:gd name="connsiteX23" fmla="*/ 4699000 w 5502910"/>
              <a:gd name="connsiteY23" fmla="*/ 441960 h 68224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5502910" h="6822440">
                <a:moveTo>
                  <a:pt x="4699000" y="441960"/>
                </a:moveTo>
                <a:lnTo>
                  <a:pt x="4516120" y="441960"/>
                </a:lnTo>
                <a:lnTo>
                  <a:pt x="4872990" y="0"/>
                </a:lnTo>
                <a:lnTo>
                  <a:pt x="4690110" y="0"/>
                </a:lnTo>
                <a:lnTo>
                  <a:pt x="4334510" y="441960"/>
                </a:lnTo>
                <a:lnTo>
                  <a:pt x="4152900" y="441960"/>
                </a:lnTo>
                <a:lnTo>
                  <a:pt x="4508500" y="0"/>
                </a:lnTo>
                <a:lnTo>
                  <a:pt x="4326890" y="0"/>
                </a:lnTo>
                <a:lnTo>
                  <a:pt x="3970020" y="441960"/>
                </a:lnTo>
                <a:lnTo>
                  <a:pt x="3788410" y="441960"/>
                </a:lnTo>
                <a:lnTo>
                  <a:pt x="4144010" y="0"/>
                </a:lnTo>
                <a:lnTo>
                  <a:pt x="3962400" y="0"/>
                </a:lnTo>
                <a:lnTo>
                  <a:pt x="3605530" y="441960"/>
                </a:lnTo>
                <a:lnTo>
                  <a:pt x="3423920" y="441960"/>
                </a:lnTo>
                <a:lnTo>
                  <a:pt x="3779520" y="0"/>
                </a:lnTo>
                <a:lnTo>
                  <a:pt x="3597910" y="0"/>
                </a:lnTo>
                <a:lnTo>
                  <a:pt x="3241040" y="441960"/>
                </a:lnTo>
                <a:lnTo>
                  <a:pt x="3081020" y="441960"/>
                </a:lnTo>
                <a:lnTo>
                  <a:pt x="3437890" y="0"/>
                </a:lnTo>
                <a:lnTo>
                  <a:pt x="0" y="0"/>
                </a:lnTo>
                <a:lnTo>
                  <a:pt x="0" y="6822440"/>
                </a:lnTo>
                <a:lnTo>
                  <a:pt x="5502910" y="0"/>
                </a:lnTo>
                <a:lnTo>
                  <a:pt x="5054600" y="0"/>
                </a:lnTo>
                <a:lnTo>
                  <a:pt x="4699000" y="441960"/>
                </a:lnTo>
              </a:path>
            </a:pathLst>
          </a:custGeom>
          <a:solidFill>
            <a:srgbClr val="BFBFBF"/>
          </a:solidFill>
          <a:ln w="6350" cap="flat" cmpd="sng" algn="ctr">
            <a:noFill/>
            <a:prstDash val="solid"/>
            <a:miter lim="800000"/>
          </a:ln>
          <a:effec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1350">
              <a:solidFill>
                <a:srgbClr val="000000"/>
              </a:solidFill>
              <a:latin typeface="微软雅黑" panose="020B0503020204020204" pitchFamily="34" charset="-122"/>
              <a:ea typeface="微软雅黑" panose="020B0503020204020204" pitchFamily="34" charset="-122"/>
            </a:endParaRPr>
          </a:p>
        </p:txBody>
      </p:sp>
      <p:cxnSp>
        <p:nvCxnSpPr>
          <p:cNvPr id="624" name="直接连接符 623"/>
          <p:cNvCxnSpPr/>
          <p:nvPr>
            <p:custDataLst>
              <p:tags r:id="rId3"/>
            </p:custDataLst>
          </p:nvPr>
        </p:nvCxnSpPr>
        <p:spPr>
          <a:xfrm>
            <a:off x="234216" y="2040453"/>
            <a:ext cx="0" cy="1348574"/>
          </a:xfrm>
          <a:prstGeom prst="line">
            <a:avLst/>
          </a:prstGeom>
          <a:ln>
            <a:solidFill>
              <a:srgbClr val="BFBFBF"/>
            </a:solidFill>
          </a:ln>
        </p:spPr>
        <p:style>
          <a:lnRef idx="1">
            <a:schemeClr val="accent1"/>
          </a:lnRef>
          <a:fillRef idx="0">
            <a:schemeClr val="accent1"/>
          </a:fillRef>
          <a:effectRef idx="0">
            <a:schemeClr val="accent1"/>
          </a:effectRef>
          <a:fontRef idx="minor">
            <a:schemeClr val="tx1"/>
          </a:fontRef>
        </p:style>
      </p:cxnSp>
      <p:cxnSp>
        <p:nvCxnSpPr>
          <p:cNvPr id="633" name="直接连接符 632"/>
          <p:cNvCxnSpPr/>
          <p:nvPr>
            <p:custDataLst>
              <p:tags r:id="rId4"/>
            </p:custDataLst>
          </p:nvPr>
        </p:nvCxnSpPr>
        <p:spPr>
          <a:xfrm flipV="1">
            <a:off x="234850" y="3958551"/>
            <a:ext cx="0" cy="42540"/>
          </a:xfrm>
          <a:prstGeom prst="line">
            <a:avLst/>
          </a:prstGeom>
          <a:ln>
            <a:solidFill>
              <a:srgbClr val="BFBFBF"/>
            </a:solidFill>
          </a:ln>
        </p:spPr>
        <p:style>
          <a:lnRef idx="1">
            <a:schemeClr val="accent1"/>
          </a:lnRef>
          <a:fillRef idx="0">
            <a:schemeClr val="accent1"/>
          </a:fillRef>
          <a:effectRef idx="0">
            <a:schemeClr val="accent1"/>
          </a:effectRef>
          <a:fontRef idx="minor">
            <a:schemeClr val="tx1"/>
          </a:fontRef>
        </p:style>
      </p:cxnSp>
      <p:cxnSp>
        <p:nvCxnSpPr>
          <p:cNvPr id="634" name="直接连接符 633"/>
          <p:cNvCxnSpPr/>
          <p:nvPr>
            <p:custDataLst>
              <p:tags r:id="rId5"/>
            </p:custDataLst>
          </p:nvPr>
        </p:nvCxnSpPr>
        <p:spPr>
          <a:xfrm rot="16200000" flipV="1">
            <a:off x="234850" y="3958551"/>
            <a:ext cx="0" cy="42540"/>
          </a:xfrm>
          <a:prstGeom prst="line">
            <a:avLst/>
          </a:prstGeom>
          <a:ln>
            <a:solidFill>
              <a:srgbClr val="BFBFBF"/>
            </a:solidFill>
          </a:ln>
        </p:spPr>
        <p:style>
          <a:lnRef idx="1">
            <a:schemeClr val="accent1"/>
          </a:lnRef>
          <a:fillRef idx="0">
            <a:schemeClr val="accent1"/>
          </a:fillRef>
          <a:effectRef idx="0">
            <a:schemeClr val="accent1"/>
          </a:effectRef>
          <a:fontRef idx="minor">
            <a:schemeClr val="tx1"/>
          </a:fontRef>
        </p:style>
      </p:cxnSp>
      <p:cxnSp>
        <p:nvCxnSpPr>
          <p:cNvPr id="631" name="直接连接符 630"/>
          <p:cNvCxnSpPr/>
          <p:nvPr>
            <p:custDataLst>
              <p:tags r:id="rId6"/>
            </p:custDataLst>
          </p:nvPr>
        </p:nvCxnSpPr>
        <p:spPr>
          <a:xfrm flipV="1">
            <a:off x="234850" y="3802995"/>
            <a:ext cx="0" cy="42540"/>
          </a:xfrm>
          <a:prstGeom prst="line">
            <a:avLst/>
          </a:prstGeom>
          <a:ln>
            <a:solidFill>
              <a:srgbClr val="BFBFBF"/>
            </a:solidFill>
          </a:ln>
        </p:spPr>
        <p:style>
          <a:lnRef idx="1">
            <a:schemeClr val="accent1"/>
          </a:lnRef>
          <a:fillRef idx="0">
            <a:schemeClr val="accent1"/>
          </a:fillRef>
          <a:effectRef idx="0">
            <a:schemeClr val="accent1"/>
          </a:effectRef>
          <a:fontRef idx="minor">
            <a:schemeClr val="tx1"/>
          </a:fontRef>
        </p:style>
      </p:cxnSp>
      <p:cxnSp>
        <p:nvCxnSpPr>
          <p:cNvPr id="632" name="直接连接符 631"/>
          <p:cNvCxnSpPr/>
          <p:nvPr>
            <p:custDataLst>
              <p:tags r:id="rId7"/>
            </p:custDataLst>
          </p:nvPr>
        </p:nvCxnSpPr>
        <p:spPr>
          <a:xfrm rot="16200000" flipV="1">
            <a:off x="234850" y="3802995"/>
            <a:ext cx="0" cy="42540"/>
          </a:xfrm>
          <a:prstGeom prst="line">
            <a:avLst/>
          </a:prstGeom>
          <a:ln>
            <a:solidFill>
              <a:srgbClr val="BFBFBF"/>
            </a:solidFill>
          </a:ln>
        </p:spPr>
        <p:style>
          <a:lnRef idx="1">
            <a:schemeClr val="accent1"/>
          </a:lnRef>
          <a:fillRef idx="0">
            <a:schemeClr val="accent1"/>
          </a:fillRef>
          <a:effectRef idx="0">
            <a:schemeClr val="accent1"/>
          </a:effectRef>
          <a:fontRef idx="minor">
            <a:schemeClr val="tx1"/>
          </a:fontRef>
        </p:style>
      </p:cxnSp>
      <p:cxnSp>
        <p:nvCxnSpPr>
          <p:cNvPr id="629" name="直接连接符 628"/>
          <p:cNvCxnSpPr/>
          <p:nvPr>
            <p:custDataLst>
              <p:tags r:id="rId8"/>
            </p:custDataLst>
          </p:nvPr>
        </p:nvCxnSpPr>
        <p:spPr>
          <a:xfrm flipV="1">
            <a:off x="234850" y="3644900"/>
            <a:ext cx="0" cy="42540"/>
          </a:xfrm>
          <a:prstGeom prst="line">
            <a:avLst/>
          </a:prstGeom>
          <a:ln>
            <a:solidFill>
              <a:srgbClr val="BFBFBF"/>
            </a:solidFill>
          </a:ln>
        </p:spPr>
        <p:style>
          <a:lnRef idx="1">
            <a:schemeClr val="accent1"/>
          </a:lnRef>
          <a:fillRef idx="0">
            <a:schemeClr val="accent1"/>
          </a:fillRef>
          <a:effectRef idx="0">
            <a:schemeClr val="accent1"/>
          </a:effectRef>
          <a:fontRef idx="minor">
            <a:schemeClr val="tx1"/>
          </a:fontRef>
        </p:style>
      </p:cxnSp>
      <p:cxnSp>
        <p:nvCxnSpPr>
          <p:cNvPr id="630" name="直接连接符 629"/>
          <p:cNvCxnSpPr/>
          <p:nvPr>
            <p:custDataLst>
              <p:tags r:id="rId9"/>
            </p:custDataLst>
          </p:nvPr>
        </p:nvCxnSpPr>
        <p:spPr>
          <a:xfrm rot="16200000" flipV="1">
            <a:off x="234850" y="3644900"/>
            <a:ext cx="0" cy="42540"/>
          </a:xfrm>
          <a:prstGeom prst="line">
            <a:avLst/>
          </a:prstGeom>
          <a:ln>
            <a:solidFill>
              <a:srgbClr val="BFBFBF"/>
            </a:solidFill>
          </a:ln>
        </p:spPr>
        <p:style>
          <a:lnRef idx="1">
            <a:schemeClr val="accent1"/>
          </a:lnRef>
          <a:fillRef idx="0">
            <a:schemeClr val="accent1"/>
          </a:fillRef>
          <a:effectRef idx="0">
            <a:schemeClr val="accent1"/>
          </a:effectRef>
          <a:fontRef idx="minor">
            <a:schemeClr val="tx1"/>
          </a:fontRef>
        </p:style>
      </p:cxnSp>
      <p:sp>
        <p:nvSpPr>
          <p:cNvPr id="253" name="矩形: 圆角 1128"/>
          <p:cNvSpPr/>
          <p:nvPr>
            <p:custDataLst>
              <p:tags r:id="rId10"/>
            </p:custDataLst>
          </p:nvPr>
        </p:nvSpPr>
        <p:spPr>
          <a:xfrm>
            <a:off x="479773" y="1194010"/>
            <a:ext cx="8190755" cy="3653736"/>
          </a:xfrm>
          <a:prstGeom prst="roundRect">
            <a:avLst>
              <a:gd name="adj" fmla="val 4386"/>
            </a:avLst>
          </a:prstGeom>
          <a:solidFill>
            <a:srgbClr val="FFFFFF"/>
          </a:solidFill>
          <a:ln w="12700">
            <a:solidFill>
              <a:srgbClr val="9F9FC3"/>
            </a:solidFill>
          </a:ln>
          <a:effectLst>
            <a:outerShdw blurRad="50800" dist="76200" dir="5400000" algn="t" rotWithShape="0">
              <a:prstClr val="black">
                <a:alpha val="1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rgbClr val="FFFFFF"/>
              </a:solidFill>
              <a:latin typeface="微软雅黑" panose="020B0503020204020204" pitchFamily="34" charset="-122"/>
              <a:ea typeface="微软雅黑" panose="020B0503020204020204" pitchFamily="34" charset="-122"/>
            </a:endParaRPr>
          </a:p>
        </p:txBody>
      </p:sp>
      <p:sp>
        <p:nvSpPr>
          <p:cNvPr id="515" name="同心圆 262"/>
          <p:cNvSpPr/>
          <p:nvPr>
            <p:custDataLst>
              <p:tags r:id="rId11"/>
            </p:custDataLst>
          </p:nvPr>
        </p:nvSpPr>
        <p:spPr>
          <a:xfrm>
            <a:off x="8331766" y="4512575"/>
            <a:ext cx="225505" cy="225505"/>
          </a:xfrm>
          <a:prstGeom prst="donut">
            <a:avLst/>
          </a:prstGeom>
          <a:solidFill>
            <a:srgbClr val="6969C7"/>
          </a:solidFill>
          <a:ln w="25400">
            <a:solidFill>
              <a:srgbClr val="D9D9D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350">
              <a:solidFill>
                <a:srgbClr val="000000"/>
              </a:solidFill>
              <a:latin typeface="微软雅黑" panose="020B0503020204020204" pitchFamily="34" charset="-122"/>
              <a:ea typeface="微软雅黑" panose="020B0503020204020204" pitchFamily="34" charset="-122"/>
            </a:endParaRPr>
          </a:p>
        </p:txBody>
      </p:sp>
      <p:sp>
        <p:nvSpPr>
          <p:cNvPr id="15" name="同心圆 262"/>
          <p:cNvSpPr/>
          <p:nvPr>
            <p:custDataLst>
              <p:tags r:id="rId12"/>
            </p:custDataLst>
          </p:nvPr>
        </p:nvSpPr>
        <p:spPr>
          <a:xfrm>
            <a:off x="600325" y="1314951"/>
            <a:ext cx="225505" cy="225505"/>
          </a:xfrm>
          <a:prstGeom prst="donut">
            <a:avLst/>
          </a:prstGeom>
          <a:solidFill>
            <a:srgbClr val="6969C7"/>
          </a:solidFill>
          <a:ln w="25400">
            <a:solidFill>
              <a:srgbClr val="D9D9D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350">
              <a:solidFill>
                <a:srgbClr val="000000"/>
              </a:solidFill>
              <a:latin typeface="微软雅黑" panose="020B0503020204020204" pitchFamily="34" charset="-122"/>
              <a:ea typeface="微软雅黑" panose="020B0503020204020204" pitchFamily="34" charset="-122"/>
            </a:endParaRPr>
          </a:p>
        </p:txBody>
      </p:sp>
      <p:sp>
        <p:nvSpPr>
          <p:cNvPr id="11" name="文本框 10"/>
          <p:cNvSpPr txBox="1"/>
          <p:nvPr>
            <p:custDataLst>
              <p:tags r:id="rId13"/>
            </p:custDataLst>
          </p:nvPr>
        </p:nvSpPr>
        <p:spPr>
          <a:xfrm>
            <a:off x="404375" y="370450"/>
            <a:ext cx="8057155" cy="426191"/>
          </a:xfrm>
          <a:prstGeom prst="rect">
            <a:avLst/>
          </a:prstGeom>
          <a:noFill/>
        </p:spPr>
        <p:txBody>
          <a:bodyPr wrap="square" lIns="76190" tIns="28571" rIns="57142" bIns="28571" rtlCol="0" anchor="t" anchorCtr="0">
            <a:noAutofit/>
          </a:bodyPr>
          <a:lstStyle>
            <a:defPPr>
              <a:defRPr lang="zh-CN"/>
            </a:defPPr>
            <a:lvl1pPr>
              <a:defRPr sz="2400" spc="200">
                <a:latin typeface="微软雅黑" panose="020B0503020204020204" pitchFamily="34" charset="-122"/>
                <a:ea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b="1" spc="300">
                <a:solidFill>
                  <a:srgbClr val="262626"/>
                </a:solidFill>
              </a:rPr>
              <a:t>提示</a:t>
            </a:r>
            <a:endParaRPr lang="zh-CN" altLang="en-US" b="1" spc="300">
              <a:solidFill>
                <a:srgbClr val="262626"/>
              </a:solidFill>
            </a:endParaRPr>
          </a:p>
        </p:txBody>
      </p:sp>
      <p:sp>
        <p:nvSpPr>
          <p:cNvPr id="513" name="斜纹 512"/>
          <p:cNvSpPr/>
          <p:nvPr>
            <p:custDataLst>
              <p:tags r:id="rId14"/>
            </p:custDataLst>
          </p:nvPr>
        </p:nvSpPr>
        <p:spPr>
          <a:xfrm rot="8100000">
            <a:off x="-182461" y="408057"/>
            <a:ext cx="366050" cy="366050"/>
          </a:xfrm>
          <a:prstGeom prst="diagStripe">
            <a:avLst/>
          </a:prstGeom>
          <a:solidFill>
            <a:srgbClr val="CACADE"/>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350">
              <a:solidFill>
                <a:srgbClr val="000000"/>
              </a:solidFill>
              <a:latin typeface="微软雅黑" panose="020B0503020204020204" pitchFamily="34" charset="-122"/>
              <a:ea typeface="微软雅黑" panose="020B0503020204020204" pitchFamily="34" charset="-122"/>
            </a:endParaRPr>
          </a:p>
        </p:txBody>
      </p:sp>
      <p:sp>
        <p:nvSpPr>
          <p:cNvPr id="5" name="文本框 4"/>
          <p:cNvSpPr txBox="1"/>
          <p:nvPr>
            <p:custDataLst>
              <p:tags r:id="rId15"/>
            </p:custDataLst>
          </p:nvPr>
        </p:nvSpPr>
        <p:spPr>
          <a:xfrm>
            <a:off x="1535305" y="2028866"/>
            <a:ext cx="6073343" cy="1774289"/>
          </a:xfrm>
          <a:prstGeom prst="rect">
            <a:avLst/>
          </a:prstGeom>
          <a:noFill/>
        </p:spPr>
        <p:txBody>
          <a:bodyPr wrap="square" lIns="76190" tIns="0" rIns="47619" bIns="0" rtlCol="0" anchor="t" anchorCtr="0">
            <a:noAutofit/>
          </a:bodyPr>
          <a:lstStyle>
            <a:defPPr>
              <a:defRPr lang="zh-CN"/>
            </a:defPPr>
            <a:lvl1pPr fontAlgn="auto">
              <a:lnSpc>
                <a:spcPct val="130000"/>
              </a:lnSpc>
              <a:defRPr sz="1600" spc="150">
                <a:uFillTx/>
              </a:defRPr>
            </a:lvl1pPr>
          </a:lstStyle>
          <a:p>
            <a:pPr marL="0" lvl="0" indent="0" algn="ctr">
              <a:lnSpc>
                <a:spcPct val="130000"/>
              </a:lnSpc>
              <a:spcBef>
                <a:spcPts val="1200"/>
              </a:spcBef>
              <a:spcAft>
                <a:spcPts val="0"/>
              </a:spcAft>
              <a:buSzPct val="100000"/>
              <a:buFontTx/>
              <a:buNone/>
              <a:defRPr/>
            </a:pPr>
            <a:r>
              <a:rPr lang="zh-CN" altLang="en-US" sz="1800" spc="300" noProof="0">
                <a:ln>
                  <a:noFill/>
                </a:ln>
                <a:solidFill>
                  <a:srgbClr val="000000"/>
                </a:solidFill>
                <a:effectLst/>
                <a:latin typeface="微软雅黑" panose="020B0503020204020204" pitchFamily="34" charset="-122"/>
                <a:ea typeface="微软雅黑" panose="020B0503020204020204" pitchFamily="34" charset="-122"/>
                <a:cs typeface="微软雅黑" panose="020B0503020204020204" pitchFamily="34" charset="-122"/>
              </a:rPr>
              <a:t>我们还可以更改阅读视图的样式和字体大小，方法是单击功能区中的“更多”按钮，然后单击“设置”。如果要恢复原来的方式显示网页，再次单击“阅读视图”按钮即可。</a:t>
            </a:r>
            <a:endParaRPr lang="zh-CN" altLang="en-US" sz="1800" spc="300" noProof="0">
              <a:ln>
                <a:noFill/>
              </a:ln>
              <a:solidFill>
                <a:srgbClr val="000000"/>
              </a:solidFill>
              <a:effectLst/>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160" name="图片 159"/>
          <p:cNvPicPr>
            <a:picLocks noChangeAspect="1"/>
          </p:cNvPicPr>
          <p:nvPr userDrawn="1">
            <p:custDataLst>
              <p:tags r:id="rId16"/>
            </p:custDataLst>
          </p:nvPr>
        </p:nvPicPr>
        <p:blipFill>
          <a:blip r:embed="rId17">
            <a:extLst>
              <a:ext uri="{28A0092B-C50C-407E-A947-70E740481C1C}">
                <a14:useLocalDpi xmlns:a14="http://schemas.microsoft.com/office/drawing/2010/main" val="0"/>
              </a:ext>
            </a:extLst>
          </a:blip>
          <a:stretch>
            <a:fillRect/>
          </a:stretch>
        </p:blipFill>
        <p:spPr>
          <a:xfrm>
            <a:off x="7931561" y="3954639"/>
            <a:ext cx="1101811" cy="1188676"/>
          </a:xfrm>
          <a:prstGeom prst="rect">
            <a:avLst/>
          </a:prstGeom>
        </p:spPr>
      </p:pic>
    </p:spTree>
    <p:custDataLst>
      <p:tags r:id="rId18"/>
    </p:custDataLst>
  </p:cSld>
  <p:clrMapOvr>
    <a:masterClrMapping/>
  </p:clrMapOvr>
  <p:transition spd="slow">
    <p:random/>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custDataLst>
              <p:tags r:id="rId1"/>
            </p:custDataLst>
          </p:nvPr>
        </p:nvSpPr>
        <p:spPr>
          <a:xfrm>
            <a:off x="564" y="450"/>
            <a:ext cx="4057149" cy="5142865"/>
          </a:xfrm>
          <a:prstGeom prst="rect">
            <a:avLst/>
          </a:prstGeom>
          <a:pattFill prst="dkHorz">
            <a:fgClr>
              <a:srgbClr val="D9D9D9"/>
            </a:fgClr>
            <a:bgClr>
              <a:srgbClr val="D9D9D9"/>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200" b="1">
              <a:solidFill>
                <a:srgbClr val="FFFFFF"/>
              </a:solidFill>
              <a:latin typeface="微软雅黑" panose="020B0503020204020204" pitchFamily="34" charset="-122"/>
              <a:ea typeface="微软雅黑" panose="020B0503020204020204" pitchFamily="34" charset="-122"/>
            </a:endParaRPr>
          </a:p>
        </p:txBody>
      </p:sp>
      <p:sp>
        <p:nvSpPr>
          <p:cNvPr id="2" name="矩形 1"/>
          <p:cNvSpPr/>
          <p:nvPr>
            <p:custDataLst>
              <p:tags r:id="rId2"/>
            </p:custDataLst>
          </p:nvPr>
        </p:nvSpPr>
        <p:spPr>
          <a:xfrm>
            <a:off x="335060" y="827425"/>
            <a:ext cx="4917082" cy="3704768"/>
          </a:xfrm>
          <a:prstGeom prst="rect">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200" b="1">
              <a:solidFill>
                <a:srgbClr val="FFFFFF"/>
              </a:solidFill>
              <a:latin typeface="微软雅黑" panose="020B0503020204020204" pitchFamily="34" charset="-122"/>
              <a:ea typeface="微软雅黑" panose="020B0503020204020204" pitchFamily="34" charset="-122"/>
            </a:endParaRPr>
          </a:p>
        </p:txBody>
      </p:sp>
      <p:pic>
        <p:nvPicPr>
          <p:cNvPr id="5" name="图片 4"/>
          <p:cNvPicPr>
            <a:picLocks noChangeAspect="1"/>
          </p:cNvPicPr>
          <p:nvPr>
            <p:custDataLst>
              <p:tags r:id="rId3"/>
            </p:custDataLst>
          </p:nvPr>
        </p:nvPicPr>
        <p:blipFill rotWithShape="1">
          <a:blip r:embed="rId4"/>
          <a:srcRect/>
          <a:stretch>
            <a:fillRect/>
          </a:stretch>
        </p:blipFill>
        <p:spPr>
          <a:xfrm>
            <a:off x="422152" y="1391563"/>
            <a:ext cx="4742864" cy="2575242"/>
          </a:xfrm>
          <a:prstGeom prst="rect">
            <a:avLst/>
          </a:prstGeom>
        </p:spPr>
      </p:pic>
      <p:sp>
        <p:nvSpPr>
          <p:cNvPr id="9" name="文本框 8"/>
          <p:cNvSpPr txBox="1"/>
          <p:nvPr>
            <p:custDataLst>
              <p:tags r:id="rId5"/>
            </p:custDataLst>
          </p:nvPr>
        </p:nvSpPr>
        <p:spPr>
          <a:xfrm>
            <a:off x="5483747" y="919182"/>
            <a:ext cx="3495243" cy="472382"/>
          </a:xfrm>
          <a:prstGeom prst="rect">
            <a:avLst/>
          </a:prstGeom>
          <a:noFill/>
        </p:spPr>
        <p:txBody>
          <a:bodyPr wrap="square" lIns="67618" tIns="35237" rIns="67618" bIns="35237" rtlCol="0">
            <a:noAutofit/>
          </a:bodyPr>
          <a:lstStyle/>
          <a:p>
            <a:pPr marL="0" indent="0" algn="l">
              <a:lnSpc>
                <a:spcPct val="100000"/>
              </a:lnSpc>
              <a:spcBef>
                <a:spcPts val="0"/>
              </a:spcBef>
              <a:spcAft>
                <a:spcPts val="0"/>
              </a:spcAft>
              <a:buSzPct val="100000"/>
              <a:buNone/>
            </a:pPr>
            <a:r>
              <a:rPr lang="zh-CN" altLang="en-US" sz="2000" b="1" spc="100">
                <a:solidFill>
                  <a:srgbClr val="404040"/>
                </a:solidFill>
                <a:uFillTx/>
                <a:latin typeface="微软雅黑" panose="020B0503020204020204" pitchFamily="34" charset="-122"/>
                <a:ea typeface="微软雅黑" panose="020B0503020204020204" pitchFamily="34" charset="-122"/>
              </a:rPr>
              <a:t>把网页地址添加到收藏夹中</a:t>
            </a:r>
            <a:endParaRPr lang="zh-CN" altLang="en-US" sz="2000" b="1" spc="100">
              <a:solidFill>
                <a:srgbClr val="404040"/>
              </a:solidFill>
              <a:uFillTx/>
              <a:latin typeface="微软雅黑" panose="020B0503020204020204" pitchFamily="34" charset="-122"/>
              <a:ea typeface="微软雅黑" panose="020B0503020204020204" pitchFamily="34" charset="-122"/>
            </a:endParaRPr>
          </a:p>
        </p:txBody>
      </p:sp>
      <p:cxnSp>
        <p:nvCxnSpPr>
          <p:cNvPr id="3" name="直接连接符 2"/>
          <p:cNvCxnSpPr/>
          <p:nvPr>
            <p:custDataLst>
              <p:tags r:id="rId6"/>
            </p:custDataLst>
          </p:nvPr>
        </p:nvCxnSpPr>
        <p:spPr>
          <a:xfrm>
            <a:off x="335060" y="747663"/>
            <a:ext cx="4917082" cy="0"/>
          </a:xfrm>
          <a:prstGeom prst="line">
            <a:avLst/>
          </a:prstGeom>
          <a:ln w="1270">
            <a:solidFill>
              <a:srgbClr val="BFBFBF"/>
            </a:solidFill>
            <a:prstDash val="dash"/>
          </a:ln>
        </p:spPr>
        <p:style>
          <a:lnRef idx="1">
            <a:schemeClr val="accent1"/>
          </a:lnRef>
          <a:fillRef idx="0">
            <a:schemeClr val="accent1"/>
          </a:fillRef>
          <a:effectRef idx="0">
            <a:schemeClr val="accent1"/>
          </a:effectRef>
          <a:fontRef idx="minor">
            <a:schemeClr val="tx1"/>
          </a:fontRef>
        </p:style>
      </p:cxnSp>
      <p:cxnSp>
        <p:nvCxnSpPr>
          <p:cNvPr id="4" name="直接连接符 3"/>
          <p:cNvCxnSpPr/>
          <p:nvPr>
            <p:custDataLst>
              <p:tags r:id="rId7"/>
            </p:custDataLst>
          </p:nvPr>
        </p:nvCxnSpPr>
        <p:spPr>
          <a:xfrm>
            <a:off x="335060" y="4611955"/>
            <a:ext cx="4917082" cy="0"/>
          </a:xfrm>
          <a:prstGeom prst="line">
            <a:avLst/>
          </a:prstGeom>
          <a:ln w="1270">
            <a:solidFill>
              <a:srgbClr val="BFBFBF"/>
            </a:solidFill>
            <a:prstDash val="dash"/>
          </a:ln>
        </p:spPr>
        <p:style>
          <a:lnRef idx="1">
            <a:schemeClr val="accent1"/>
          </a:lnRef>
          <a:fillRef idx="0">
            <a:schemeClr val="accent1"/>
          </a:fillRef>
          <a:effectRef idx="0">
            <a:schemeClr val="accent1"/>
          </a:effectRef>
          <a:fontRef idx="minor">
            <a:schemeClr val="tx1"/>
          </a:fontRef>
        </p:style>
      </p:cxnSp>
      <p:grpSp>
        <p:nvGrpSpPr>
          <p:cNvPr id="10" name="组合 9"/>
          <p:cNvGrpSpPr/>
          <p:nvPr/>
        </p:nvGrpSpPr>
        <p:grpSpPr>
          <a:xfrm>
            <a:off x="5483747" y="1351563"/>
            <a:ext cx="3335878" cy="2911751"/>
            <a:chOff x="8636" y="2368"/>
            <a:chExt cx="5254" cy="4586"/>
          </a:xfrm>
        </p:grpSpPr>
        <p:sp>
          <p:nvSpPr>
            <p:cNvPr id="8" name="文本框 7"/>
            <p:cNvSpPr txBox="1"/>
            <p:nvPr>
              <p:custDataLst>
                <p:tags r:id="rId8"/>
              </p:custDataLst>
            </p:nvPr>
          </p:nvSpPr>
          <p:spPr>
            <a:xfrm>
              <a:off x="8636" y="2368"/>
              <a:ext cx="5254" cy="4586"/>
            </a:xfrm>
            <a:prstGeom prst="rect">
              <a:avLst/>
            </a:prstGeom>
            <a:noFill/>
          </p:spPr>
          <p:txBody>
            <a:bodyPr wrap="square" lIns="67618" tIns="35237" rIns="67618" bIns="35237" rtlCol="0" anchor="ctr" anchorCtr="0">
              <a:normAutofit lnSpcReduction="10000"/>
            </a:bodyPr>
            <a:lstStyle>
              <a:defPPr>
                <a:defRPr lang="zh-CN"/>
              </a:defPPr>
              <a:lvl1pPr fontAlgn="auto">
                <a:lnSpc>
                  <a:spcPct val="130000"/>
                </a:lnSpc>
                <a:spcAft>
                  <a:spcPts val="1000"/>
                </a:spcAft>
                <a:defRPr sz="1600" spc="150"/>
              </a:lvl1pPr>
            </a:lstStyle>
            <a:p>
              <a:pPr marL="355600" lvl="0" indent="-355600" algn="just" fontAlgn="ctr">
                <a:lnSpc>
                  <a:spcPct val="130000"/>
                </a:lnSpc>
                <a:spcBef>
                  <a:spcPts val="1000"/>
                </a:spcBef>
                <a:spcAft>
                  <a:spcPts val="0"/>
                </a:spcAft>
                <a:buClr>
                  <a:schemeClr val="tx1">
                    <a:lumMod val="75000"/>
                    <a:lumOff val="25000"/>
                  </a:schemeClr>
                </a:buClr>
                <a:buSzPct val="130000"/>
                <a:buFont typeface="WPS-Numbers" pitchFamily="2" charset="0"/>
                <a:buChar char=""/>
              </a:pPr>
              <a:r>
                <a:rPr lang="zh-CN" altLang="en-US" sz="1200">
                  <a:solidFill>
                    <a:srgbClr val="404040"/>
                  </a:solidFill>
                  <a:latin typeface="微软雅黑" panose="020B0503020204020204" pitchFamily="34" charset="-122"/>
                  <a:ea typeface="微软雅黑" panose="020B0503020204020204" pitchFamily="34" charset="-122"/>
                  <a:cs typeface="微软雅黑" panose="020B0503020204020204" pitchFamily="34" charset="-122"/>
                  <a:sym typeface="+mn-ea"/>
                </a:rPr>
                <a:t>打开要收藏的网页。</a:t>
              </a:r>
              <a:endParaRPr lang="zh-CN" altLang="en-US" sz="1200">
                <a:solidFill>
                  <a:srgbClr val="40404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355600" lvl="0" indent="-355600" algn="just" fontAlgn="ctr">
                <a:lnSpc>
                  <a:spcPct val="130000"/>
                </a:lnSpc>
                <a:spcBef>
                  <a:spcPts val="1000"/>
                </a:spcBef>
                <a:spcAft>
                  <a:spcPts val="0"/>
                </a:spcAft>
                <a:buClr>
                  <a:schemeClr val="tx1">
                    <a:lumMod val="75000"/>
                    <a:lumOff val="25000"/>
                  </a:schemeClr>
                </a:buClr>
                <a:buSzPct val="130000"/>
                <a:buFont typeface="WPS-Numbers" pitchFamily="2" charset="0"/>
                <a:buChar char=""/>
              </a:pPr>
              <a:r>
                <a:rPr lang="zh-CN" altLang="en-US" sz="1200">
                  <a:solidFill>
                    <a:srgbClr val="404040"/>
                  </a:solidFill>
                  <a:latin typeface="微软雅黑" panose="020B0503020204020204" pitchFamily="34" charset="-122"/>
                  <a:ea typeface="微软雅黑" panose="020B0503020204020204" pitchFamily="34" charset="-122"/>
                  <a:cs typeface="微软雅黑" panose="020B0503020204020204" pitchFamily="34" charset="-122"/>
                  <a:sym typeface="+mn-ea"/>
                </a:rPr>
                <a:t>单击“收藏”按钮    ，将显示“收藏夹”列表，如图 3-23 所示。</a:t>
              </a:r>
              <a:endParaRPr lang="zh-CN" altLang="en-US" sz="1200">
                <a:solidFill>
                  <a:srgbClr val="40404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355600" lvl="0" indent="-355600" algn="just" fontAlgn="ctr">
                <a:lnSpc>
                  <a:spcPct val="130000"/>
                </a:lnSpc>
                <a:spcBef>
                  <a:spcPts val="1000"/>
                </a:spcBef>
                <a:spcAft>
                  <a:spcPts val="0"/>
                </a:spcAft>
                <a:buClr>
                  <a:schemeClr val="tx1">
                    <a:lumMod val="75000"/>
                    <a:lumOff val="25000"/>
                  </a:schemeClr>
                </a:buClr>
                <a:buSzPct val="130000"/>
                <a:buFont typeface="WPS-Numbers" pitchFamily="2" charset="0"/>
                <a:buChar char=""/>
              </a:pPr>
              <a:r>
                <a:rPr lang="zh-CN" altLang="en-US" sz="1200">
                  <a:solidFill>
                    <a:srgbClr val="404040"/>
                  </a:solidFill>
                  <a:latin typeface="微软雅黑" panose="020B0503020204020204" pitchFamily="34" charset="-122"/>
                  <a:ea typeface="微软雅黑" panose="020B0503020204020204" pitchFamily="34" charset="-122"/>
                  <a:cs typeface="微软雅黑" panose="020B0503020204020204" pitchFamily="34" charset="-122"/>
                  <a:sym typeface="+mn-ea"/>
                </a:rPr>
                <a:t>在“名称”中，默认显示保存到收藏列表中的网页的名称，用户也可以更改。</a:t>
              </a:r>
              <a:endParaRPr lang="zh-CN" altLang="en-US" sz="1200">
                <a:solidFill>
                  <a:srgbClr val="40404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355600" lvl="0" indent="-355600" algn="just" fontAlgn="ctr">
                <a:lnSpc>
                  <a:spcPct val="130000"/>
                </a:lnSpc>
                <a:spcBef>
                  <a:spcPts val="1000"/>
                </a:spcBef>
                <a:spcAft>
                  <a:spcPts val="0"/>
                </a:spcAft>
                <a:buClr>
                  <a:schemeClr val="tx1">
                    <a:lumMod val="75000"/>
                    <a:lumOff val="25000"/>
                  </a:schemeClr>
                </a:buClr>
                <a:buSzPct val="130000"/>
                <a:buFont typeface="WPS-Numbers" pitchFamily="2" charset="0"/>
                <a:buChar char=""/>
              </a:pPr>
              <a:r>
                <a:rPr lang="zh-CN" altLang="en-US" sz="1200">
                  <a:solidFill>
                    <a:srgbClr val="404040"/>
                  </a:solidFill>
                  <a:latin typeface="微软雅黑" panose="020B0503020204020204" pitchFamily="34" charset="-122"/>
                  <a:ea typeface="微软雅黑" panose="020B0503020204020204" pitchFamily="34" charset="-122"/>
                  <a:cs typeface="微软雅黑" panose="020B0503020204020204" pitchFamily="34" charset="-122"/>
                  <a:sym typeface="+mn-ea"/>
                </a:rPr>
                <a:t>在“保存位置”中，默认保存到收藏夹的根位置。也可以通过下拉列表选择把网页添加到收藏夹中的位置。</a:t>
              </a:r>
              <a:endParaRPr lang="zh-CN" altLang="en-US" sz="1200">
                <a:solidFill>
                  <a:srgbClr val="40404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pic>
          <p:nvPicPr>
            <p:cNvPr id="7" name="图片 6"/>
            <p:cNvPicPr>
              <a:picLocks noChangeAspect="1"/>
            </p:cNvPicPr>
            <p:nvPr/>
          </p:nvPicPr>
          <p:blipFill>
            <a:blip r:embed="rId9"/>
            <a:stretch>
              <a:fillRect/>
            </a:stretch>
          </p:blipFill>
          <p:spPr>
            <a:xfrm>
              <a:off x="11538" y="3396"/>
              <a:ext cx="252" cy="276"/>
            </a:xfrm>
            <a:prstGeom prst="rect">
              <a:avLst/>
            </a:prstGeom>
          </p:spPr>
        </p:pic>
      </p:grpSp>
    </p:spTree>
    <p:custDataLst>
      <p:tags r:id="rId10"/>
    </p:custDataLst>
  </p:cSld>
  <p:clrMapOvr>
    <a:masterClrMapping/>
  </p:clrMapOvr>
  <p:transition spd="slow">
    <p:random/>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custDataLst>
              <p:tags r:id="rId1"/>
            </p:custDataLst>
          </p:nvPr>
        </p:nvSpPr>
        <p:spPr>
          <a:xfrm>
            <a:off x="564" y="450"/>
            <a:ext cx="4057149" cy="5142865"/>
          </a:xfrm>
          <a:prstGeom prst="rect">
            <a:avLst/>
          </a:prstGeom>
          <a:pattFill prst="dkHorz">
            <a:fgClr>
              <a:srgbClr val="D9D9D9"/>
            </a:fgClr>
            <a:bgClr>
              <a:srgbClr val="D9D9D9"/>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200" b="1">
              <a:solidFill>
                <a:srgbClr val="FFFFFF"/>
              </a:solidFill>
              <a:latin typeface="微软雅黑" panose="020B0503020204020204" pitchFamily="34" charset="-122"/>
              <a:ea typeface="微软雅黑" panose="020B0503020204020204" pitchFamily="34" charset="-122"/>
            </a:endParaRPr>
          </a:p>
        </p:txBody>
      </p:sp>
      <p:sp>
        <p:nvSpPr>
          <p:cNvPr id="2" name="矩形 1"/>
          <p:cNvSpPr/>
          <p:nvPr>
            <p:custDataLst>
              <p:tags r:id="rId2"/>
            </p:custDataLst>
          </p:nvPr>
        </p:nvSpPr>
        <p:spPr>
          <a:xfrm>
            <a:off x="335060" y="827425"/>
            <a:ext cx="4917082" cy="3704768"/>
          </a:xfrm>
          <a:prstGeom prst="rect">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200" b="1">
              <a:solidFill>
                <a:srgbClr val="FFFFFF"/>
              </a:solidFill>
              <a:latin typeface="微软雅黑" panose="020B0503020204020204" pitchFamily="34" charset="-122"/>
              <a:ea typeface="微软雅黑" panose="020B0503020204020204" pitchFamily="34" charset="-122"/>
            </a:endParaRPr>
          </a:p>
        </p:txBody>
      </p:sp>
      <p:cxnSp>
        <p:nvCxnSpPr>
          <p:cNvPr id="3" name="直接连接符 2"/>
          <p:cNvCxnSpPr/>
          <p:nvPr>
            <p:custDataLst>
              <p:tags r:id="rId3"/>
            </p:custDataLst>
          </p:nvPr>
        </p:nvCxnSpPr>
        <p:spPr>
          <a:xfrm>
            <a:off x="335060" y="747663"/>
            <a:ext cx="4917082" cy="0"/>
          </a:xfrm>
          <a:prstGeom prst="line">
            <a:avLst/>
          </a:prstGeom>
          <a:ln w="1270">
            <a:solidFill>
              <a:srgbClr val="BFBFBF"/>
            </a:solidFill>
            <a:prstDash val="dash"/>
          </a:ln>
        </p:spPr>
        <p:style>
          <a:lnRef idx="1">
            <a:schemeClr val="accent1"/>
          </a:lnRef>
          <a:fillRef idx="0">
            <a:schemeClr val="accent1"/>
          </a:fillRef>
          <a:effectRef idx="0">
            <a:schemeClr val="accent1"/>
          </a:effectRef>
          <a:fontRef idx="minor">
            <a:schemeClr val="tx1"/>
          </a:fontRef>
        </p:style>
      </p:cxnSp>
      <p:cxnSp>
        <p:nvCxnSpPr>
          <p:cNvPr id="4" name="直接连接符 3"/>
          <p:cNvCxnSpPr/>
          <p:nvPr>
            <p:custDataLst>
              <p:tags r:id="rId4"/>
            </p:custDataLst>
          </p:nvPr>
        </p:nvCxnSpPr>
        <p:spPr>
          <a:xfrm>
            <a:off x="335060" y="4611955"/>
            <a:ext cx="4917082" cy="0"/>
          </a:xfrm>
          <a:prstGeom prst="line">
            <a:avLst/>
          </a:prstGeom>
          <a:ln w="1270">
            <a:solidFill>
              <a:srgbClr val="BFBFBF"/>
            </a:solidFill>
            <a:prstDash val="dash"/>
          </a:ln>
        </p:spPr>
        <p:style>
          <a:lnRef idx="1">
            <a:schemeClr val="accent1"/>
          </a:lnRef>
          <a:fillRef idx="0">
            <a:schemeClr val="accent1"/>
          </a:fillRef>
          <a:effectRef idx="0">
            <a:schemeClr val="accent1"/>
          </a:effectRef>
          <a:fontRef idx="minor">
            <a:schemeClr val="tx1"/>
          </a:fontRef>
        </p:style>
      </p:cxnSp>
      <p:sp>
        <p:nvSpPr>
          <p:cNvPr id="8" name="文本框 7"/>
          <p:cNvSpPr txBox="1"/>
          <p:nvPr>
            <p:custDataLst>
              <p:tags r:id="rId5"/>
            </p:custDataLst>
          </p:nvPr>
        </p:nvSpPr>
        <p:spPr>
          <a:xfrm>
            <a:off x="5506605" y="3065217"/>
            <a:ext cx="3335878" cy="871112"/>
          </a:xfrm>
          <a:prstGeom prst="rect">
            <a:avLst/>
          </a:prstGeom>
          <a:noFill/>
        </p:spPr>
        <p:txBody>
          <a:bodyPr wrap="square" lIns="67618" tIns="35237" rIns="67618" bIns="35237" rtlCol="0" anchor="ctr" anchorCtr="0">
            <a:normAutofit lnSpcReduction="10000"/>
          </a:bodyPr>
          <a:lstStyle>
            <a:defPPr>
              <a:defRPr lang="zh-CN"/>
            </a:defPPr>
            <a:lvl1pPr fontAlgn="auto">
              <a:lnSpc>
                <a:spcPct val="130000"/>
              </a:lnSpc>
              <a:spcAft>
                <a:spcPts val="1000"/>
              </a:spcAft>
              <a:defRPr sz="1600" spc="150"/>
            </a:lvl1pPr>
          </a:lstStyle>
          <a:p>
            <a:pPr marL="355600" lvl="0" indent="-355600" algn="just" fontAlgn="ctr">
              <a:lnSpc>
                <a:spcPct val="130000"/>
              </a:lnSpc>
              <a:spcBef>
                <a:spcPts val="1000"/>
              </a:spcBef>
              <a:spcAft>
                <a:spcPts val="0"/>
              </a:spcAft>
              <a:buClr>
                <a:schemeClr val="tx1">
                  <a:lumMod val="75000"/>
                  <a:lumOff val="25000"/>
                </a:schemeClr>
              </a:buClr>
              <a:buSzPct val="130000"/>
              <a:buFont typeface="WPS-Numbers" pitchFamily="2" charset="0"/>
              <a:buChar char=""/>
            </a:pPr>
            <a:r>
              <a:rPr lang="zh-CN" altLang="en-US" sz="1200">
                <a:solidFill>
                  <a:srgbClr val="404040"/>
                </a:solidFill>
                <a:latin typeface="微软雅黑" panose="020B0503020204020204" pitchFamily="34" charset="-122"/>
                <a:ea typeface="微软雅黑" panose="020B0503020204020204" pitchFamily="34" charset="-122"/>
                <a:cs typeface="微软雅黑" panose="020B0503020204020204" pitchFamily="34" charset="-122"/>
                <a:sym typeface="+mn-ea"/>
              </a:rPr>
              <a:t>单击“添加”按钮，即可把网页地址添加到“保存位置”中选定的文件夹。</a:t>
            </a:r>
            <a:endParaRPr lang="zh-CN" altLang="en-US" sz="1200">
              <a:solidFill>
                <a:srgbClr val="40404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pic>
        <p:nvPicPr>
          <p:cNvPr id="11" name="图片 10"/>
          <p:cNvPicPr>
            <a:picLocks noChangeAspect="1"/>
          </p:cNvPicPr>
          <p:nvPr/>
        </p:nvPicPr>
        <p:blipFill>
          <a:blip r:embed="rId6"/>
          <a:stretch>
            <a:fillRect/>
          </a:stretch>
        </p:blipFill>
        <p:spPr>
          <a:xfrm>
            <a:off x="462787" y="1432198"/>
            <a:ext cx="4648896" cy="2621591"/>
          </a:xfrm>
          <a:prstGeom prst="rect">
            <a:avLst/>
          </a:prstGeom>
        </p:spPr>
      </p:pic>
      <p:sp>
        <p:nvSpPr>
          <p:cNvPr id="12" name="文本框 11"/>
          <p:cNvSpPr txBox="1"/>
          <p:nvPr/>
        </p:nvSpPr>
        <p:spPr>
          <a:xfrm>
            <a:off x="5483747" y="1376325"/>
            <a:ext cx="3335878" cy="1641475"/>
          </a:xfrm>
          <a:prstGeom prst="rect">
            <a:avLst/>
          </a:prstGeom>
          <a:noFill/>
        </p:spPr>
        <p:txBody>
          <a:bodyPr wrap="square" rtlCol="0" anchor="t">
            <a:spAutoFit/>
          </a:bodyPr>
          <a:lstStyle/>
          <a:p>
            <a:pPr algn="just">
              <a:lnSpc>
                <a:spcPct val="140000"/>
              </a:lnSpc>
            </a:pPr>
            <a:r>
              <a:rPr lang="zh-CN" altLang="en-US" sz="1200" spc="15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如果单击“创建新的文件夹”，显示情况如图 3-24 所示，在“文件夹名称”中输</a:t>
            </a:r>
            <a:endParaRPr lang="zh-CN" altLang="en-US" sz="1200" spc="150">
              <a:solidFill>
                <a:srgbClr val="404040"/>
              </a:solidFill>
              <a:latin typeface="微软雅黑" panose="020B0503020204020204" pitchFamily="34" charset="-122"/>
              <a:ea typeface="微软雅黑" panose="020B0503020204020204" pitchFamily="34" charset="-122"/>
              <a:cs typeface="微软雅黑" panose="020B0503020204020204" pitchFamily="34" charset="-122"/>
            </a:endParaRPr>
          </a:p>
          <a:p>
            <a:pPr algn="just">
              <a:lnSpc>
                <a:spcPct val="140000"/>
              </a:lnSpc>
            </a:pPr>
            <a:r>
              <a:rPr lang="zh-CN" altLang="en-US" sz="1200" spc="15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入名称，如“生活”；在“文件夹保存位置”列表中选取新文件夹的创建位置，可以在“收藏夹”根位置创建，也可以在其中的文件夹中创建。</a:t>
            </a:r>
            <a:endParaRPr lang="zh-CN" altLang="en-US" sz="1200" spc="150">
              <a:solidFill>
                <a:srgbClr val="404040"/>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ustDataLst>
      <p:tags r:id="rId7"/>
    </p:custDataLst>
  </p:cSld>
  <p:clrMapOvr>
    <a:masterClrMapping/>
  </p:clrMapOvr>
  <p:transition spd="slow">
    <p:random/>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0" name="图片 159"/>
          <p:cNvPicPr>
            <a:picLocks noChangeAspect="1"/>
          </p:cNvPicPr>
          <p:nvPr userDrawn="1">
            <p:custDataLst>
              <p:tags r:id="rId1"/>
            </p:custDataLst>
          </p:nvPr>
        </p:nvPicPr>
        <p:blipFill>
          <a:blip r:embed="rId2">
            <a:extLst>
              <a:ext uri="{28A0092B-C50C-407E-A947-70E740481C1C}">
                <a14:useLocalDpi xmlns:a14="http://schemas.microsoft.com/office/drawing/2010/main" val="0"/>
              </a:ext>
            </a:extLst>
          </a:blip>
          <a:stretch>
            <a:fillRect/>
          </a:stretch>
        </p:blipFill>
        <p:spPr>
          <a:xfrm>
            <a:off x="9051415" y="4415558"/>
            <a:ext cx="1469082" cy="1584901"/>
          </a:xfrm>
          <a:prstGeom prst="rect">
            <a:avLst/>
          </a:prstGeom>
        </p:spPr>
      </p:pic>
      <p:pic>
        <p:nvPicPr>
          <p:cNvPr id="4" name="图片 3"/>
          <p:cNvPicPr>
            <a:picLocks noChangeAspect="1"/>
          </p:cNvPicPr>
          <p:nvPr>
            <p:custDataLst>
              <p:tags r:id="rId3"/>
            </p:custDataLst>
          </p:nvPr>
        </p:nvPicPr>
        <p:blipFill>
          <a:blip r:embed="rId4"/>
          <a:srcRect/>
          <a:stretch>
            <a:fillRect/>
          </a:stretch>
        </p:blipFill>
        <p:spPr>
          <a:xfrm>
            <a:off x="2726283" y="836642"/>
            <a:ext cx="3440005" cy="1880638"/>
          </a:xfrm>
          <a:prstGeom prst="rect">
            <a:avLst/>
          </a:prstGeom>
        </p:spPr>
      </p:pic>
      <p:sp>
        <p:nvSpPr>
          <p:cNvPr id="3" name="矩形 2"/>
          <p:cNvSpPr/>
          <p:nvPr>
            <p:custDataLst>
              <p:tags r:id="rId5"/>
            </p:custDataLst>
          </p:nvPr>
        </p:nvSpPr>
        <p:spPr>
          <a:xfrm>
            <a:off x="507708" y="3107121"/>
            <a:ext cx="2572385" cy="1538574"/>
          </a:xfrm>
          <a:prstGeom prst="rect">
            <a:avLst/>
          </a:prstGeom>
          <a:solidFill>
            <a:srgbClr val="6969C7"/>
          </a:solid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68571" tIns="34285" rIns="68571" bIns="34285" numCol="1" spcCol="0" rtlCol="0" fromWordArt="0" anchor="t" anchorCtr="0" forceAA="0" compatLnSpc="1">
            <a:normAutofit/>
          </a:bodyPr>
          <a:lstStyle/>
          <a:p>
            <a:pPr marL="0" lvl="0" indent="0" algn="l">
              <a:lnSpc>
                <a:spcPct val="150000"/>
              </a:lnSpc>
              <a:spcBef>
                <a:spcPts val="0"/>
              </a:spcBef>
              <a:spcAft>
                <a:spcPts val="0"/>
              </a:spcAft>
              <a:buSzPct val="100000"/>
              <a:buFont typeface="+mj-lt"/>
              <a:buNone/>
            </a:pPr>
            <a:r>
              <a:rPr lang="zh-CN" altLang="en-US" sz="1200" spc="15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打开要收藏的网页，单击“收藏”按钮    ，显示“收藏夹”列表。</a:t>
            </a:r>
            <a:endParaRPr lang="zh-CN" altLang="en-US" sz="1200" spc="15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18" name="五边形 17"/>
          <p:cNvSpPr/>
          <p:nvPr>
            <p:custDataLst>
              <p:tags r:id="rId6"/>
            </p:custDataLst>
          </p:nvPr>
        </p:nvSpPr>
        <p:spPr bwMode="auto">
          <a:xfrm>
            <a:off x="500566" y="2787597"/>
            <a:ext cx="2578090" cy="326849"/>
          </a:xfrm>
          <a:prstGeom prst="homePlate">
            <a:avLst>
              <a:gd name="adj" fmla="val 0"/>
            </a:avLst>
          </a:prstGeom>
          <a:solidFill>
            <a:srgbClr val="6969C7">
              <a:alpha val="70000"/>
            </a:srgbClr>
          </a:solidFill>
          <a:ln w="28575" algn="ctr">
            <a:noFill/>
            <a:round/>
          </a:ln>
        </p:spPr>
        <p:txBody>
          <a:bodyPr wrap="square" lIns="68571" tIns="34285" rIns="68571" bIns="34285" anchor="ctr">
            <a:normAutofit lnSpcReduction="20000"/>
          </a:bodyPr>
          <a:lstStyle/>
          <a:p>
            <a:pPr algn="ctr">
              <a:lnSpc>
                <a:spcPct val="130000"/>
              </a:lnSpc>
              <a:spcBef>
                <a:spcPct val="0"/>
              </a:spcBef>
            </a:pPr>
            <a:r>
              <a:rPr lang="zh-CN" altLang="en-US" sz="1500" b="1" spc="300">
                <a:solidFill>
                  <a:srgbClr val="FFFFFF"/>
                </a:solidFill>
                <a:latin typeface="微软雅黑" panose="020B0503020204020204" pitchFamily="34" charset="-122"/>
                <a:ea typeface="微软雅黑" panose="020B0503020204020204" pitchFamily="34" charset="-122"/>
              </a:rPr>
              <a:t>（1）</a:t>
            </a:r>
            <a:endParaRPr lang="zh-CN" altLang="en-US" sz="1500" b="1" spc="300">
              <a:solidFill>
                <a:srgbClr val="FFFFFF"/>
              </a:solidFill>
              <a:latin typeface="微软雅黑" panose="020B0503020204020204" pitchFamily="34" charset="-122"/>
              <a:ea typeface="微软雅黑" panose="020B0503020204020204" pitchFamily="34" charset="-122"/>
            </a:endParaRPr>
          </a:p>
        </p:txBody>
      </p:sp>
      <p:sp>
        <p:nvSpPr>
          <p:cNvPr id="5" name="矩形 4"/>
          <p:cNvSpPr/>
          <p:nvPr>
            <p:custDataLst>
              <p:tags r:id="rId7"/>
            </p:custDataLst>
          </p:nvPr>
        </p:nvSpPr>
        <p:spPr>
          <a:xfrm>
            <a:off x="3286760" y="3107121"/>
            <a:ext cx="2572385" cy="1538574"/>
          </a:xfrm>
          <a:prstGeom prst="rect">
            <a:avLst/>
          </a:prstGeom>
          <a:solidFill>
            <a:srgbClr val="DB63A3"/>
          </a:solid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68571" tIns="34285" rIns="68571" bIns="34285" numCol="1" spcCol="0" rtlCol="0" fromWordArt="0" anchor="t" anchorCtr="0" forceAA="0" compatLnSpc="1">
            <a:normAutofit/>
          </a:bodyPr>
          <a:lstStyle/>
          <a:p>
            <a:pPr marL="0" lvl="0" indent="0" algn="l">
              <a:lnSpc>
                <a:spcPct val="150000"/>
              </a:lnSpc>
              <a:spcBef>
                <a:spcPts val="0"/>
              </a:spcBef>
              <a:spcAft>
                <a:spcPts val="0"/>
              </a:spcAft>
              <a:buSzPct val="100000"/>
              <a:buFont typeface="+mj-lt"/>
              <a:buNone/>
            </a:pPr>
            <a:r>
              <a:rPr lang="zh-CN" altLang="en-US" sz="1200" spc="15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单击“阅读列表”项，如图 3-25 所示。其中，“名称”是保存在阅读列表中的网页名称，可以更改。</a:t>
            </a:r>
            <a:endParaRPr lang="zh-CN" altLang="en-US" sz="1200" spc="15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6" name="五边形 5"/>
          <p:cNvSpPr/>
          <p:nvPr>
            <p:custDataLst>
              <p:tags r:id="rId8"/>
            </p:custDataLst>
          </p:nvPr>
        </p:nvSpPr>
        <p:spPr bwMode="auto">
          <a:xfrm>
            <a:off x="3283775" y="2787597"/>
            <a:ext cx="2578091" cy="326849"/>
          </a:xfrm>
          <a:prstGeom prst="homePlate">
            <a:avLst>
              <a:gd name="adj" fmla="val 0"/>
            </a:avLst>
          </a:prstGeom>
          <a:solidFill>
            <a:srgbClr val="DB63A3">
              <a:alpha val="70000"/>
            </a:srgbClr>
          </a:solidFill>
          <a:ln w="28575" algn="ctr">
            <a:noFill/>
            <a:round/>
          </a:ln>
        </p:spPr>
        <p:txBody>
          <a:bodyPr wrap="square" lIns="68571" tIns="34285" rIns="68571" bIns="34285" anchor="ctr">
            <a:normAutofit lnSpcReduction="20000"/>
          </a:bodyPr>
          <a:lstStyle/>
          <a:p>
            <a:pPr algn="ctr">
              <a:lnSpc>
                <a:spcPct val="130000"/>
              </a:lnSpc>
              <a:spcBef>
                <a:spcPct val="0"/>
              </a:spcBef>
            </a:pPr>
            <a:r>
              <a:rPr lang="zh-CN" altLang="en-US" sz="1500" b="1" spc="300">
                <a:solidFill>
                  <a:srgbClr val="FFFFFF"/>
                </a:solidFill>
                <a:latin typeface="微软雅黑" panose="020B0503020204020204" pitchFamily="34" charset="-122"/>
                <a:ea typeface="微软雅黑" panose="020B0503020204020204" pitchFamily="34" charset="-122"/>
              </a:rPr>
              <a:t>（</a:t>
            </a:r>
            <a:r>
              <a:rPr lang="en-US" altLang="zh-CN" sz="1500" b="1" spc="300">
                <a:solidFill>
                  <a:srgbClr val="FFFFFF"/>
                </a:solidFill>
                <a:latin typeface="微软雅黑" panose="020B0503020204020204" pitchFamily="34" charset="-122"/>
                <a:ea typeface="微软雅黑" panose="020B0503020204020204" pitchFamily="34" charset="-122"/>
              </a:rPr>
              <a:t>2</a:t>
            </a:r>
            <a:r>
              <a:rPr lang="zh-CN" altLang="en-US" sz="1500" b="1" spc="300">
                <a:solidFill>
                  <a:srgbClr val="FFFFFF"/>
                </a:solidFill>
                <a:latin typeface="微软雅黑" panose="020B0503020204020204" pitchFamily="34" charset="-122"/>
                <a:ea typeface="微软雅黑" panose="020B0503020204020204" pitchFamily="34" charset="-122"/>
              </a:rPr>
              <a:t>）</a:t>
            </a:r>
            <a:endParaRPr lang="zh-CN" altLang="en-US" sz="1500" b="1" spc="300">
              <a:solidFill>
                <a:srgbClr val="FFFFFF"/>
              </a:solidFill>
              <a:latin typeface="微软雅黑" panose="020B0503020204020204" pitchFamily="34" charset="-122"/>
              <a:ea typeface="微软雅黑" panose="020B0503020204020204" pitchFamily="34" charset="-122"/>
            </a:endParaRPr>
          </a:p>
        </p:txBody>
      </p:sp>
      <p:sp>
        <p:nvSpPr>
          <p:cNvPr id="8" name="矩形 7"/>
          <p:cNvSpPr/>
          <p:nvPr>
            <p:custDataLst>
              <p:tags r:id="rId9"/>
            </p:custDataLst>
          </p:nvPr>
        </p:nvSpPr>
        <p:spPr>
          <a:xfrm>
            <a:off x="6068193" y="3114265"/>
            <a:ext cx="2572385" cy="1538574"/>
          </a:xfrm>
          <a:prstGeom prst="rect">
            <a:avLst/>
          </a:prstGeom>
          <a:solidFill>
            <a:srgbClr val="6969C7"/>
          </a:solid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68571" tIns="34285" rIns="68571" bIns="34285" numCol="1" spcCol="0" rtlCol="0" fromWordArt="0" anchor="t" anchorCtr="0" forceAA="0" compatLnSpc="1">
            <a:normAutofit lnSpcReduction="20000"/>
          </a:bodyPr>
          <a:lstStyle/>
          <a:p>
            <a:pPr marL="0" lvl="0" indent="0" algn="l">
              <a:lnSpc>
                <a:spcPct val="150000"/>
              </a:lnSpc>
              <a:spcBef>
                <a:spcPts val="0"/>
              </a:spcBef>
              <a:spcAft>
                <a:spcPts val="0"/>
              </a:spcAft>
              <a:buSzPct val="100000"/>
              <a:buFont typeface="+mj-lt"/>
              <a:buNone/>
            </a:pPr>
            <a:r>
              <a:rPr lang="zh-CN" altLang="en-US" sz="1200" spc="15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单击“添加”按钮收藏到阅读列表，单击“取消”按钮不添加。这样，以后使用 Microsoft 账户登录时，在所有你的 Windows 10 设备上都将看到你的阅读列表。</a:t>
            </a:r>
            <a:endParaRPr lang="zh-CN" altLang="en-US" sz="1200" spc="15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14" name="五边形 13"/>
          <p:cNvSpPr/>
          <p:nvPr>
            <p:custDataLst>
              <p:tags r:id="rId10"/>
            </p:custDataLst>
          </p:nvPr>
        </p:nvSpPr>
        <p:spPr bwMode="auto">
          <a:xfrm>
            <a:off x="6065344" y="2787597"/>
            <a:ext cx="2578091" cy="326849"/>
          </a:xfrm>
          <a:prstGeom prst="homePlate">
            <a:avLst>
              <a:gd name="adj" fmla="val 0"/>
            </a:avLst>
          </a:prstGeom>
          <a:solidFill>
            <a:srgbClr val="6969C7">
              <a:alpha val="70000"/>
            </a:srgbClr>
          </a:solidFill>
          <a:ln w="28575" algn="ctr">
            <a:noFill/>
            <a:round/>
          </a:ln>
        </p:spPr>
        <p:txBody>
          <a:bodyPr wrap="square" lIns="68571" tIns="34285" rIns="68571" bIns="34285" anchor="ctr">
            <a:normAutofit lnSpcReduction="20000"/>
          </a:bodyPr>
          <a:lstStyle/>
          <a:p>
            <a:pPr algn="ctr">
              <a:lnSpc>
                <a:spcPct val="130000"/>
              </a:lnSpc>
              <a:spcBef>
                <a:spcPct val="0"/>
              </a:spcBef>
            </a:pPr>
            <a:r>
              <a:rPr lang="zh-CN" altLang="en-US" sz="1500" b="1" spc="300">
                <a:solidFill>
                  <a:srgbClr val="FFFFFF"/>
                </a:solidFill>
                <a:latin typeface="微软雅黑" panose="020B0503020204020204" pitchFamily="34" charset="-122"/>
                <a:ea typeface="微软雅黑" panose="020B0503020204020204" pitchFamily="34" charset="-122"/>
              </a:rPr>
              <a:t>（</a:t>
            </a:r>
            <a:r>
              <a:rPr lang="en-US" altLang="zh-CN" sz="1500" b="1" spc="300">
                <a:solidFill>
                  <a:srgbClr val="FFFFFF"/>
                </a:solidFill>
                <a:latin typeface="微软雅黑" panose="020B0503020204020204" pitchFamily="34" charset="-122"/>
                <a:ea typeface="微软雅黑" panose="020B0503020204020204" pitchFamily="34" charset="-122"/>
              </a:rPr>
              <a:t>3</a:t>
            </a:r>
            <a:r>
              <a:rPr lang="zh-CN" altLang="en-US" sz="1500" b="1" spc="300">
                <a:solidFill>
                  <a:srgbClr val="FFFFFF"/>
                </a:solidFill>
                <a:latin typeface="微软雅黑" panose="020B0503020204020204" pitchFamily="34" charset="-122"/>
                <a:ea typeface="微软雅黑" panose="020B0503020204020204" pitchFamily="34" charset="-122"/>
              </a:rPr>
              <a:t>）</a:t>
            </a:r>
            <a:endParaRPr lang="zh-CN" altLang="en-US" sz="1500" b="1" spc="300">
              <a:solidFill>
                <a:srgbClr val="FFFFFF"/>
              </a:solidFill>
              <a:latin typeface="微软雅黑" panose="020B0503020204020204" pitchFamily="34" charset="-122"/>
              <a:ea typeface="微软雅黑" panose="020B0503020204020204" pitchFamily="34" charset="-122"/>
            </a:endParaRPr>
          </a:p>
        </p:txBody>
      </p:sp>
      <p:sp>
        <p:nvSpPr>
          <p:cNvPr id="9" name="矩形 8"/>
          <p:cNvSpPr/>
          <p:nvPr>
            <p:custDataLst>
              <p:tags r:id="rId11"/>
            </p:custDataLst>
          </p:nvPr>
        </p:nvSpPr>
        <p:spPr>
          <a:xfrm>
            <a:off x="942471" y="274260"/>
            <a:ext cx="7259059" cy="430001"/>
          </a:xfrm>
          <a:prstGeom prst="rect">
            <a:avLst/>
          </a:prstGeom>
        </p:spPr>
        <p:txBody>
          <a:bodyPr wrap="square" anchor="ctr"/>
          <a:lstStyle/>
          <a:p>
            <a:pPr marL="0" indent="0" algn="ctr">
              <a:lnSpc>
                <a:spcPct val="120000"/>
              </a:lnSpc>
              <a:spcBef>
                <a:spcPts val="0"/>
              </a:spcBef>
              <a:spcAft>
                <a:spcPts val="0"/>
              </a:spcAft>
              <a:buSzPct val="100000"/>
              <a:buNone/>
            </a:pPr>
            <a:r>
              <a:rPr lang="zh-CN" altLang="en-US" sz="2400" b="1" spc="300">
                <a:solidFill>
                  <a:srgbClr val="000000"/>
                </a:solidFill>
                <a:latin typeface="微软雅黑" panose="020B0503020204020204" pitchFamily="34" charset="-122"/>
                <a:ea typeface="微软雅黑" panose="020B0503020204020204" pitchFamily="34" charset="-122"/>
              </a:rPr>
              <a:t>把网页地址添加到阅读列表中</a:t>
            </a:r>
            <a:endParaRPr lang="zh-CN" altLang="en-US" sz="2400" b="1" spc="300">
              <a:solidFill>
                <a:srgbClr val="000000"/>
              </a:solidFill>
              <a:latin typeface="微软雅黑" panose="020B0503020204020204" pitchFamily="34" charset="-122"/>
              <a:ea typeface="微软雅黑" panose="020B0503020204020204" pitchFamily="34" charset="-122"/>
            </a:endParaRPr>
          </a:p>
        </p:txBody>
      </p:sp>
      <p:pic>
        <p:nvPicPr>
          <p:cNvPr id="7" name="图片 6"/>
          <p:cNvPicPr>
            <a:picLocks noChangeAspect="1"/>
          </p:cNvPicPr>
          <p:nvPr/>
        </p:nvPicPr>
        <p:blipFill>
          <a:blip r:embed="rId12">
            <a:clrChange>
              <a:clrFrom>
                <a:srgbClr val="909091">
                  <a:alpha val="100000"/>
                </a:srgbClr>
              </a:clrFrom>
              <a:clrTo>
                <a:srgbClr val="909091">
                  <a:alpha val="100000"/>
                  <a:alpha val="0"/>
                </a:srgbClr>
              </a:clrTo>
            </a:clrChange>
          </a:blip>
          <a:stretch>
            <a:fillRect/>
          </a:stretch>
        </p:blipFill>
        <p:spPr>
          <a:xfrm>
            <a:off x="942788" y="3482360"/>
            <a:ext cx="197461" cy="215873"/>
          </a:xfrm>
          <a:prstGeom prst="rect">
            <a:avLst/>
          </a:prstGeom>
        </p:spPr>
      </p:pic>
    </p:spTree>
    <p:custDataLst>
      <p:tags r:id="rId13"/>
    </p:custDataLst>
  </p:cSld>
  <p:clrMapOvr>
    <a:masterClrMapping/>
  </p:clrMapOvr>
  <p:transition spd="slow">
    <p:random/>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0" name="组合 19"/>
          <p:cNvGrpSpPr/>
          <p:nvPr userDrawn="1">
            <p:custDataLst>
              <p:tags r:id="rId1"/>
            </p:custDataLst>
          </p:nvPr>
        </p:nvGrpSpPr>
        <p:grpSpPr>
          <a:xfrm rot="20310956">
            <a:off x="219764" y="261150"/>
            <a:ext cx="881050" cy="522085"/>
            <a:chOff x="4175125" y="1726565"/>
            <a:chExt cx="1094105" cy="648335"/>
          </a:xfrm>
        </p:grpSpPr>
        <p:sp>
          <p:nvSpPr>
            <p:cNvPr id="21" name="Freeform 64"/>
            <p:cNvSpPr/>
            <p:nvPr userDrawn="1">
              <p:custDataLst>
                <p:tags r:id="rId2"/>
              </p:custDataLst>
            </p:nvPr>
          </p:nvSpPr>
          <p:spPr bwMode="auto">
            <a:xfrm>
              <a:off x="4175125" y="1726565"/>
              <a:ext cx="1094105" cy="648335"/>
            </a:xfrm>
            <a:custGeom>
              <a:avLst/>
              <a:gdLst>
                <a:gd name="T0" fmla="*/ 660 w 675"/>
                <a:gd name="T1" fmla="*/ 401 h 401"/>
                <a:gd name="T2" fmla="*/ 15 w 675"/>
                <a:gd name="T3" fmla="*/ 401 h 401"/>
                <a:gd name="T4" fmla="*/ 0 w 675"/>
                <a:gd name="T5" fmla="*/ 387 h 401"/>
                <a:gd name="T6" fmla="*/ 0 w 675"/>
                <a:gd name="T7" fmla="*/ 14 h 401"/>
                <a:gd name="T8" fmla="*/ 15 w 675"/>
                <a:gd name="T9" fmla="*/ 0 h 401"/>
                <a:gd name="T10" fmla="*/ 660 w 675"/>
                <a:gd name="T11" fmla="*/ 0 h 401"/>
                <a:gd name="T12" fmla="*/ 675 w 675"/>
                <a:gd name="T13" fmla="*/ 14 h 401"/>
                <a:gd name="T14" fmla="*/ 675 w 675"/>
                <a:gd name="T15" fmla="*/ 387 h 401"/>
                <a:gd name="T16" fmla="*/ 660 w 675"/>
                <a:gd name="T17" fmla="*/ 401 h 4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75" h="401">
                  <a:moveTo>
                    <a:pt x="660" y="401"/>
                  </a:moveTo>
                  <a:cubicBezTo>
                    <a:pt x="15" y="401"/>
                    <a:pt x="15" y="401"/>
                    <a:pt x="15" y="401"/>
                  </a:cubicBezTo>
                  <a:cubicBezTo>
                    <a:pt x="7" y="401"/>
                    <a:pt x="0" y="395"/>
                    <a:pt x="0" y="387"/>
                  </a:cubicBezTo>
                  <a:cubicBezTo>
                    <a:pt x="0" y="14"/>
                    <a:pt x="0" y="14"/>
                    <a:pt x="0" y="14"/>
                  </a:cubicBezTo>
                  <a:cubicBezTo>
                    <a:pt x="0" y="6"/>
                    <a:pt x="7" y="0"/>
                    <a:pt x="15" y="0"/>
                  </a:cubicBezTo>
                  <a:cubicBezTo>
                    <a:pt x="660" y="0"/>
                    <a:pt x="660" y="0"/>
                    <a:pt x="660" y="0"/>
                  </a:cubicBezTo>
                  <a:cubicBezTo>
                    <a:pt x="668" y="0"/>
                    <a:pt x="675" y="6"/>
                    <a:pt x="675" y="14"/>
                  </a:cubicBezTo>
                  <a:cubicBezTo>
                    <a:pt x="675" y="387"/>
                    <a:pt x="675" y="387"/>
                    <a:pt x="675" y="387"/>
                  </a:cubicBezTo>
                  <a:cubicBezTo>
                    <a:pt x="675" y="395"/>
                    <a:pt x="668" y="401"/>
                    <a:pt x="660" y="401"/>
                  </a:cubicBezTo>
                  <a:close/>
                </a:path>
              </a:pathLst>
            </a:custGeom>
            <a:solidFill>
              <a:srgbClr val="DADADA"/>
            </a:solidFill>
            <a:ln>
              <a:noFill/>
            </a:ln>
            <a:extLst>
              <a:ext uri="{91240B29-F687-4F45-9708-019B960494DF}">
                <a14:hiddenLine xmlns:a14="http://schemas.microsoft.com/office/drawing/2010/main" w="9525">
                  <a:solidFill>
                    <a:srgbClr val="000000"/>
                  </a:solidFill>
                  <a:round/>
                </a14:hiddenLine>
              </a:ext>
            </a:extLst>
          </p:spPr>
          <p:txBody>
            <a:bodyPr vert="horz" wrap="square" lIns="91428" tIns="45714" rIns="91428" bIns="45714" numCol="1" anchor="t" anchorCtr="0" compatLnSpc="1"/>
            <a:lstStyle/>
            <a:p>
              <a:endParaRPr lang="zh-CN" altLang="en-US">
                <a:solidFill>
                  <a:srgbClr val="000000"/>
                </a:solidFill>
                <a:latin typeface="微软雅黑" panose="020B0503020204020204" pitchFamily="34" charset="-122"/>
                <a:ea typeface="微软雅黑" panose="020B0503020204020204" pitchFamily="34" charset="-122"/>
              </a:endParaRPr>
            </a:p>
          </p:txBody>
        </p:sp>
        <p:sp>
          <p:nvSpPr>
            <p:cNvPr id="22" name="Rectangle 66"/>
            <p:cNvSpPr>
              <a:spLocks noChangeArrowheads="1"/>
            </p:cNvSpPr>
            <p:nvPr userDrawn="1">
              <p:custDataLst>
                <p:tags r:id="rId3"/>
              </p:custDataLst>
            </p:nvPr>
          </p:nvSpPr>
          <p:spPr bwMode="auto">
            <a:xfrm>
              <a:off x="4249420" y="2235382"/>
              <a:ext cx="897255" cy="7048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28" tIns="45714" rIns="91428" bIns="45714" numCol="1" anchor="t" anchorCtr="0" compatLnSpc="1"/>
            <a:lstStyle/>
            <a:p>
              <a:endParaRPr lang="zh-CN" altLang="en-US">
                <a:solidFill>
                  <a:srgbClr val="000000"/>
                </a:solidFill>
                <a:latin typeface="微软雅黑" panose="020B0503020204020204" pitchFamily="34" charset="-122"/>
                <a:ea typeface="微软雅黑" panose="020B0503020204020204" pitchFamily="34" charset="-122"/>
              </a:endParaRPr>
            </a:p>
          </p:txBody>
        </p:sp>
        <p:sp>
          <p:nvSpPr>
            <p:cNvPr id="23" name="Rectangle 67"/>
            <p:cNvSpPr>
              <a:spLocks noChangeArrowheads="1"/>
            </p:cNvSpPr>
            <p:nvPr userDrawn="1">
              <p:custDataLst>
                <p:tags r:id="rId4"/>
              </p:custDataLst>
            </p:nvPr>
          </p:nvSpPr>
          <p:spPr bwMode="auto">
            <a:xfrm>
              <a:off x="4249420" y="2116728"/>
              <a:ext cx="504190" cy="7175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28" tIns="45714" rIns="91428" bIns="45714" numCol="1" anchor="t" anchorCtr="0" compatLnSpc="1"/>
            <a:lstStyle/>
            <a:p>
              <a:endParaRPr lang="zh-CN" altLang="en-US">
                <a:solidFill>
                  <a:srgbClr val="000000"/>
                </a:solidFill>
                <a:latin typeface="微软雅黑" panose="020B0503020204020204" pitchFamily="34" charset="-122"/>
                <a:ea typeface="微软雅黑" panose="020B0503020204020204" pitchFamily="34" charset="-122"/>
              </a:endParaRPr>
            </a:p>
          </p:txBody>
        </p:sp>
        <p:sp>
          <p:nvSpPr>
            <p:cNvPr id="24" name="Rectangle 68"/>
            <p:cNvSpPr>
              <a:spLocks noChangeArrowheads="1"/>
            </p:cNvSpPr>
            <p:nvPr userDrawn="1">
              <p:custDataLst>
                <p:tags r:id="rId5"/>
              </p:custDataLst>
            </p:nvPr>
          </p:nvSpPr>
          <p:spPr bwMode="auto">
            <a:xfrm>
              <a:off x="4245610" y="1786255"/>
              <a:ext cx="275590" cy="226695"/>
            </a:xfrm>
            <a:prstGeom prst="rect">
              <a:avLst/>
            </a:prstGeom>
            <a:solidFill>
              <a:srgbClr val="6969C7"/>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28" tIns="45714" rIns="91428" bIns="45714" numCol="1" anchor="t" anchorCtr="0" compatLnSpc="1"/>
            <a:lstStyle/>
            <a:p>
              <a:endParaRPr lang="zh-CN" altLang="en-US">
                <a:solidFill>
                  <a:srgbClr val="000000"/>
                </a:solidFill>
                <a:latin typeface="微软雅黑" panose="020B0503020204020204" pitchFamily="34" charset="-122"/>
                <a:ea typeface="微软雅黑" panose="020B0503020204020204" pitchFamily="34" charset="-122"/>
              </a:endParaRPr>
            </a:p>
          </p:txBody>
        </p:sp>
        <p:sp>
          <p:nvSpPr>
            <p:cNvPr id="25" name="Rectangle 69"/>
            <p:cNvSpPr>
              <a:spLocks noChangeArrowheads="1"/>
            </p:cNvSpPr>
            <p:nvPr userDrawn="1">
              <p:custDataLst>
                <p:tags r:id="rId6"/>
              </p:custDataLst>
            </p:nvPr>
          </p:nvSpPr>
          <p:spPr bwMode="auto">
            <a:xfrm>
              <a:off x="4573905" y="1786255"/>
              <a:ext cx="276860" cy="226695"/>
            </a:xfrm>
            <a:prstGeom prst="rect">
              <a:avLst/>
            </a:prstGeom>
            <a:solidFill>
              <a:srgbClr val="DB63A3"/>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28" tIns="45714" rIns="91428" bIns="45714" numCol="1" anchor="t" anchorCtr="0" compatLnSpc="1"/>
            <a:lstStyle/>
            <a:p>
              <a:endParaRPr lang="zh-CN" altLang="en-US">
                <a:solidFill>
                  <a:srgbClr val="000000"/>
                </a:solidFill>
                <a:latin typeface="微软雅黑" panose="020B0503020204020204" pitchFamily="34" charset="-122"/>
                <a:ea typeface="微软雅黑" panose="020B0503020204020204" pitchFamily="34" charset="-122"/>
              </a:endParaRPr>
            </a:p>
          </p:txBody>
        </p:sp>
        <p:sp>
          <p:nvSpPr>
            <p:cNvPr id="26" name="Rectangle 70"/>
            <p:cNvSpPr>
              <a:spLocks noChangeArrowheads="1"/>
            </p:cNvSpPr>
            <p:nvPr userDrawn="1">
              <p:custDataLst>
                <p:tags r:id="rId7"/>
              </p:custDataLst>
            </p:nvPr>
          </p:nvSpPr>
          <p:spPr bwMode="auto">
            <a:xfrm>
              <a:off x="4903470" y="1786255"/>
              <a:ext cx="275590" cy="226695"/>
            </a:xfrm>
            <a:prstGeom prst="rect">
              <a:avLst/>
            </a:prstGeom>
            <a:solidFill>
              <a:srgbClr val="F79179"/>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28" tIns="45714" rIns="91428" bIns="45714" numCol="1" anchor="t" anchorCtr="0" compatLnSpc="1"/>
            <a:lstStyle/>
            <a:p>
              <a:endParaRPr lang="zh-CN" altLang="en-US">
                <a:solidFill>
                  <a:srgbClr val="000000"/>
                </a:solidFill>
                <a:latin typeface="微软雅黑" panose="020B0503020204020204" pitchFamily="34" charset="-122"/>
                <a:ea typeface="微软雅黑" panose="020B0503020204020204" pitchFamily="34" charset="-122"/>
              </a:endParaRPr>
            </a:p>
          </p:txBody>
        </p:sp>
      </p:grpSp>
      <p:sp>
        <p:nvSpPr>
          <p:cNvPr id="14" name="矩形 13"/>
          <p:cNvSpPr/>
          <p:nvPr userDrawn="1">
            <p:custDataLst>
              <p:tags r:id="rId8"/>
            </p:custDataLst>
          </p:nvPr>
        </p:nvSpPr>
        <p:spPr>
          <a:xfrm>
            <a:off x="564" y="1064029"/>
            <a:ext cx="9142871" cy="3854355"/>
          </a:xfrm>
          <a:prstGeom prst="rect">
            <a:avLst/>
          </a:prstGeom>
          <a:solidFill>
            <a:srgbClr val="E7E7F0"/>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olidFill>
                <a:srgbClr val="FFFFFF"/>
              </a:solidFill>
              <a:latin typeface="微软雅黑" panose="020B0503020204020204" pitchFamily="34" charset="-122"/>
              <a:ea typeface="微软雅黑" panose="020B0503020204020204" pitchFamily="34" charset="-122"/>
              <a:sym typeface="+mn-ea"/>
            </a:endParaRPr>
          </a:p>
        </p:txBody>
      </p:sp>
      <p:sp>
        <p:nvSpPr>
          <p:cNvPr id="4" name="Title 6"/>
          <p:cNvSpPr txBox="1"/>
          <p:nvPr>
            <p:custDataLst>
              <p:tags r:id="rId9"/>
            </p:custDataLst>
          </p:nvPr>
        </p:nvSpPr>
        <p:spPr>
          <a:xfrm>
            <a:off x="456808" y="456694"/>
            <a:ext cx="8231490" cy="493333"/>
          </a:xfrm>
          <a:prstGeom prst="rect">
            <a:avLst/>
          </a:prstGeom>
          <a:noFill/>
          <a:ln w="3175">
            <a:noFill/>
            <a:prstDash val="dash"/>
          </a:ln>
        </p:spPr>
        <p:txBody>
          <a:bodyPr wrap="square" lIns="53993" tIns="26996" rIns="53993" bIns="26996" anchor="t" anchorCtr="0">
            <a:no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0" indent="0" algn="l">
              <a:lnSpc>
                <a:spcPct val="100000"/>
              </a:lnSpc>
              <a:spcBef>
                <a:spcPts val="0"/>
              </a:spcBef>
              <a:spcAft>
                <a:spcPts val="0"/>
              </a:spcAft>
              <a:buSzPct val="100000"/>
              <a:buNone/>
              <a:defRPr/>
            </a:pPr>
            <a:r>
              <a:rPr kumimoji="0" lang="zh-CN" altLang="en-US" sz="2700" b="1" i="0" spc="300" noProof="0">
                <a:ln w="3175">
                  <a:noFill/>
                  <a:prstDash val="dash"/>
                </a:ln>
                <a:solidFill>
                  <a:srgbClr val="404040"/>
                </a:solidFill>
                <a:effectLst/>
                <a:latin typeface="微软雅黑" panose="020B0503020204020204" pitchFamily="34" charset="-122"/>
                <a:ea typeface="微软雅黑" panose="020B0503020204020204" pitchFamily="34" charset="-122"/>
                <a:cs typeface="微软雅黑" panose="020B0503020204020204" pitchFamily="34" charset="-122"/>
              </a:rPr>
              <a:t> Microsoft Edge 中心</a:t>
            </a:r>
            <a:endParaRPr kumimoji="0" lang="zh-CN" altLang="en-US" sz="2700" b="1" i="0" spc="300" noProof="0">
              <a:ln w="3175">
                <a:noFill/>
                <a:prstDash val="dash"/>
              </a:ln>
              <a:solidFill>
                <a:srgbClr val="404040"/>
              </a:solidFill>
              <a:effectLst/>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9" name="Title 6"/>
          <p:cNvSpPr txBox="1"/>
          <p:nvPr>
            <p:custDataLst>
              <p:tags r:id="rId10"/>
            </p:custDataLst>
          </p:nvPr>
        </p:nvSpPr>
        <p:spPr>
          <a:xfrm>
            <a:off x="5561843" y="1295690"/>
            <a:ext cx="3126989" cy="3391116"/>
          </a:xfrm>
          <a:prstGeom prst="rect">
            <a:avLst/>
          </a:prstGeom>
          <a:noFill/>
          <a:ln w="3175">
            <a:noFill/>
            <a:prstDash val="dash"/>
          </a:ln>
        </p:spPr>
        <p:txBody>
          <a:bodyPr wrap="square" lIns="53993" tIns="26996" rIns="53993" bIns="26996" anchor="ctr" anchorCtr="0">
            <a:no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lvl="0" indent="0" algn="l" fontAlgn="ctr">
              <a:lnSpc>
                <a:spcPct val="130000"/>
              </a:lnSpc>
              <a:spcBef>
                <a:spcPts val="1000"/>
              </a:spcBef>
              <a:spcAft>
                <a:spcPts val="0"/>
              </a:spcAft>
              <a:buSzPct val="100000"/>
              <a:buFont typeface="+mj-ea"/>
            </a:pPr>
            <a:r>
              <a:rPr sz="1200" spc="50">
                <a:ln w="3175">
                  <a:noFill/>
                  <a:prstDash val="dash"/>
                </a:ln>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（1）管理收藏夹</a:t>
            </a:r>
            <a:r>
              <a:rPr lang="zh-CN" altLang="en-US" sz="1200" spc="50">
                <a:ln w="3175">
                  <a:noFill/>
                  <a:prstDash val="dash"/>
                </a:ln>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r>
              <a:rPr sz="1200" spc="50">
                <a:ln w="3175">
                  <a:noFill/>
                  <a:prstDash val="dash"/>
                </a:ln>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通过“中心”下的收藏夹列表，可以显示添加到收藏夹的网页，改变收藏的网页在收藏夹中的位置，重命名网页、删除添加的网页等，如图 3-26 所示。</a:t>
            </a:r>
            <a:endParaRPr sz="1200" spc="50">
              <a:ln w="3175">
                <a:noFill/>
                <a:prstDash val="dash"/>
              </a:ln>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lvl="0" indent="0" algn="l" fontAlgn="ctr">
              <a:lnSpc>
                <a:spcPct val="130000"/>
              </a:lnSpc>
              <a:spcBef>
                <a:spcPts val="1000"/>
              </a:spcBef>
              <a:spcAft>
                <a:spcPts val="0"/>
              </a:spcAft>
              <a:buSzPct val="100000"/>
              <a:buFont typeface="+mj-ea"/>
            </a:pPr>
            <a:r>
              <a:rPr sz="1200" spc="50">
                <a:ln w="3175">
                  <a:noFill/>
                  <a:prstDash val="dash"/>
                </a:ln>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（2）管理阅读列表</a:t>
            </a:r>
            <a:r>
              <a:rPr lang="zh-CN" altLang="en-US" sz="1200" spc="50">
                <a:ln w="3175">
                  <a:noFill/>
                  <a:prstDash val="dash"/>
                </a:ln>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r>
              <a:rPr sz="1200" spc="50">
                <a:ln w="3175">
                  <a:noFill/>
                  <a:prstDash val="dash"/>
                </a:ln>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在“中心”列表中，单击“阅读列表”    ，显示收藏到阅读列表中的网页名，如图 3-27 所示。如果要显示阅读列表中的网页，单击该网页名。或者右键单击，从快捷菜单中单击“在新标签页中打开”；如果不再需要，可单击“删除”。</a:t>
            </a:r>
            <a:endParaRPr sz="1200" spc="50">
              <a:ln w="3175">
                <a:noFill/>
                <a:prstDash val="dash"/>
              </a:ln>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cxnSp>
        <p:nvCxnSpPr>
          <p:cNvPr id="12" name="直接连接符 11"/>
          <p:cNvCxnSpPr/>
          <p:nvPr>
            <p:custDataLst>
              <p:tags r:id="rId11"/>
            </p:custDataLst>
          </p:nvPr>
        </p:nvCxnSpPr>
        <p:spPr>
          <a:xfrm>
            <a:off x="8549784" y="326165"/>
            <a:ext cx="152381" cy="0"/>
          </a:xfrm>
          <a:prstGeom prst="line">
            <a:avLst/>
          </a:prstGeom>
          <a:ln w="12700">
            <a:solidFill>
              <a:srgbClr val="404040"/>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12"/>
            </p:custDataLst>
          </p:nvPr>
        </p:nvCxnSpPr>
        <p:spPr>
          <a:xfrm>
            <a:off x="8549784" y="382038"/>
            <a:ext cx="116826" cy="0"/>
          </a:xfrm>
          <a:prstGeom prst="line">
            <a:avLst/>
          </a:prstGeom>
          <a:ln w="12700">
            <a:solidFill>
              <a:srgbClr val="404040"/>
            </a:solidFill>
          </a:ln>
        </p:spPr>
        <p:style>
          <a:lnRef idx="1">
            <a:schemeClr val="accent1"/>
          </a:lnRef>
          <a:fillRef idx="0">
            <a:schemeClr val="accent1"/>
          </a:fillRef>
          <a:effectRef idx="0">
            <a:schemeClr val="accent1"/>
          </a:effectRef>
          <a:fontRef idx="minor">
            <a:schemeClr val="tx1"/>
          </a:fontRef>
        </p:style>
      </p:cxnSp>
      <p:pic>
        <p:nvPicPr>
          <p:cNvPr id="3" name="图片 2"/>
          <p:cNvPicPr>
            <a:picLocks noChangeAspect="1"/>
          </p:cNvPicPr>
          <p:nvPr/>
        </p:nvPicPr>
        <p:blipFill>
          <a:blip r:embed="rId13"/>
          <a:stretch>
            <a:fillRect/>
          </a:stretch>
        </p:blipFill>
        <p:spPr>
          <a:xfrm>
            <a:off x="6823432" y="3076010"/>
            <a:ext cx="186406" cy="179978"/>
          </a:xfrm>
          <a:prstGeom prst="rect">
            <a:avLst/>
          </a:prstGeom>
        </p:spPr>
      </p:pic>
      <p:pic>
        <p:nvPicPr>
          <p:cNvPr id="5" name="图片 4"/>
          <p:cNvPicPr>
            <a:picLocks noChangeAspect="1"/>
          </p:cNvPicPr>
          <p:nvPr/>
        </p:nvPicPr>
        <p:blipFill>
          <a:blip r:embed="rId14"/>
          <a:stretch>
            <a:fillRect/>
          </a:stretch>
        </p:blipFill>
        <p:spPr>
          <a:xfrm>
            <a:off x="565645" y="1295690"/>
            <a:ext cx="3512386" cy="1853336"/>
          </a:xfrm>
          <a:prstGeom prst="rect">
            <a:avLst/>
          </a:prstGeom>
        </p:spPr>
      </p:pic>
      <p:pic>
        <p:nvPicPr>
          <p:cNvPr id="6" name="图片 5"/>
          <p:cNvPicPr>
            <a:picLocks noChangeAspect="1"/>
          </p:cNvPicPr>
          <p:nvPr/>
        </p:nvPicPr>
        <p:blipFill>
          <a:blip r:embed="rId15"/>
          <a:stretch>
            <a:fillRect/>
          </a:stretch>
        </p:blipFill>
        <p:spPr>
          <a:xfrm>
            <a:off x="1813901" y="2648708"/>
            <a:ext cx="3405720" cy="2038098"/>
          </a:xfrm>
          <a:prstGeom prst="rect">
            <a:avLst/>
          </a:prstGeom>
        </p:spPr>
      </p:pic>
    </p:spTree>
    <p:custDataLst>
      <p:tags r:id="rId16"/>
    </p:custDataLst>
  </p:cSld>
  <p:clrMapOvr>
    <a:masterClrMapping/>
  </p:clrMapOvr>
  <p:transition spd="slow">
    <p:random/>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0" name="组合 19"/>
          <p:cNvGrpSpPr/>
          <p:nvPr userDrawn="1">
            <p:custDataLst>
              <p:tags r:id="rId1"/>
            </p:custDataLst>
          </p:nvPr>
        </p:nvGrpSpPr>
        <p:grpSpPr>
          <a:xfrm rot="20310956">
            <a:off x="219764" y="261150"/>
            <a:ext cx="881050" cy="522085"/>
            <a:chOff x="4175125" y="1726565"/>
            <a:chExt cx="1094105" cy="648335"/>
          </a:xfrm>
        </p:grpSpPr>
        <p:sp>
          <p:nvSpPr>
            <p:cNvPr id="21" name="Freeform 64"/>
            <p:cNvSpPr/>
            <p:nvPr userDrawn="1">
              <p:custDataLst>
                <p:tags r:id="rId2"/>
              </p:custDataLst>
            </p:nvPr>
          </p:nvSpPr>
          <p:spPr bwMode="auto">
            <a:xfrm>
              <a:off x="4175125" y="1726565"/>
              <a:ext cx="1094105" cy="648335"/>
            </a:xfrm>
            <a:custGeom>
              <a:avLst/>
              <a:gdLst>
                <a:gd name="T0" fmla="*/ 660 w 675"/>
                <a:gd name="T1" fmla="*/ 401 h 401"/>
                <a:gd name="T2" fmla="*/ 15 w 675"/>
                <a:gd name="T3" fmla="*/ 401 h 401"/>
                <a:gd name="T4" fmla="*/ 0 w 675"/>
                <a:gd name="T5" fmla="*/ 387 h 401"/>
                <a:gd name="T6" fmla="*/ 0 w 675"/>
                <a:gd name="T7" fmla="*/ 14 h 401"/>
                <a:gd name="T8" fmla="*/ 15 w 675"/>
                <a:gd name="T9" fmla="*/ 0 h 401"/>
                <a:gd name="T10" fmla="*/ 660 w 675"/>
                <a:gd name="T11" fmla="*/ 0 h 401"/>
                <a:gd name="T12" fmla="*/ 675 w 675"/>
                <a:gd name="T13" fmla="*/ 14 h 401"/>
                <a:gd name="T14" fmla="*/ 675 w 675"/>
                <a:gd name="T15" fmla="*/ 387 h 401"/>
                <a:gd name="T16" fmla="*/ 660 w 675"/>
                <a:gd name="T17" fmla="*/ 401 h 4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75" h="401">
                  <a:moveTo>
                    <a:pt x="660" y="401"/>
                  </a:moveTo>
                  <a:cubicBezTo>
                    <a:pt x="15" y="401"/>
                    <a:pt x="15" y="401"/>
                    <a:pt x="15" y="401"/>
                  </a:cubicBezTo>
                  <a:cubicBezTo>
                    <a:pt x="7" y="401"/>
                    <a:pt x="0" y="395"/>
                    <a:pt x="0" y="387"/>
                  </a:cubicBezTo>
                  <a:cubicBezTo>
                    <a:pt x="0" y="14"/>
                    <a:pt x="0" y="14"/>
                    <a:pt x="0" y="14"/>
                  </a:cubicBezTo>
                  <a:cubicBezTo>
                    <a:pt x="0" y="6"/>
                    <a:pt x="7" y="0"/>
                    <a:pt x="15" y="0"/>
                  </a:cubicBezTo>
                  <a:cubicBezTo>
                    <a:pt x="660" y="0"/>
                    <a:pt x="660" y="0"/>
                    <a:pt x="660" y="0"/>
                  </a:cubicBezTo>
                  <a:cubicBezTo>
                    <a:pt x="668" y="0"/>
                    <a:pt x="675" y="6"/>
                    <a:pt x="675" y="14"/>
                  </a:cubicBezTo>
                  <a:cubicBezTo>
                    <a:pt x="675" y="387"/>
                    <a:pt x="675" y="387"/>
                    <a:pt x="675" y="387"/>
                  </a:cubicBezTo>
                  <a:cubicBezTo>
                    <a:pt x="675" y="395"/>
                    <a:pt x="668" y="401"/>
                    <a:pt x="660" y="401"/>
                  </a:cubicBezTo>
                  <a:close/>
                </a:path>
              </a:pathLst>
            </a:custGeom>
            <a:solidFill>
              <a:srgbClr val="DADADA"/>
            </a:solidFill>
            <a:ln>
              <a:noFill/>
            </a:ln>
            <a:extLst>
              <a:ext uri="{91240B29-F687-4F45-9708-019B960494DF}">
                <a14:hiddenLine xmlns:a14="http://schemas.microsoft.com/office/drawing/2010/main" w="9525">
                  <a:solidFill>
                    <a:srgbClr val="000000"/>
                  </a:solidFill>
                  <a:round/>
                </a14:hiddenLine>
              </a:ext>
            </a:extLst>
          </p:spPr>
          <p:txBody>
            <a:bodyPr vert="horz" wrap="square" lIns="91428" tIns="45714" rIns="91428" bIns="45714" numCol="1" anchor="t" anchorCtr="0" compatLnSpc="1"/>
            <a:lstStyle/>
            <a:p>
              <a:endParaRPr lang="zh-CN" altLang="en-US">
                <a:solidFill>
                  <a:srgbClr val="000000"/>
                </a:solidFill>
                <a:latin typeface="微软雅黑" panose="020B0503020204020204" pitchFamily="34" charset="-122"/>
                <a:ea typeface="微软雅黑" panose="020B0503020204020204" pitchFamily="34" charset="-122"/>
              </a:endParaRPr>
            </a:p>
          </p:txBody>
        </p:sp>
        <p:sp>
          <p:nvSpPr>
            <p:cNvPr id="22" name="Rectangle 66"/>
            <p:cNvSpPr>
              <a:spLocks noChangeArrowheads="1"/>
            </p:cNvSpPr>
            <p:nvPr userDrawn="1">
              <p:custDataLst>
                <p:tags r:id="rId3"/>
              </p:custDataLst>
            </p:nvPr>
          </p:nvSpPr>
          <p:spPr bwMode="auto">
            <a:xfrm>
              <a:off x="4249420" y="2235382"/>
              <a:ext cx="897255" cy="7048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28" tIns="45714" rIns="91428" bIns="45714" numCol="1" anchor="t" anchorCtr="0" compatLnSpc="1"/>
            <a:lstStyle/>
            <a:p>
              <a:endParaRPr lang="zh-CN" altLang="en-US">
                <a:solidFill>
                  <a:srgbClr val="000000"/>
                </a:solidFill>
                <a:latin typeface="微软雅黑" panose="020B0503020204020204" pitchFamily="34" charset="-122"/>
                <a:ea typeface="微软雅黑" panose="020B0503020204020204" pitchFamily="34" charset="-122"/>
              </a:endParaRPr>
            </a:p>
          </p:txBody>
        </p:sp>
        <p:sp>
          <p:nvSpPr>
            <p:cNvPr id="23" name="Rectangle 67"/>
            <p:cNvSpPr>
              <a:spLocks noChangeArrowheads="1"/>
            </p:cNvSpPr>
            <p:nvPr userDrawn="1">
              <p:custDataLst>
                <p:tags r:id="rId4"/>
              </p:custDataLst>
            </p:nvPr>
          </p:nvSpPr>
          <p:spPr bwMode="auto">
            <a:xfrm>
              <a:off x="4249420" y="2116728"/>
              <a:ext cx="504190" cy="7175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28" tIns="45714" rIns="91428" bIns="45714" numCol="1" anchor="t" anchorCtr="0" compatLnSpc="1"/>
            <a:lstStyle/>
            <a:p>
              <a:endParaRPr lang="zh-CN" altLang="en-US">
                <a:solidFill>
                  <a:srgbClr val="000000"/>
                </a:solidFill>
                <a:latin typeface="微软雅黑" panose="020B0503020204020204" pitchFamily="34" charset="-122"/>
                <a:ea typeface="微软雅黑" panose="020B0503020204020204" pitchFamily="34" charset="-122"/>
              </a:endParaRPr>
            </a:p>
          </p:txBody>
        </p:sp>
        <p:sp>
          <p:nvSpPr>
            <p:cNvPr id="24" name="Rectangle 68"/>
            <p:cNvSpPr>
              <a:spLocks noChangeArrowheads="1"/>
            </p:cNvSpPr>
            <p:nvPr userDrawn="1">
              <p:custDataLst>
                <p:tags r:id="rId5"/>
              </p:custDataLst>
            </p:nvPr>
          </p:nvSpPr>
          <p:spPr bwMode="auto">
            <a:xfrm>
              <a:off x="4245610" y="1786255"/>
              <a:ext cx="275590" cy="226695"/>
            </a:xfrm>
            <a:prstGeom prst="rect">
              <a:avLst/>
            </a:prstGeom>
            <a:solidFill>
              <a:srgbClr val="6969C7"/>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28" tIns="45714" rIns="91428" bIns="45714" numCol="1" anchor="t" anchorCtr="0" compatLnSpc="1"/>
            <a:lstStyle/>
            <a:p>
              <a:endParaRPr lang="zh-CN" altLang="en-US">
                <a:solidFill>
                  <a:srgbClr val="000000"/>
                </a:solidFill>
                <a:latin typeface="微软雅黑" panose="020B0503020204020204" pitchFamily="34" charset="-122"/>
                <a:ea typeface="微软雅黑" panose="020B0503020204020204" pitchFamily="34" charset="-122"/>
              </a:endParaRPr>
            </a:p>
          </p:txBody>
        </p:sp>
        <p:sp>
          <p:nvSpPr>
            <p:cNvPr id="25" name="Rectangle 69"/>
            <p:cNvSpPr>
              <a:spLocks noChangeArrowheads="1"/>
            </p:cNvSpPr>
            <p:nvPr userDrawn="1">
              <p:custDataLst>
                <p:tags r:id="rId6"/>
              </p:custDataLst>
            </p:nvPr>
          </p:nvSpPr>
          <p:spPr bwMode="auto">
            <a:xfrm>
              <a:off x="4573905" y="1786255"/>
              <a:ext cx="276860" cy="226695"/>
            </a:xfrm>
            <a:prstGeom prst="rect">
              <a:avLst/>
            </a:prstGeom>
            <a:solidFill>
              <a:srgbClr val="DB63A3"/>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28" tIns="45714" rIns="91428" bIns="45714" numCol="1" anchor="t" anchorCtr="0" compatLnSpc="1"/>
            <a:lstStyle/>
            <a:p>
              <a:endParaRPr lang="zh-CN" altLang="en-US">
                <a:solidFill>
                  <a:srgbClr val="000000"/>
                </a:solidFill>
                <a:latin typeface="微软雅黑" panose="020B0503020204020204" pitchFamily="34" charset="-122"/>
                <a:ea typeface="微软雅黑" panose="020B0503020204020204" pitchFamily="34" charset="-122"/>
              </a:endParaRPr>
            </a:p>
          </p:txBody>
        </p:sp>
        <p:sp>
          <p:nvSpPr>
            <p:cNvPr id="26" name="Rectangle 70"/>
            <p:cNvSpPr>
              <a:spLocks noChangeArrowheads="1"/>
            </p:cNvSpPr>
            <p:nvPr userDrawn="1">
              <p:custDataLst>
                <p:tags r:id="rId7"/>
              </p:custDataLst>
            </p:nvPr>
          </p:nvSpPr>
          <p:spPr bwMode="auto">
            <a:xfrm>
              <a:off x="4903470" y="1786255"/>
              <a:ext cx="275590" cy="226695"/>
            </a:xfrm>
            <a:prstGeom prst="rect">
              <a:avLst/>
            </a:prstGeom>
            <a:solidFill>
              <a:srgbClr val="F79179"/>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28" tIns="45714" rIns="91428" bIns="45714" numCol="1" anchor="t" anchorCtr="0" compatLnSpc="1"/>
            <a:lstStyle/>
            <a:p>
              <a:endParaRPr lang="zh-CN" altLang="en-US">
                <a:solidFill>
                  <a:srgbClr val="000000"/>
                </a:solidFill>
                <a:latin typeface="微软雅黑" panose="020B0503020204020204" pitchFamily="34" charset="-122"/>
                <a:ea typeface="微软雅黑" panose="020B0503020204020204" pitchFamily="34" charset="-122"/>
              </a:endParaRPr>
            </a:p>
          </p:txBody>
        </p:sp>
      </p:grpSp>
      <p:sp>
        <p:nvSpPr>
          <p:cNvPr id="14" name="矩形 13"/>
          <p:cNvSpPr/>
          <p:nvPr userDrawn="1">
            <p:custDataLst>
              <p:tags r:id="rId8"/>
            </p:custDataLst>
          </p:nvPr>
        </p:nvSpPr>
        <p:spPr>
          <a:xfrm>
            <a:off x="564" y="1064029"/>
            <a:ext cx="9142871" cy="3854355"/>
          </a:xfrm>
          <a:prstGeom prst="rect">
            <a:avLst/>
          </a:prstGeom>
          <a:solidFill>
            <a:srgbClr val="E7E7F0"/>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olidFill>
                <a:srgbClr val="FFFFFF"/>
              </a:solidFill>
              <a:latin typeface="微软雅黑" panose="020B0503020204020204" pitchFamily="34" charset="-122"/>
              <a:ea typeface="微软雅黑" panose="020B0503020204020204" pitchFamily="34" charset="-122"/>
              <a:sym typeface="+mn-ea"/>
            </a:endParaRPr>
          </a:p>
        </p:txBody>
      </p:sp>
      <p:sp>
        <p:nvSpPr>
          <p:cNvPr id="9" name="Title 6"/>
          <p:cNvSpPr txBox="1"/>
          <p:nvPr>
            <p:custDataLst>
              <p:tags r:id="rId9"/>
            </p:custDataLst>
          </p:nvPr>
        </p:nvSpPr>
        <p:spPr>
          <a:xfrm>
            <a:off x="5561843" y="1295690"/>
            <a:ext cx="3126989" cy="3391116"/>
          </a:xfrm>
          <a:prstGeom prst="rect">
            <a:avLst/>
          </a:prstGeom>
          <a:noFill/>
          <a:ln w="3175">
            <a:noFill/>
            <a:prstDash val="dash"/>
          </a:ln>
        </p:spPr>
        <p:txBody>
          <a:bodyPr wrap="square" lIns="53993" tIns="26996" rIns="53993" bIns="26996" anchor="ctr" anchorCtr="0">
            <a:no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lvl="0" indent="0" algn="l" fontAlgn="ctr">
              <a:lnSpc>
                <a:spcPct val="130000"/>
              </a:lnSpc>
              <a:spcBef>
                <a:spcPts val="1000"/>
              </a:spcBef>
              <a:spcAft>
                <a:spcPts val="0"/>
              </a:spcAft>
              <a:buSzPct val="100000"/>
              <a:buFont typeface="+mj-ea"/>
            </a:pPr>
            <a:r>
              <a:rPr sz="1200" spc="50">
                <a:ln w="3175">
                  <a:noFill/>
                  <a:prstDash val="dash"/>
                </a:ln>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（3）历史记录</a:t>
            </a:r>
            <a:endParaRPr sz="1200" spc="50">
              <a:ln w="3175">
                <a:noFill/>
                <a:prstDash val="dash"/>
              </a:ln>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lvl="0" indent="0" algn="l" fontAlgn="ctr">
              <a:lnSpc>
                <a:spcPct val="130000"/>
              </a:lnSpc>
              <a:spcBef>
                <a:spcPts val="1000"/>
              </a:spcBef>
              <a:spcAft>
                <a:spcPts val="0"/>
              </a:spcAft>
              <a:buSzPct val="100000"/>
              <a:buFont typeface="+mj-ea"/>
            </a:pPr>
            <a:r>
              <a:rPr sz="1200" spc="50">
                <a:ln w="3175">
                  <a:noFill/>
                  <a:prstDash val="dash"/>
                </a:ln>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浏览器会自动把浏览过的网页地址按日期顺序保存在历史记录中，历史记录保存的天数可以设置，也可以随时删除历史记录。</a:t>
            </a:r>
            <a:endParaRPr sz="1200" spc="50">
              <a:ln w="3175">
                <a:noFill/>
                <a:prstDash val="dash"/>
              </a:ln>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lvl="0" indent="0" algn="l" fontAlgn="ctr">
              <a:lnSpc>
                <a:spcPct val="130000"/>
              </a:lnSpc>
              <a:spcBef>
                <a:spcPts val="1000"/>
              </a:spcBef>
              <a:spcAft>
                <a:spcPts val="0"/>
              </a:spcAft>
              <a:buSzPct val="100000"/>
              <a:buFont typeface="+mj-ea"/>
            </a:pPr>
            <a:r>
              <a:rPr sz="1200" spc="50">
                <a:ln w="3175">
                  <a:noFill/>
                  <a:prstDash val="dash"/>
                </a:ln>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在“中心”列表中，单击“历史记录”    ，显示最近打开过的网页名，如图 3-28 所示。单击历史记录中的网页名，则显示该网页。</a:t>
            </a:r>
            <a:endParaRPr sz="1200" spc="50">
              <a:ln w="3175">
                <a:noFill/>
                <a:prstDash val="dash"/>
              </a:ln>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lvl="0" indent="0" algn="l" fontAlgn="ctr">
              <a:lnSpc>
                <a:spcPct val="130000"/>
              </a:lnSpc>
              <a:spcBef>
                <a:spcPts val="1000"/>
              </a:spcBef>
              <a:spcAft>
                <a:spcPts val="0"/>
              </a:spcAft>
              <a:buSzPct val="100000"/>
              <a:buFont typeface="+mj-ea"/>
            </a:pPr>
            <a:r>
              <a:rPr sz="1200" spc="50">
                <a:ln w="3175">
                  <a:noFill/>
                  <a:prstDash val="dash"/>
                </a:ln>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单击该网页右端的“删除”按钮    ，将删除该记录，也可以右键单击某历史记录，在快捷菜单中选择删除。</a:t>
            </a:r>
            <a:endParaRPr sz="1200" spc="50">
              <a:ln w="3175">
                <a:noFill/>
                <a:prstDash val="dash"/>
              </a:ln>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cxnSp>
        <p:nvCxnSpPr>
          <p:cNvPr id="12" name="直接连接符 11"/>
          <p:cNvCxnSpPr/>
          <p:nvPr>
            <p:custDataLst>
              <p:tags r:id="rId10"/>
            </p:custDataLst>
          </p:nvPr>
        </p:nvCxnSpPr>
        <p:spPr>
          <a:xfrm>
            <a:off x="8549784" y="326165"/>
            <a:ext cx="152381" cy="0"/>
          </a:xfrm>
          <a:prstGeom prst="line">
            <a:avLst/>
          </a:prstGeom>
          <a:ln w="12700">
            <a:solidFill>
              <a:srgbClr val="404040"/>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11"/>
            </p:custDataLst>
          </p:nvPr>
        </p:nvCxnSpPr>
        <p:spPr>
          <a:xfrm>
            <a:off x="8549784" y="382038"/>
            <a:ext cx="116826" cy="0"/>
          </a:xfrm>
          <a:prstGeom prst="line">
            <a:avLst/>
          </a:prstGeom>
          <a:ln w="12700">
            <a:solidFill>
              <a:srgbClr val="404040"/>
            </a:solidFill>
          </a:ln>
        </p:spPr>
        <p:style>
          <a:lnRef idx="1">
            <a:schemeClr val="accent1"/>
          </a:lnRef>
          <a:fillRef idx="0">
            <a:schemeClr val="accent1"/>
          </a:fillRef>
          <a:effectRef idx="0">
            <a:schemeClr val="accent1"/>
          </a:effectRef>
          <a:fontRef idx="minor">
            <a:schemeClr val="tx1"/>
          </a:fontRef>
        </p:style>
      </p:cxnSp>
      <p:pic>
        <p:nvPicPr>
          <p:cNvPr id="2" name="图片 1"/>
          <p:cNvPicPr>
            <a:picLocks noChangeAspect="1"/>
          </p:cNvPicPr>
          <p:nvPr/>
        </p:nvPicPr>
        <p:blipFill>
          <a:blip r:embed="rId12"/>
          <a:stretch>
            <a:fillRect/>
          </a:stretch>
        </p:blipFill>
        <p:spPr>
          <a:xfrm>
            <a:off x="8255815" y="2865216"/>
            <a:ext cx="205715" cy="190476"/>
          </a:xfrm>
          <a:prstGeom prst="rect">
            <a:avLst/>
          </a:prstGeom>
        </p:spPr>
      </p:pic>
      <p:pic>
        <p:nvPicPr>
          <p:cNvPr id="7" name="图片 6"/>
          <p:cNvPicPr>
            <a:picLocks noChangeAspect="1"/>
          </p:cNvPicPr>
          <p:nvPr/>
        </p:nvPicPr>
        <p:blipFill>
          <a:blip r:embed="rId13"/>
          <a:stretch>
            <a:fillRect/>
          </a:stretch>
        </p:blipFill>
        <p:spPr>
          <a:xfrm>
            <a:off x="7848196" y="3688075"/>
            <a:ext cx="187177" cy="179978"/>
          </a:xfrm>
          <a:prstGeom prst="rect">
            <a:avLst/>
          </a:prstGeom>
        </p:spPr>
      </p:pic>
      <p:pic>
        <p:nvPicPr>
          <p:cNvPr id="8" name="图片 7"/>
          <p:cNvPicPr>
            <a:picLocks noChangeAspect="1"/>
          </p:cNvPicPr>
          <p:nvPr/>
        </p:nvPicPr>
        <p:blipFill>
          <a:blip r:embed="rId14"/>
          <a:stretch>
            <a:fillRect/>
          </a:stretch>
        </p:blipFill>
        <p:spPr>
          <a:xfrm>
            <a:off x="457073" y="1493786"/>
            <a:ext cx="4838103" cy="2933338"/>
          </a:xfrm>
          <a:prstGeom prst="rect">
            <a:avLst/>
          </a:prstGeom>
        </p:spPr>
      </p:pic>
    </p:spTree>
    <p:custDataLst>
      <p:tags r:id="rId15"/>
    </p:custDataLst>
  </p:cSld>
  <p:clrMapOvr>
    <a:masterClrMapping/>
  </p:clrMapOvr>
  <p:transition spd="slow">
    <p:random/>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0" name="组合 19"/>
          <p:cNvGrpSpPr/>
          <p:nvPr userDrawn="1">
            <p:custDataLst>
              <p:tags r:id="rId1"/>
            </p:custDataLst>
          </p:nvPr>
        </p:nvGrpSpPr>
        <p:grpSpPr>
          <a:xfrm rot="20310956">
            <a:off x="219764" y="261150"/>
            <a:ext cx="881050" cy="522085"/>
            <a:chOff x="4175125" y="1726565"/>
            <a:chExt cx="1094105" cy="648335"/>
          </a:xfrm>
        </p:grpSpPr>
        <p:sp>
          <p:nvSpPr>
            <p:cNvPr id="21" name="Freeform 64"/>
            <p:cNvSpPr/>
            <p:nvPr userDrawn="1">
              <p:custDataLst>
                <p:tags r:id="rId2"/>
              </p:custDataLst>
            </p:nvPr>
          </p:nvSpPr>
          <p:spPr bwMode="auto">
            <a:xfrm>
              <a:off x="4175125" y="1726565"/>
              <a:ext cx="1094105" cy="648335"/>
            </a:xfrm>
            <a:custGeom>
              <a:avLst/>
              <a:gdLst>
                <a:gd name="T0" fmla="*/ 660 w 675"/>
                <a:gd name="T1" fmla="*/ 401 h 401"/>
                <a:gd name="T2" fmla="*/ 15 w 675"/>
                <a:gd name="T3" fmla="*/ 401 h 401"/>
                <a:gd name="T4" fmla="*/ 0 w 675"/>
                <a:gd name="T5" fmla="*/ 387 h 401"/>
                <a:gd name="T6" fmla="*/ 0 w 675"/>
                <a:gd name="T7" fmla="*/ 14 h 401"/>
                <a:gd name="T8" fmla="*/ 15 w 675"/>
                <a:gd name="T9" fmla="*/ 0 h 401"/>
                <a:gd name="T10" fmla="*/ 660 w 675"/>
                <a:gd name="T11" fmla="*/ 0 h 401"/>
                <a:gd name="T12" fmla="*/ 675 w 675"/>
                <a:gd name="T13" fmla="*/ 14 h 401"/>
                <a:gd name="T14" fmla="*/ 675 w 675"/>
                <a:gd name="T15" fmla="*/ 387 h 401"/>
                <a:gd name="T16" fmla="*/ 660 w 675"/>
                <a:gd name="T17" fmla="*/ 401 h 4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75" h="401">
                  <a:moveTo>
                    <a:pt x="660" y="401"/>
                  </a:moveTo>
                  <a:cubicBezTo>
                    <a:pt x="15" y="401"/>
                    <a:pt x="15" y="401"/>
                    <a:pt x="15" y="401"/>
                  </a:cubicBezTo>
                  <a:cubicBezTo>
                    <a:pt x="7" y="401"/>
                    <a:pt x="0" y="395"/>
                    <a:pt x="0" y="387"/>
                  </a:cubicBezTo>
                  <a:cubicBezTo>
                    <a:pt x="0" y="14"/>
                    <a:pt x="0" y="14"/>
                    <a:pt x="0" y="14"/>
                  </a:cubicBezTo>
                  <a:cubicBezTo>
                    <a:pt x="0" y="6"/>
                    <a:pt x="7" y="0"/>
                    <a:pt x="15" y="0"/>
                  </a:cubicBezTo>
                  <a:cubicBezTo>
                    <a:pt x="660" y="0"/>
                    <a:pt x="660" y="0"/>
                    <a:pt x="660" y="0"/>
                  </a:cubicBezTo>
                  <a:cubicBezTo>
                    <a:pt x="668" y="0"/>
                    <a:pt x="675" y="6"/>
                    <a:pt x="675" y="14"/>
                  </a:cubicBezTo>
                  <a:cubicBezTo>
                    <a:pt x="675" y="387"/>
                    <a:pt x="675" y="387"/>
                    <a:pt x="675" y="387"/>
                  </a:cubicBezTo>
                  <a:cubicBezTo>
                    <a:pt x="675" y="395"/>
                    <a:pt x="668" y="401"/>
                    <a:pt x="660" y="401"/>
                  </a:cubicBezTo>
                  <a:close/>
                </a:path>
              </a:pathLst>
            </a:custGeom>
            <a:solidFill>
              <a:srgbClr val="DADADA"/>
            </a:solidFill>
            <a:ln>
              <a:noFill/>
            </a:ln>
            <a:extLst>
              <a:ext uri="{91240B29-F687-4F45-9708-019B960494DF}">
                <a14:hiddenLine xmlns:a14="http://schemas.microsoft.com/office/drawing/2010/main" w="9525">
                  <a:solidFill>
                    <a:srgbClr val="000000"/>
                  </a:solidFill>
                  <a:round/>
                </a14:hiddenLine>
              </a:ext>
            </a:extLst>
          </p:spPr>
          <p:txBody>
            <a:bodyPr vert="horz" wrap="square" lIns="91428" tIns="45714" rIns="91428" bIns="45714" numCol="1" anchor="t" anchorCtr="0" compatLnSpc="1"/>
            <a:lstStyle/>
            <a:p>
              <a:endParaRPr lang="zh-CN" altLang="en-US">
                <a:solidFill>
                  <a:srgbClr val="000000"/>
                </a:solidFill>
                <a:latin typeface="微软雅黑" panose="020B0503020204020204" pitchFamily="34" charset="-122"/>
                <a:ea typeface="微软雅黑" panose="020B0503020204020204" pitchFamily="34" charset="-122"/>
              </a:endParaRPr>
            </a:p>
          </p:txBody>
        </p:sp>
        <p:sp>
          <p:nvSpPr>
            <p:cNvPr id="22" name="Rectangle 66"/>
            <p:cNvSpPr>
              <a:spLocks noChangeArrowheads="1"/>
            </p:cNvSpPr>
            <p:nvPr userDrawn="1">
              <p:custDataLst>
                <p:tags r:id="rId3"/>
              </p:custDataLst>
            </p:nvPr>
          </p:nvSpPr>
          <p:spPr bwMode="auto">
            <a:xfrm>
              <a:off x="4249420" y="2235382"/>
              <a:ext cx="897255" cy="7048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28" tIns="45714" rIns="91428" bIns="45714" numCol="1" anchor="t" anchorCtr="0" compatLnSpc="1"/>
            <a:lstStyle/>
            <a:p>
              <a:endParaRPr lang="zh-CN" altLang="en-US">
                <a:solidFill>
                  <a:srgbClr val="000000"/>
                </a:solidFill>
                <a:latin typeface="微软雅黑" panose="020B0503020204020204" pitchFamily="34" charset="-122"/>
                <a:ea typeface="微软雅黑" panose="020B0503020204020204" pitchFamily="34" charset="-122"/>
              </a:endParaRPr>
            </a:p>
          </p:txBody>
        </p:sp>
        <p:sp>
          <p:nvSpPr>
            <p:cNvPr id="23" name="Rectangle 67"/>
            <p:cNvSpPr>
              <a:spLocks noChangeArrowheads="1"/>
            </p:cNvSpPr>
            <p:nvPr userDrawn="1">
              <p:custDataLst>
                <p:tags r:id="rId4"/>
              </p:custDataLst>
            </p:nvPr>
          </p:nvSpPr>
          <p:spPr bwMode="auto">
            <a:xfrm>
              <a:off x="4249420" y="2116728"/>
              <a:ext cx="504190" cy="7175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28" tIns="45714" rIns="91428" bIns="45714" numCol="1" anchor="t" anchorCtr="0" compatLnSpc="1"/>
            <a:lstStyle/>
            <a:p>
              <a:endParaRPr lang="zh-CN" altLang="en-US">
                <a:solidFill>
                  <a:srgbClr val="000000"/>
                </a:solidFill>
                <a:latin typeface="微软雅黑" panose="020B0503020204020204" pitchFamily="34" charset="-122"/>
                <a:ea typeface="微软雅黑" panose="020B0503020204020204" pitchFamily="34" charset="-122"/>
              </a:endParaRPr>
            </a:p>
          </p:txBody>
        </p:sp>
        <p:sp>
          <p:nvSpPr>
            <p:cNvPr id="24" name="Rectangle 68"/>
            <p:cNvSpPr>
              <a:spLocks noChangeArrowheads="1"/>
            </p:cNvSpPr>
            <p:nvPr userDrawn="1">
              <p:custDataLst>
                <p:tags r:id="rId5"/>
              </p:custDataLst>
            </p:nvPr>
          </p:nvSpPr>
          <p:spPr bwMode="auto">
            <a:xfrm>
              <a:off x="4245610" y="1786255"/>
              <a:ext cx="275590" cy="226695"/>
            </a:xfrm>
            <a:prstGeom prst="rect">
              <a:avLst/>
            </a:prstGeom>
            <a:solidFill>
              <a:srgbClr val="6969C7"/>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28" tIns="45714" rIns="91428" bIns="45714" numCol="1" anchor="t" anchorCtr="0" compatLnSpc="1"/>
            <a:lstStyle/>
            <a:p>
              <a:endParaRPr lang="zh-CN" altLang="en-US">
                <a:solidFill>
                  <a:srgbClr val="000000"/>
                </a:solidFill>
                <a:latin typeface="微软雅黑" panose="020B0503020204020204" pitchFamily="34" charset="-122"/>
                <a:ea typeface="微软雅黑" panose="020B0503020204020204" pitchFamily="34" charset="-122"/>
              </a:endParaRPr>
            </a:p>
          </p:txBody>
        </p:sp>
        <p:sp>
          <p:nvSpPr>
            <p:cNvPr id="25" name="Rectangle 69"/>
            <p:cNvSpPr>
              <a:spLocks noChangeArrowheads="1"/>
            </p:cNvSpPr>
            <p:nvPr userDrawn="1">
              <p:custDataLst>
                <p:tags r:id="rId6"/>
              </p:custDataLst>
            </p:nvPr>
          </p:nvSpPr>
          <p:spPr bwMode="auto">
            <a:xfrm>
              <a:off x="4573905" y="1786255"/>
              <a:ext cx="276860" cy="226695"/>
            </a:xfrm>
            <a:prstGeom prst="rect">
              <a:avLst/>
            </a:prstGeom>
            <a:solidFill>
              <a:srgbClr val="DB63A3"/>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28" tIns="45714" rIns="91428" bIns="45714" numCol="1" anchor="t" anchorCtr="0" compatLnSpc="1"/>
            <a:lstStyle/>
            <a:p>
              <a:endParaRPr lang="zh-CN" altLang="en-US">
                <a:solidFill>
                  <a:srgbClr val="000000"/>
                </a:solidFill>
                <a:latin typeface="微软雅黑" panose="020B0503020204020204" pitchFamily="34" charset="-122"/>
                <a:ea typeface="微软雅黑" panose="020B0503020204020204" pitchFamily="34" charset="-122"/>
              </a:endParaRPr>
            </a:p>
          </p:txBody>
        </p:sp>
        <p:sp>
          <p:nvSpPr>
            <p:cNvPr id="26" name="Rectangle 70"/>
            <p:cNvSpPr>
              <a:spLocks noChangeArrowheads="1"/>
            </p:cNvSpPr>
            <p:nvPr userDrawn="1">
              <p:custDataLst>
                <p:tags r:id="rId7"/>
              </p:custDataLst>
            </p:nvPr>
          </p:nvSpPr>
          <p:spPr bwMode="auto">
            <a:xfrm>
              <a:off x="4903470" y="1786255"/>
              <a:ext cx="275590" cy="226695"/>
            </a:xfrm>
            <a:prstGeom prst="rect">
              <a:avLst/>
            </a:prstGeom>
            <a:solidFill>
              <a:srgbClr val="F79179"/>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28" tIns="45714" rIns="91428" bIns="45714" numCol="1" anchor="t" anchorCtr="0" compatLnSpc="1"/>
            <a:lstStyle/>
            <a:p>
              <a:endParaRPr lang="zh-CN" altLang="en-US">
                <a:solidFill>
                  <a:srgbClr val="000000"/>
                </a:solidFill>
                <a:latin typeface="微软雅黑" panose="020B0503020204020204" pitchFamily="34" charset="-122"/>
                <a:ea typeface="微软雅黑" panose="020B0503020204020204" pitchFamily="34" charset="-122"/>
              </a:endParaRPr>
            </a:p>
          </p:txBody>
        </p:sp>
      </p:grpSp>
      <p:sp>
        <p:nvSpPr>
          <p:cNvPr id="14" name="矩形 13"/>
          <p:cNvSpPr/>
          <p:nvPr userDrawn="1">
            <p:custDataLst>
              <p:tags r:id="rId8"/>
            </p:custDataLst>
          </p:nvPr>
        </p:nvSpPr>
        <p:spPr>
          <a:xfrm>
            <a:off x="564" y="1064029"/>
            <a:ext cx="9142871" cy="3854355"/>
          </a:xfrm>
          <a:prstGeom prst="rect">
            <a:avLst/>
          </a:prstGeom>
          <a:solidFill>
            <a:srgbClr val="E7E7F0"/>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olidFill>
                <a:srgbClr val="FFFFFF"/>
              </a:solidFill>
              <a:latin typeface="微软雅黑" panose="020B0503020204020204" pitchFamily="34" charset="-122"/>
              <a:ea typeface="微软雅黑" panose="020B0503020204020204" pitchFamily="34" charset="-122"/>
              <a:sym typeface="+mn-ea"/>
            </a:endParaRPr>
          </a:p>
        </p:txBody>
      </p:sp>
      <p:sp>
        <p:nvSpPr>
          <p:cNvPr id="9" name="Title 6"/>
          <p:cNvSpPr txBox="1"/>
          <p:nvPr>
            <p:custDataLst>
              <p:tags r:id="rId9"/>
            </p:custDataLst>
          </p:nvPr>
        </p:nvSpPr>
        <p:spPr>
          <a:xfrm>
            <a:off x="5325652" y="1295690"/>
            <a:ext cx="3499688" cy="3391116"/>
          </a:xfrm>
          <a:prstGeom prst="rect">
            <a:avLst/>
          </a:prstGeom>
          <a:noFill/>
          <a:ln w="3175">
            <a:noFill/>
            <a:prstDash val="dash"/>
          </a:ln>
        </p:spPr>
        <p:txBody>
          <a:bodyPr wrap="square" lIns="53993" tIns="26996" rIns="53993" bIns="26996" anchor="ctr" anchorCtr="0">
            <a:no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lvl="0" indent="0" algn="l" fontAlgn="ctr">
              <a:lnSpc>
                <a:spcPct val="130000"/>
              </a:lnSpc>
              <a:spcBef>
                <a:spcPts val="500"/>
              </a:spcBef>
              <a:spcAft>
                <a:spcPts val="0"/>
              </a:spcAft>
              <a:buSzPct val="100000"/>
              <a:buFont typeface="+mj-ea"/>
            </a:pPr>
            <a:r>
              <a:rPr sz="1200" spc="50">
                <a:ln w="3175">
                  <a:noFill/>
                  <a:prstDash val="dash"/>
                </a:ln>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（4）下载</a:t>
            </a:r>
            <a:r>
              <a:rPr lang="zh-CN" altLang="en-US" sz="1200" spc="50">
                <a:ln w="3175">
                  <a:noFill/>
                  <a:prstDash val="dash"/>
                </a:ln>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r>
              <a:rPr sz="1200" spc="50">
                <a:ln w="3175">
                  <a:noFill/>
                  <a:prstDash val="dash"/>
                </a:ln>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在“中心”列表中，单击“下载”  ，将显示最近下载的文件，如图 3-29 所示。</a:t>
            </a:r>
            <a:endParaRPr sz="1200" spc="50">
              <a:ln w="3175">
                <a:noFill/>
                <a:prstDash val="dash"/>
              </a:ln>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lvl="0" indent="0" algn="l" fontAlgn="ctr">
              <a:lnSpc>
                <a:spcPct val="130000"/>
              </a:lnSpc>
              <a:spcBef>
                <a:spcPts val="500"/>
              </a:spcBef>
              <a:spcAft>
                <a:spcPts val="0"/>
              </a:spcAft>
              <a:buSzPct val="100000"/>
              <a:buFont typeface="+mj-ea"/>
            </a:pPr>
            <a:r>
              <a:rPr sz="1200" spc="50">
                <a:ln w="3175">
                  <a:noFill/>
                  <a:prstDash val="dash"/>
                </a:ln>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单击下载列表中的文件名，可以打开该文件；单击文件名右端的“删除”按钮    ，则从列表中清除该文件名；也可以单击“全部清除”，从而删除所有文件。</a:t>
            </a:r>
            <a:endParaRPr sz="1200" spc="50">
              <a:ln w="3175">
                <a:noFill/>
                <a:prstDash val="dash"/>
              </a:ln>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lvl="0" indent="0" algn="l" fontAlgn="ctr">
              <a:lnSpc>
                <a:spcPct val="130000"/>
              </a:lnSpc>
              <a:spcBef>
                <a:spcPts val="500"/>
              </a:spcBef>
              <a:spcAft>
                <a:spcPts val="0"/>
              </a:spcAft>
              <a:buSzPct val="100000"/>
              <a:buFont typeface="+mj-ea"/>
            </a:pPr>
            <a:r>
              <a:rPr sz="1200" spc="50">
                <a:ln w="3175">
                  <a:noFill/>
                  <a:prstDash val="dash"/>
                </a:ln>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单击“打开文件夹”，则在文件资源管理器中定位到该文件夹。</a:t>
            </a:r>
            <a:endParaRPr sz="1200" spc="50">
              <a:ln w="3175">
                <a:noFill/>
                <a:prstDash val="dash"/>
              </a:ln>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lvl="0" indent="0" algn="l" fontAlgn="ctr">
              <a:lnSpc>
                <a:spcPct val="130000"/>
              </a:lnSpc>
              <a:spcBef>
                <a:spcPts val="500"/>
              </a:spcBef>
              <a:spcAft>
                <a:spcPts val="0"/>
              </a:spcAft>
              <a:buSzPct val="100000"/>
              <a:buFont typeface="+mj-ea"/>
            </a:pPr>
            <a:r>
              <a:rPr sz="1200" spc="50">
                <a:ln w="3175">
                  <a:noFill/>
                  <a:prstDash val="dash"/>
                </a:ln>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（5）固定“中心”</a:t>
            </a:r>
            <a:r>
              <a:rPr lang="zh-CN" altLang="en-US" sz="1200" spc="50">
                <a:ln w="3175">
                  <a:noFill/>
                  <a:prstDash val="dash"/>
                </a:ln>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r>
              <a:rPr sz="1200" spc="50">
                <a:ln w="3175">
                  <a:noFill/>
                  <a:prstDash val="dash"/>
                </a:ln>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在“中心”列表右上角，有一个“固定此窗格”按钮    ，单击    可以把“中心”窗格固定在浏览器右侧，使它一直显示。“中心”窗格固定后，   按钮变为    ，单击    按钮取消固定。</a:t>
            </a:r>
            <a:endParaRPr sz="1200" spc="50">
              <a:ln w="3175">
                <a:noFill/>
                <a:prstDash val="dash"/>
              </a:ln>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cxnSp>
        <p:nvCxnSpPr>
          <p:cNvPr id="12" name="直接连接符 11"/>
          <p:cNvCxnSpPr/>
          <p:nvPr>
            <p:custDataLst>
              <p:tags r:id="rId10"/>
            </p:custDataLst>
          </p:nvPr>
        </p:nvCxnSpPr>
        <p:spPr>
          <a:xfrm>
            <a:off x="8549784" y="326165"/>
            <a:ext cx="152381" cy="0"/>
          </a:xfrm>
          <a:prstGeom prst="line">
            <a:avLst/>
          </a:prstGeom>
          <a:ln w="12700">
            <a:solidFill>
              <a:srgbClr val="404040"/>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11"/>
            </p:custDataLst>
          </p:nvPr>
        </p:nvCxnSpPr>
        <p:spPr>
          <a:xfrm>
            <a:off x="8549784" y="382038"/>
            <a:ext cx="116826" cy="0"/>
          </a:xfrm>
          <a:prstGeom prst="line">
            <a:avLst/>
          </a:prstGeom>
          <a:ln w="12700">
            <a:solidFill>
              <a:srgbClr val="404040"/>
            </a:solidFill>
          </a:ln>
        </p:spPr>
        <p:style>
          <a:lnRef idx="1">
            <a:schemeClr val="accent1"/>
          </a:lnRef>
          <a:fillRef idx="0">
            <a:schemeClr val="accent1"/>
          </a:fillRef>
          <a:effectRef idx="0">
            <a:schemeClr val="accent1"/>
          </a:effectRef>
          <a:fontRef idx="minor">
            <a:schemeClr val="tx1"/>
          </a:fontRef>
        </p:style>
      </p:cxnSp>
      <p:pic>
        <p:nvPicPr>
          <p:cNvPr id="3" name="图片 2"/>
          <p:cNvPicPr>
            <a:picLocks noChangeAspect="1"/>
          </p:cNvPicPr>
          <p:nvPr/>
        </p:nvPicPr>
        <p:blipFill>
          <a:blip r:embed="rId12"/>
          <a:stretch>
            <a:fillRect/>
          </a:stretch>
        </p:blipFill>
        <p:spPr>
          <a:xfrm>
            <a:off x="360565" y="1535690"/>
            <a:ext cx="4768261" cy="2826036"/>
          </a:xfrm>
          <a:prstGeom prst="rect">
            <a:avLst/>
          </a:prstGeom>
        </p:spPr>
      </p:pic>
      <p:pic>
        <p:nvPicPr>
          <p:cNvPr id="4" name="图片 3"/>
          <p:cNvPicPr>
            <a:picLocks noChangeAspect="1"/>
          </p:cNvPicPr>
          <p:nvPr/>
        </p:nvPicPr>
        <p:blipFill>
          <a:blip r:embed="rId13"/>
          <a:stretch>
            <a:fillRect/>
          </a:stretch>
        </p:blipFill>
        <p:spPr>
          <a:xfrm>
            <a:off x="8565022" y="1398547"/>
            <a:ext cx="175238" cy="182857"/>
          </a:xfrm>
          <a:prstGeom prst="rect">
            <a:avLst/>
          </a:prstGeom>
        </p:spPr>
      </p:pic>
      <p:pic>
        <p:nvPicPr>
          <p:cNvPr id="5" name="图片 4"/>
          <p:cNvPicPr>
            <a:picLocks noChangeAspect="1"/>
          </p:cNvPicPr>
          <p:nvPr/>
        </p:nvPicPr>
        <p:blipFill>
          <a:blip r:embed="rId14"/>
          <a:stretch>
            <a:fillRect/>
          </a:stretch>
        </p:blipFill>
        <p:spPr>
          <a:xfrm>
            <a:off x="7479306" y="2179501"/>
            <a:ext cx="187177" cy="179978"/>
          </a:xfrm>
          <a:prstGeom prst="rect">
            <a:avLst/>
          </a:prstGeom>
        </p:spPr>
      </p:pic>
      <p:pic>
        <p:nvPicPr>
          <p:cNvPr id="6" name="图片 5"/>
          <p:cNvPicPr>
            <a:picLocks noChangeAspect="1"/>
          </p:cNvPicPr>
          <p:nvPr/>
        </p:nvPicPr>
        <p:blipFill>
          <a:blip r:embed="rId15"/>
          <a:stretch>
            <a:fillRect/>
          </a:stretch>
        </p:blipFill>
        <p:spPr>
          <a:xfrm>
            <a:off x="7292004" y="3752837"/>
            <a:ext cx="187177" cy="143982"/>
          </a:xfrm>
          <a:prstGeom prst="rect">
            <a:avLst/>
          </a:prstGeom>
        </p:spPr>
      </p:pic>
      <p:pic>
        <p:nvPicPr>
          <p:cNvPr id="15" name="图片 14"/>
          <p:cNvPicPr>
            <a:picLocks noChangeAspect="1"/>
          </p:cNvPicPr>
          <p:nvPr/>
        </p:nvPicPr>
        <p:blipFill>
          <a:blip r:embed="rId15"/>
          <a:stretch>
            <a:fillRect/>
          </a:stretch>
        </p:blipFill>
        <p:spPr>
          <a:xfrm>
            <a:off x="6911051" y="4217599"/>
            <a:ext cx="187177" cy="143982"/>
          </a:xfrm>
          <a:prstGeom prst="rect">
            <a:avLst/>
          </a:prstGeom>
        </p:spPr>
      </p:pic>
      <p:pic>
        <p:nvPicPr>
          <p:cNvPr id="18" name="图片 17"/>
          <p:cNvPicPr>
            <a:picLocks noChangeAspect="1"/>
          </p:cNvPicPr>
          <p:nvPr/>
        </p:nvPicPr>
        <p:blipFill>
          <a:blip r:embed="rId14"/>
          <a:stretch>
            <a:fillRect/>
          </a:stretch>
        </p:blipFill>
        <p:spPr>
          <a:xfrm>
            <a:off x="7784068" y="4225218"/>
            <a:ext cx="143982" cy="138445"/>
          </a:xfrm>
          <a:prstGeom prst="rect">
            <a:avLst/>
          </a:prstGeom>
        </p:spPr>
      </p:pic>
      <p:pic>
        <p:nvPicPr>
          <p:cNvPr id="19" name="图片 18"/>
          <p:cNvPicPr>
            <a:picLocks noChangeAspect="1"/>
          </p:cNvPicPr>
          <p:nvPr/>
        </p:nvPicPr>
        <p:blipFill>
          <a:blip r:embed="rId14"/>
          <a:stretch>
            <a:fillRect/>
          </a:stretch>
        </p:blipFill>
        <p:spPr>
          <a:xfrm>
            <a:off x="8489466" y="4238552"/>
            <a:ext cx="143982" cy="138445"/>
          </a:xfrm>
          <a:prstGeom prst="rect">
            <a:avLst/>
          </a:prstGeom>
        </p:spPr>
      </p:pic>
    </p:spTree>
    <p:custDataLst>
      <p:tags r:id="rId16"/>
    </p:custDataLst>
  </p:cSld>
  <p:clrMapOvr>
    <a:masterClrMapping/>
  </p:clrMapOvr>
  <p:transition spd="slow">
    <p:random/>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5" name="组合 114"/>
          <p:cNvGrpSpPr/>
          <p:nvPr userDrawn="1"/>
        </p:nvGrpSpPr>
        <p:grpSpPr>
          <a:xfrm>
            <a:off x="39295" y="227752"/>
            <a:ext cx="9074935" cy="4701595"/>
            <a:chOff x="0" y="304200"/>
            <a:chExt cx="12192000" cy="6249600"/>
          </a:xfrm>
        </p:grpSpPr>
        <p:sp>
          <p:nvSpPr>
            <p:cNvPr id="27" name="矩形 26"/>
            <p:cNvSpPr/>
            <p:nvPr userDrawn="1">
              <p:custDataLst>
                <p:tags r:id="rId1"/>
              </p:custDataLst>
            </p:nvPr>
          </p:nvSpPr>
          <p:spPr>
            <a:xfrm>
              <a:off x="0" y="2123388"/>
              <a:ext cx="12192000" cy="2611225"/>
            </a:xfrm>
            <a:prstGeom prst="rect">
              <a:avLst/>
            </a:prstGeom>
            <a:solidFill>
              <a:srgbClr val="6969C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FFFFFF"/>
                </a:solidFill>
                <a:latin typeface="微软雅黑" panose="020B0503020204020204" pitchFamily="34" charset="-122"/>
                <a:ea typeface="微软雅黑" panose="020B0503020204020204" pitchFamily="34" charset="-122"/>
              </a:endParaRPr>
            </a:p>
          </p:txBody>
        </p:sp>
        <p:sp>
          <p:nvSpPr>
            <p:cNvPr id="28" name="矩形 27"/>
            <p:cNvSpPr/>
            <p:nvPr userDrawn="1">
              <p:custDataLst>
                <p:tags r:id="rId2"/>
              </p:custDataLst>
            </p:nvPr>
          </p:nvSpPr>
          <p:spPr>
            <a:xfrm>
              <a:off x="292800" y="304200"/>
              <a:ext cx="11606400" cy="62496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FFFF"/>
                </a:solidFill>
                <a:latin typeface="微软雅黑" panose="020B0503020204020204" pitchFamily="34" charset="-122"/>
                <a:ea typeface="微软雅黑" panose="020B0503020204020204" pitchFamily="34" charset="-122"/>
              </a:endParaRPr>
            </a:p>
          </p:txBody>
        </p:sp>
      </p:grpSp>
      <p:sp>
        <p:nvSpPr>
          <p:cNvPr id="3" name="Title 6"/>
          <p:cNvSpPr txBox="1"/>
          <p:nvPr>
            <p:custDataLst>
              <p:tags r:id="rId3"/>
            </p:custDataLst>
          </p:nvPr>
        </p:nvSpPr>
        <p:spPr>
          <a:xfrm>
            <a:off x="547602" y="440186"/>
            <a:ext cx="8231489" cy="469968"/>
          </a:xfrm>
          <a:prstGeom prst="rect">
            <a:avLst/>
          </a:prstGeom>
          <a:noFill/>
          <a:ln w="3175">
            <a:noFill/>
            <a:prstDash val="dash"/>
          </a:ln>
        </p:spPr>
        <p:txBody>
          <a:bodyPr wrap="square" lIns="53993" tIns="26996" rIns="53993" bIns="26996" anchor="t" anchorCtr="0">
            <a:no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0" marR="0" lvl="0" indent="0" algn="l" defTabSz="913765" rtl="0" eaLnBrk="1" fontAlgn="auto" latinLnBrk="0" hangingPunct="1">
              <a:lnSpc>
                <a:spcPct val="100000"/>
              </a:lnSpc>
              <a:spcBef>
                <a:spcPts val="0"/>
              </a:spcBef>
              <a:spcAft>
                <a:spcPts val="800"/>
              </a:spcAft>
              <a:buSzPct val="100000"/>
              <a:buFontTx/>
              <a:buNone/>
              <a:defRPr/>
            </a:pPr>
            <a:r>
              <a:rPr kumimoji="0" lang="zh-CN" altLang="en-US" sz="2700" b="1" i="0" kern="1200" cap="none" spc="300" normalizeH="0" noProof="0">
                <a:ln w="3175">
                  <a:noFill/>
                  <a:prstDash val="dash"/>
                </a:ln>
                <a:solidFill>
                  <a:srgbClr val="262626"/>
                </a:solidFill>
                <a:effectLst/>
                <a:latin typeface="微软雅黑" panose="020B0503020204020204" pitchFamily="34" charset="-122"/>
                <a:ea typeface="微软雅黑" panose="020B0503020204020204" pitchFamily="34" charset="-122"/>
                <a:cs typeface="微软雅黑" panose="020B0503020204020204" pitchFamily="34" charset="-122"/>
              </a:rPr>
              <a:t>设置主页</a:t>
            </a:r>
            <a:endParaRPr kumimoji="0" lang="zh-CN" altLang="en-US" sz="2700" b="1" i="0" kern="1200" cap="none" spc="300" normalizeH="0" noProof="0">
              <a:ln w="3175">
                <a:noFill/>
                <a:prstDash val="dash"/>
              </a:ln>
              <a:solidFill>
                <a:srgbClr val="262626"/>
              </a:solidFill>
              <a:effectLst/>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5" name="Title 6"/>
          <p:cNvSpPr txBox="1"/>
          <p:nvPr>
            <p:custDataLst>
              <p:tags r:id="rId4"/>
            </p:custDataLst>
          </p:nvPr>
        </p:nvSpPr>
        <p:spPr>
          <a:xfrm>
            <a:off x="460249" y="1040048"/>
            <a:ext cx="8231489" cy="888199"/>
          </a:xfrm>
          <a:prstGeom prst="rect">
            <a:avLst/>
          </a:prstGeom>
          <a:noFill/>
          <a:ln w="3175">
            <a:noFill/>
            <a:prstDash val="dash"/>
          </a:ln>
        </p:spPr>
        <p:txBody>
          <a:bodyPr wrap="square" lIns="53993" tIns="26996" rIns="53993" bIns="26996" anchor="t" anchorCtr="0">
            <a:no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0" indent="0" algn="l">
              <a:lnSpc>
                <a:spcPct val="130000"/>
              </a:lnSpc>
              <a:spcBef>
                <a:spcPts val="0"/>
              </a:spcBef>
              <a:spcAft>
                <a:spcPts val="800"/>
              </a:spcAft>
              <a:buSzPct val="100000"/>
            </a:pPr>
            <a:r>
              <a:rPr sz="1500" spc="50">
                <a:ln w="3175">
                  <a:noFill/>
                  <a:prstDash val="dash"/>
                </a:ln>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每次启动浏览器后都可以显示一个网页，用户可以把经常浏览的网页设置为打开浏览器时显示的默认网页。下面设置打开 Microsoft Edge 时首先显示主页 http://cn.msn.com/。</a:t>
            </a:r>
            <a:endParaRPr sz="1500" spc="50">
              <a:ln w="3175">
                <a:noFill/>
                <a:prstDash val="dash"/>
              </a:ln>
              <a:solidFill>
                <a:srgbClr val="404040"/>
              </a:solidFill>
              <a:latin typeface="微软雅黑" panose="020B0503020204020204" pitchFamily="34" charset="-122"/>
              <a:ea typeface="微软雅黑" panose="020B0503020204020204" pitchFamily="34" charset="-122"/>
              <a:cs typeface="微软雅黑" panose="020B0503020204020204" pitchFamily="34" charset="-122"/>
            </a:endParaRPr>
          </a:p>
        </p:txBody>
      </p:sp>
      <p:grpSp>
        <p:nvGrpSpPr>
          <p:cNvPr id="29" name="组合 28"/>
          <p:cNvGrpSpPr/>
          <p:nvPr>
            <p:custDataLst>
              <p:tags r:id="rId5"/>
            </p:custDataLst>
          </p:nvPr>
        </p:nvGrpSpPr>
        <p:grpSpPr>
          <a:xfrm>
            <a:off x="4787873" y="1912199"/>
            <a:ext cx="3923816" cy="1199789"/>
            <a:chOff x="2424161" y="3228975"/>
            <a:chExt cx="5251022" cy="1607685"/>
          </a:xfrm>
        </p:grpSpPr>
        <p:sp>
          <p:nvSpPr>
            <p:cNvPr id="7" name="矩形 6"/>
            <p:cNvSpPr/>
            <p:nvPr>
              <p:custDataLst>
                <p:tags r:id="rId6"/>
              </p:custDataLst>
            </p:nvPr>
          </p:nvSpPr>
          <p:spPr>
            <a:xfrm>
              <a:off x="2425011" y="4733161"/>
              <a:ext cx="5234878" cy="103499"/>
            </a:xfrm>
            <a:prstGeom prst="rect">
              <a:avLst/>
            </a:prstGeom>
            <a:solidFill>
              <a:srgbClr val="FFFFFF"/>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0000"/>
            </a:bodyPr>
            <a:lstStyle/>
            <a:p>
              <a:pPr algn="ctr">
                <a:lnSpc>
                  <a:spcPct val="120000"/>
                </a:lnSpc>
              </a:pPr>
              <a:endParaRPr lang="zh-CN" altLang="en-US" sz="1350">
                <a:solidFill>
                  <a:srgbClr val="FFFFFF"/>
                </a:solidFill>
                <a:latin typeface="微软雅黑" panose="020B0503020204020204" pitchFamily="34" charset="-122"/>
                <a:ea typeface="微软雅黑" panose="020B0503020204020204" pitchFamily="34" charset="-122"/>
              </a:endParaRPr>
            </a:p>
          </p:txBody>
        </p:sp>
        <p:sp>
          <p:nvSpPr>
            <p:cNvPr id="8" name="矩形 7"/>
            <p:cNvSpPr/>
            <p:nvPr>
              <p:custDataLst>
                <p:tags r:id="rId7"/>
              </p:custDataLst>
            </p:nvPr>
          </p:nvSpPr>
          <p:spPr>
            <a:xfrm>
              <a:off x="2424161" y="3263667"/>
              <a:ext cx="5251022" cy="1141365"/>
            </a:xfrm>
            <a:prstGeom prst="rect">
              <a:avLst/>
            </a:prstGeom>
            <a:solidFill>
              <a:srgbClr val="6969C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marL="0" lvl="0" indent="0" algn="l">
                <a:lnSpc>
                  <a:spcPct val="120000"/>
                </a:lnSpc>
                <a:spcBef>
                  <a:spcPts val="0"/>
                </a:spcBef>
                <a:spcAft>
                  <a:spcPts val="0"/>
                </a:spcAft>
                <a:buSzPct val="100000"/>
              </a:pPr>
              <a:r>
                <a:rPr sz="1200" spc="100">
                  <a:solidFill>
                    <a:srgbClr val="FFFFFF"/>
                  </a:solidFill>
                  <a:uFillTx/>
                  <a:latin typeface="微软雅黑" panose="020B0503020204020204" pitchFamily="34" charset="-122"/>
                  <a:ea typeface="微软雅黑" panose="020B0503020204020204" pitchFamily="34" charset="-122"/>
                  <a:cs typeface="微软雅黑" panose="020B0503020204020204" pitchFamily="34" charset="-122"/>
                </a:rPr>
                <a:t>在 Microsoft Edge 的功能区中单击“更多” ，在“更多”菜单中单击“设置”，如图 3-30 所示。</a:t>
              </a:r>
              <a:endParaRPr sz="1200" spc="100">
                <a:solidFill>
                  <a:srgbClr val="FFFFFF"/>
                </a:solidFill>
                <a:uFillTx/>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 name="矩形 9"/>
            <p:cNvSpPr/>
            <p:nvPr>
              <p:custDataLst>
                <p:tags r:id="rId8"/>
              </p:custDataLst>
            </p:nvPr>
          </p:nvSpPr>
          <p:spPr>
            <a:xfrm>
              <a:off x="2424161" y="3228975"/>
              <a:ext cx="5250621" cy="41878"/>
            </a:xfrm>
            <a:prstGeom prst="rect">
              <a:avLst/>
            </a:prstGeom>
            <a:solidFill>
              <a:srgbClr val="AE64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25000" lnSpcReduction="20000"/>
            </a:bodyPr>
            <a:lstStyle/>
            <a:p>
              <a:pPr algn="ctr">
                <a:lnSpc>
                  <a:spcPct val="140000"/>
                </a:lnSpc>
              </a:pPr>
              <a:endParaRPr lang="zh-CN" altLang="en-US" sz="1350">
                <a:solidFill>
                  <a:srgbClr val="FFFFFF"/>
                </a:solidFill>
                <a:latin typeface="微软雅黑" panose="020B0503020204020204" pitchFamily="34" charset="-122"/>
                <a:ea typeface="微软雅黑" panose="020B0503020204020204" pitchFamily="34" charset="-122"/>
              </a:endParaRPr>
            </a:p>
          </p:txBody>
        </p:sp>
        <p:sp>
          <p:nvSpPr>
            <p:cNvPr id="11" name="圆角矩形 10"/>
            <p:cNvSpPr/>
            <p:nvPr>
              <p:custDataLst>
                <p:tags r:id="rId9"/>
              </p:custDataLst>
            </p:nvPr>
          </p:nvSpPr>
          <p:spPr>
            <a:xfrm>
              <a:off x="4065743" y="4458193"/>
              <a:ext cx="1968708" cy="320900"/>
            </a:xfrm>
            <a:prstGeom prst="roundRect">
              <a:avLst>
                <a:gd name="adj" fmla="val 50000"/>
              </a:avLst>
            </a:prstGeom>
            <a:solidFill>
              <a:srgbClr val="AE64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lnSpc>
                  <a:spcPct val="120000"/>
                </a:lnSpc>
              </a:pPr>
              <a:r>
                <a:rPr lang="en-US" altLang="zh-CN" sz="1350" dirty="0">
                  <a:solidFill>
                    <a:srgbClr val="FFFFFF"/>
                  </a:solidFill>
                  <a:latin typeface="微软雅黑" panose="020B0503020204020204" pitchFamily="34" charset="-122"/>
                  <a:ea typeface="微软雅黑" panose="020B0503020204020204" pitchFamily="34" charset="-122"/>
                  <a:cs typeface="Arial" panose="020B0604020202020204" pitchFamily="34" charset="0"/>
                </a:rPr>
                <a:t>01</a:t>
              </a:r>
              <a:endParaRPr lang="en-US" altLang="zh-CN" sz="1350" dirty="0">
                <a:solidFill>
                  <a:srgbClr val="FFFFFF"/>
                </a:solidFill>
                <a:latin typeface="微软雅黑" panose="020B0503020204020204" pitchFamily="34" charset="-122"/>
                <a:ea typeface="微软雅黑" panose="020B0503020204020204" pitchFamily="34" charset="-122"/>
                <a:cs typeface="Arial" panose="020B0604020202020204" pitchFamily="34" charset="0"/>
              </a:endParaRPr>
            </a:p>
          </p:txBody>
        </p:sp>
      </p:grpSp>
      <p:grpSp>
        <p:nvGrpSpPr>
          <p:cNvPr id="30" name="组合 29"/>
          <p:cNvGrpSpPr/>
          <p:nvPr>
            <p:custDataLst>
              <p:tags r:id="rId10"/>
            </p:custDataLst>
          </p:nvPr>
        </p:nvGrpSpPr>
        <p:grpSpPr>
          <a:xfrm>
            <a:off x="4787873" y="3192201"/>
            <a:ext cx="3924450" cy="1241272"/>
            <a:chOff x="7019974" y="3228975"/>
            <a:chExt cx="2747865" cy="2389515"/>
          </a:xfrm>
        </p:grpSpPr>
        <p:sp>
          <p:nvSpPr>
            <p:cNvPr id="15" name="矩形 14"/>
            <p:cNvSpPr/>
            <p:nvPr>
              <p:custDataLst>
                <p:tags r:id="rId11"/>
              </p:custDataLst>
            </p:nvPr>
          </p:nvSpPr>
          <p:spPr>
            <a:xfrm>
              <a:off x="7019974" y="4925470"/>
              <a:ext cx="2747865" cy="693020"/>
            </a:xfrm>
            <a:prstGeom prst="rect">
              <a:avLst/>
            </a:prstGeom>
            <a:solidFill>
              <a:srgbClr val="FFFFFF"/>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lnSpc>
                  <a:spcPct val="120000"/>
                </a:lnSpc>
              </a:pPr>
              <a:endParaRPr lang="zh-CN" altLang="en-US" sz="1350">
                <a:solidFill>
                  <a:srgbClr val="FFFFFF"/>
                </a:solidFill>
                <a:latin typeface="微软雅黑" panose="020B0503020204020204" pitchFamily="34" charset="-122"/>
                <a:ea typeface="微软雅黑" panose="020B0503020204020204" pitchFamily="34" charset="-122"/>
              </a:endParaRPr>
            </a:p>
          </p:txBody>
        </p:sp>
        <p:sp>
          <p:nvSpPr>
            <p:cNvPr id="16" name="矩形 15"/>
            <p:cNvSpPr/>
            <p:nvPr>
              <p:custDataLst>
                <p:tags r:id="rId12"/>
              </p:custDataLst>
            </p:nvPr>
          </p:nvSpPr>
          <p:spPr>
            <a:xfrm>
              <a:off x="7019974" y="3263770"/>
              <a:ext cx="2747865" cy="1662015"/>
            </a:xfrm>
            <a:prstGeom prst="rect">
              <a:avLst/>
            </a:prstGeom>
            <a:solidFill>
              <a:srgbClr val="6969C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marL="0" lvl="0" indent="0" algn="l">
                <a:lnSpc>
                  <a:spcPct val="120000"/>
                </a:lnSpc>
                <a:spcBef>
                  <a:spcPts val="0"/>
                </a:spcBef>
                <a:spcAft>
                  <a:spcPts val="0"/>
                </a:spcAft>
                <a:buSzPct val="100000"/>
              </a:pPr>
              <a:r>
                <a:rPr sz="1200" spc="150">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在“设置”窗格中，在“Microsoft Edge 打开方式”下选中“特定页”，文本框中输入 http://cn.msn.com/，单击“保存”按钮。</a:t>
              </a:r>
              <a:endParaRPr sz="1200" spc="150">
                <a:solidFill>
                  <a:srgbClr val="FFFFFF"/>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7" name="矩形 16"/>
            <p:cNvSpPr/>
            <p:nvPr>
              <p:custDataLst>
                <p:tags r:id="rId13"/>
              </p:custDataLst>
            </p:nvPr>
          </p:nvSpPr>
          <p:spPr>
            <a:xfrm>
              <a:off x="7019974" y="3228975"/>
              <a:ext cx="2747865" cy="41878"/>
            </a:xfrm>
            <a:prstGeom prst="rect">
              <a:avLst/>
            </a:prstGeom>
            <a:solidFill>
              <a:srgbClr val="AE64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25000" lnSpcReduction="20000"/>
            </a:bodyPr>
            <a:lstStyle/>
            <a:p>
              <a:pPr algn="ctr">
                <a:lnSpc>
                  <a:spcPct val="140000"/>
                </a:lnSpc>
              </a:pPr>
              <a:endParaRPr lang="zh-CN" altLang="en-US" sz="1350">
                <a:solidFill>
                  <a:srgbClr val="FFFFFF"/>
                </a:solidFill>
                <a:latin typeface="微软雅黑" panose="020B0503020204020204" pitchFamily="34" charset="-122"/>
                <a:ea typeface="微软雅黑" panose="020B0503020204020204" pitchFamily="34" charset="-122"/>
              </a:endParaRPr>
            </a:p>
          </p:txBody>
        </p:sp>
        <p:sp>
          <p:nvSpPr>
            <p:cNvPr id="18" name="圆角矩形 17"/>
            <p:cNvSpPr/>
            <p:nvPr>
              <p:custDataLst>
                <p:tags r:id="rId14"/>
              </p:custDataLst>
            </p:nvPr>
          </p:nvSpPr>
          <p:spPr>
            <a:xfrm>
              <a:off x="7878876" y="4997583"/>
              <a:ext cx="1030505" cy="436346"/>
            </a:xfrm>
            <a:prstGeom prst="roundRect">
              <a:avLst>
                <a:gd name="adj" fmla="val 50000"/>
              </a:avLst>
            </a:prstGeom>
            <a:solidFill>
              <a:srgbClr val="AE64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lnSpc>
                  <a:spcPct val="120000"/>
                </a:lnSpc>
              </a:pPr>
              <a:r>
                <a:rPr lang="en-US" altLang="zh-CN" sz="1350" dirty="0">
                  <a:solidFill>
                    <a:srgbClr val="FFFFFF"/>
                  </a:solidFill>
                  <a:latin typeface="微软雅黑" panose="020B0503020204020204" pitchFamily="34" charset="-122"/>
                  <a:ea typeface="微软雅黑" panose="020B0503020204020204" pitchFamily="34" charset="-122"/>
                  <a:cs typeface="Arial" panose="020B0604020202020204" pitchFamily="34" charset="0"/>
                </a:rPr>
                <a:t>02</a:t>
              </a:r>
              <a:endParaRPr lang="en-US" altLang="zh-CN" sz="1350" dirty="0">
                <a:solidFill>
                  <a:srgbClr val="FFFFFF"/>
                </a:solidFill>
                <a:latin typeface="微软雅黑" panose="020B0503020204020204" pitchFamily="34" charset="-122"/>
                <a:ea typeface="微软雅黑" panose="020B0503020204020204" pitchFamily="34" charset="-122"/>
                <a:cs typeface="Arial" panose="020B0604020202020204" pitchFamily="34" charset="0"/>
              </a:endParaRPr>
            </a:p>
          </p:txBody>
        </p:sp>
      </p:grpSp>
      <p:pic>
        <p:nvPicPr>
          <p:cNvPr id="6" name="图片 5" descr="C:\Users\kingsoft\Pictures\风景\fog-foggy-forest-4827.jpgfog-foggy-forest-4827"/>
          <p:cNvPicPr>
            <a:picLocks noChangeAspect="1"/>
          </p:cNvPicPr>
          <p:nvPr>
            <p:custDataLst>
              <p:tags r:id="rId15"/>
            </p:custDataLst>
          </p:nvPr>
        </p:nvPicPr>
        <p:blipFill rotWithShape="1">
          <a:blip r:embed="rId16"/>
          <a:srcRect/>
          <a:stretch>
            <a:fillRect/>
          </a:stretch>
        </p:blipFill>
        <p:spPr>
          <a:xfrm>
            <a:off x="460248" y="1861405"/>
            <a:ext cx="4201911" cy="2572702"/>
          </a:xfrm>
          <a:prstGeom prst="rect">
            <a:avLst/>
          </a:prstGeom>
        </p:spPr>
      </p:pic>
    </p:spTree>
    <p:custDataLst>
      <p:tags r:id="rId17"/>
    </p:custDataLst>
  </p:cSld>
  <p:clrMapOvr>
    <a:masterClrMapping/>
  </p:clrMapOvr>
  <p:transition spd="slow">
    <p:random/>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5" name="组合 114"/>
          <p:cNvGrpSpPr/>
          <p:nvPr userDrawn="1"/>
        </p:nvGrpSpPr>
        <p:grpSpPr>
          <a:xfrm>
            <a:off x="39295" y="227752"/>
            <a:ext cx="9074935" cy="4701595"/>
            <a:chOff x="0" y="304200"/>
            <a:chExt cx="12192000" cy="6249600"/>
          </a:xfrm>
        </p:grpSpPr>
        <p:sp>
          <p:nvSpPr>
            <p:cNvPr id="27" name="矩形 26"/>
            <p:cNvSpPr/>
            <p:nvPr userDrawn="1">
              <p:custDataLst>
                <p:tags r:id="rId1"/>
              </p:custDataLst>
            </p:nvPr>
          </p:nvSpPr>
          <p:spPr>
            <a:xfrm>
              <a:off x="0" y="2123388"/>
              <a:ext cx="12192000" cy="2611225"/>
            </a:xfrm>
            <a:prstGeom prst="rect">
              <a:avLst/>
            </a:prstGeom>
            <a:solidFill>
              <a:srgbClr val="6969C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FFFFFF"/>
                </a:solidFill>
                <a:latin typeface="微软雅黑" panose="020B0503020204020204" pitchFamily="34" charset="-122"/>
                <a:ea typeface="微软雅黑" panose="020B0503020204020204" pitchFamily="34" charset="-122"/>
              </a:endParaRPr>
            </a:p>
          </p:txBody>
        </p:sp>
        <p:sp>
          <p:nvSpPr>
            <p:cNvPr id="28" name="矩形 27"/>
            <p:cNvSpPr/>
            <p:nvPr userDrawn="1">
              <p:custDataLst>
                <p:tags r:id="rId2"/>
              </p:custDataLst>
            </p:nvPr>
          </p:nvSpPr>
          <p:spPr>
            <a:xfrm>
              <a:off x="292800" y="304200"/>
              <a:ext cx="11606400" cy="62496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FFFF"/>
                </a:solidFill>
                <a:latin typeface="微软雅黑" panose="020B0503020204020204" pitchFamily="34" charset="-122"/>
                <a:ea typeface="微软雅黑" panose="020B0503020204020204" pitchFamily="34" charset="-122"/>
              </a:endParaRPr>
            </a:p>
          </p:txBody>
        </p:sp>
      </p:grpSp>
      <p:sp>
        <p:nvSpPr>
          <p:cNvPr id="3" name="Title 6"/>
          <p:cNvSpPr txBox="1"/>
          <p:nvPr>
            <p:custDataLst>
              <p:tags r:id="rId3"/>
            </p:custDataLst>
          </p:nvPr>
        </p:nvSpPr>
        <p:spPr>
          <a:xfrm>
            <a:off x="547602" y="440186"/>
            <a:ext cx="8231489" cy="469968"/>
          </a:xfrm>
          <a:prstGeom prst="rect">
            <a:avLst/>
          </a:prstGeom>
          <a:noFill/>
          <a:ln w="3175">
            <a:noFill/>
            <a:prstDash val="dash"/>
          </a:ln>
        </p:spPr>
        <p:txBody>
          <a:bodyPr wrap="square" lIns="53993" tIns="26996" rIns="53993" bIns="26996" anchor="t" anchorCtr="0">
            <a:no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0" marR="0" lvl="0" indent="0" algn="l" defTabSz="913765" rtl="0" eaLnBrk="1" fontAlgn="auto" latinLnBrk="0" hangingPunct="1">
              <a:lnSpc>
                <a:spcPct val="100000"/>
              </a:lnSpc>
              <a:spcBef>
                <a:spcPts val="0"/>
              </a:spcBef>
              <a:spcAft>
                <a:spcPts val="800"/>
              </a:spcAft>
              <a:buSzPct val="100000"/>
              <a:buFontTx/>
              <a:buNone/>
              <a:defRPr/>
            </a:pPr>
            <a:r>
              <a:rPr kumimoji="0" lang="zh-CN" altLang="en-US" sz="2700" b="1" i="0" kern="1200" cap="none" spc="300" normalizeH="0" noProof="0">
                <a:ln w="3175">
                  <a:noFill/>
                  <a:prstDash val="dash"/>
                </a:ln>
                <a:solidFill>
                  <a:srgbClr val="262626"/>
                </a:solidFill>
                <a:effectLst/>
                <a:latin typeface="微软雅黑" panose="020B0503020204020204" pitchFamily="34" charset="-122"/>
                <a:ea typeface="微软雅黑" panose="020B0503020204020204" pitchFamily="34" charset="-122"/>
                <a:cs typeface="微软雅黑" panose="020B0503020204020204" pitchFamily="34" charset="-122"/>
              </a:rPr>
              <a:t>在地址栏中搜索</a:t>
            </a:r>
            <a:endParaRPr kumimoji="0" lang="zh-CN" altLang="en-US" sz="2700" b="1" i="0" kern="1200" cap="none" spc="300" normalizeH="0" noProof="0">
              <a:ln w="3175">
                <a:noFill/>
                <a:prstDash val="dash"/>
              </a:ln>
              <a:solidFill>
                <a:srgbClr val="262626"/>
              </a:solidFill>
              <a:effectLst/>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5" name="Title 6"/>
          <p:cNvSpPr txBox="1"/>
          <p:nvPr>
            <p:custDataLst>
              <p:tags r:id="rId4"/>
            </p:custDataLst>
          </p:nvPr>
        </p:nvSpPr>
        <p:spPr>
          <a:xfrm>
            <a:off x="460248" y="1039817"/>
            <a:ext cx="8231759" cy="1624129"/>
          </a:xfrm>
          <a:prstGeom prst="rect">
            <a:avLst/>
          </a:prstGeom>
          <a:noFill/>
          <a:ln w="3175">
            <a:noFill/>
            <a:prstDash val="dash"/>
          </a:ln>
        </p:spPr>
        <p:txBody>
          <a:bodyPr wrap="square" lIns="53993" tIns="26996" rIns="53993" bIns="26996" anchor="t" anchorCtr="0">
            <a:no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0" indent="0" algn="l">
              <a:lnSpc>
                <a:spcPct val="130000"/>
              </a:lnSpc>
              <a:spcBef>
                <a:spcPts val="0"/>
              </a:spcBef>
              <a:spcAft>
                <a:spcPts val="800"/>
              </a:spcAft>
              <a:buSzPct val="100000"/>
            </a:pPr>
            <a:r>
              <a:rPr sz="1400" spc="50">
                <a:ln w="3175">
                  <a:noFill/>
                  <a:prstDash val="dash"/>
                </a:ln>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需要搜索时，通常是在浏览器地址栏中输入搜索网站的网址，如必应 http://cn.bing.com/，百度 http://www.baidu.com 等，然后再在搜索网页中进行搜索。</a:t>
            </a:r>
            <a:endParaRPr sz="1400" spc="50">
              <a:ln w="3175">
                <a:noFill/>
                <a:prstDash val="dash"/>
              </a:ln>
              <a:solidFill>
                <a:srgbClr val="404040"/>
              </a:solidFill>
              <a:latin typeface="微软雅黑" panose="020B0503020204020204" pitchFamily="34" charset="-122"/>
              <a:ea typeface="微软雅黑" panose="020B0503020204020204" pitchFamily="34" charset="-122"/>
              <a:cs typeface="微软雅黑" panose="020B0503020204020204" pitchFamily="34" charset="-122"/>
            </a:endParaRPr>
          </a:p>
          <a:p>
            <a:pPr marL="0" indent="0" algn="l">
              <a:lnSpc>
                <a:spcPct val="130000"/>
              </a:lnSpc>
              <a:spcBef>
                <a:spcPts val="0"/>
              </a:spcBef>
              <a:spcAft>
                <a:spcPts val="800"/>
              </a:spcAft>
              <a:buSzPct val="100000"/>
            </a:pPr>
            <a:r>
              <a:rPr sz="1400" spc="50">
                <a:ln w="3175">
                  <a:noFill/>
                  <a:prstDash val="dash"/>
                </a:ln>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在 Microsoft Edge 中，可直接在地址栏中键入搜索内容，如图 3-31 所示，按 Enter键则按设置的默认搜索引擎搜索，也可选择建议列表中的网站或关键字。</a:t>
            </a:r>
            <a:endParaRPr sz="1400" spc="50">
              <a:ln w="3175">
                <a:noFill/>
                <a:prstDash val="dash"/>
              </a:ln>
              <a:solidFill>
                <a:srgbClr val="404040"/>
              </a:solidFill>
              <a:latin typeface="微软雅黑" panose="020B0503020204020204" pitchFamily="34" charset="-122"/>
              <a:ea typeface="微软雅黑" panose="020B0503020204020204" pitchFamily="34" charset="-122"/>
              <a:cs typeface="微软雅黑" panose="020B0503020204020204" pitchFamily="34" charset="-122"/>
            </a:endParaRPr>
          </a:p>
          <a:p>
            <a:pPr marL="0" indent="0" algn="l">
              <a:lnSpc>
                <a:spcPct val="130000"/>
              </a:lnSpc>
              <a:spcBef>
                <a:spcPts val="0"/>
              </a:spcBef>
              <a:spcAft>
                <a:spcPts val="800"/>
              </a:spcAft>
              <a:buSzPct val="100000"/>
            </a:pPr>
            <a:r>
              <a:rPr sz="1400" spc="50">
                <a:ln w="3175">
                  <a:noFill/>
                  <a:prstDash val="dash"/>
                </a:ln>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搜索结果包括来自 Web 的即时结果和浏览历史记录，如图 3-32 所示。</a:t>
            </a:r>
            <a:endParaRPr sz="1400" spc="50">
              <a:ln w="3175">
                <a:noFill/>
                <a:prstDash val="dash"/>
              </a:ln>
              <a:solidFill>
                <a:srgbClr val="404040"/>
              </a:solidFill>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2" name="图片 1"/>
          <p:cNvPicPr>
            <a:picLocks noChangeAspect="1"/>
          </p:cNvPicPr>
          <p:nvPr/>
        </p:nvPicPr>
        <p:blipFill>
          <a:blip r:embed="rId5"/>
          <a:stretch>
            <a:fillRect/>
          </a:stretch>
        </p:blipFill>
        <p:spPr>
          <a:xfrm>
            <a:off x="659613" y="2830296"/>
            <a:ext cx="3805720" cy="1780955"/>
          </a:xfrm>
          <a:prstGeom prst="rect">
            <a:avLst/>
          </a:prstGeom>
        </p:spPr>
      </p:pic>
      <p:pic>
        <p:nvPicPr>
          <p:cNvPr id="4" name="图片 3"/>
          <p:cNvPicPr>
            <a:picLocks noChangeAspect="1"/>
          </p:cNvPicPr>
          <p:nvPr/>
        </p:nvPicPr>
        <p:blipFill>
          <a:blip r:embed="rId6"/>
          <a:stretch>
            <a:fillRect/>
          </a:stretch>
        </p:blipFill>
        <p:spPr>
          <a:xfrm>
            <a:off x="4606921" y="2864581"/>
            <a:ext cx="3897149" cy="1746669"/>
          </a:xfrm>
          <a:prstGeom prst="rect">
            <a:avLst/>
          </a:prstGeom>
        </p:spPr>
      </p:pic>
    </p:spTree>
    <p:custDataLst>
      <p:tags r:id="rId7"/>
    </p:custDataLst>
  </p:cSld>
  <p:clrMapOvr>
    <a:masterClrMapping/>
  </p:clrMapOvr>
  <p:transition spd="slow">
    <p:random/>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任意多边形: 形状 15"/>
          <p:cNvSpPr/>
          <p:nvPr>
            <p:custDataLst>
              <p:tags r:id="rId1"/>
            </p:custDataLst>
          </p:nvPr>
        </p:nvSpPr>
        <p:spPr>
          <a:xfrm>
            <a:off x="480855" y="517044"/>
            <a:ext cx="8182292" cy="4109678"/>
          </a:xfrm>
          <a:custGeom>
            <a:avLst/>
            <a:gdLst>
              <a:gd name="connsiteX0" fmla="*/ 0 w 11157995"/>
              <a:gd name="connsiteY0" fmla="*/ 0 h 5480246"/>
              <a:gd name="connsiteX1" fmla="*/ 11157995 w 11157995"/>
              <a:gd name="connsiteY1" fmla="*/ 0 h 5480246"/>
              <a:gd name="connsiteX2" fmla="*/ 11157995 w 11157995"/>
              <a:gd name="connsiteY2" fmla="*/ 109647 h 5480246"/>
              <a:gd name="connsiteX3" fmla="*/ 112853 w 11157995"/>
              <a:gd name="connsiteY3" fmla="*/ 109647 h 5480246"/>
              <a:gd name="connsiteX4" fmla="*/ 112853 w 11157995"/>
              <a:gd name="connsiteY4" fmla="*/ 5370598 h 5480246"/>
              <a:gd name="connsiteX5" fmla="*/ 11157995 w 11157995"/>
              <a:gd name="connsiteY5" fmla="*/ 5370598 h 5480246"/>
              <a:gd name="connsiteX6" fmla="*/ 11157995 w 11157995"/>
              <a:gd name="connsiteY6" fmla="*/ 5480246 h 5480246"/>
              <a:gd name="connsiteX7" fmla="*/ 0 w 11157995"/>
              <a:gd name="connsiteY7" fmla="*/ 5480246 h 54802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157995" h="5480246">
                <a:moveTo>
                  <a:pt x="0" y="0"/>
                </a:moveTo>
                <a:lnTo>
                  <a:pt x="11157995" y="0"/>
                </a:lnTo>
                <a:lnTo>
                  <a:pt x="11157995" y="109647"/>
                </a:lnTo>
                <a:lnTo>
                  <a:pt x="112853" y="109647"/>
                </a:lnTo>
                <a:lnTo>
                  <a:pt x="112853" y="5370598"/>
                </a:lnTo>
                <a:lnTo>
                  <a:pt x="11157995" y="5370598"/>
                </a:lnTo>
                <a:lnTo>
                  <a:pt x="11157995" y="5480246"/>
                </a:lnTo>
                <a:lnTo>
                  <a:pt x="0" y="5480246"/>
                </a:lnTo>
                <a:close/>
              </a:path>
            </a:pathLst>
          </a:custGeom>
          <a:solidFill>
            <a:srgbClr val="EFE0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1350">
              <a:solidFill>
                <a:srgbClr val="FFFFFF"/>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14" name="矩形 13"/>
          <p:cNvSpPr/>
          <p:nvPr>
            <p:custDataLst>
              <p:tags r:id="rId2"/>
            </p:custDataLst>
          </p:nvPr>
        </p:nvSpPr>
        <p:spPr>
          <a:xfrm>
            <a:off x="4639993" y="450"/>
            <a:ext cx="4023153" cy="5142865"/>
          </a:xfrm>
          <a:prstGeom prst="rect">
            <a:avLst/>
          </a:prstGeom>
          <a:solidFill>
            <a:srgbClr val="6969C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1350">
              <a:solidFill>
                <a:srgbClr val="FFFFFF"/>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3" name="矩形 2"/>
          <p:cNvSpPr/>
          <p:nvPr>
            <p:custDataLst>
              <p:tags r:id="rId3"/>
            </p:custDataLst>
          </p:nvPr>
        </p:nvSpPr>
        <p:spPr>
          <a:xfrm>
            <a:off x="4930064" y="689915"/>
            <a:ext cx="3443011" cy="535590"/>
          </a:xfrm>
          <a:prstGeom prst="rect">
            <a:avLst/>
          </a:prstGeom>
        </p:spPr>
        <p:txBody>
          <a:bodyPr wrap="square" anchor="b">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20000"/>
              </a:lnSpc>
            </a:pPr>
            <a:r>
              <a:rPr lang="zh-CN" altLang="en-US" sz="2400" b="1" spc="300">
                <a:solidFill>
                  <a:schemeClr val="bg1"/>
                </a:solidFill>
                <a:uFillTx/>
                <a:sym typeface="+mn-ea"/>
              </a:rPr>
              <a:t>更改默认的搜索引擎</a:t>
            </a:r>
            <a:endParaRPr lang="zh-CN" altLang="en-US" sz="2400" b="1" spc="300">
              <a:solidFill>
                <a:schemeClr val="bg1"/>
              </a:solidFill>
              <a:uFillTx/>
              <a:latin typeface="微软雅黑" panose="020B0503020204020204" pitchFamily="34" charset="-122"/>
              <a:ea typeface="微软雅黑" panose="020B0503020204020204" pitchFamily="34" charset="-122"/>
              <a:sym typeface="+mn-ea"/>
            </a:endParaRPr>
          </a:p>
        </p:txBody>
      </p:sp>
      <p:sp>
        <p:nvSpPr>
          <p:cNvPr id="8" name="矩形 7"/>
          <p:cNvSpPr/>
          <p:nvPr>
            <p:custDataLst>
              <p:tags r:id="rId4"/>
            </p:custDataLst>
          </p:nvPr>
        </p:nvSpPr>
        <p:spPr>
          <a:xfrm>
            <a:off x="4723746" y="1341404"/>
            <a:ext cx="3700958" cy="3285719"/>
          </a:xfrm>
          <a:prstGeom prst="rect">
            <a:avLst/>
          </a:prstGeom>
        </p:spPr>
        <p:txBody>
          <a:bodyP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60045" lvl="1" indent="-222250" algn="just" fontAlgn="ctr">
              <a:lnSpc>
                <a:spcPct val="120000"/>
              </a:lnSpc>
              <a:spcBef>
                <a:spcPts val="1000"/>
              </a:spcBef>
              <a:spcAft>
                <a:spcPts val="0"/>
              </a:spcAft>
              <a:buSzPct val="100000"/>
              <a:buFont typeface="Arial" panose="020B0604020202020204" pitchFamily="34" charset="0"/>
              <a:buChar char="○"/>
            </a:pPr>
            <a:r>
              <a:rPr lang="zh-CN" altLang="en-US" sz="1200" spc="150">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可以在“设置”中更改默认的搜索引擎，具体方法如下：</a:t>
            </a:r>
            <a:endParaRPr lang="zh-CN" altLang="en-US" sz="1200" spc="150">
              <a:solidFill>
                <a:srgbClr val="FFFFFF"/>
              </a:solidFill>
              <a:latin typeface="微软雅黑" panose="020B0503020204020204" pitchFamily="34" charset="-122"/>
              <a:ea typeface="微软雅黑" panose="020B0503020204020204" pitchFamily="34" charset="-122"/>
              <a:cs typeface="微软雅黑" panose="020B0503020204020204" pitchFamily="34" charset="-122"/>
            </a:endParaRPr>
          </a:p>
          <a:p>
            <a:pPr marL="669290" lvl="2" indent="-279400" algn="just" fontAlgn="ctr">
              <a:lnSpc>
                <a:spcPct val="120000"/>
              </a:lnSpc>
              <a:spcBef>
                <a:spcPts val="1000"/>
              </a:spcBef>
              <a:spcAft>
                <a:spcPts val="0"/>
              </a:spcAft>
              <a:buSzPct val="100000"/>
              <a:buFont typeface="+mj-ea"/>
              <a:buAutoNum type="circleNumDbPlain"/>
            </a:pPr>
            <a:r>
              <a:rPr lang="zh-CN" altLang="en-US" sz="1200" spc="150">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在 Microsoft Edge 的功能区中单击“更多” ，在“更多”菜单中单击“设置”。</a:t>
            </a:r>
            <a:endParaRPr lang="zh-CN" altLang="en-US" sz="1200" spc="150">
              <a:solidFill>
                <a:srgbClr val="FFFFFF"/>
              </a:solidFill>
              <a:latin typeface="微软雅黑" panose="020B0503020204020204" pitchFamily="34" charset="-122"/>
              <a:ea typeface="微软雅黑" panose="020B0503020204020204" pitchFamily="34" charset="-122"/>
              <a:cs typeface="微软雅黑" panose="020B0503020204020204" pitchFamily="34" charset="-122"/>
            </a:endParaRPr>
          </a:p>
          <a:p>
            <a:pPr marL="669290" lvl="2" indent="-279400" algn="just" fontAlgn="ctr">
              <a:lnSpc>
                <a:spcPct val="120000"/>
              </a:lnSpc>
              <a:spcBef>
                <a:spcPts val="1000"/>
              </a:spcBef>
              <a:spcAft>
                <a:spcPts val="0"/>
              </a:spcAft>
              <a:buSzPct val="100000"/>
              <a:buFont typeface="+mj-ea"/>
              <a:buAutoNum type="circleNumDbPlain"/>
            </a:pPr>
            <a:r>
              <a:rPr lang="zh-CN" altLang="en-US" sz="1200" spc="150">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在设置选项中，单击高级设置下的“查看高级设置”按钮。在地址栏搜索方式下，单击“更改搜索引擎”，如图 3-33 所示。</a:t>
            </a:r>
            <a:endParaRPr lang="zh-CN" altLang="en-US" sz="1200" spc="150">
              <a:solidFill>
                <a:srgbClr val="FFFFFF"/>
              </a:solidFill>
              <a:latin typeface="微软雅黑" panose="020B0503020204020204" pitchFamily="34" charset="-122"/>
              <a:ea typeface="微软雅黑" panose="020B0503020204020204" pitchFamily="34" charset="-122"/>
              <a:cs typeface="微软雅黑" panose="020B0503020204020204" pitchFamily="34" charset="-122"/>
            </a:endParaRPr>
          </a:p>
          <a:p>
            <a:pPr marL="669290" lvl="2" indent="-279400" algn="just" fontAlgn="ctr">
              <a:lnSpc>
                <a:spcPct val="120000"/>
              </a:lnSpc>
              <a:spcBef>
                <a:spcPts val="1000"/>
              </a:spcBef>
              <a:spcAft>
                <a:spcPts val="0"/>
              </a:spcAft>
              <a:buSzPct val="100000"/>
              <a:buFont typeface="+mj-ea"/>
              <a:buAutoNum type="circleNumDbPlain"/>
            </a:pPr>
            <a:r>
              <a:rPr lang="zh-CN" altLang="en-US" sz="1200" spc="150">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在“更改搜索引擎”选项中，单击需要默认的搜索引擎，如图 3-34 所示，最后单击“设为默认值”按钮。</a:t>
            </a:r>
            <a:endParaRPr lang="zh-CN" altLang="en-US" sz="1200" spc="150">
              <a:solidFill>
                <a:srgbClr val="FFFFFF"/>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 name="矩形 9"/>
          <p:cNvSpPr/>
          <p:nvPr>
            <p:custDataLst>
              <p:tags r:id="rId5"/>
            </p:custDataLst>
          </p:nvPr>
        </p:nvSpPr>
        <p:spPr>
          <a:xfrm>
            <a:off x="3876073" y="4316033"/>
            <a:ext cx="129260" cy="129260"/>
          </a:xfrm>
          <a:prstGeom prst="rect">
            <a:avLst/>
          </a:prstGeom>
          <a:solidFill>
            <a:srgbClr val="CEA2D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1350">
              <a:solidFill>
                <a:srgbClr val="FFFFFF"/>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11" name="矩形 10"/>
          <p:cNvSpPr/>
          <p:nvPr>
            <p:custDataLst>
              <p:tags r:id="rId6"/>
            </p:custDataLst>
          </p:nvPr>
        </p:nvSpPr>
        <p:spPr>
          <a:xfrm>
            <a:off x="3681337" y="4354028"/>
            <a:ext cx="91265" cy="91265"/>
          </a:xfrm>
          <a:prstGeom prst="rect">
            <a:avLst/>
          </a:prstGeom>
          <a:solidFill>
            <a:srgbClr val="CEA2D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1350">
              <a:solidFill>
                <a:srgbClr val="FFFFFF"/>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19" name="矩形 18"/>
          <p:cNvSpPr/>
          <p:nvPr>
            <p:custDataLst>
              <p:tags r:id="rId7"/>
            </p:custDataLst>
          </p:nvPr>
        </p:nvSpPr>
        <p:spPr>
          <a:xfrm flipH="1">
            <a:off x="843399" y="742064"/>
            <a:ext cx="177661" cy="177661"/>
          </a:xfrm>
          <a:prstGeom prst="rect">
            <a:avLst/>
          </a:prstGeom>
          <a:solidFill>
            <a:srgbClr val="CEA2D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1350">
              <a:solidFill>
                <a:srgbClr val="FFFFFF"/>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20" name="矩形 19"/>
          <p:cNvSpPr/>
          <p:nvPr>
            <p:custDataLst>
              <p:tags r:id="rId8"/>
            </p:custDataLst>
          </p:nvPr>
        </p:nvSpPr>
        <p:spPr>
          <a:xfrm flipH="1">
            <a:off x="1129138" y="790464"/>
            <a:ext cx="129260" cy="129260"/>
          </a:xfrm>
          <a:prstGeom prst="rect">
            <a:avLst/>
          </a:prstGeom>
          <a:solidFill>
            <a:srgbClr val="CEA2D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1350">
              <a:solidFill>
                <a:srgbClr val="FFFFFF"/>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21" name="矩形 20"/>
          <p:cNvSpPr/>
          <p:nvPr>
            <p:custDataLst>
              <p:tags r:id="rId9"/>
            </p:custDataLst>
          </p:nvPr>
        </p:nvSpPr>
        <p:spPr>
          <a:xfrm flipH="1">
            <a:off x="1361869" y="828461"/>
            <a:ext cx="91265" cy="91265"/>
          </a:xfrm>
          <a:prstGeom prst="rect">
            <a:avLst/>
          </a:prstGeom>
          <a:solidFill>
            <a:srgbClr val="CEA2D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1350">
              <a:solidFill>
                <a:srgbClr val="FFFFFF"/>
              </a:solidFill>
              <a:latin typeface="微软雅黑" panose="020B0503020204020204" pitchFamily="34" charset="-122"/>
              <a:ea typeface="微软雅黑" panose="020B0503020204020204" pitchFamily="34" charset="-122"/>
              <a:sym typeface="Arial" panose="020B0604020202020204" pitchFamily="34" charset="0"/>
            </a:endParaRPr>
          </a:p>
        </p:txBody>
      </p:sp>
      <p:pic>
        <p:nvPicPr>
          <p:cNvPr id="4" name="图片 3"/>
          <p:cNvPicPr>
            <a:picLocks noChangeAspect="1"/>
          </p:cNvPicPr>
          <p:nvPr/>
        </p:nvPicPr>
        <p:blipFill>
          <a:blip r:embed="rId10"/>
          <a:stretch>
            <a:fillRect/>
          </a:stretch>
        </p:blipFill>
        <p:spPr>
          <a:xfrm>
            <a:off x="843105" y="2274104"/>
            <a:ext cx="3253973" cy="2247623"/>
          </a:xfrm>
          <a:prstGeom prst="rect">
            <a:avLst/>
          </a:prstGeom>
        </p:spPr>
      </p:pic>
      <p:pic>
        <p:nvPicPr>
          <p:cNvPr id="2" name="图片 1"/>
          <p:cNvPicPr>
            <a:picLocks noChangeAspect="1"/>
          </p:cNvPicPr>
          <p:nvPr>
            <p:custDataLst>
              <p:tags r:id="rId11"/>
            </p:custDataLst>
          </p:nvPr>
        </p:nvPicPr>
        <p:blipFill rotWithShape="1">
          <a:blip r:embed="rId12"/>
          <a:srcRect/>
          <a:stretch>
            <a:fillRect/>
          </a:stretch>
        </p:blipFill>
        <p:spPr>
          <a:xfrm>
            <a:off x="753586" y="689817"/>
            <a:ext cx="3461295" cy="1554603"/>
          </a:xfrm>
          <a:prstGeom prst="rect">
            <a:avLst/>
          </a:prstGeom>
        </p:spPr>
      </p:pic>
    </p:spTree>
    <p:custDataLst>
      <p:tags r:id="rId13"/>
    </p:custDataLst>
  </p:cSld>
  <p:clrMapOvr>
    <a:masterClrMapping/>
  </p:clrMapOvr>
  <p:transition spd="slow">
    <p:random/>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0" name="图片 159"/>
          <p:cNvPicPr>
            <a:picLocks noChangeAspect="1"/>
          </p:cNvPicPr>
          <p:nvPr userDrawn="1">
            <p:custDataLst>
              <p:tags r:id="rId1"/>
            </p:custDataLst>
          </p:nvPr>
        </p:nvPicPr>
        <p:blipFill>
          <a:blip r:embed="rId2">
            <a:extLst>
              <a:ext uri="{28A0092B-C50C-407E-A947-70E740481C1C}">
                <a14:useLocalDpi xmlns:a14="http://schemas.microsoft.com/office/drawing/2010/main" val="0"/>
              </a:ext>
            </a:extLst>
          </a:blip>
          <a:stretch>
            <a:fillRect/>
          </a:stretch>
        </p:blipFill>
        <p:spPr>
          <a:xfrm>
            <a:off x="9051415" y="4415558"/>
            <a:ext cx="1469082" cy="1584901"/>
          </a:xfrm>
          <a:prstGeom prst="rect">
            <a:avLst/>
          </a:prstGeom>
        </p:spPr>
      </p:pic>
      <p:pic>
        <p:nvPicPr>
          <p:cNvPr id="11" name="Picture 6"/>
          <p:cNvPicPr>
            <a:picLocks noChangeAspect="1" noChangeArrowheads="1"/>
          </p:cNvPicPr>
          <p:nvPr>
            <p:custDataLst>
              <p:tags r:id="rId3"/>
            </p:custDataLst>
          </p:nvPr>
        </p:nvPicPr>
        <p:blipFill rotWithShape="1">
          <a:blip r:embed="rId4"/>
          <a:srcRect/>
          <a:stretch>
            <a:fillRect/>
          </a:stretch>
        </p:blipFill>
        <p:spPr bwMode="auto">
          <a:xfrm>
            <a:off x="4849461" y="571244"/>
            <a:ext cx="3241910" cy="2294607"/>
          </a:xfrm>
          <a:prstGeom prst="rect">
            <a:avLst/>
          </a:prstGeom>
          <a:noFill/>
          <a:extLst>
            <a:ext uri="{909E8E84-426E-40DD-AFC4-6F175D3DCCD1}">
              <a14:hiddenFill xmlns:a14="http://schemas.microsoft.com/office/drawing/2010/main">
                <a:solidFill>
                  <a:srgbClr val="FFFFFF"/>
                </a:solidFill>
              </a14:hiddenFill>
            </a:ext>
          </a:extLst>
        </p:spPr>
      </p:pic>
      <p:sp>
        <p:nvSpPr>
          <p:cNvPr id="4" name="矩形 2"/>
          <p:cNvSpPr/>
          <p:nvPr>
            <p:custDataLst>
              <p:tags r:id="rId5"/>
            </p:custDataLst>
          </p:nvPr>
        </p:nvSpPr>
        <p:spPr>
          <a:xfrm>
            <a:off x="146024" y="280440"/>
            <a:ext cx="389402" cy="506786"/>
          </a:xfrm>
          <a:custGeom>
            <a:avLst/>
            <a:gdLst>
              <a:gd name="connsiteX0" fmla="*/ 0 w 923925"/>
              <a:gd name="connsiteY0" fmla="*/ 0 h 1400175"/>
              <a:gd name="connsiteX1" fmla="*/ 923925 w 923925"/>
              <a:gd name="connsiteY1" fmla="*/ 0 h 1400175"/>
              <a:gd name="connsiteX2" fmla="*/ 923925 w 923925"/>
              <a:gd name="connsiteY2" fmla="*/ 1400175 h 1400175"/>
              <a:gd name="connsiteX3" fmla="*/ 0 w 923925"/>
              <a:gd name="connsiteY3" fmla="*/ 1400175 h 1400175"/>
              <a:gd name="connsiteX4" fmla="*/ 0 w 923925"/>
              <a:gd name="connsiteY4" fmla="*/ 0 h 1400175"/>
              <a:gd name="connsiteX0-1" fmla="*/ 519113 w 923925"/>
              <a:gd name="connsiteY0-2" fmla="*/ 0 h 1400175"/>
              <a:gd name="connsiteX1-3" fmla="*/ 923925 w 923925"/>
              <a:gd name="connsiteY1-4" fmla="*/ 0 h 1400175"/>
              <a:gd name="connsiteX2-5" fmla="*/ 923925 w 923925"/>
              <a:gd name="connsiteY2-6" fmla="*/ 1400175 h 1400175"/>
              <a:gd name="connsiteX3-7" fmla="*/ 0 w 923925"/>
              <a:gd name="connsiteY3-8" fmla="*/ 1400175 h 1400175"/>
              <a:gd name="connsiteX4-9" fmla="*/ 519113 w 923925"/>
              <a:gd name="connsiteY4-10" fmla="*/ 0 h 1400175"/>
              <a:gd name="connsiteX0-11" fmla="*/ 519113 w 923925"/>
              <a:gd name="connsiteY0-12" fmla="*/ 0 h 1400175"/>
              <a:gd name="connsiteX1-13" fmla="*/ 923925 w 923925"/>
              <a:gd name="connsiteY1-14" fmla="*/ 0 h 1400175"/>
              <a:gd name="connsiteX2-15" fmla="*/ 400050 w 923925"/>
              <a:gd name="connsiteY2-16" fmla="*/ 1400175 h 1400175"/>
              <a:gd name="connsiteX3-17" fmla="*/ 0 w 923925"/>
              <a:gd name="connsiteY3-18" fmla="*/ 1400175 h 1400175"/>
              <a:gd name="connsiteX4-19" fmla="*/ 519113 w 923925"/>
              <a:gd name="connsiteY4-20" fmla="*/ 0 h 1400175"/>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923925" h="1400175">
                <a:moveTo>
                  <a:pt x="519113" y="0"/>
                </a:moveTo>
                <a:lnTo>
                  <a:pt x="923925" y="0"/>
                </a:lnTo>
                <a:lnTo>
                  <a:pt x="400050" y="1400175"/>
                </a:lnTo>
                <a:lnTo>
                  <a:pt x="0" y="1400175"/>
                </a:lnTo>
                <a:lnTo>
                  <a:pt x="519113" y="0"/>
                </a:lnTo>
                <a:close/>
              </a:path>
            </a:pathLst>
          </a:custGeom>
          <a:solidFill>
            <a:srgbClr val="DB63A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28" tIns="45714" rIns="91428" bIns="45714" numCol="1" spcCol="0" rtlCol="0" fromWordArt="0" anchor="ctr" anchorCtr="0" forceAA="0" compatLnSpc="1">
            <a:noAutofit/>
          </a:bodyPr>
          <a:lstStyle/>
          <a:p>
            <a:pPr algn="ctr" defTabSz="342900"/>
            <a:endParaRPr lang="zh-CN" altLang="en-US" sz="2400">
              <a:solidFill>
                <a:prstClr val="white"/>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2" name="矩形 11"/>
          <p:cNvSpPr/>
          <p:nvPr>
            <p:custDataLst>
              <p:tags r:id="rId6"/>
            </p:custDataLst>
          </p:nvPr>
        </p:nvSpPr>
        <p:spPr>
          <a:xfrm>
            <a:off x="340724" y="280440"/>
            <a:ext cx="442857" cy="616668"/>
          </a:xfrm>
          <a:custGeom>
            <a:avLst/>
            <a:gdLst>
              <a:gd name="connsiteX0" fmla="*/ 0 w 552450"/>
              <a:gd name="connsiteY0" fmla="*/ 0 h 619125"/>
              <a:gd name="connsiteX1" fmla="*/ 552450 w 552450"/>
              <a:gd name="connsiteY1" fmla="*/ 0 h 619125"/>
              <a:gd name="connsiteX2" fmla="*/ 552450 w 552450"/>
              <a:gd name="connsiteY2" fmla="*/ 619125 h 619125"/>
              <a:gd name="connsiteX3" fmla="*/ 0 w 552450"/>
              <a:gd name="connsiteY3" fmla="*/ 619125 h 619125"/>
              <a:gd name="connsiteX4" fmla="*/ 0 w 552450"/>
              <a:gd name="connsiteY4" fmla="*/ 0 h 619125"/>
              <a:gd name="connsiteX0-1" fmla="*/ 0 w 552450"/>
              <a:gd name="connsiteY0-2" fmla="*/ 0 h 619125"/>
              <a:gd name="connsiteX1-3" fmla="*/ 552450 w 552450"/>
              <a:gd name="connsiteY1-4" fmla="*/ 0 h 619125"/>
              <a:gd name="connsiteX2-5" fmla="*/ 178594 w 552450"/>
              <a:gd name="connsiteY2-6" fmla="*/ 619125 h 619125"/>
              <a:gd name="connsiteX3-7" fmla="*/ 0 w 552450"/>
              <a:gd name="connsiteY3-8" fmla="*/ 619125 h 619125"/>
              <a:gd name="connsiteX4-9" fmla="*/ 0 w 552450"/>
              <a:gd name="connsiteY4-10" fmla="*/ 0 h 619125"/>
              <a:gd name="connsiteX0-11" fmla="*/ 354807 w 552450"/>
              <a:gd name="connsiteY0-12" fmla="*/ 0 h 619125"/>
              <a:gd name="connsiteX1-13" fmla="*/ 552450 w 552450"/>
              <a:gd name="connsiteY1-14" fmla="*/ 0 h 619125"/>
              <a:gd name="connsiteX2-15" fmla="*/ 178594 w 552450"/>
              <a:gd name="connsiteY2-16" fmla="*/ 619125 h 619125"/>
              <a:gd name="connsiteX3-17" fmla="*/ 0 w 552450"/>
              <a:gd name="connsiteY3-18" fmla="*/ 619125 h 619125"/>
              <a:gd name="connsiteX4-19" fmla="*/ 354807 w 552450"/>
              <a:gd name="connsiteY4-20" fmla="*/ 0 h 619125"/>
              <a:gd name="connsiteX0-21" fmla="*/ 273844 w 552450"/>
              <a:gd name="connsiteY0-22" fmla="*/ 2381 h 619125"/>
              <a:gd name="connsiteX1-23" fmla="*/ 552450 w 552450"/>
              <a:gd name="connsiteY1-24" fmla="*/ 0 h 619125"/>
              <a:gd name="connsiteX2-25" fmla="*/ 178594 w 552450"/>
              <a:gd name="connsiteY2-26" fmla="*/ 619125 h 619125"/>
              <a:gd name="connsiteX3-27" fmla="*/ 0 w 552450"/>
              <a:gd name="connsiteY3-28" fmla="*/ 619125 h 619125"/>
              <a:gd name="connsiteX4-29" fmla="*/ 273844 w 552450"/>
              <a:gd name="connsiteY4-30" fmla="*/ 2381 h 619125"/>
              <a:gd name="connsiteX0-31" fmla="*/ 273844 w 454818"/>
              <a:gd name="connsiteY0-32" fmla="*/ 0 h 616744"/>
              <a:gd name="connsiteX1-33" fmla="*/ 454818 w 454818"/>
              <a:gd name="connsiteY1-34" fmla="*/ 2381 h 616744"/>
              <a:gd name="connsiteX2-35" fmla="*/ 178594 w 454818"/>
              <a:gd name="connsiteY2-36" fmla="*/ 616744 h 616744"/>
              <a:gd name="connsiteX3-37" fmla="*/ 0 w 454818"/>
              <a:gd name="connsiteY3-38" fmla="*/ 616744 h 616744"/>
              <a:gd name="connsiteX4-39" fmla="*/ 273844 w 454818"/>
              <a:gd name="connsiteY4-40" fmla="*/ 0 h 616744"/>
              <a:gd name="connsiteX0-41" fmla="*/ 273844 w 402431"/>
              <a:gd name="connsiteY0-42" fmla="*/ 0 h 616744"/>
              <a:gd name="connsiteX1-43" fmla="*/ 402431 w 402431"/>
              <a:gd name="connsiteY1-44" fmla="*/ 0 h 616744"/>
              <a:gd name="connsiteX2-45" fmla="*/ 178594 w 402431"/>
              <a:gd name="connsiteY2-46" fmla="*/ 616744 h 616744"/>
              <a:gd name="connsiteX3-47" fmla="*/ 0 w 402431"/>
              <a:gd name="connsiteY3-48" fmla="*/ 616744 h 616744"/>
              <a:gd name="connsiteX4-49" fmla="*/ 273844 w 402431"/>
              <a:gd name="connsiteY4-50" fmla="*/ 0 h 616744"/>
              <a:gd name="connsiteX0-51" fmla="*/ 273844 w 442912"/>
              <a:gd name="connsiteY0-52" fmla="*/ 0 h 616744"/>
              <a:gd name="connsiteX1-53" fmla="*/ 442912 w 442912"/>
              <a:gd name="connsiteY1-54" fmla="*/ 0 h 616744"/>
              <a:gd name="connsiteX2-55" fmla="*/ 178594 w 442912"/>
              <a:gd name="connsiteY2-56" fmla="*/ 616744 h 616744"/>
              <a:gd name="connsiteX3-57" fmla="*/ 0 w 442912"/>
              <a:gd name="connsiteY3-58" fmla="*/ 616744 h 616744"/>
              <a:gd name="connsiteX4-59" fmla="*/ 273844 w 442912"/>
              <a:gd name="connsiteY4-60" fmla="*/ 0 h 616744"/>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442912" h="616744">
                <a:moveTo>
                  <a:pt x="273844" y="0"/>
                </a:moveTo>
                <a:lnTo>
                  <a:pt x="442912" y="0"/>
                </a:lnTo>
                <a:lnTo>
                  <a:pt x="178594" y="616744"/>
                </a:lnTo>
                <a:lnTo>
                  <a:pt x="0" y="616744"/>
                </a:lnTo>
                <a:lnTo>
                  <a:pt x="273844" y="0"/>
                </a:lnTo>
                <a:close/>
              </a:path>
            </a:pathLst>
          </a:custGeom>
          <a:solidFill>
            <a:srgbClr val="6969C7"/>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28" tIns="45714" rIns="91428" bIns="45714" numCol="1" spcCol="0" rtlCol="0" fromWordArt="0" anchor="ctr" anchorCtr="0" forceAA="0" compatLnSpc="1">
            <a:noAutofit/>
          </a:bodyPr>
          <a:lstStyle/>
          <a:p>
            <a:pPr algn="ctr" defTabSz="342900"/>
            <a:endParaRPr lang="zh-CN" altLang="en-US" sz="2400">
              <a:solidFill>
                <a:prstClr val="white"/>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9" name="文本框 8"/>
          <p:cNvSpPr txBox="1"/>
          <p:nvPr>
            <p:custDataLst>
              <p:tags r:id="rId7"/>
            </p:custDataLst>
          </p:nvPr>
        </p:nvSpPr>
        <p:spPr>
          <a:xfrm>
            <a:off x="734929" y="324634"/>
            <a:ext cx="3506867" cy="532484"/>
          </a:xfrm>
          <a:prstGeom prst="rect">
            <a:avLst/>
          </a:prstGeom>
          <a:noFill/>
        </p:spPr>
        <p:txBody>
          <a:bodyPr wrap="square" lIns="67491" tIns="35095" rIns="67491" bIns="35095" rtlCol="0" anchor="ctr">
            <a:normAutofit/>
          </a:bodyPr>
          <a:lstStyle/>
          <a:p>
            <a:pPr marL="0" indent="0" algn="l" defTabSz="342900">
              <a:lnSpc>
                <a:spcPct val="100000"/>
              </a:lnSpc>
              <a:spcBef>
                <a:spcPts val="0"/>
              </a:spcBef>
              <a:spcAft>
                <a:spcPts val="0"/>
              </a:spcAft>
              <a:buSzPct val="100000"/>
              <a:buNone/>
            </a:pPr>
            <a:r>
              <a:rPr lang="zh-CN" altLang="en-US" sz="2400" b="1">
                <a:solidFill>
                  <a:srgbClr val="5B5B91"/>
                </a:solidFill>
                <a:uFillTx/>
                <a:latin typeface="微软雅黑" panose="020B0503020204020204" pitchFamily="34" charset="-122"/>
                <a:ea typeface="微软雅黑" panose="020B0503020204020204" pitchFamily="34" charset="-122"/>
                <a:cs typeface="微软雅黑" panose="020B0503020204020204" pitchFamily="34" charset="-122"/>
                <a:sym typeface="+mn-ea"/>
              </a:rPr>
              <a:t>把网页保存为 PDF 文件</a:t>
            </a:r>
            <a:endParaRPr lang="zh-CN" altLang="en-US" sz="2400" b="1">
              <a:solidFill>
                <a:srgbClr val="5B5B91"/>
              </a:solidFill>
              <a:uFillTx/>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12" name="文本框 11"/>
          <p:cNvSpPr txBox="1"/>
          <p:nvPr>
            <p:custDataLst>
              <p:tags r:id="rId8"/>
            </p:custDataLst>
          </p:nvPr>
        </p:nvSpPr>
        <p:spPr>
          <a:xfrm>
            <a:off x="360565" y="2911566"/>
            <a:ext cx="8422960" cy="1904130"/>
          </a:xfrm>
          <a:prstGeom prst="rect">
            <a:avLst/>
          </a:prstGeom>
        </p:spPr>
        <p:txBody>
          <a:bodyPr wrap="square" lIns="67491" tIns="35095" rIns="67491" bIns="35095"/>
          <a:lstStyle>
            <a:defPPr>
              <a:defRPr lang="zh-CN"/>
            </a:defPPr>
            <a:lvl1pPr defTabSz="243840">
              <a:lnSpc>
                <a:spcPct val="130000"/>
              </a:lnSpc>
              <a:defRPr>
                <a:solidFill>
                  <a:srgbClr val="959595"/>
                </a:solidFill>
                <a:ea typeface="微软雅黑" panose="020B0503020204020204" pitchFamily="34" charset="-122"/>
              </a:defRPr>
            </a:lvl1pPr>
          </a:lstStyle>
          <a:p>
            <a:pPr marL="285750" lvl="0" indent="-285750" algn="just" defTabSz="182880" fontAlgn="ctr">
              <a:lnSpc>
                <a:spcPct val="130000"/>
              </a:lnSpc>
              <a:spcBef>
                <a:spcPts val="500"/>
              </a:spcBef>
              <a:spcAft>
                <a:spcPts val="0"/>
              </a:spcAft>
              <a:buSzPct val="100000"/>
              <a:buFont typeface="Wingdings" panose="05000000000000000000" charset="0"/>
              <a:buChar char="l"/>
            </a:pPr>
            <a:r>
              <a:rPr lang="zh-CN" altLang="en-US" sz="1200" spc="100">
                <a:solidFill>
                  <a:srgbClr val="000000"/>
                </a:solidFill>
                <a:uFillTx/>
                <a:latin typeface="微软雅黑" panose="020B0503020204020204" pitchFamily="34" charset="-122"/>
                <a:cs typeface="微软雅黑" panose="020B0503020204020204" pitchFamily="34" charset="-122"/>
              </a:rPr>
              <a:t>把网页保存为 PDF 文件可以保留网页原来的排版，保留了网页的原汁原味。具体方法如下：</a:t>
            </a:r>
            <a:endParaRPr lang="zh-CN" altLang="en-US" sz="1200" spc="100">
              <a:solidFill>
                <a:srgbClr val="000000"/>
              </a:solidFill>
              <a:uFillTx/>
              <a:latin typeface="微软雅黑" panose="020B0503020204020204" pitchFamily="34" charset="-122"/>
              <a:cs typeface="微软雅黑" panose="020B0503020204020204" pitchFamily="34" charset="-122"/>
            </a:endParaRPr>
          </a:p>
          <a:p>
            <a:pPr marL="514350" lvl="1" indent="-228600" algn="just" defTabSz="182880" fontAlgn="ctr">
              <a:lnSpc>
                <a:spcPct val="130000"/>
              </a:lnSpc>
              <a:spcBef>
                <a:spcPts val="500"/>
              </a:spcBef>
              <a:spcAft>
                <a:spcPts val="0"/>
              </a:spcAft>
              <a:buSzPct val="100000"/>
              <a:buFont typeface="+mj-ea"/>
              <a:buAutoNum type="circleNumDbPlain"/>
            </a:pPr>
            <a:r>
              <a:rPr lang="zh-CN" altLang="en-US" sz="1200" spc="100">
                <a:solidFill>
                  <a:srgbClr val="000000"/>
                </a:solidFill>
                <a:uFillTx/>
                <a:latin typeface="微软雅黑" panose="020B0503020204020204" pitchFamily="34" charset="-122"/>
                <a:cs typeface="微软雅黑" panose="020B0503020204020204" pitchFamily="34" charset="-122"/>
              </a:rPr>
              <a:t>打开要打印的网页，在 Microsoft Edge 的功能区中单击“更多” ，在“更多”菜单中单击“打印”。</a:t>
            </a:r>
            <a:endParaRPr lang="zh-CN" altLang="en-US" sz="1200" spc="100">
              <a:solidFill>
                <a:srgbClr val="000000"/>
              </a:solidFill>
              <a:uFillTx/>
              <a:latin typeface="微软雅黑" panose="020B0503020204020204" pitchFamily="34" charset="-122"/>
              <a:cs typeface="微软雅黑" panose="020B0503020204020204" pitchFamily="34" charset="-122"/>
            </a:endParaRPr>
          </a:p>
          <a:p>
            <a:pPr marL="514350" lvl="1" indent="-228600" algn="just" defTabSz="182880" fontAlgn="ctr">
              <a:lnSpc>
                <a:spcPct val="130000"/>
              </a:lnSpc>
              <a:spcBef>
                <a:spcPts val="500"/>
              </a:spcBef>
              <a:spcAft>
                <a:spcPts val="0"/>
              </a:spcAft>
              <a:buSzPct val="100000"/>
              <a:buFont typeface="+mj-ea"/>
              <a:buAutoNum type="circleNumDbPlain"/>
            </a:pPr>
            <a:r>
              <a:rPr lang="zh-CN" altLang="en-US" sz="1200" spc="100">
                <a:solidFill>
                  <a:srgbClr val="000000"/>
                </a:solidFill>
                <a:uFillTx/>
                <a:latin typeface="微软雅黑" panose="020B0503020204020204" pitchFamily="34" charset="-122"/>
                <a:cs typeface="微软雅黑" panose="020B0503020204020204" pitchFamily="34" charset="-122"/>
              </a:rPr>
              <a:t>在“打印”对话框中，单击“打印机”列表，将显示打印机选单，如图 3-35所示，从选单中列出了可以打印的选项，包括打印到打印机、打印到 PDF 文件、发送到 OneNote 等，单击“Microsoft Print to PDF”，然后单击“打印”。</a:t>
            </a:r>
            <a:endParaRPr lang="zh-CN" altLang="en-US" sz="1200" spc="100">
              <a:solidFill>
                <a:srgbClr val="000000"/>
              </a:solidFill>
              <a:uFillTx/>
              <a:latin typeface="微软雅黑" panose="020B0503020204020204" pitchFamily="34" charset="-122"/>
              <a:cs typeface="微软雅黑" panose="020B0503020204020204" pitchFamily="34" charset="-122"/>
            </a:endParaRPr>
          </a:p>
          <a:p>
            <a:pPr marL="514350" lvl="1" indent="-228600" algn="just" defTabSz="182880" fontAlgn="ctr">
              <a:lnSpc>
                <a:spcPct val="130000"/>
              </a:lnSpc>
              <a:spcBef>
                <a:spcPts val="500"/>
              </a:spcBef>
              <a:spcAft>
                <a:spcPts val="0"/>
              </a:spcAft>
              <a:buSzPct val="100000"/>
              <a:buFont typeface="+mj-ea"/>
              <a:buAutoNum type="circleNumDbPlain"/>
            </a:pPr>
            <a:r>
              <a:rPr lang="zh-CN" altLang="en-US" sz="1200" spc="100">
                <a:solidFill>
                  <a:srgbClr val="000000"/>
                </a:solidFill>
                <a:uFillTx/>
                <a:latin typeface="微软雅黑" panose="020B0503020204020204" pitchFamily="34" charset="-122"/>
                <a:cs typeface="微软雅黑" panose="020B0503020204020204" pitchFamily="34" charset="-122"/>
                <a:sym typeface="+mn-ea"/>
              </a:rPr>
              <a:t>在“将打印输出另存为”对话框中，浏览到输出的文件夹，输入 PDF 文件名，单击“保存”，如图 3-36 所示。打开生成的 PDF 文件，几乎与网页完全一样。</a:t>
            </a:r>
            <a:endParaRPr lang="zh-CN" altLang="en-US" sz="1200" spc="100">
              <a:solidFill>
                <a:srgbClr val="000000"/>
              </a:solidFill>
              <a:uFillTx/>
              <a:latin typeface="微软雅黑" panose="020B0503020204020204" pitchFamily="34" charset="-122"/>
              <a:cs typeface="微软雅黑" panose="020B0503020204020204" pitchFamily="34" charset="-122"/>
            </a:endParaRPr>
          </a:p>
          <a:p>
            <a:pPr marL="285750" lvl="1" indent="0" algn="just" defTabSz="182880" fontAlgn="ctr">
              <a:lnSpc>
                <a:spcPct val="130000"/>
              </a:lnSpc>
              <a:spcBef>
                <a:spcPts val="500"/>
              </a:spcBef>
              <a:spcAft>
                <a:spcPts val="0"/>
              </a:spcAft>
              <a:buSzPct val="100000"/>
              <a:buFont typeface="+mj-ea"/>
              <a:buNone/>
            </a:pPr>
            <a:endParaRPr lang="zh-CN" altLang="en-US" sz="1200" spc="100">
              <a:solidFill>
                <a:srgbClr val="000000"/>
              </a:solidFill>
              <a:uFillTx/>
              <a:latin typeface="微软雅黑" panose="020B0503020204020204" pitchFamily="34" charset="-122"/>
              <a:cs typeface="微软雅黑" panose="020B0503020204020204" pitchFamily="34" charset="-122"/>
            </a:endParaRPr>
          </a:p>
        </p:txBody>
      </p:sp>
      <p:pic>
        <p:nvPicPr>
          <p:cNvPr id="3" name="Picture 4"/>
          <p:cNvPicPr>
            <a:picLocks noChangeAspect="1" noChangeArrowheads="1"/>
          </p:cNvPicPr>
          <p:nvPr>
            <p:custDataLst>
              <p:tags r:id="rId9"/>
            </p:custDataLst>
          </p:nvPr>
        </p:nvPicPr>
        <p:blipFill rotWithShape="1">
          <a:blip r:embed="rId10"/>
          <a:srcRect/>
          <a:stretch>
            <a:fillRect/>
          </a:stretch>
        </p:blipFill>
        <p:spPr bwMode="auto">
          <a:xfrm>
            <a:off x="1131360" y="856959"/>
            <a:ext cx="3012068" cy="1943495"/>
          </a:xfrm>
          <a:prstGeom prst="rect">
            <a:avLst/>
          </a:prstGeom>
          <a:noFill/>
          <a:extLst>
            <a:ext uri="{909E8E84-426E-40DD-AFC4-6F175D3DCCD1}">
              <a14:hiddenFill xmlns:a14="http://schemas.microsoft.com/office/drawing/2010/main">
                <a:solidFill>
                  <a:srgbClr val="FFFFFF"/>
                </a:solidFill>
              </a14:hiddenFill>
            </a:ext>
          </a:extLst>
        </p:spPr>
      </p:pic>
    </p:spTree>
    <p:custDataLst>
      <p:tags r:id="rId11"/>
    </p:custDataLst>
  </p:cSld>
  <p:clrMapOvr>
    <a:masterClrMapping/>
  </p:clrMapOvr>
  <p:transition spd="slow">
    <p:random/>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矩形 16"/>
          <p:cNvSpPr/>
          <p:nvPr userDrawn="1">
            <p:custDataLst>
              <p:tags r:id="rId1"/>
            </p:custDataLst>
          </p:nvPr>
        </p:nvSpPr>
        <p:spPr>
          <a:xfrm>
            <a:off x="564" y="0"/>
            <a:ext cx="9142871" cy="694372"/>
          </a:xfrm>
          <a:prstGeom prst="rect">
            <a:avLst/>
          </a:prstGeom>
          <a:solidFill>
            <a:srgbClr val="E7E7F0"/>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olidFill>
                <a:srgbClr val="FFFFFF"/>
              </a:solidFill>
              <a:latin typeface="微软雅黑" panose="020B0503020204020204" pitchFamily="34" charset="-122"/>
              <a:ea typeface="微软雅黑" panose="020B0503020204020204" pitchFamily="34" charset="-122"/>
              <a:sym typeface="+mn-ea"/>
            </a:endParaRPr>
          </a:p>
        </p:txBody>
      </p:sp>
      <p:sp>
        <p:nvSpPr>
          <p:cNvPr id="14" name="Title 6"/>
          <p:cNvSpPr txBox="1"/>
          <p:nvPr>
            <p:custDataLst>
              <p:tags r:id="rId2"/>
            </p:custDataLst>
          </p:nvPr>
        </p:nvSpPr>
        <p:spPr>
          <a:xfrm>
            <a:off x="413632" y="175702"/>
            <a:ext cx="8229971" cy="456300"/>
          </a:xfrm>
          <a:prstGeom prst="rect">
            <a:avLst/>
          </a:prstGeom>
          <a:noFill/>
          <a:ln w="3175">
            <a:noFill/>
            <a:prstDash val="dash"/>
          </a:ln>
        </p:spPr>
        <p:txBody>
          <a:bodyPr wrap="square" lIns="53993" tIns="26996" rIns="53993" bIns="26996" anchor="b" anchorCtr="0">
            <a:no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0" indent="0" algn="l">
              <a:lnSpc>
                <a:spcPct val="100000"/>
              </a:lnSpc>
              <a:spcBef>
                <a:spcPts val="0"/>
              </a:spcBef>
              <a:spcAft>
                <a:spcPts val="0"/>
              </a:spcAft>
              <a:buSzPct val="100000"/>
              <a:buNone/>
              <a:defRPr/>
            </a:pPr>
            <a:r>
              <a:rPr lang="zh-CN" altLang="en-US" sz="2400" b="1" spc="150">
                <a:ln w="3175">
                  <a:noFill/>
                  <a:prstDash val="dash"/>
                </a:ln>
                <a:solidFill>
                  <a:schemeClr val="tx1">
                    <a:lumMod val="75000"/>
                    <a:lumOff val="25000"/>
                  </a:schemeClr>
                </a:solidFill>
                <a:uFillTx/>
                <a:latin typeface="微软雅黑" panose="020B0503020204020204" pitchFamily="34" charset="-122"/>
                <a:ea typeface="微软雅黑" panose="020B0503020204020204" pitchFamily="34" charset="-122"/>
                <a:cs typeface="微软雅黑" panose="020B0503020204020204" pitchFamily="34" charset="-122"/>
                <a:sym typeface="+mn-ea"/>
              </a:rPr>
              <a:t>保存网页</a:t>
            </a:r>
            <a:endParaRPr lang="zh-CN" altLang="en-US" sz="2400" b="1" spc="150">
              <a:ln w="3175">
                <a:noFill/>
                <a:prstDash val="dash"/>
              </a:ln>
              <a:solidFill>
                <a:schemeClr val="tx1">
                  <a:lumMod val="75000"/>
                  <a:lumOff val="25000"/>
                </a:schemeClr>
              </a:solidFill>
              <a:uFillTx/>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6" name="矩形 5"/>
          <p:cNvSpPr/>
          <p:nvPr>
            <p:custDataLst>
              <p:tags r:id="rId3"/>
            </p:custDataLst>
          </p:nvPr>
        </p:nvSpPr>
        <p:spPr>
          <a:xfrm>
            <a:off x="457073" y="1193653"/>
            <a:ext cx="4558737" cy="2970798"/>
          </a:xfrm>
          <a:prstGeom prst="rect">
            <a:avLst/>
          </a:prstGeom>
          <a:solidFill>
            <a:srgbClr val="FFFFFF"/>
          </a:solidFill>
          <a:ln>
            <a:noFill/>
          </a:ln>
          <a:effectLst>
            <a:outerShdw blurRad="127000" dist="38100" dir="5400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200" b="1" i="0" u="none" strike="noStrike" kern="1200" cap="none" spc="0" normalizeH="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7" name="矩形 6"/>
          <p:cNvSpPr/>
          <p:nvPr>
            <p:custDataLst>
              <p:tags r:id="rId4"/>
            </p:custDataLst>
          </p:nvPr>
        </p:nvSpPr>
        <p:spPr>
          <a:xfrm>
            <a:off x="5189765" y="1193531"/>
            <a:ext cx="3497014" cy="2970717"/>
          </a:xfrm>
          <a:prstGeom prst="rect">
            <a:avLst/>
          </a:prstGeom>
          <a:solidFill>
            <a:srgbClr val="FFFFFF"/>
          </a:solidFill>
          <a:ln>
            <a:noFill/>
          </a:ln>
          <a:effectLst>
            <a:outerShdw blurRad="127000" dist="381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200" b="1" i="0" u="none" strike="noStrike" kern="1200" cap="none" spc="0" normalizeH="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8" name="TextBox 13"/>
          <p:cNvSpPr txBox="1"/>
          <p:nvPr>
            <p:custDataLst>
              <p:tags r:id="rId5"/>
            </p:custDataLst>
          </p:nvPr>
        </p:nvSpPr>
        <p:spPr>
          <a:xfrm>
            <a:off x="456808" y="4681429"/>
            <a:ext cx="2176516" cy="169943"/>
          </a:xfrm>
          <a:prstGeom prst="rect">
            <a:avLst/>
          </a:prstGeom>
          <a:noFill/>
          <a:ln>
            <a:noFill/>
          </a:ln>
        </p:spPr>
        <p:txBody>
          <a:bodyPr wrap="square" lIns="67491" tIns="26996" rIns="67491" bIns="26996"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750" b="0" i="0" u="none" strike="noStrike" kern="1200" cap="none" spc="150" normalizeH="0" noProof="0" dirty="0">
                <a:ln>
                  <a:noFill/>
                </a:ln>
                <a:solidFill>
                  <a:schemeClr val="accent3">
                    <a:lumMod val="75000"/>
                  </a:schemeClr>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https://</a:t>
            </a:r>
            <a:r>
              <a:rPr kumimoji="0" lang="en-US" altLang="zh-CN" sz="750" b="1" i="0" u="none" strike="noStrike" kern="1200" cap="none" spc="150" normalizeH="0" noProof="0" dirty="0">
                <a:ln>
                  <a:noFill/>
                </a:ln>
                <a:solidFill>
                  <a:schemeClr val="accent4">
                    <a:lumMod val="75000"/>
                  </a:schemeClr>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www.wps.cn</a:t>
            </a:r>
            <a:endParaRPr kumimoji="0" lang="en-US" altLang="zh-CN" sz="750" b="1" i="0" u="none" strike="noStrike" kern="1200" cap="none" spc="150" normalizeH="0" noProof="0" dirty="0">
              <a:ln>
                <a:noFill/>
              </a:ln>
              <a:solidFill>
                <a:schemeClr val="accent4">
                  <a:lumMod val="75000"/>
                </a:schemeClr>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 name="椭圆 9"/>
          <p:cNvSpPr>
            <a:spLocks noChangeAspect="1"/>
          </p:cNvSpPr>
          <p:nvPr>
            <p:custDataLst>
              <p:tags r:id="rId6"/>
            </p:custDataLst>
          </p:nvPr>
        </p:nvSpPr>
        <p:spPr>
          <a:xfrm>
            <a:off x="8643752" y="4744769"/>
            <a:ext cx="43175" cy="43175"/>
          </a:xfrm>
          <a:prstGeom prst="ellipse">
            <a:avLst/>
          </a:prstGeom>
          <a:solidFill>
            <a:srgbClr val="EF1F47"/>
          </a:solidFill>
          <a:ln>
            <a:noFill/>
          </a:ln>
        </p:spPr>
        <p:style>
          <a:lnRef idx="2">
            <a:srgbClr val="1E6BC5">
              <a:shade val="50000"/>
            </a:srgbClr>
          </a:lnRef>
          <a:fillRef idx="1">
            <a:srgbClr val="1E6BC5"/>
          </a:fillRef>
          <a:effectRef idx="0">
            <a:srgbClr val="1E6BC5"/>
          </a:effectRef>
          <a:fontRef idx="minor">
            <a:sysClr val="window" lastClr="FFFFFF"/>
          </a:fontRef>
        </p:style>
        <p:txBody>
          <a:bodyPr rtlCol="0" anchor="ctr"/>
          <a:lstStyle>
            <a:defPPr>
              <a:defRPr lang="zh-CN">
                <a:solidFill>
                  <a:sysClr val="window" lastClr="FFFFFF"/>
                </a:solidFill>
              </a:defRPr>
            </a:defPPr>
            <a:lvl1pPr marL="0" algn="l" defTabSz="914400" rtl="0" eaLnBrk="1" latinLnBrk="0" hangingPunct="1">
              <a:defRPr sz="1800" kern="1200">
                <a:solidFill>
                  <a:sysClr val="window" lastClr="FFFFFF"/>
                </a:solidFill>
                <a:latin typeface="+mn-lt"/>
                <a:ea typeface="+mn-ea"/>
                <a:cs typeface="+mn-cs"/>
              </a:defRPr>
            </a:lvl1pPr>
            <a:lvl2pPr marL="457200" algn="l" defTabSz="914400" rtl="0" eaLnBrk="1" latinLnBrk="0" hangingPunct="1">
              <a:defRPr sz="1800" kern="1200">
                <a:solidFill>
                  <a:sysClr val="window" lastClr="FFFFFF"/>
                </a:solidFill>
                <a:latin typeface="+mn-lt"/>
                <a:ea typeface="+mn-ea"/>
                <a:cs typeface="+mn-cs"/>
              </a:defRPr>
            </a:lvl2pPr>
            <a:lvl3pPr marL="914400" algn="l" defTabSz="914400" rtl="0" eaLnBrk="1" latinLnBrk="0" hangingPunct="1">
              <a:defRPr sz="1800" kern="1200">
                <a:solidFill>
                  <a:sysClr val="window" lastClr="FFFFFF"/>
                </a:solidFill>
                <a:latin typeface="+mn-lt"/>
                <a:ea typeface="+mn-ea"/>
                <a:cs typeface="+mn-cs"/>
              </a:defRPr>
            </a:lvl3pPr>
            <a:lvl4pPr marL="1371600" algn="l" defTabSz="914400" rtl="0" eaLnBrk="1" latinLnBrk="0" hangingPunct="1">
              <a:defRPr sz="1800" kern="1200">
                <a:solidFill>
                  <a:sysClr val="window" lastClr="FFFFFF"/>
                </a:solidFill>
                <a:latin typeface="+mn-lt"/>
                <a:ea typeface="+mn-ea"/>
                <a:cs typeface="+mn-cs"/>
              </a:defRPr>
            </a:lvl4pPr>
            <a:lvl5pPr marL="1828800" algn="l" defTabSz="914400" rtl="0" eaLnBrk="1" latinLnBrk="0" hangingPunct="1">
              <a:defRPr sz="1800" kern="1200">
                <a:solidFill>
                  <a:sysClr val="window" lastClr="FFFFFF"/>
                </a:solidFill>
                <a:latin typeface="+mn-lt"/>
                <a:ea typeface="+mn-ea"/>
                <a:cs typeface="+mn-cs"/>
              </a:defRPr>
            </a:lvl5pPr>
            <a:lvl6pPr marL="2286000" algn="l" defTabSz="914400" rtl="0" eaLnBrk="1" latinLnBrk="0" hangingPunct="1">
              <a:defRPr sz="1800" kern="1200">
                <a:solidFill>
                  <a:sysClr val="window" lastClr="FFFFFF"/>
                </a:solidFill>
                <a:latin typeface="+mn-lt"/>
                <a:ea typeface="+mn-ea"/>
                <a:cs typeface="+mn-cs"/>
              </a:defRPr>
            </a:lvl6pPr>
            <a:lvl7pPr marL="2743200" algn="l" defTabSz="914400" rtl="0" eaLnBrk="1" latinLnBrk="0" hangingPunct="1">
              <a:defRPr sz="1800" kern="1200">
                <a:solidFill>
                  <a:sysClr val="window" lastClr="FFFFFF"/>
                </a:solidFill>
                <a:latin typeface="+mn-lt"/>
                <a:ea typeface="+mn-ea"/>
                <a:cs typeface="+mn-cs"/>
              </a:defRPr>
            </a:lvl7pPr>
            <a:lvl8pPr marL="3200400" algn="l" defTabSz="914400" rtl="0" eaLnBrk="1" latinLnBrk="0" hangingPunct="1">
              <a:defRPr sz="1800" kern="1200">
                <a:solidFill>
                  <a:sysClr val="window" lastClr="FFFFFF"/>
                </a:solidFill>
                <a:latin typeface="+mn-lt"/>
                <a:ea typeface="+mn-ea"/>
                <a:cs typeface="+mn-cs"/>
              </a:defRPr>
            </a:lvl8pPr>
            <a:lvl9pPr marL="3657600" algn="l" defTabSz="914400" rtl="0" eaLnBrk="1" latinLnBrk="0" hangingPunct="1">
              <a:defRPr sz="1800" kern="1200">
                <a:solidFill>
                  <a:sysClr val="window" lastClr="FFFFFF"/>
                </a:solidFill>
                <a:latin typeface="+mn-lt"/>
                <a:ea typeface="+mn-ea"/>
                <a:cs typeface="+mn-cs"/>
              </a:defRPr>
            </a:lvl9pPr>
          </a:lstStyle>
          <a:p>
            <a:pPr algn="ctr"/>
            <a:endParaRPr lang="zh-CN" altLang="en-US" sz="1350">
              <a:solidFill>
                <a:sysClr val="window" lastClr="FFFFFF"/>
              </a:solidFill>
              <a:latin typeface="微软雅黑" panose="020B0503020204020204" pitchFamily="34" charset="-122"/>
              <a:ea typeface="微软雅黑" panose="020B0503020204020204" pitchFamily="34" charset="-122"/>
            </a:endParaRPr>
          </a:p>
        </p:txBody>
      </p:sp>
      <p:sp>
        <p:nvSpPr>
          <p:cNvPr id="11" name="椭圆 10"/>
          <p:cNvSpPr/>
          <p:nvPr>
            <p:custDataLst>
              <p:tags r:id="rId7"/>
            </p:custDataLst>
          </p:nvPr>
        </p:nvSpPr>
        <p:spPr>
          <a:xfrm>
            <a:off x="8406292" y="4744769"/>
            <a:ext cx="43175" cy="43175"/>
          </a:xfrm>
          <a:prstGeom prst="ellipse">
            <a:avLst/>
          </a:prstGeom>
          <a:solidFill>
            <a:srgbClr val="EF1F47"/>
          </a:solidFill>
          <a:ln>
            <a:noFill/>
          </a:ln>
        </p:spPr>
        <p:style>
          <a:lnRef idx="2">
            <a:srgbClr val="1E6BC5">
              <a:shade val="50000"/>
            </a:srgbClr>
          </a:lnRef>
          <a:fillRef idx="1">
            <a:srgbClr val="1E6BC5"/>
          </a:fillRef>
          <a:effectRef idx="0">
            <a:srgbClr val="1E6BC5"/>
          </a:effectRef>
          <a:fontRef idx="minor">
            <a:sysClr val="window" lastClr="FFFFFF"/>
          </a:fontRef>
        </p:style>
        <p:txBody>
          <a:bodyPr rtlCol="0" anchor="ctr"/>
          <a:lstStyle>
            <a:defPPr>
              <a:defRPr lang="zh-CN">
                <a:solidFill>
                  <a:sysClr val="window" lastClr="FFFFFF"/>
                </a:solidFill>
              </a:defRPr>
            </a:defPPr>
            <a:lvl1pPr marL="0" algn="l" defTabSz="914400" rtl="0" eaLnBrk="1" latinLnBrk="0" hangingPunct="1">
              <a:defRPr sz="1800" kern="1200">
                <a:solidFill>
                  <a:sysClr val="window" lastClr="FFFFFF"/>
                </a:solidFill>
                <a:latin typeface="+mn-lt"/>
                <a:ea typeface="+mn-ea"/>
                <a:cs typeface="+mn-cs"/>
              </a:defRPr>
            </a:lvl1pPr>
            <a:lvl2pPr marL="457200" algn="l" defTabSz="914400" rtl="0" eaLnBrk="1" latinLnBrk="0" hangingPunct="1">
              <a:defRPr sz="1800" kern="1200">
                <a:solidFill>
                  <a:sysClr val="window" lastClr="FFFFFF"/>
                </a:solidFill>
                <a:latin typeface="+mn-lt"/>
                <a:ea typeface="+mn-ea"/>
                <a:cs typeface="+mn-cs"/>
              </a:defRPr>
            </a:lvl2pPr>
            <a:lvl3pPr marL="914400" algn="l" defTabSz="914400" rtl="0" eaLnBrk="1" latinLnBrk="0" hangingPunct="1">
              <a:defRPr sz="1800" kern="1200">
                <a:solidFill>
                  <a:sysClr val="window" lastClr="FFFFFF"/>
                </a:solidFill>
                <a:latin typeface="+mn-lt"/>
                <a:ea typeface="+mn-ea"/>
                <a:cs typeface="+mn-cs"/>
              </a:defRPr>
            </a:lvl3pPr>
            <a:lvl4pPr marL="1371600" algn="l" defTabSz="914400" rtl="0" eaLnBrk="1" latinLnBrk="0" hangingPunct="1">
              <a:defRPr sz="1800" kern="1200">
                <a:solidFill>
                  <a:sysClr val="window" lastClr="FFFFFF"/>
                </a:solidFill>
                <a:latin typeface="+mn-lt"/>
                <a:ea typeface="+mn-ea"/>
                <a:cs typeface="+mn-cs"/>
              </a:defRPr>
            </a:lvl4pPr>
            <a:lvl5pPr marL="1828800" algn="l" defTabSz="914400" rtl="0" eaLnBrk="1" latinLnBrk="0" hangingPunct="1">
              <a:defRPr sz="1800" kern="1200">
                <a:solidFill>
                  <a:sysClr val="window" lastClr="FFFFFF"/>
                </a:solidFill>
                <a:latin typeface="+mn-lt"/>
                <a:ea typeface="+mn-ea"/>
                <a:cs typeface="+mn-cs"/>
              </a:defRPr>
            </a:lvl5pPr>
            <a:lvl6pPr marL="2286000" algn="l" defTabSz="914400" rtl="0" eaLnBrk="1" latinLnBrk="0" hangingPunct="1">
              <a:defRPr sz="1800" kern="1200">
                <a:solidFill>
                  <a:sysClr val="window" lastClr="FFFFFF"/>
                </a:solidFill>
                <a:latin typeface="+mn-lt"/>
                <a:ea typeface="+mn-ea"/>
                <a:cs typeface="+mn-cs"/>
              </a:defRPr>
            </a:lvl6pPr>
            <a:lvl7pPr marL="2743200" algn="l" defTabSz="914400" rtl="0" eaLnBrk="1" latinLnBrk="0" hangingPunct="1">
              <a:defRPr sz="1800" kern="1200">
                <a:solidFill>
                  <a:sysClr val="window" lastClr="FFFFFF"/>
                </a:solidFill>
                <a:latin typeface="+mn-lt"/>
                <a:ea typeface="+mn-ea"/>
                <a:cs typeface="+mn-cs"/>
              </a:defRPr>
            </a:lvl7pPr>
            <a:lvl8pPr marL="3200400" algn="l" defTabSz="914400" rtl="0" eaLnBrk="1" latinLnBrk="0" hangingPunct="1">
              <a:defRPr sz="1800" kern="1200">
                <a:solidFill>
                  <a:sysClr val="window" lastClr="FFFFFF"/>
                </a:solidFill>
                <a:latin typeface="+mn-lt"/>
                <a:ea typeface="+mn-ea"/>
                <a:cs typeface="+mn-cs"/>
              </a:defRPr>
            </a:lvl8pPr>
            <a:lvl9pPr marL="3657600" algn="l" defTabSz="914400" rtl="0" eaLnBrk="1" latinLnBrk="0" hangingPunct="1">
              <a:defRPr sz="1800" kern="1200">
                <a:solidFill>
                  <a:sysClr val="window" lastClr="FFFFFF"/>
                </a:solidFill>
                <a:latin typeface="+mn-lt"/>
                <a:ea typeface="+mn-ea"/>
                <a:cs typeface="+mn-cs"/>
              </a:defRPr>
            </a:lvl9pPr>
          </a:lstStyle>
          <a:p>
            <a:pPr algn="ctr"/>
            <a:endParaRPr lang="zh-CN" altLang="en-US" sz="1350">
              <a:solidFill>
                <a:sysClr val="window" lastClr="FFFFFF"/>
              </a:solidFill>
              <a:latin typeface="微软雅黑" panose="020B0503020204020204" pitchFamily="34" charset="-122"/>
              <a:ea typeface="微软雅黑" panose="020B0503020204020204" pitchFamily="34" charset="-122"/>
            </a:endParaRPr>
          </a:p>
        </p:txBody>
      </p:sp>
      <p:sp>
        <p:nvSpPr>
          <p:cNvPr id="13" name="椭圆 12"/>
          <p:cNvSpPr>
            <a:spLocks noChangeAspect="1"/>
          </p:cNvSpPr>
          <p:nvPr>
            <p:custDataLst>
              <p:tags r:id="rId8"/>
            </p:custDataLst>
          </p:nvPr>
        </p:nvSpPr>
        <p:spPr>
          <a:xfrm>
            <a:off x="8525022" y="4744769"/>
            <a:ext cx="43175" cy="43175"/>
          </a:xfrm>
          <a:prstGeom prst="ellipse">
            <a:avLst/>
          </a:prstGeom>
          <a:solidFill>
            <a:srgbClr val="EF1F47"/>
          </a:solidFill>
          <a:ln>
            <a:noFill/>
          </a:ln>
        </p:spPr>
        <p:style>
          <a:lnRef idx="2">
            <a:srgbClr val="1E6BC5">
              <a:shade val="50000"/>
            </a:srgbClr>
          </a:lnRef>
          <a:fillRef idx="1">
            <a:srgbClr val="1E6BC5"/>
          </a:fillRef>
          <a:effectRef idx="0">
            <a:srgbClr val="1E6BC5"/>
          </a:effectRef>
          <a:fontRef idx="minor">
            <a:sysClr val="window" lastClr="FFFFFF"/>
          </a:fontRef>
        </p:style>
        <p:txBody>
          <a:bodyPr rtlCol="0" anchor="ctr"/>
          <a:lstStyle>
            <a:defPPr>
              <a:defRPr lang="zh-CN">
                <a:solidFill>
                  <a:sysClr val="window" lastClr="FFFFFF"/>
                </a:solidFill>
              </a:defRPr>
            </a:defPPr>
            <a:lvl1pPr marL="0" algn="l" defTabSz="914400" rtl="0" eaLnBrk="1" latinLnBrk="0" hangingPunct="1">
              <a:defRPr sz="1800" kern="1200">
                <a:solidFill>
                  <a:sysClr val="window" lastClr="FFFFFF"/>
                </a:solidFill>
                <a:latin typeface="+mn-lt"/>
                <a:ea typeface="+mn-ea"/>
                <a:cs typeface="+mn-cs"/>
              </a:defRPr>
            </a:lvl1pPr>
            <a:lvl2pPr marL="457200" algn="l" defTabSz="914400" rtl="0" eaLnBrk="1" latinLnBrk="0" hangingPunct="1">
              <a:defRPr sz="1800" kern="1200">
                <a:solidFill>
                  <a:sysClr val="window" lastClr="FFFFFF"/>
                </a:solidFill>
                <a:latin typeface="+mn-lt"/>
                <a:ea typeface="+mn-ea"/>
                <a:cs typeface="+mn-cs"/>
              </a:defRPr>
            </a:lvl2pPr>
            <a:lvl3pPr marL="914400" algn="l" defTabSz="914400" rtl="0" eaLnBrk="1" latinLnBrk="0" hangingPunct="1">
              <a:defRPr sz="1800" kern="1200">
                <a:solidFill>
                  <a:sysClr val="window" lastClr="FFFFFF"/>
                </a:solidFill>
                <a:latin typeface="+mn-lt"/>
                <a:ea typeface="+mn-ea"/>
                <a:cs typeface="+mn-cs"/>
              </a:defRPr>
            </a:lvl3pPr>
            <a:lvl4pPr marL="1371600" algn="l" defTabSz="914400" rtl="0" eaLnBrk="1" latinLnBrk="0" hangingPunct="1">
              <a:defRPr sz="1800" kern="1200">
                <a:solidFill>
                  <a:sysClr val="window" lastClr="FFFFFF"/>
                </a:solidFill>
                <a:latin typeface="+mn-lt"/>
                <a:ea typeface="+mn-ea"/>
                <a:cs typeface="+mn-cs"/>
              </a:defRPr>
            </a:lvl4pPr>
            <a:lvl5pPr marL="1828800" algn="l" defTabSz="914400" rtl="0" eaLnBrk="1" latinLnBrk="0" hangingPunct="1">
              <a:defRPr sz="1800" kern="1200">
                <a:solidFill>
                  <a:sysClr val="window" lastClr="FFFFFF"/>
                </a:solidFill>
                <a:latin typeface="+mn-lt"/>
                <a:ea typeface="+mn-ea"/>
                <a:cs typeface="+mn-cs"/>
              </a:defRPr>
            </a:lvl5pPr>
            <a:lvl6pPr marL="2286000" algn="l" defTabSz="914400" rtl="0" eaLnBrk="1" latinLnBrk="0" hangingPunct="1">
              <a:defRPr sz="1800" kern="1200">
                <a:solidFill>
                  <a:sysClr val="window" lastClr="FFFFFF"/>
                </a:solidFill>
                <a:latin typeface="+mn-lt"/>
                <a:ea typeface="+mn-ea"/>
                <a:cs typeface="+mn-cs"/>
              </a:defRPr>
            </a:lvl6pPr>
            <a:lvl7pPr marL="2743200" algn="l" defTabSz="914400" rtl="0" eaLnBrk="1" latinLnBrk="0" hangingPunct="1">
              <a:defRPr sz="1800" kern="1200">
                <a:solidFill>
                  <a:sysClr val="window" lastClr="FFFFFF"/>
                </a:solidFill>
                <a:latin typeface="+mn-lt"/>
                <a:ea typeface="+mn-ea"/>
                <a:cs typeface="+mn-cs"/>
              </a:defRPr>
            </a:lvl7pPr>
            <a:lvl8pPr marL="3200400" algn="l" defTabSz="914400" rtl="0" eaLnBrk="1" latinLnBrk="0" hangingPunct="1">
              <a:defRPr sz="1800" kern="1200">
                <a:solidFill>
                  <a:sysClr val="window" lastClr="FFFFFF"/>
                </a:solidFill>
                <a:latin typeface="+mn-lt"/>
                <a:ea typeface="+mn-ea"/>
                <a:cs typeface="+mn-cs"/>
              </a:defRPr>
            </a:lvl8pPr>
            <a:lvl9pPr marL="3657600" algn="l" defTabSz="914400" rtl="0" eaLnBrk="1" latinLnBrk="0" hangingPunct="1">
              <a:defRPr sz="1800" kern="1200">
                <a:solidFill>
                  <a:sysClr val="window" lastClr="FFFFFF"/>
                </a:solidFill>
                <a:latin typeface="+mn-lt"/>
                <a:ea typeface="+mn-ea"/>
                <a:cs typeface="+mn-cs"/>
              </a:defRPr>
            </a:lvl9pPr>
          </a:lstStyle>
          <a:p>
            <a:pPr algn="ctr"/>
            <a:endParaRPr lang="zh-CN" altLang="en-US" sz="1350">
              <a:solidFill>
                <a:sysClr val="window" lastClr="FFFFFF"/>
              </a:solidFill>
              <a:latin typeface="微软雅黑" panose="020B0503020204020204" pitchFamily="34" charset="-122"/>
              <a:ea typeface="微软雅黑" panose="020B0503020204020204" pitchFamily="34" charset="-122"/>
            </a:endParaRPr>
          </a:p>
        </p:txBody>
      </p:sp>
      <p:sp>
        <p:nvSpPr>
          <p:cNvPr id="15" name="Title 6"/>
          <p:cNvSpPr txBox="1"/>
          <p:nvPr>
            <p:custDataLst>
              <p:tags r:id="rId9"/>
            </p:custDataLst>
          </p:nvPr>
        </p:nvSpPr>
        <p:spPr>
          <a:xfrm>
            <a:off x="5417888" y="1423030"/>
            <a:ext cx="3031825" cy="2511717"/>
          </a:xfrm>
          <a:prstGeom prst="rect">
            <a:avLst/>
          </a:prstGeom>
          <a:noFill/>
          <a:ln w="3175">
            <a:noFill/>
            <a:prstDash val="dash"/>
          </a:ln>
        </p:spPr>
        <p:txBody>
          <a:bodyPr wrap="square" lIns="53993" tIns="0" rIns="53993" bIns="0" anchor="ctr" anchorCtr="0">
            <a:no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285750" lvl="0" indent="-285750" algn="l">
              <a:lnSpc>
                <a:spcPct val="130000"/>
              </a:lnSpc>
              <a:spcBef>
                <a:spcPts val="0"/>
              </a:spcBef>
              <a:spcAft>
                <a:spcPts val="800"/>
              </a:spcAft>
              <a:buSzPct val="100000"/>
              <a:buFont typeface="Wingdings" panose="05000000000000000000" pitchFamily="2" charset="2"/>
              <a:buChar char="n"/>
            </a:pPr>
            <a:r>
              <a:rPr lang="zh-CN" altLang="en-US" sz="1400" spc="50">
                <a:ln w="3175">
                  <a:noFill/>
                  <a:prstDash val="dash"/>
                </a:ln>
                <a:solidFill>
                  <a:srgbClr val="595959"/>
                </a:solidFill>
                <a:uFillTx/>
                <a:latin typeface="微软雅黑" panose="020B0503020204020204" pitchFamily="34" charset="-122"/>
                <a:ea typeface="微软雅黑" panose="020B0503020204020204" pitchFamily="34" charset="-122"/>
                <a:cs typeface="微软雅黑" panose="020B0503020204020204" pitchFamily="34" charset="-122"/>
              </a:rPr>
              <a:t>在 Microsoft Edge 的功能区中单击“更多”   ，在“更多”菜单中单击“使用 Internet Explorer 打开”。</a:t>
            </a:r>
            <a:endParaRPr lang="zh-CN" altLang="en-US" sz="1400" spc="50">
              <a:ln w="3175">
                <a:noFill/>
                <a:prstDash val="dash"/>
              </a:ln>
              <a:solidFill>
                <a:srgbClr val="595959"/>
              </a:solidFill>
              <a:uFillTx/>
              <a:latin typeface="微软雅黑" panose="020B0503020204020204" pitchFamily="34" charset="-122"/>
              <a:ea typeface="微软雅黑" panose="020B0503020204020204" pitchFamily="34" charset="-122"/>
              <a:cs typeface="微软雅黑" panose="020B0503020204020204" pitchFamily="34" charset="-122"/>
            </a:endParaRPr>
          </a:p>
          <a:p>
            <a:pPr marL="285750" lvl="0" indent="-285750" algn="l">
              <a:lnSpc>
                <a:spcPct val="130000"/>
              </a:lnSpc>
              <a:spcBef>
                <a:spcPts val="0"/>
              </a:spcBef>
              <a:spcAft>
                <a:spcPts val="800"/>
              </a:spcAft>
              <a:buSzPct val="100000"/>
              <a:buFont typeface="Wingdings" panose="05000000000000000000" pitchFamily="2" charset="2"/>
              <a:buChar char="n"/>
            </a:pPr>
            <a:r>
              <a:rPr lang="zh-CN" altLang="en-US" sz="1400" spc="50">
                <a:ln w="3175">
                  <a:noFill/>
                  <a:prstDash val="dash"/>
                </a:ln>
                <a:solidFill>
                  <a:srgbClr val="595959"/>
                </a:solidFill>
                <a:uFillTx/>
                <a:latin typeface="微软雅黑" panose="020B0503020204020204" pitchFamily="34" charset="-122"/>
                <a:ea typeface="微软雅黑" panose="020B0503020204020204" pitchFamily="34" charset="-122"/>
                <a:cs typeface="微软雅黑" panose="020B0503020204020204" pitchFamily="34" charset="-122"/>
              </a:rPr>
              <a:t>在 Internet Explorer 浏览器中，单击“工具”按钮     ，指向“文件”，单击“另存为”（或者按 Ctrl+S 键），如图 3-37 所示。</a:t>
            </a:r>
            <a:endParaRPr lang="zh-CN" altLang="en-US" sz="1400" spc="50">
              <a:ln w="3175">
                <a:noFill/>
                <a:prstDash val="dash"/>
              </a:ln>
              <a:solidFill>
                <a:srgbClr val="595959"/>
              </a:solidFill>
              <a:uFillTx/>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16" name="图片 15"/>
          <p:cNvPicPr>
            <a:picLocks noChangeAspect="1"/>
          </p:cNvPicPr>
          <p:nvPr>
            <p:custDataLst>
              <p:tags r:id="rId10"/>
            </p:custDataLst>
          </p:nvPr>
        </p:nvPicPr>
        <p:blipFill rotWithShape="1">
          <a:blip r:embed="rId11"/>
          <a:srcRect l="402" r="861"/>
          <a:stretch>
            <a:fillRect/>
          </a:stretch>
        </p:blipFill>
        <p:spPr>
          <a:xfrm>
            <a:off x="551676" y="1306669"/>
            <a:ext cx="4370051" cy="2745401"/>
          </a:xfrm>
          <a:prstGeom prst="rect">
            <a:avLst/>
          </a:prstGeom>
        </p:spPr>
      </p:pic>
      <p:pic>
        <p:nvPicPr>
          <p:cNvPr id="2" name="图片 1"/>
          <p:cNvPicPr>
            <a:picLocks noChangeAspect="1"/>
          </p:cNvPicPr>
          <p:nvPr/>
        </p:nvPicPr>
        <p:blipFill>
          <a:blip r:embed="rId12"/>
          <a:stretch>
            <a:fillRect/>
          </a:stretch>
        </p:blipFill>
        <p:spPr>
          <a:xfrm>
            <a:off x="6799940" y="1847622"/>
            <a:ext cx="251429" cy="228572"/>
          </a:xfrm>
          <a:prstGeom prst="rect">
            <a:avLst/>
          </a:prstGeom>
        </p:spPr>
      </p:pic>
      <p:pic>
        <p:nvPicPr>
          <p:cNvPr id="3" name="图片 2"/>
          <p:cNvPicPr>
            <a:picLocks noChangeAspect="1"/>
          </p:cNvPicPr>
          <p:nvPr/>
        </p:nvPicPr>
        <p:blipFill>
          <a:blip r:embed="rId13"/>
          <a:stretch>
            <a:fillRect/>
          </a:stretch>
        </p:blipFill>
        <p:spPr>
          <a:xfrm>
            <a:off x="7269147" y="2914290"/>
            <a:ext cx="198096" cy="213334"/>
          </a:xfrm>
          <a:prstGeom prst="rect">
            <a:avLst/>
          </a:prstGeom>
        </p:spPr>
      </p:pic>
    </p:spTree>
    <p:custDataLst>
      <p:tags r:id="rId14"/>
    </p:custDataLst>
  </p:cSld>
  <p:clrMapOvr>
    <a:masterClrMapping/>
  </p:clrMapOvr>
  <p:transition spd="slow">
    <p:random/>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矩形 16"/>
          <p:cNvSpPr/>
          <p:nvPr userDrawn="1">
            <p:custDataLst>
              <p:tags r:id="rId1"/>
            </p:custDataLst>
          </p:nvPr>
        </p:nvSpPr>
        <p:spPr>
          <a:xfrm>
            <a:off x="564" y="0"/>
            <a:ext cx="9142871" cy="694372"/>
          </a:xfrm>
          <a:prstGeom prst="rect">
            <a:avLst/>
          </a:prstGeom>
          <a:solidFill>
            <a:srgbClr val="E7E7F0"/>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olidFill>
                <a:srgbClr val="FFFFFF"/>
              </a:solidFill>
              <a:latin typeface="微软雅黑" panose="020B0503020204020204" pitchFamily="34" charset="-122"/>
              <a:ea typeface="微软雅黑" panose="020B0503020204020204" pitchFamily="34" charset="-122"/>
              <a:sym typeface="+mn-ea"/>
            </a:endParaRPr>
          </a:p>
        </p:txBody>
      </p:sp>
      <p:sp>
        <p:nvSpPr>
          <p:cNvPr id="14" name="Title 6"/>
          <p:cNvSpPr txBox="1"/>
          <p:nvPr>
            <p:custDataLst>
              <p:tags r:id="rId2"/>
            </p:custDataLst>
          </p:nvPr>
        </p:nvSpPr>
        <p:spPr>
          <a:xfrm>
            <a:off x="413632" y="175702"/>
            <a:ext cx="8229971" cy="456300"/>
          </a:xfrm>
          <a:prstGeom prst="rect">
            <a:avLst/>
          </a:prstGeom>
          <a:noFill/>
          <a:ln w="3175">
            <a:noFill/>
            <a:prstDash val="dash"/>
          </a:ln>
        </p:spPr>
        <p:txBody>
          <a:bodyPr wrap="square" lIns="53993" tIns="26996" rIns="53993" bIns="26996" anchor="b" anchorCtr="0">
            <a:no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0" indent="0" algn="l">
              <a:lnSpc>
                <a:spcPct val="100000"/>
              </a:lnSpc>
              <a:spcBef>
                <a:spcPts val="0"/>
              </a:spcBef>
              <a:spcAft>
                <a:spcPts val="0"/>
              </a:spcAft>
              <a:buSzPct val="100000"/>
              <a:buNone/>
              <a:defRPr/>
            </a:pPr>
            <a:r>
              <a:rPr lang="zh-CN" altLang="en-US" sz="2400" b="1" spc="150">
                <a:ln w="3175">
                  <a:noFill/>
                  <a:prstDash val="dash"/>
                </a:ln>
                <a:solidFill>
                  <a:schemeClr val="tx1">
                    <a:lumMod val="75000"/>
                    <a:lumOff val="25000"/>
                  </a:schemeClr>
                </a:solidFill>
                <a:uFillTx/>
                <a:latin typeface="微软雅黑" panose="020B0503020204020204" pitchFamily="34" charset="-122"/>
                <a:ea typeface="微软雅黑" panose="020B0503020204020204" pitchFamily="34" charset="-122"/>
                <a:cs typeface="微软雅黑" panose="020B0503020204020204" pitchFamily="34" charset="-122"/>
                <a:sym typeface="+mn-ea"/>
              </a:rPr>
              <a:t>保存网页</a:t>
            </a:r>
            <a:endParaRPr lang="zh-CN" altLang="en-US" sz="2400" b="1" spc="150">
              <a:ln w="3175">
                <a:noFill/>
                <a:prstDash val="dash"/>
              </a:ln>
              <a:solidFill>
                <a:schemeClr val="tx1">
                  <a:lumMod val="75000"/>
                  <a:lumOff val="25000"/>
                </a:schemeClr>
              </a:solidFill>
              <a:uFillTx/>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6" name="矩形 5"/>
          <p:cNvSpPr/>
          <p:nvPr>
            <p:custDataLst>
              <p:tags r:id="rId3"/>
            </p:custDataLst>
          </p:nvPr>
        </p:nvSpPr>
        <p:spPr>
          <a:xfrm>
            <a:off x="457073" y="1193653"/>
            <a:ext cx="4048895" cy="2970798"/>
          </a:xfrm>
          <a:prstGeom prst="rect">
            <a:avLst/>
          </a:prstGeom>
          <a:solidFill>
            <a:srgbClr val="FFFFFF"/>
          </a:solidFill>
          <a:ln>
            <a:noFill/>
          </a:ln>
          <a:effectLst>
            <a:outerShdw blurRad="127000" dist="38100" dir="5400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200" b="1" i="0" u="none" strike="noStrike" kern="1200" cap="none" spc="0" normalizeH="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7" name="矩形 6"/>
          <p:cNvSpPr/>
          <p:nvPr>
            <p:custDataLst>
              <p:tags r:id="rId4"/>
            </p:custDataLst>
          </p:nvPr>
        </p:nvSpPr>
        <p:spPr>
          <a:xfrm>
            <a:off x="4839937" y="1193653"/>
            <a:ext cx="3846990" cy="2970798"/>
          </a:xfrm>
          <a:prstGeom prst="rect">
            <a:avLst/>
          </a:prstGeom>
          <a:solidFill>
            <a:srgbClr val="FFFFFF"/>
          </a:solidFill>
          <a:ln>
            <a:noFill/>
          </a:ln>
          <a:effectLst>
            <a:outerShdw blurRad="127000" dist="381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200" b="1" i="0" u="none" strike="noStrike" kern="1200" cap="none" spc="0" normalizeH="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8" name="TextBox 13"/>
          <p:cNvSpPr txBox="1"/>
          <p:nvPr>
            <p:custDataLst>
              <p:tags r:id="rId5"/>
            </p:custDataLst>
          </p:nvPr>
        </p:nvSpPr>
        <p:spPr>
          <a:xfrm>
            <a:off x="456808" y="4681429"/>
            <a:ext cx="2176516" cy="169943"/>
          </a:xfrm>
          <a:prstGeom prst="rect">
            <a:avLst/>
          </a:prstGeom>
          <a:noFill/>
          <a:ln>
            <a:noFill/>
          </a:ln>
        </p:spPr>
        <p:txBody>
          <a:bodyPr wrap="square" lIns="67491" tIns="26996" rIns="67491" bIns="26996"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750" b="0" i="0" u="none" strike="noStrike" kern="1200" cap="none" spc="150" normalizeH="0" noProof="0" dirty="0">
                <a:ln>
                  <a:noFill/>
                </a:ln>
                <a:solidFill>
                  <a:schemeClr val="accent3">
                    <a:lumMod val="75000"/>
                  </a:schemeClr>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https://</a:t>
            </a:r>
            <a:r>
              <a:rPr kumimoji="0" lang="en-US" altLang="zh-CN" sz="750" b="1" i="0" u="none" strike="noStrike" kern="1200" cap="none" spc="150" normalizeH="0" noProof="0" dirty="0">
                <a:ln>
                  <a:noFill/>
                </a:ln>
                <a:solidFill>
                  <a:schemeClr val="accent4">
                    <a:lumMod val="75000"/>
                  </a:schemeClr>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www.wps.cn</a:t>
            </a:r>
            <a:endParaRPr kumimoji="0" lang="en-US" altLang="zh-CN" sz="750" b="1" i="0" u="none" strike="noStrike" kern="1200" cap="none" spc="150" normalizeH="0" noProof="0" dirty="0">
              <a:ln>
                <a:noFill/>
              </a:ln>
              <a:solidFill>
                <a:schemeClr val="accent4">
                  <a:lumMod val="75000"/>
                </a:schemeClr>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 name="椭圆 9"/>
          <p:cNvSpPr>
            <a:spLocks noChangeAspect="1"/>
          </p:cNvSpPr>
          <p:nvPr>
            <p:custDataLst>
              <p:tags r:id="rId6"/>
            </p:custDataLst>
          </p:nvPr>
        </p:nvSpPr>
        <p:spPr>
          <a:xfrm>
            <a:off x="8643752" y="4744769"/>
            <a:ext cx="43175" cy="43175"/>
          </a:xfrm>
          <a:prstGeom prst="ellipse">
            <a:avLst/>
          </a:prstGeom>
          <a:solidFill>
            <a:srgbClr val="EF1F47"/>
          </a:solidFill>
          <a:ln>
            <a:noFill/>
          </a:ln>
        </p:spPr>
        <p:style>
          <a:lnRef idx="2">
            <a:srgbClr val="1E6BC5">
              <a:shade val="50000"/>
            </a:srgbClr>
          </a:lnRef>
          <a:fillRef idx="1">
            <a:srgbClr val="1E6BC5"/>
          </a:fillRef>
          <a:effectRef idx="0">
            <a:srgbClr val="1E6BC5"/>
          </a:effectRef>
          <a:fontRef idx="minor">
            <a:sysClr val="window" lastClr="FFFFFF"/>
          </a:fontRef>
        </p:style>
        <p:txBody>
          <a:bodyPr rtlCol="0" anchor="ctr"/>
          <a:lstStyle>
            <a:defPPr>
              <a:defRPr lang="zh-CN">
                <a:solidFill>
                  <a:sysClr val="window" lastClr="FFFFFF"/>
                </a:solidFill>
              </a:defRPr>
            </a:defPPr>
            <a:lvl1pPr marL="0" algn="l" defTabSz="914400" rtl="0" eaLnBrk="1" latinLnBrk="0" hangingPunct="1">
              <a:defRPr sz="1800" kern="1200">
                <a:solidFill>
                  <a:sysClr val="window" lastClr="FFFFFF"/>
                </a:solidFill>
                <a:latin typeface="+mn-lt"/>
                <a:ea typeface="+mn-ea"/>
                <a:cs typeface="+mn-cs"/>
              </a:defRPr>
            </a:lvl1pPr>
            <a:lvl2pPr marL="457200" algn="l" defTabSz="914400" rtl="0" eaLnBrk="1" latinLnBrk="0" hangingPunct="1">
              <a:defRPr sz="1800" kern="1200">
                <a:solidFill>
                  <a:sysClr val="window" lastClr="FFFFFF"/>
                </a:solidFill>
                <a:latin typeface="+mn-lt"/>
                <a:ea typeface="+mn-ea"/>
                <a:cs typeface="+mn-cs"/>
              </a:defRPr>
            </a:lvl2pPr>
            <a:lvl3pPr marL="914400" algn="l" defTabSz="914400" rtl="0" eaLnBrk="1" latinLnBrk="0" hangingPunct="1">
              <a:defRPr sz="1800" kern="1200">
                <a:solidFill>
                  <a:sysClr val="window" lastClr="FFFFFF"/>
                </a:solidFill>
                <a:latin typeface="+mn-lt"/>
                <a:ea typeface="+mn-ea"/>
                <a:cs typeface="+mn-cs"/>
              </a:defRPr>
            </a:lvl3pPr>
            <a:lvl4pPr marL="1371600" algn="l" defTabSz="914400" rtl="0" eaLnBrk="1" latinLnBrk="0" hangingPunct="1">
              <a:defRPr sz="1800" kern="1200">
                <a:solidFill>
                  <a:sysClr val="window" lastClr="FFFFFF"/>
                </a:solidFill>
                <a:latin typeface="+mn-lt"/>
                <a:ea typeface="+mn-ea"/>
                <a:cs typeface="+mn-cs"/>
              </a:defRPr>
            </a:lvl4pPr>
            <a:lvl5pPr marL="1828800" algn="l" defTabSz="914400" rtl="0" eaLnBrk="1" latinLnBrk="0" hangingPunct="1">
              <a:defRPr sz="1800" kern="1200">
                <a:solidFill>
                  <a:sysClr val="window" lastClr="FFFFFF"/>
                </a:solidFill>
                <a:latin typeface="+mn-lt"/>
                <a:ea typeface="+mn-ea"/>
                <a:cs typeface="+mn-cs"/>
              </a:defRPr>
            </a:lvl5pPr>
            <a:lvl6pPr marL="2286000" algn="l" defTabSz="914400" rtl="0" eaLnBrk="1" latinLnBrk="0" hangingPunct="1">
              <a:defRPr sz="1800" kern="1200">
                <a:solidFill>
                  <a:sysClr val="window" lastClr="FFFFFF"/>
                </a:solidFill>
                <a:latin typeface="+mn-lt"/>
                <a:ea typeface="+mn-ea"/>
                <a:cs typeface="+mn-cs"/>
              </a:defRPr>
            </a:lvl6pPr>
            <a:lvl7pPr marL="2743200" algn="l" defTabSz="914400" rtl="0" eaLnBrk="1" latinLnBrk="0" hangingPunct="1">
              <a:defRPr sz="1800" kern="1200">
                <a:solidFill>
                  <a:sysClr val="window" lastClr="FFFFFF"/>
                </a:solidFill>
                <a:latin typeface="+mn-lt"/>
                <a:ea typeface="+mn-ea"/>
                <a:cs typeface="+mn-cs"/>
              </a:defRPr>
            </a:lvl7pPr>
            <a:lvl8pPr marL="3200400" algn="l" defTabSz="914400" rtl="0" eaLnBrk="1" latinLnBrk="0" hangingPunct="1">
              <a:defRPr sz="1800" kern="1200">
                <a:solidFill>
                  <a:sysClr val="window" lastClr="FFFFFF"/>
                </a:solidFill>
                <a:latin typeface="+mn-lt"/>
                <a:ea typeface="+mn-ea"/>
                <a:cs typeface="+mn-cs"/>
              </a:defRPr>
            </a:lvl8pPr>
            <a:lvl9pPr marL="3657600" algn="l" defTabSz="914400" rtl="0" eaLnBrk="1" latinLnBrk="0" hangingPunct="1">
              <a:defRPr sz="1800" kern="1200">
                <a:solidFill>
                  <a:sysClr val="window" lastClr="FFFFFF"/>
                </a:solidFill>
                <a:latin typeface="+mn-lt"/>
                <a:ea typeface="+mn-ea"/>
                <a:cs typeface="+mn-cs"/>
              </a:defRPr>
            </a:lvl9pPr>
          </a:lstStyle>
          <a:p>
            <a:pPr algn="ctr"/>
            <a:endParaRPr lang="zh-CN" altLang="en-US" sz="1350">
              <a:solidFill>
                <a:sysClr val="window" lastClr="FFFFFF"/>
              </a:solidFill>
              <a:latin typeface="微软雅黑" panose="020B0503020204020204" pitchFamily="34" charset="-122"/>
              <a:ea typeface="微软雅黑" panose="020B0503020204020204" pitchFamily="34" charset="-122"/>
            </a:endParaRPr>
          </a:p>
        </p:txBody>
      </p:sp>
      <p:sp>
        <p:nvSpPr>
          <p:cNvPr id="11" name="椭圆 10"/>
          <p:cNvSpPr/>
          <p:nvPr>
            <p:custDataLst>
              <p:tags r:id="rId7"/>
            </p:custDataLst>
          </p:nvPr>
        </p:nvSpPr>
        <p:spPr>
          <a:xfrm>
            <a:off x="8406292" y="4744769"/>
            <a:ext cx="43175" cy="43175"/>
          </a:xfrm>
          <a:prstGeom prst="ellipse">
            <a:avLst/>
          </a:prstGeom>
          <a:solidFill>
            <a:srgbClr val="EF1F47"/>
          </a:solidFill>
          <a:ln>
            <a:noFill/>
          </a:ln>
        </p:spPr>
        <p:style>
          <a:lnRef idx="2">
            <a:srgbClr val="1E6BC5">
              <a:shade val="50000"/>
            </a:srgbClr>
          </a:lnRef>
          <a:fillRef idx="1">
            <a:srgbClr val="1E6BC5"/>
          </a:fillRef>
          <a:effectRef idx="0">
            <a:srgbClr val="1E6BC5"/>
          </a:effectRef>
          <a:fontRef idx="minor">
            <a:sysClr val="window" lastClr="FFFFFF"/>
          </a:fontRef>
        </p:style>
        <p:txBody>
          <a:bodyPr rtlCol="0" anchor="ctr"/>
          <a:lstStyle>
            <a:defPPr>
              <a:defRPr lang="zh-CN">
                <a:solidFill>
                  <a:sysClr val="window" lastClr="FFFFFF"/>
                </a:solidFill>
              </a:defRPr>
            </a:defPPr>
            <a:lvl1pPr marL="0" algn="l" defTabSz="914400" rtl="0" eaLnBrk="1" latinLnBrk="0" hangingPunct="1">
              <a:defRPr sz="1800" kern="1200">
                <a:solidFill>
                  <a:sysClr val="window" lastClr="FFFFFF"/>
                </a:solidFill>
                <a:latin typeface="+mn-lt"/>
                <a:ea typeface="+mn-ea"/>
                <a:cs typeface="+mn-cs"/>
              </a:defRPr>
            </a:lvl1pPr>
            <a:lvl2pPr marL="457200" algn="l" defTabSz="914400" rtl="0" eaLnBrk="1" latinLnBrk="0" hangingPunct="1">
              <a:defRPr sz="1800" kern="1200">
                <a:solidFill>
                  <a:sysClr val="window" lastClr="FFFFFF"/>
                </a:solidFill>
                <a:latin typeface="+mn-lt"/>
                <a:ea typeface="+mn-ea"/>
                <a:cs typeface="+mn-cs"/>
              </a:defRPr>
            </a:lvl2pPr>
            <a:lvl3pPr marL="914400" algn="l" defTabSz="914400" rtl="0" eaLnBrk="1" latinLnBrk="0" hangingPunct="1">
              <a:defRPr sz="1800" kern="1200">
                <a:solidFill>
                  <a:sysClr val="window" lastClr="FFFFFF"/>
                </a:solidFill>
                <a:latin typeface="+mn-lt"/>
                <a:ea typeface="+mn-ea"/>
                <a:cs typeface="+mn-cs"/>
              </a:defRPr>
            </a:lvl3pPr>
            <a:lvl4pPr marL="1371600" algn="l" defTabSz="914400" rtl="0" eaLnBrk="1" latinLnBrk="0" hangingPunct="1">
              <a:defRPr sz="1800" kern="1200">
                <a:solidFill>
                  <a:sysClr val="window" lastClr="FFFFFF"/>
                </a:solidFill>
                <a:latin typeface="+mn-lt"/>
                <a:ea typeface="+mn-ea"/>
                <a:cs typeface="+mn-cs"/>
              </a:defRPr>
            </a:lvl4pPr>
            <a:lvl5pPr marL="1828800" algn="l" defTabSz="914400" rtl="0" eaLnBrk="1" latinLnBrk="0" hangingPunct="1">
              <a:defRPr sz="1800" kern="1200">
                <a:solidFill>
                  <a:sysClr val="window" lastClr="FFFFFF"/>
                </a:solidFill>
                <a:latin typeface="+mn-lt"/>
                <a:ea typeface="+mn-ea"/>
                <a:cs typeface="+mn-cs"/>
              </a:defRPr>
            </a:lvl5pPr>
            <a:lvl6pPr marL="2286000" algn="l" defTabSz="914400" rtl="0" eaLnBrk="1" latinLnBrk="0" hangingPunct="1">
              <a:defRPr sz="1800" kern="1200">
                <a:solidFill>
                  <a:sysClr val="window" lastClr="FFFFFF"/>
                </a:solidFill>
                <a:latin typeface="+mn-lt"/>
                <a:ea typeface="+mn-ea"/>
                <a:cs typeface="+mn-cs"/>
              </a:defRPr>
            </a:lvl6pPr>
            <a:lvl7pPr marL="2743200" algn="l" defTabSz="914400" rtl="0" eaLnBrk="1" latinLnBrk="0" hangingPunct="1">
              <a:defRPr sz="1800" kern="1200">
                <a:solidFill>
                  <a:sysClr val="window" lastClr="FFFFFF"/>
                </a:solidFill>
                <a:latin typeface="+mn-lt"/>
                <a:ea typeface="+mn-ea"/>
                <a:cs typeface="+mn-cs"/>
              </a:defRPr>
            </a:lvl7pPr>
            <a:lvl8pPr marL="3200400" algn="l" defTabSz="914400" rtl="0" eaLnBrk="1" latinLnBrk="0" hangingPunct="1">
              <a:defRPr sz="1800" kern="1200">
                <a:solidFill>
                  <a:sysClr val="window" lastClr="FFFFFF"/>
                </a:solidFill>
                <a:latin typeface="+mn-lt"/>
                <a:ea typeface="+mn-ea"/>
                <a:cs typeface="+mn-cs"/>
              </a:defRPr>
            </a:lvl8pPr>
            <a:lvl9pPr marL="3657600" algn="l" defTabSz="914400" rtl="0" eaLnBrk="1" latinLnBrk="0" hangingPunct="1">
              <a:defRPr sz="1800" kern="1200">
                <a:solidFill>
                  <a:sysClr val="window" lastClr="FFFFFF"/>
                </a:solidFill>
                <a:latin typeface="+mn-lt"/>
                <a:ea typeface="+mn-ea"/>
                <a:cs typeface="+mn-cs"/>
              </a:defRPr>
            </a:lvl9pPr>
          </a:lstStyle>
          <a:p>
            <a:pPr algn="ctr"/>
            <a:endParaRPr lang="zh-CN" altLang="en-US" sz="1350">
              <a:solidFill>
                <a:sysClr val="window" lastClr="FFFFFF"/>
              </a:solidFill>
              <a:latin typeface="微软雅黑" panose="020B0503020204020204" pitchFamily="34" charset="-122"/>
              <a:ea typeface="微软雅黑" panose="020B0503020204020204" pitchFamily="34" charset="-122"/>
            </a:endParaRPr>
          </a:p>
        </p:txBody>
      </p:sp>
      <p:sp>
        <p:nvSpPr>
          <p:cNvPr id="13" name="椭圆 12"/>
          <p:cNvSpPr>
            <a:spLocks noChangeAspect="1"/>
          </p:cNvSpPr>
          <p:nvPr>
            <p:custDataLst>
              <p:tags r:id="rId8"/>
            </p:custDataLst>
          </p:nvPr>
        </p:nvSpPr>
        <p:spPr>
          <a:xfrm>
            <a:off x="8525022" y="4744769"/>
            <a:ext cx="43175" cy="43175"/>
          </a:xfrm>
          <a:prstGeom prst="ellipse">
            <a:avLst/>
          </a:prstGeom>
          <a:solidFill>
            <a:srgbClr val="EF1F47"/>
          </a:solidFill>
          <a:ln>
            <a:noFill/>
          </a:ln>
        </p:spPr>
        <p:style>
          <a:lnRef idx="2">
            <a:srgbClr val="1E6BC5">
              <a:shade val="50000"/>
            </a:srgbClr>
          </a:lnRef>
          <a:fillRef idx="1">
            <a:srgbClr val="1E6BC5"/>
          </a:fillRef>
          <a:effectRef idx="0">
            <a:srgbClr val="1E6BC5"/>
          </a:effectRef>
          <a:fontRef idx="minor">
            <a:sysClr val="window" lastClr="FFFFFF"/>
          </a:fontRef>
        </p:style>
        <p:txBody>
          <a:bodyPr rtlCol="0" anchor="ctr"/>
          <a:lstStyle>
            <a:defPPr>
              <a:defRPr lang="zh-CN">
                <a:solidFill>
                  <a:sysClr val="window" lastClr="FFFFFF"/>
                </a:solidFill>
              </a:defRPr>
            </a:defPPr>
            <a:lvl1pPr marL="0" algn="l" defTabSz="914400" rtl="0" eaLnBrk="1" latinLnBrk="0" hangingPunct="1">
              <a:defRPr sz="1800" kern="1200">
                <a:solidFill>
                  <a:sysClr val="window" lastClr="FFFFFF"/>
                </a:solidFill>
                <a:latin typeface="+mn-lt"/>
                <a:ea typeface="+mn-ea"/>
                <a:cs typeface="+mn-cs"/>
              </a:defRPr>
            </a:lvl1pPr>
            <a:lvl2pPr marL="457200" algn="l" defTabSz="914400" rtl="0" eaLnBrk="1" latinLnBrk="0" hangingPunct="1">
              <a:defRPr sz="1800" kern="1200">
                <a:solidFill>
                  <a:sysClr val="window" lastClr="FFFFFF"/>
                </a:solidFill>
                <a:latin typeface="+mn-lt"/>
                <a:ea typeface="+mn-ea"/>
                <a:cs typeface="+mn-cs"/>
              </a:defRPr>
            </a:lvl2pPr>
            <a:lvl3pPr marL="914400" algn="l" defTabSz="914400" rtl="0" eaLnBrk="1" latinLnBrk="0" hangingPunct="1">
              <a:defRPr sz="1800" kern="1200">
                <a:solidFill>
                  <a:sysClr val="window" lastClr="FFFFFF"/>
                </a:solidFill>
                <a:latin typeface="+mn-lt"/>
                <a:ea typeface="+mn-ea"/>
                <a:cs typeface="+mn-cs"/>
              </a:defRPr>
            </a:lvl3pPr>
            <a:lvl4pPr marL="1371600" algn="l" defTabSz="914400" rtl="0" eaLnBrk="1" latinLnBrk="0" hangingPunct="1">
              <a:defRPr sz="1800" kern="1200">
                <a:solidFill>
                  <a:sysClr val="window" lastClr="FFFFFF"/>
                </a:solidFill>
                <a:latin typeface="+mn-lt"/>
                <a:ea typeface="+mn-ea"/>
                <a:cs typeface="+mn-cs"/>
              </a:defRPr>
            </a:lvl4pPr>
            <a:lvl5pPr marL="1828800" algn="l" defTabSz="914400" rtl="0" eaLnBrk="1" latinLnBrk="0" hangingPunct="1">
              <a:defRPr sz="1800" kern="1200">
                <a:solidFill>
                  <a:sysClr val="window" lastClr="FFFFFF"/>
                </a:solidFill>
                <a:latin typeface="+mn-lt"/>
                <a:ea typeface="+mn-ea"/>
                <a:cs typeface="+mn-cs"/>
              </a:defRPr>
            </a:lvl5pPr>
            <a:lvl6pPr marL="2286000" algn="l" defTabSz="914400" rtl="0" eaLnBrk="1" latinLnBrk="0" hangingPunct="1">
              <a:defRPr sz="1800" kern="1200">
                <a:solidFill>
                  <a:sysClr val="window" lastClr="FFFFFF"/>
                </a:solidFill>
                <a:latin typeface="+mn-lt"/>
                <a:ea typeface="+mn-ea"/>
                <a:cs typeface="+mn-cs"/>
              </a:defRPr>
            </a:lvl6pPr>
            <a:lvl7pPr marL="2743200" algn="l" defTabSz="914400" rtl="0" eaLnBrk="1" latinLnBrk="0" hangingPunct="1">
              <a:defRPr sz="1800" kern="1200">
                <a:solidFill>
                  <a:sysClr val="window" lastClr="FFFFFF"/>
                </a:solidFill>
                <a:latin typeface="+mn-lt"/>
                <a:ea typeface="+mn-ea"/>
                <a:cs typeface="+mn-cs"/>
              </a:defRPr>
            </a:lvl7pPr>
            <a:lvl8pPr marL="3200400" algn="l" defTabSz="914400" rtl="0" eaLnBrk="1" latinLnBrk="0" hangingPunct="1">
              <a:defRPr sz="1800" kern="1200">
                <a:solidFill>
                  <a:sysClr val="window" lastClr="FFFFFF"/>
                </a:solidFill>
                <a:latin typeface="+mn-lt"/>
                <a:ea typeface="+mn-ea"/>
                <a:cs typeface="+mn-cs"/>
              </a:defRPr>
            </a:lvl8pPr>
            <a:lvl9pPr marL="3657600" algn="l" defTabSz="914400" rtl="0" eaLnBrk="1" latinLnBrk="0" hangingPunct="1">
              <a:defRPr sz="1800" kern="1200">
                <a:solidFill>
                  <a:sysClr val="window" lastClr="FFFFFF"/>
                </a:solidFill>
                <a:latin typeface="+mn-lt"/>
                <a:ea typeface="+mn-ea"/>
                <a:cs typeface="+mn-cs"/>
              </a:defRPr>
            </a:lvl9pPr>
          </a:lstStyle>
          <a:p>
            <a:pPr algn="ctr"/>
            <a:endParaRPr lang="zh-CN" altLang="en-US" sz="1350">
              <a:solidFill>
                <a:sysClr val="window" lastClr="FFFFFF"/>
              </a:solidFill>
              <a:latin typeface="微软雅黑" panose="020B0503020204020204" pitchFamily="34" charset="-122"/>
              <a:ea typeface="微软雅黑" panose="020B0503020204020204" pitchFamily="34" charset="-122"/>
            </a:endParaRPr>
          </a:p>
        </p:txBody>
      </p:sp>
      <p:sp>
        <p:nvSpPr>
          <p:cNvPr id="15" name="Title 6"/>
          <p:cNvSpPr txBox="1"/>
          <p:nvPr>
            <p:custDataLst>
              <p:tags r:id="rId9"/>
            </p:custDataLst>
          </p:nvPr>
        </p:nvSpPr>
        <p:spPr>
          <a:xfrm>
            <a:off x="4968191" y="1422224"/>
            <a:ext cx="3556196" cy="2511750"/>
          </a:xfrm>
          <a:prstGeom prst="rect">
            <a:avLst/>
          </a:prstGeom>
          <a:noFill/>
          <a:ln w="3175">
            <a:noFill/>
            <a:prstDash val="dash"/>
          </a:ln>
        </p:spPr>
        <p:txBody>
          <a:bodyPr wrap="square" lIns="53993" tIns="0" rIns="53993" bIns="0" anchor="ctr" anchorCtr="0">
            <a:no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285750" lvl="0" indent="-285750" algn="just">
              <a:lnSpc>
                <a:spcPct val="130000"/>
              </a:lnSpc>
              <a:spcBef>
                <a:spcPts val="0"/>
              </a:spcBef>
              <a:spcAft>
                <a:spcPts val="800"/>
              </a:spcAft>
              <a:buSzPct val="100000"/>
              <a:buFont typeface="Wingdings" panose="05000000000000000000" pitchFamily="2" charset="2"/>
              <a:buChar char="n"/>
            </a:pPr>
            <a:r>
              <a:rPr lang="zh-CN" altLang="en-US" sz="1200" spc="50">
                <a:ln w="3175">
                  <a:noFill/>
                  <a:prstDash val="dash"/>
                </a:ln>
                <a:solidFill>
                  <a:srgbClr val="595959"/>
                </a:solidFill>
                <a:uFillTx/>
                <a:latin typeface="微软雅黑" panose="020B0503020204020204" pitchFamily="34" charset="-122"/>
                <a:ea typeface="微软雅黑" panose="020B0503020204020204" pitchFamily="34" charset="-122"/>
                <a:cs typeface="微软雅黑" panose="020B0503020204020204" pitchFamily="34" charset="-122"/>
              </a:rPr>
              <a:t>在“保存网页”对话框中，如图 3-38 所示，选择保存网页文件的文件夹。在“文件名”框中输入网页文件名（一般不需要更改）。单击“保存类型”下拉列表框右侧的 按钮，在列表中可以选择“网页，全部（*.htm，*.html）”“Web 档案，单一文件（*.mht）”“网页，仅 HTML（*.htm，*.html）”或“文本文件（*.txt）”。</a:t>
            </a:r>
            <a:endParaRPr lang="zh-CN" altLang="en-US" sz="1200" spc="50">
              <a:ln w="3175">
                <a:noFill/>
                <a:prstDash val="dash"/>
              </a:ln>
              <a:solidFill>
                <a:srgbClr val="595959"/>
              </a:solidFill>
              <a:uFillTx/>
              <a:latin typeface="微软雅黑" panose="020B0503020204020204" pitchFamily="34" charset="-122"/>
              <a:ea typeface="微软雅黑" panose="020B0503020204020204" pitchFamily="34" charset="-122"/>
              <a:cs typeface="微软雅黑" panose="020B0503020204020204" pitchFamily="34" charset="-122"/>
            </a:endParaRPr>
          </a:p>
          <a:p>
            <a:pPr marL="285750" lvl="0" indent="-285750" algn="just">
              <a:lnSpc>
                <a:spcPct val="130000"/>
              </a:lnSpc>
              <a:spcBef>
                <a:spcPts val="0"/>
              </a:spcBef>
              <a:spcAft>
                <a:spcPts val="800"/>
              </a:spcAft>
              <a:buSzPct val="100000"/>
              <a:buFont typeface="Wingdings" panose="05000000000000000000" pitchFamily="2" charset="2"/>
              <a:buChar char="n"/>
            </a:pPr>
            <a:r>
              <a:rPr lang="zh-CN" altLang="en-US" sz="1200" spc="50">
                <a:ln w="3175">
                  <a:noFill/>
                  <a:prstDash val="dash"/>
                </a:ln>
                <a:solidFill>
                  <a:srgbClr val="595959"/>
                </a:solidFill>
                <a:uFillTx/>
                <a:latin typeface="微软雅黑" panose="020B0503020204020204" pitchFamily="34" charset="-122"/>
                <a:ea typeface="微软雅黑" panose="020B0503020204020204" pitchFamily="34" charset="-122"/>
                <a:cs typeface="微软雅黑" panose="020B0503020204020204" pitchFamily="34" charset="-122"/>
              </a:rPr>
              <a:t>单击“保存”按钮。</a:t>
            </a:r>
            <a:endParaRPr lang="zh-CN" altLang="en-US" sz="1200" spc="50">
              <a:ln w="3175">
                <a:noFill/>
                <a:prstDash val="dash"/>
              </a:ln>
              <a:solidFill>
                <a:srgbClr val="595959"/>
              </a:solidFill>
              <a:uFillTx/>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2" name="图片 1"/>
          <p:cNvPicPr>
            <a:picLocks noChangeAspect="1"/>
          </p:cNvPicPr>
          <p:nvPr/>
        </p:nvPicPr>
        <p:blipFill>
          <a:blip r:embed="rId10"/>
          <a:stretch>
            <a:fillRect/>
          </a:stretch>
        </p:blipFill>
        <p:spPr>
          <a:xfrm>
            <a:off x="636121" y="1532066"/>
            <a:ext cx="3691434" cy="2292702"/>
          </a:xfrm>
          <a:prstGeom prst="rect">
            <a:avLst/>
          </a:prstGeom>
        </p:spPr>
      </p:pic>
    </p:spTree>
    <p:custDataLst>
      <p:tags r:id="rId11"/>
    </p:custDataLst>
  </p:cSld>
  <p:clrMapOvr>
    <a:masterClrMapping/>
  </p:clrMapOvr>
  <p:transition spd="slow">
    <p:random/>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5"/>
          <p:cNvSpPr txBox="1"/>
          <p:nvPr>
            <p:custDataLst>
              <p:tags r:id="rId1"/>
            </p:custDataLst>
          </p:nvPr>
        </p:nvSpPr>
        <p:spPr>
          <a:xfrm>
            <a:off x="4900474" y="612452"/>
            <a:ext cx="3914487" cy="403249"/>
          </a:xfrm>
          <a:prstGeom prst="rect">
            <a:avLst/>
          </a:prstGeom>
          <a:noFill/>
        </p:spPr>
        <p:txBody>
          <a:bodyPr wrap="square" tIns="35095" bIns="35095" rtlCol="0" anchor="ctr" anchorCtr="0">
            <a:normAutofit/>
          </a:bodyPr>
          <a:lstStyle/>
          <a:p>
            <a:pPr algn="r">
              <a:lnSpc>
                <a:spcPct val="120000"/>
              </a:lnSpc>
            </a:pPr>
            <a:r>
              <a:rPr lang="zh-CN" altLang="en-US" b="1" spc="300">
                <a:latin typeface="Arial" panose="020B0604020202020204" pitchFamily="34" charset="0"/>
                <a:ea typeface="微软雅黑" panose="020B0503020204020204" pitchFamily="34" charset="-122"/>
              </a:rPr>
              <a:t>保存网页中的选定内容</a:t>
            </a:r>
            <a:endParaRPr lang="zh-CN" altLang="en-US" b="1" spc="300">
              <a:latin typeface="Arial" panose="020B0604020202020204" pitchFamily="34" charset="0"/>
              <a:ea typeface="微软雅黑" panose="020B0503020204020204" pitchFamily="34" charset="-122"/>
            </a:endParaRPr>
          </a:p>
        </p:txBody>
      </p:sp>
      <p:sp>
        <p:nvSpPr>
          <p:cNvPr id="4" name="文本框 3"/>
          <p:cNvSpPr txBox="1"/>
          <p:nvPr>
            <p:custDataLst>
              <p:tags r:id="rId2"/>
            </p:custDataLst>
          </p:nvPr>
        </p:nvSpPr>
        <p:spPr>
          <a:xfrm>
            <a:off x="5004382" y="1015690"/>
            <a:ext cx="3810165" cy="438785"/>
          </a:xfrm>
          <a:prstGeom prst="rect">
            <a:avLst/>
          </a:prstGeom>
          <a:noFill/>
        </p:spPr>
        <p:txBody>
          <a:bodyPr wrap="square" tIns="35095" bIns="35095" rtlCol="0" anchor="t" anchorCtr="0">
            <a:spAutoFit/>
          </a:bodyPr>
          <a:lstStyle/>
          <a:p>
            <a:pPr algn="r">
              <a:lnSpc>
                <a:spcPct val="120000"/>
              </a:lnSpc>
            </a:pPr>
            <a:r>
              <a:rPr kumimoji="1" lang="en-US" altLang="zh-CN" sz="1000" kern="0" dirty="0">
                <a:solidFill>
                  <a:schemeClr val="tx1"/>
                </a:solidFill>
                <a:uFillTx/>
                <a:latin typeface="Arial" panose="020B0604020202020204" pitchFamily="34" charset="0"/>
                <a:ea typeface="微软雅黑" panose="020B0503020204020204" pitchFamily="34" charset="-122"/>
              </a:rPr>
              <a:t>可以把网页中选定的部分内容通过复制、粘贴的方式，复制到 Word、记事本等编软件中。具体方法如下：</a:t>
            </a:r>
            <a:endParaRPr kumimoji="1" lang="en-US" altLang="zh-CN" sz="1000" kern="0" dirty="0">
              <a:solidFill>
                <a:schemeClr val="tx1"/>
              </a:solidFill>
              <a:uFillTx/>
              <a:latin typeface="Arial" panose="020B0604020202020204" pitchFamily="34" charset="0"/>
              <a:ea typeface="微软雅黑" panose="020B0503020204020204" pitchFamily="34" charset="-122"/>
            </a:endParaRPr>
          </a:p>
        </p:txBody>
      </p:sp>
      <p:sp>
        <p:nvSpPr>
          <p:cNvPr id="7" name="椭圆 6"/>
          <p:cNvSpPr/>
          <p:nvPr>
            <p:custDataLst>
              <p:tags r:id="rId3"/>
            </p:custDataLst>
          </p:nvPr>
        </p:nvSpPr>
        <p:spPr>
          <a:xfrm>
            <a:off x="8325496" y="1787009"/>
            <a:ext cx="495757" cy="495757"/>
          </a:xfrm>
          <a:prstGeom prst="ellipse">
            <a:avLst/>
          </a:prstGeom>
          <a:ln>
            <a:noFill/>
          </a:ln>
        </p:spPr>
        <p:style>
          <a:lnRef idx="2">
            <a:srgbClr val="2196F3">
              <a:shade val="50000"/>
            </a:srgbClr>
          </a:lnRef>
          <a:fillRef idx="1">
            <a:srgbClr val="2196F3"/>
          </a:fillRef>
          <a:effectRef idx="0">
            <a:srgbClr val="2196F3"/>
          </a:effectRef>
          <a:fontRef idx="minor">
            <a:srgbClr val="FFFFFF"/>
          </a:fontRef>
        </p:style>
        <p:txBody>
          <a:bodyPr rtlCol="0" anchor="ctr">
            <a:normAutofit fontScale="70000"/>
          </a:bodyPr>
          <a:lstStyle/>
          <a:p>
            <a:pPr algn="ctr"/>
            <a:r>
              <a:rPr lang="en-US" altLang="zh-CN" sz="1500" b="1" dirty="0">
                <a:latin typeface="Arial" panose="020B0604020202020204" pitchFamily="34" charset="0"/>
                <a:ea typeface="微软雅黑" panose="020B0503020204020204" pitchFamily="34" charset="-122"/>
              </a:rPr>
              <a:t>01</a:t>
            </a:r>
            <a:endParaRPr lang="zh-CN" altLang="en-US" sz="1500" b="1" dirty="0">
              <a:latin typeface="Arial" panose="020B0604020202020204" pitchFamily="34" charset="0"/>
              <a:ea typeface="微软雅黑" panose="020B0503020204020204" pitchFamily="34" charset="-122"/>
            </a:endParaRPr>
          </a:p>
        </p:txBody>
      </p:sp>
      <p:sp>
        <p:nvSpPr>
          <p:cNvPr id="8" name="椭圆 7"/>
          <p:cNvSpPr/>
          <p:nvPr>
            <p:custDataLst>
              <p:tags r:id="rId4"/>
            </p:custDataLst>
          </p:nvPr>
        </p:nvSpPr>
        <p:spPr>
          <a:xfrm>
            <a:off x="8325496" y="2620913"/>
            <a:ext cx="495757" cy="495757"/>
          </a:xfrm>
          <a:prstGeom prst="ellipse">
            <a:avLst/>
          </a:prstGeom>
          <a:ln>
            <a:noFill/>
          </a:ln>
        </p:spPr>
        <p:style>
          <a:lnRef idx="2">
            <a:srgbClr val="2196F3">
              <a:shade val="50000"/>
            </a:srgbClr>
          </a:lnRef>
          <a:fillRef idx="1">
            <a:srgbClr val="2196F3"/>
          </a:fillRef>
          <a:effectRef idx="0">
            <a:srgbClr val="2196F3"/>
          </a:effectRef>
          <a:fontRef idx="minor">
            <a:srgbClr val="FFFFFF"/>
          </a:fontRef>
        </p:style>
        <p:txBody>
          <a:bodyPr rtlCol="0" anchor="ctr">
            <a:normAutofit fontScale="70000"/>
          </a:bodyPr>
          <a:lstStyle/>
          <a:p>
            <a:pPr algn="ctr"/>
            <a:r>
              <a:rPr lang="en-US" altLang="zh-CN" sz="1500" b="1" dirty="0">
                <a:latin typeface="Arial" panose="020B0604020202020204" pitchFamily="34" charset="0"/>
                <a:ea typeface="微软雅黑" panose="020B0503020204020204" pitchFamily="34" charset="-122"/>
              </a:rPr>
              <a:t>02</a:t>
            </a:r>
            <a:endParaRPr lang="zh-CN" altLang="en-US" sz="1500" b="1" dirty="0">
              <a:latin typeface="Arial" panose="020B0604020202020204" pitchFamily="34" charset="0"/>
              <a:ea typeface="微软雅黑" panose="020B0503020204020204" pitchFamily="34" charset="-122"/>
            </a:endParaRPr>
          </a:p>
        </p:txBody>
      </p:sp>
      <p:sp>
        <p:nvSpPr>
          <p:cNvPr id="9" name="椭圆 8"/>
          <p:cNvSpPr/>
          <p:nvPr>
            <p:custDataLst>
              <p:tags r:id="rId5"/>
            </p:custDataLst>
          </p:nvPr>
        </p:nvSpPr>
        <p:spPr>
          <a:xfrm>
            <a:off x="8325496" y="3454818"/>
            <a:ext cx="495757" cy="495757"/>
          </a:xfrm>
          <a:prstGeom prst="ellipse">
            <a:avLst/>
          </a:prstGeom>
          <a:ln>
            <a:noFill/>
          </a:ln>
        </p:spPr>
        <p:style>
          <a:lnRef idx="2">
            <a:srgbClr val="2196F3">
              <a:shade val="50000"/>
            </a:srgbClr>
          </a:lnRef>
          <a:fillRef idx="1">
            <a:srgbClr val="2196F3"/>
          </a:fillRef>
          <a:effectRef idx="0">
            <a:srgbClr val="2196F3"/>
          </a:effectRef>
          <a:fontRef idx="minor">
            <a:srgbClr val="FFFFFF"/>
          </a:fontRef>
        </p:style>
        <p:txBody>
          <a:bodyPr rtlCol="0" anchor="ctr">
            <a:normAutofit fontScale="70000"/>
          </a:bodyPr>
          <a:lstStyle/>
          <a:p>
            <a:pPr algn="ctr"/>
            <a:r>
              <a:rPr lang="en-US" altLang="zh-CN" sz="1500" b="1" dirty="0">
                <a:latin typeface="Arial" panose="020B0604020202020204" pitchFamily="34" charset="0"/>
                <a:ea typeface="微软雅黑" panose="020B0503020204020204" pitchFamily="34" charset="-122"/>
              </a:rPr>
              <a:t>03</a:t>
            </a:r>
            <a:endParaRPr lang="zh-CN" altLang="en-US" sz="1500" b="1" dirty="0">
              <a:latin typeface="Arial" panose="020B0604020202020204" pitchFamily="34" charset="0"/>
              <a:ea typeface="微软雅黑" panose="020B0503020204020204" pitchFamily="34" charset="-122"/>
            </a:endParaRPr>
          </a:p>
        </p:txBody>
      </p:sp>
      <p:sp>
        <p:nvSpPr>
          <p:cNvPr id="10" name="椭圆 9"/>
          <p:cNvSpPr/>
          <p:nvPr>
            <p:custDataLst>
              <p:tags r:id="rId6"/>
            </p:custDataLst>
          </p:nvPr>
        </p:nvSpPr>
        <p:spPr>
          <a:xfrm>
            <a:off x="8325496" y="4288723"/>
            <a:ext cx="495757" cy="495757"/>
          </a:xfrm>
          <a:prstGeom prst="ellipse">
            <a:avLst/>
          </a:prstGeom>
          <a:ln>
            <a:noFill/>
          </a:ln>
        </p:spPr>
        <p:style>
          <a:lnRef idx="2">
            <a:srgbClr val="2196F3">
              <a:shade val="50000"/>
            </a:srgbClr>
          </a:lnRef>
          <a:fillRef idx="1">
            <a:srgbClr val="2196F3"/>
          </a:fillRef>
          <a:effectRef idx="0">
            <a:srgbClr val="2196F3"/>
          </a:effectRef>
          <a:fontRef idx="minor">
            <a:srgbClr val="FFFFFF"/>
          </a:fontRef>
        </p:style>
        <p:txBody>
          <a:bodyPr rtlCol="0" anchor="ctr">
            <a:normAutofit fontScale="70000"/>
          </a:bodyPr>
          <a:lstStyle/>
          <a:p>
            <a:pPr algn="ctr"/>
            <a:r>
              <a:rPr lang="en-US" altLang="zh-CN" sz="1500" b="1" dirty="0">
                <a:latin typeface="Arial" panose="020B0604020202020204" pitchFamily="34" charset="0"/>
                <a:ea typeface="微软雅黑" panose="020B0503020204020204" pitchFamily="34" charset="-122"/>
              </a:rPr>
              <a:t>04</a:t>
            </a:r>
            <a:endParaRPr lang="zh-CN" altLang="en-US" sz="1500" b="1" dirty="0">
              <a:latin typeface="Arial" panose="020B0604020202020204" pitchFamily="34" charset="0"/>
              <a:ea typeface="微软雅黑" panose="020B0503020204020204" pitchFamily="34" charset="-122"/>
            </a:endParaRPr>
          </a:p>
        </p:txBody>
      </p:sp>
      <p:pic>
        <p:nvPicPr>
          <p:cNvPr id="13" name="图片 12"/>
          <p:cNvPicPr>
            <a:picLocks noChangeAspect="1"/>
          </p:cNvPicPr>
          <p:nvPr>
            <p:custDataLst>
              <p:tags r:id="rId7"/>
            </p:custDataLst>
          </p:nvPr>
        </p:nvPicPr>
        <p:blipFill>
          <a:blip r:embed="rId8">
            <a:extLst>
              <a:ext uri="{28A0092B-C50C-407E-A947-70E740481C1C}">
                <a14:useLocalDpi xmlns:a14="http://schemas.microsoft.com/office/drawing/2010/main" val="0"/>
              </a:ext>
            </a:extLst>
          </a:blip>
          <a:stretch>
            <a:fillRect/>
          </a:stretch>
        </p:blipFill>
        <p:spPr>
          <a:xfrm>
            <a:off x="564" y="450"/>
            <a:ext cx="4571436" cy="5142865"/>
          </a:xfrm>
          <a:prstGeom prst="rect">
            <a:avLst/>
          </a:prstGeom>
        </p:spPr>
      </p:pic>
      <p:sp>
        <p:nvSpPr>
          <p:cNvPr id="20" name="文本框 19"/>
          <p:cNvSpPr txBox="1"/>
          <p:nvPr>
            <p:custDataLst>
              <p:tags r:id="rId9"/>
            </p:custDataLst>
          </p:nvPr>
        </p:nvSpPr>
        <p:spPr>
          <a:xfrm>
            <a:off x="5064791" y="1790109"/>
            <a:ext cx="3238600" cy="489558"/>
          </a:xfrm>
          <a:prstGeom prst="rect">
            <a:avLst/>
          </a:prstGeom>
          <a:noFill/>
        </p:spPr>
        <p:txBody>
          <a:bodyPr wrap="square" tIns="35095" bIns="35095" rtlCol="0" anchor="ctr" anchorCtr="0">
            <a:noAutofit/>
          </a:bodyPr>
          <a:lstStyle>
            <a:defPPr>
              <a:defRPr lang="en-US"/>
            </a:defPPr>
            <a:lvl1pPr marL="342900" indent="-342900">
              <a:lnSpc>
                <a:spcPct val="140000"/>
              </a:lnSpc>
              <a:buFont typeface="Arial" panose="020B0604020202020204" pitchFamily="34" charset="0"/>
              <a:buAutoNum type="arabicPeriod"/>
              <a:defRPr kumimoji="1" sz="1400">
                <a:solidFill>
                  <a:srgbClr val="222222">
                    <a:lumMod val="75000"/>
                    <a:lumOff val="25000"/>
                  </a:srgbClr>
                </a:solidFill>
              </a:defRPr>
            </a:lvl1pPr>
          </a:lstStyle>
          <a:p>
            <a:pPr marL="0" indent="0" algn="r">
              <a:lnSpc>
                <a:spcPct val="120000"/>
              </a:lnSpc>
              <a:buNone/>
            </a:pPr>
            <a:r>
              <a:rPr lang="zh-CN" altLang="en-US" sz="1000" spc="150" dirty="0">
                <a:latin typeface="Arial" panose="020B0604020202020204" pitchFamily="34" charset="0"/>
                <a:ea typeface="微软雅黑" panose="020B0503020204020204" pitchFamily="34" charset="-122"/>
              </a:rPr>
              <a:t>在网页中选定需要复制的文字、图片内容。</a:t>
            </a:r>
            <a:endParaRPr lang="zh-CN" altLang="en-US" sz="1000" spc="150" dirty="0">
              <a:latin typeface="Arial" panose="020B0604020202020204" pitchFamily="34" charset="0"/>
              <a:ea typeface="微软雅黑" panose="020B0503020204020204" pitchFamily="34" charset="-122"/>
            </a:endParaRPr>
          </a:p>
        </p:txBody>
      </p:sp>
      <p:sp>
        <p:nvSpPr>
          <p:cNvPr id="22" name="文本框 21"/>
          <p:cNvSpPr txBox="1"/>
          <p:nvPr>
            <p:custDataLst>
              <p:tags r:id="rId10"/>
            </p:custDataLst>
          </p:nvPr>
        </p:nvSpPr>
        <p:spPr>
          <a:xfrm>
            <a:off x="5064791" y="2624013"/>
            <a:ext cx="3238600" cy="489558"/>
          </a:xfrm>
          <a:prstGeom prst="rect">
            <a:avLst/>
          </a:prstGeom>
          <a:noFill/>
        </p:spPr>
        <p:txBody>
          <a:bodyPr wrap="square" tIns="35095" bIns="35095" rtlCol="0" anchor="ctr" anchorCtr="0">
            <a:noAutofit/>
          </a:bodyPr>
          <a:lstStyle>
            <a:defPPr>
              <a:defRPr lang="en-US"/>
            </a:defPPr>
            <a:lvl1pPr marL="342900" indent="-342900">
              <a:lnSpc>
                <a:spcPct val="140000"/>
              </a:lnSpc>
              <a:buFont typeface="Arial" panose="020B0604020202020204" pitchFamily="34" charset="0"/>
              <a:buAutoNum type="arabicPeriod"/>
              <a:defRPr kumimoji="1" sz="1400">
                <a:solidFill>
                  <a:srgbClr val="222222">
                    <a:lumMod val="75000"/>
                    <a:lumOff val="25000"/>
                  </a:srgbClr>
                </a:solidFill>
              </a:defRPr>
            </a:lvl1pPr>
          </a:lstStyle>
          <a:p>
            <a:pPr marL="0" indent="0" algn="r">
              <a:lnSpc>
                <a:spcPct val="120000"/>
              </a:lnSpc>
              <a:buNone/>
            </a:pPr>
            <a:r>
              <a:rPr lang="zh-CN" altLang="en-US" sz="1000" spc="150">
                <a:latin typeface="Arial" panose="020B0604020202020204" pitchFamily="34" charset="0"/>
                <a:ea typeface="微软雅黑" panose="020B0503020204020204" pitchFamily="34" charset="-122"/>
              </a:rPr>
              <a:t>按 Ctrl+C 键复制到剪贴板。</a:t>
            </a:r>
            <a:endParaRPr lang="zh-CN" altLang="en-US" sz="1000" spc="150">
              <a:latin typeface="Arial" panose="020B0604020202020204" pitchFamily="34" charset="0"/>
              <a:ea typeface="微软雅黑" panose="020B0503020204020204" pitchFamily="34" charset="-122"/>
            </a:endParaRPr>
          </a:p>
        </p:txBody>
      </p:sp>
      <p:sp>
        <p:nvSpPr>
          <p:cNvPr id="24" name="文本框 23"/>
          <p:cNvSpPr txBox="1"/>
          <p:nvPr>
            <p:custDataLst>
              <p:tags r:id="rId11"/>
            </p:custDataLst>
          </p:nvPr>
        </p:nvSpPr>
        <p:spPr>
          <a:xfrm>
            <a:off x="5064791" y="3457918"/>
            <a:ext cx="3238600" cy="489558"/>
          </a:xfrm>
          <a:prstGeom prst="rect">
            <a:avLst/>
          </a:prstGeom>
          <a:noFill/>
        </p:spPr>
        <p:txBody>
          <a:bodyPr wrap="square" tIns="35095" bIns="35095" rtlCol="0" anchor="ctr" anchorCtr="0">
            <a:noAutofit/>
          </a:bodyPr>
          <a:lstStyle>
            <a:defPPr>
              <a:defRPr lang="en-US"/>
            </a:defPPr>
            <a:lvl1pPr marL="342900" indent="-342900">
              <a:lnSpc>
                <a:spcPct val="140000"/>
              </a:lnSpc>
              <a:buFont typeface="Arial" panose="020B0604020202020204" pitchFamily="34" charset="0"/>
              <a:buAutoNum type="arabicPeriod"/>
              <a:defRPr kumimoji="1" sz="1400">
                <a:solidFill>
                  <a:srgbClr val="222222">
                    <a:lumMod val="75000"/>
                    <a:lumOff val="25000"/>
                  </a:srgbClr>
                </a:solidFill>
              </a:defRPr>
            </a:lvl1pPr>
          </a:lstStyle>
          <a:p>
            <a:pPr marL="0" indent="0" algn="r">
              <a:lnSpc>
                <a:spcPct val="120000"/>
              </a:lnSpc>
              <a:buNone/>
            </a:pPr>
            <a:r>
              <a:rPr lang="zh-CN" altLang="en-US" sz="1000" spc="150">
                <a:latin typeface="Arial" panose="020B0604020202020204" pitchFamily="34" charset="0"/>
                <a:ea typeface="微软雅黑" panose="020B0503020204020204" pitchFamily="34" charset="-122"/>
              </a:rPr>
              <a:t>切换到打开的Word文件或记事本中，按Ctrl+V键把剪贴板中的内容粘贴到文档中。</a:t>
            </a:r>
            <a:endParaRPr lang="zh-CN" altLang="en-US" sz="1000" spc="150">
              <a:latin typeface="Arial" panose="020B0604020202020204" pitchFamily="34" charset="0"/>
              <a:ea typeface="微软雅黑" panose="020B0503020204020204" pitchFamily="34" charset="-122"/>
            </a:endParaRPr>
          </a:p>
        </p:txBody>
      </p:sp>
      <p:sp>
        <p:nvSpPr>
          <p:cNvPr id="30" name="文本框 29"/>
          <p:cNvSpPr txBox="1"/>
          <p:nvPr>
            <p:custDataLst>
              <p:tags r:id="rId12"/>
            </p:custDataLst>
          </p:nvPr>
        </p:nvSpPr>
        <p:spPr>
          <a:xfrm>
            <a:off x="5064791" y="4291822"/>
            <a:ext cx="3238600" cy="489558"/>
          </a:xfrm>
          <a:prstGeom prst="rect">
            <a:avLst/>
          </a:prstGeom>
          <a:noFill/>
        </p:spPr>
        <p:txBody>
          <a:bodyPr wrap="square" tIns="35095" bIns="35095" rtlCol="0" anchor="ctr" anchorCtr="0">
            <a:noAutofit/>
          </a:bodyPr>
          <a:lstStyle>
            <a:defPPr>
              <a:defRPr lang="en-US"/>
            </a:defPPr>
            <a:lvl1pPr marL="342900" indent="-342900">
              <a:lnSpc>
                <a:spcPct val="140000"/>
              </a:lnSpc>
              <a:buFont typeface="Arial" panose="020B0604020202020204" pitchFamily="34" charset="0"/>
              <a:buAutoNum type="arabicPeriod"/>
              <a:defRPr kumimoji="1" sz="1400">
                <a:solidFill>
                  <a:srgbClr val="222222">
                    <a:lumMod val="75000"/>
                    <a:lumOff val="25000"/>
                  </a:srgbClr>
                </a:solidFill>
              </a:defRPr>
            </a:lvl1pPr>
          </a:lstStyle>
          <a:p>
            <a:pPr marL="0" indent="0" algn="r">
              <a:lnSpc>
                <a:spcPct val="120000"/>
              </a:lnSpc>
              <a:buNone/>
            </a:pPr>
            <a:r>
              <a:rPr lang="zh-CN" altLang="en-US" sz="1000" spc="150">
                <a:latin typeface="Arial" panose="020B0604020202020204" pitchFamily="34" charset="0"/>
                <a:ea typeface="微软雅黑" panose="020B0503020204020204" pitchFamily="34" charset="-122"/>
              </a:rPr>
              <a:t>最后保存文档。</a:t>
            </a:r>
            <a:endParaRPr lang="zh-CN" altLang="en-US" sz="1000" spc="150">
              <a:latin typeface="Arial" panose="020B0604020202020204" pitchFamily="34" charset="0"/>
              <a:ea typeface="微软雅黑" panose="020B0503020204020204" pitchFamily="34" charset="-122"/>
            </a:endParaRPr>
          </a:p>
        </p:txBody>
      </p:sp>
    </p:spTree>
    <p:custDataLst>
      <p:tags r:id="rId13"/>
    </p:custDataLst>
  </p:cSld>
  <p:clrMapOvr>
    <a:masterClrMapping/>
  </p:clrMapOvr>
  <p:transition spd="slow">
    <p:random/>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0" name="组合 19"/>
          <p:cNvGrpSpPr/>
          <p:nvPr userDrawn="1">
            <p:custDataLst>
              <p:tags r:id="rId1"/>
            </p:custDataLst>
          </p:nvPr>
        </p:nvGrpSpPr>
        <p:grpSpPr>
          <a:xfrm rot="20310956">
            <a:off x="219764" y="261150"/>
            <a:ext cx="881050" cy="522085"/>
            <a:chOff x="4175125" y="1726565"/>
            <a:chExt cx="1094105" cy="648335"/>
          </a:xfrm>
        </p:grpSpPr>
        <p:sp>
          <p:nvSpPr>
            <p:cNvPr id="21" name="Freeform 64"/>
            <p:cNvSpPr/>
            <p:nvPr userDrawn="1">
              <p:custDataLst>
                <p:tags r:id="rId2"/>
              </p:custDataLst>
            </p:nvPr>
          </p:nvSpPr>
          <p:spPr bwMode="auto">
            <a:xfrm>
              <a:off x="4175125" y="1726565"/>
              <a:ext cx="1094105" cy="648335"/>
            </a:xfrm>
            <a:custGeom>
              <a:avLst/>
              <a:gdLst>
                <a:gd name="T0" fmla="*/ 660 w 675"/>
                <a:gd name="T1" fmla="*/ 401 h 401"/>
                <a:gd name="T2" fmla="*/ 15 w 675"/>
                <a:gd name="T3" fmla="*/ 401 h 401"/>
                <a:gd name="T4" fmla="*/ 0 w 675"/>
                <a:gd name="T5" fmla="*/ 387 h 401"/>
                <a:gd name="T6" fmla="*/ 0 w 675"/>
                <a:gd name="T7" fmla="*/ 14 h 401"/>
                <a:gd name="T8" fmla="*/ 15 w 675"/>
                <a:gd name="T9" fmla="*/ 0 h 401"/>
                <a:gd name="T10" fmla="*/ 660 w 675"/>
                <a:gd name="T11" fmla="*/ 0 h 401"/>
                <a:gd name="T12" fmla="*/ 675 w 675"/>
                <a:gd name="T13" fmla="*/ 14 h 401"/>
                <a:gd name="T14" fmla="*/ 675 w 675"/>
                <a:gd name="T15" fmla="*/ 387 h 401"/>
                <a:gd name="T16" fmla="*/ 660 w 675"/>
                <a:gd name="T17" fmla="*/ 401 h 4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75" h="401">
                  <a:moveTo>
                    <a:pt x="660" y="401"/>
                  </a:moveTo>
                  <a:cubicBezTo>
                    <a:pt x="15" y="401"/>
                    <a:pt x="15" y="401"/>
                    <a:pt x="15" y="401"/>
                  </a:cubicBezTo>
                  <a:cubicBezTo>
                    <a:pt x="7" y="401"/>
                    <a:pt x="0" y="395"/>
                    <a:pt x="0" y="387"/>
                  </a:cubicBezTo>
                  <a:cubicBezTo>
                    <a:pt x="0" y="14"/>
                    <a:pt x="0" y="14"/>
                    <a:pt x="0" y="14"/>
                  </a:cubicBezTo>
                  <a:cubicBezTo>
                    <a:pt x="0" y="6"/>
                    <a:pt x="7" y="0"/>
                    <a:pt x="15" y="0"/>
                  </a:cubicBezTo>
                  <a:cubicBezTo>
                    <a:pt x="660" y="0"/>
                    <a:pt x="660" y="0"/>
                    <a:pt x="660" y="0"/>
                  </a:cubicBezTo>
                  <a:cubicBezTo>
                    <a:pt x="668" y="0"/>
                    <a:pt x="675" y="6"/>
                    <a:pt x="675" y="14"/>
                  </a:cubicBezTo>
                  <a:cubicBezTo>
                    <a:pt x="675" y="387"/>
                    <a:pt x="675" y="387"/>
                    <a:pt x="675" y="387"/>
                  </a:cubicBezTo>
                  <a:cubicBezTo>
                    <a:pt x="675" y="395"/>
                    <a:pt x="668" y="401"/>
                    <a:pt x="660" y="401"/>
                  </a:cubicBezTo>
                  <a:close/>
                </a:path>
              </a:pathLst>
            </a:custGeom>
            <a:solidFill>
              <a:srgbClr val="DADADA"/>
            </a:solidFill>
            <a:ln>
              <a:noFill/>
            </a:ln>
            <a:extLst>
              <a:ext uri="{91240B29-F687-4F45-9708-019B960494DF}">
                <a14:hiddenLine xmlns:a14="http://schemas.microsoft.com/office/drawing/2010/main" w="9525">
                  <a:solidFill>
                    <a:srgbClr val="000000"/>
                  </a:solidFill>
                  <a:round/>
                </a14:hiddenLine>
              </a:ext>
            </a:extLst>
          </p:spPr>
          <p:txBody>
            <a:bodyPr vert="horz" wrap="square" lIns="91428" tIns="45714" rIns="91428" bIns="45714" numCol="1" anchor="t" anchorCtr="0" compatLnSpc="1"/>
            <a:lstStyle/>
            <a:p>
              <a:endParaRPr lang="zh-CN" altLang="en-US">
                <a:solidFill>
                  <a:srgbClr val="000000"/>
                </a:solidFill>
                <a:latin typeface="微软雅黑" panose="020B0503020204020204" pitchFamily="34" charset="-122"/>
                <a:ea typeface="微软雅黑" panose="020B0503020204020204" pitchFamily="34" charset="-122"/>
              </a:endParaRPr>
            </a:p>
          </p:txBody>
        </p:sp>
        <p:sp>
          <p:nvSpPr>
            <p:cNvPr id="22" name="Rectangle 66"/>
            <p:cNvSpPr>
              <a:spLocks noChangeArrowheads="1"/>
            </p:cNvSpPr>
            <p:nvPr userDrawn="1">
              <p:custDataLst>
                <p:tags r:id="rId3"/>
              </p:custDataLst>
            </p:nvPr>
          </p:nvSpPr>
          <p:spPr bwMode="auto">
            <a:xfrm>
              <a:off x="4249420" y="2235382"/>
              <a:ext cx="897255" cy="7048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28" tIns="45714" rIns="91428" bIns="45714" numCol="1" anchor="t" anchorCtr="0" compatLnSpc="1"/>
            <a:lstStyle/>
            <a:p>
              <a:endParaRPr lang="zh-CN" altLang="en-US">
                <a:solidFill>
                  <a:srgbClr val="000000"/>
                </a:solidFill>
                <a:latin typeface="微软雅黑" panose="020B0503020204020204" pitchFamily="34" charset="-122"/>
                <a:ea typeface="微软雅黑" panose="020B0503020204020204" pitchFamily="34" charset="-122"/>
              </a:endParaRPr>
            </a:p>
          </p:txBody>
        </p:sp>
        <p:sp>
          <p:nvSpPr>
            <p:cNvPr id="23" name="Rectangle 67"/>
            <p:cNvSpPr>
              <a:spLocks noChangeArrowheads="1"/>
            </p:cNvSpPr>
            <p:nvPr userDrawn="1">
              <p:custDataLst>
                <p:tags r:id="rId4"/>
              </p:custDataLst>
            </p:nvPr>
          </p:nvSpPr>
          <p:spPr bwMode="auto">
            <a:xfrm>
              <a:off x="4249420" y="2116728"/>
              <a:ext cx="504190" cy="7175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28" tIns="45714" rIns="91428" bIns="45714" numCol="1" anchor="t" anchorCtr="0" compatLnSpc="1"/>
            <a:lstStyle/>
            <a:p>
              <a:endParaRPr lang="zh-CN" altLang="en-US">
                <a:solidFill>
                  <a:srgbClr val="000000"/>
                </a:solidFill>
                <a:latin typeface="微软雅黑" panose="020B0503020204020204" pitchFamily="34" charset="-122"/>
                <a:ea typeface="微软雅黑" panose="020B0503020204020204" pitchFamily="34" charset="-122"/>
              </a:endParaRPr>
            </a:p>
          </p:txBody>
        </p:sp>
        <p:sp>
          <p:nvSpPr>
            <p:cNvPr id="24" name="Rectangle 68"/>
            <p:cNvSpPr>
              <a:spLocks noChangeArrowheads="1"/>
            </p:cNvSpPr>
            <p:nvPr userDrawn="1">
              <p:custDataLst>
                <p:tags r:id="rId5"/>
              </p:custDataLst>
            </p:nvPr>
          </p:nvSpPr>
          <p:spPr bwMode="auto">
            <a:xfrm>
              <a:off x="4245610" y="1786255"/>
              <a:ext cx="275590" cy="226695"/>
            </a:xfrm>
            <a:prstGeom prst="rect">
              <a:avLst/>
            </a:prstGeom>
            <a:solidFill>
              <a:srgbClr val="6969C7"/>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28" tIns="45714" rIns="91428" bIns="45714" numCol="1" anchor="t" anchorCtr="0" compatLnSpc="1"/>
            <a:lstStyle/>
            <a:p>
              <a:endParaRPr lang="zh-CN" altLang="en-US">
                <a:solidFill>
                  <a:srgbClr val="000000"/>
                </a:solidFill>
                <a:latin typeface="微软雅黑" panose="020B0503020204020204" pitchFamily="34" charset="-122"/>
                <a:ea typeface="微软雅黑" panose="020B0503020204020204" pitchFamily="34" charset="-122"/>
              </a:endParaRPr>
            </a:p>
          </p:txBody>
        </p:sp>
        <p:sp>
          <p:nvSpPr>
            <p:cNvPr id="25" name="Rectangle 69"/>
            <p:cNvSpPr>
              <a:spLocks noChangeArrowheads="1"/>
            </p:cNvSpPr>
            <p:nvPr userDrawn="1">
              <p:custDataLst>
                <p:tags r:id="rId6"/>
              </p:custDataLst>
            </p:nvPr>
          </p:nvSpPr>
          <p:spPr bwMode="auto">
            <a:xfrm>
              <a:off x="4573905" y="1786255"/>
              <a:ext cx="276860" cy="226695"/>
            </a:xfrm>
            <a:prstGeom prst="rect">
              <a:avLst/>
            </a:prstGeom>
            <a:solidFill>
              <a:srgbClr val="DB63A3"/>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28" tIns="45714" rIns="91428" bIns="45714" numCol="1" anchor="t" anchorCtr="0" compatLnSpc="1"/>
            <a:lstStyle/>
            <a:p>
              <a:endParaRPr lang="zh-CN" altLang="en-US">
                <a:solidFill>
                  <a:srgbClr val="000000"/>
                </a:solidFill>
                <a:latin typeface="微软雅黑" panose="020B0503020204020204" pitchFamily="34" charset="-122"/>
                <a:ea typeface="微软雅黑" panose="020B0503020204020204" pitchFamily="34" charset="-122"/>
              </a:endParaRPr>
            </a:p>
          </p:txBody>
        </p:sp>
        <p:sp>
          <p:nvSpPr>
            <p:cNvPr id="26" name="Rectangle 70"/>
            <p:cNvSpPr>
              <a:spLocks noChangeArrowheads="1"/>
            </p:cNvSpPr>
            <p:nvPr userDrawn="1">
              <p:custDataLst>
                <p:tags r:id="rId7"/>
              </p:custDataLst>
            </p:nvPr>
          </p:nvSpPr>
          <p:spPr bwMode="auto">
            <a:xfrm>
              <a:off x="4903470" y="1786255"/>
              <a:ext cx="275590" cy="226695"/>
            </a:xfrm>
            <a:prstGeom prst="rect">
              <a:avLst/>
            </a:prstGeom>
            <a:solidFill>
              <a:srgbClr val="F79179"/>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28" tIns="45714" rIns="91428" bIns="45714" numCol="1" anchor="t" anchorCtr="0" compatLnSpc="1"/>
            <a:lstStyle/>
            <a:p>
              <a:endParaRPr lang="zh-CN" altLang="en-US">
                <a:solidFill>
                  <a:srgbClr val="000000"/>
                </a:solidFill>
                <a:latin typeface="微软雅黑" panose="020B0503020204020204" pitchFamily="34" charset="-122"/>
                <a:ea typeface="微软雅黑" panose="020B0503020204020204" pitchFamily="34" charset="-122"/>
              </a:endParaRPr>
            </a:p>
          </p:txBody>
        </p:sp>
      </p:grpSp>
      <p:sp>
        <p:nvSpPr>
          <p:cNvPr id="5" name="矩形 4"/>
          <p:cNvSpPr/>
          <p:nvPr userDrawn="1">
            <p:custDataLst>
              <p:tags r:id="rId8"/>
            </p:custDataLst>
          </p:nvPr>
        </p:nvSpPr>
        <p:spPr>
          <a:xfrm>
            <a:off x="564" y="1064029"/>
            <a:ext cx="9142871" cy="3854355"/>
          </a:xfrm>
          <a:prstGeom prst="rect">
            <a:avLst/>
          </a:prstGeom>
          <a:solidFill>
            <a:srgbClr val="E7E7F0"/>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olidFill>
                <a:srgbClr val="FFFFFF"/>
              </a:solidFill>
              <a:latin typeface="微软雅黑" panose="020B0503020204020204" pitchFamily="34" charset="-122"/>
              <a:ea typeface="微软雅黑" panose="020B0503020204020204" pitchFamily="34" charset="-122"/>
              <a:sym typeface="+mn-ea"/>
            </a:endParaRPr>
          </a:p>
        </p:txBody>
      </p:sp>
      <p:sp>
        <p:nvSpPr>
          <p:cNvPr id="2" name="Title 6"/>
          <p:cNvSpPr txBox="1"/>
          <p:nvPr>
            <p:custDataLst>
              <p:tags r:id="rId9"/>
            </p:custDataLst>
          </p:nvPr>
        </p:nvSpPr>
        <p:spPr>
          <a:xfrm>
            <a:off x="456808" y="456694"/>
            <a:ext cx="8231490" cy="493333"/>
          </a:xfrm>
          <a:prstGeom prst="rect">
            <a:avLst/>
          </a:prstGeom>
          <a:noFill/>
          <a:ln w="3175">
            <a:noFill/>
            <a:prstDash val="dash"/>
          </a:ln>
        </p:spPr>
        <p:txBody>
          <a:bodyPr wrap="square" lIns="53993" tIns="26996" rIns="53993" bIns="26996" anchor="t" anchorCtr="0">
            <a:no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0" indent="0" algn="ctr">
              <a:lnSpc>
                <a:spcPct val="100000"/>
              </a:lnSpc>
              <a:spcBef>
                <a:spcPts val="0"/>
              </a:spcBef>
              <a:spcAft>
                <a:spcPts val="0"/>
              </a:spcAft>
              <a:buSzPct val="100000"/>
              <a:buNone/>
              <a:defRPr/>
            </a:pPr>
            <a:r>
              <a:rPr kumimoji="0" lang="zh-CN" altLang="en-US" sz="2700" b="1" i="0" spc="300" noProof="0">
                <a:ln w="3175">
                  <a:noFill/>
                  <a:prstDash val="dash"/>
                </a:ln>
                <a:solidFill>
                  <a:srgbClr val="404040"/>
                </a:solidFill>
                <a:effectLst/>
                <a:latin typeface="微软雅黑" panose="020B0503020204020204" pitchFamily="34" charset="-122"/>
                <a:ea typeface="微软雅黑" panose="020B0503020204020204" pitchFamily="34" charset="-122"/>
                <a:cs typeface="微软雅黑" panose="020B0503020204020204" pitchFamily="34" charset="-122"/>
              </a:rPr>
              <a:t> Web 笔记</a:t>
            </a:r>
            <a:endParaRPr kumimoji="0" lang="zh-CN" altLang="en-US" sz="2700" b="1" i="0" spc="300" noProof="0">
              <a:ln w="3175">
                <a:noFill/>
                <a:prstDash val="dash"/>
              </a:ln>
              <a:solidFill>
                <a:srgbClr val="404040"/>
              </a:solidFill>
              <a:effectLst/>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 name="Title 6"/>
          <p:cNvSpPr txBox="1"/>
          <p:nvPr>
            <p:custDataLst>
              <p:tags r:id="rId10"/>
            </p:custDataLst>
          </p:nvPr>
        </p:nvSpPr>
        <p:spPr>
          <a:xfrm>
            <a:off x="5880573" y="1295875"/>
            <a:ext cx="2896512" cy="3391116"/>
          </a:xfrm>
          <a:prstGeom prst="rect">
            <a:avLst/>
          </a:prstGeom>
          <a:noFill/>
          <a:ln w="3175">
            <a:noFill/>
            <a:prstDash val="dash"/>
          </a:ln>
        </p:spPr>
        <p:txBody>
          <a:bodyPr wrap="square" lIns="53993" tIns="26996" rIns="53993" bIns="26996" anchor="ctr" anchorCtr="0">
            <a:no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0" lvl="0" indent="0" algn="just">
              <a:lnSpc>
                <a:spcPct val="150000"/>
              </a:lnSpc>
              <a:spcBef>
                <a:spcPts val="0"/>
              </a:spcBef>
              <a:spcAft>
                <a:spcPts val="800"/>
              </a:spcAft>
              <a:buSzPct val="100000"/>
              <a:buNone/>
            </a:pPr>
            <a:r>
              <a:rPr lang="zh-CN" altLang="en-US" sz="1200" spc="50">
                <a:ln w="3175">
                  <a:noFill/>
                  <a:prstDash val="dash"/>
                </a:ln>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Microsoft Edge 是唯一一款能够让用户直接在网页上记笔记、书写、涂鸦和突出显示的浏览器，也就是说，可以把网页作为画布，以后打开该网页，做的Web笔记不会消失，仍然保持原样。</a:t>
            </a:r>
            <a:endParaRPr lang="zh-CN" altLang="en-US" sz="1200" spc="50">
              <a:ln w="3175">
                <a:noFill/>
                <a:prstDash val="dash"/>
              </a:ln>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marL="0" lvl="0" indent="0" algn="just">
              <a:lnSpc>
                <a:spcPct val="150000"/>
              </a:lnSpc>
              <a:spcBef>
                <a:spcPts val="0"/>
              </a:spcBef>
              <a:spcAft>
                <a:spcPts val="800"/>
              </a:spcAft>
              <a:buSzPct val="100000"/>
              <a:buNone/>
            </a:pPr>
            <a:r>
              <a:rPr lang="zh-CN" altLang="en-US" sz="1200" spc="50">
                <a:ln w="3175">
                  <a:noFill/>
                  <a:prstDash val="dash"/>
                </a:ln>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在 Microsoft Edge 中，打开网页，单击“Web 笔记”     ，将看到 Web 笔记工具栏已经添加到所在的页面，如图 3-39 所示。</a:t>
            </a:r>
            <a:endParaRPr lang="zh-CN" altLang="en-US" sz="1200" spc="50">
              <a:ln w="3175">
                <a:noFill/>
                <a:prstDash val="dash"/>
              </a:ln>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cxnSp>
        <p:nvCxnSpPr>
          <p:cNvPr id="12" name="直接连接符 11"/>
          <p:cNvCxnSpPr/>
          <p:nvPr>
            <p:custDataLst>
              <p:tags r:id="rId11"/>
            </p:custDataLst>
          </p:nvPr>
        </p:nvCxnSpPr>
        <p:spPr>
          <a:xfrm>
            <a:off x="8549784" y="326165"/>
            <a:ext cx="152381" cy="0"/>
          </a:xfrm>
          <a:prstGeom prst="line">
            <a:avLst/>
          </a:prstGeom>
          <a:ln w="12700">
            <a:solidFill>
              <a:srgbClr val="404040"/>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12"/>
            </p:custDataLst>
          </p:nvPr>
        </p:nvCxnSpPr>
        <p:spPr>
          <a:xfrm>
            <a:off x="8549784" y="382038"/>
            <a:ext cx="116826" cy="0"/>
          </a:xfrm>
          <a:prstGeom prst="line">
            <a:avLst/>
          </a:prstGeom>
          <a:ln w="12700">
            <a:solidFill>
              <a:srgbClr val="404040"/>
            </a:solidFill>
          </a:ln>
        </p:spPr>
        <p:style>
          <a:lnRef idx="1">
            <a:schemeClr val="accent1"/>
          </a:lnRef>
          <a:fillRef idx="0">
            <a:schemeClr val="accent1"/>
          </a:fillRef>
          <a:effectRef idx="0">
            <a:schemeClr val="accent1"/>
          </a:effectRef>
          <a:fontRef idx="minor">
            <a:schemeClr val="tx1"/>
          </a:fontRef>
        </p:style>
      </p:cxnSp>
      <p:pic>
        <p:nvPicPr>
          <p:cNvPr id="6" name="图片 5"/>
          <p:cNvPicPr>
            <a:picLocks noChangeAspect="1"/>
          </p:cNvPicPr>
          <p:nvPr/>
        </p:nvPicPr>
        <p:blipFill>
          <a:blip r:embed="rId13"/>
          <a:stretch>
            <a:fillRect/>
          </a:stretch>
        </p:blipFill>
        <p:spPr>
          <a:xfrm>
            <a:off x="325644" y="1584764"/>
            <a:ext cx="5387310" cy="2812703"/>
          </a:xfrm>
          <a:prstGeom prst="rect">
            <a:avLst/>
          </a:prstGeom>
        </p:spPr>
      </p:pic>
      <p:pic>
        <p:nvPicPr>
          <p:cNvPr id="7" name="图片 6"/>
          <p:cNvPicPr>
            <a:picLocks noChangeAspect="1"/>
          </p:cNvPicPr>
          <p:nvPr/>
        </p:nvPicPr>
        <p:blipFill>
          <a:blip r:embed="rId14"/>
          <a:stretch>
            <a:fillRect/>
          </a:stretch>
        </p:blipFill>
        <p:spPr>
          <a:xfrm>
            <a:off x="7067242" y="3493339"/>
            <a:ext cx="281905" cy="259048"/>
          </a:xfrm>
          <a:prstGeom prst="rect">
            <a:avLst/>
          </a:prstGeom>
        </p:spPr>
      </p:pic>
    </p:spTree>
    <p:custDataLst>
      <p:tags r:id="rId15"/>
    </p:custDataLst>
  </p:cSld>
  <p:clrMapOvr>
    <a:masterClrMapping/>
  </p:clrMapOvr>
  <p:transition spd="slow">
    <p:random/>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0" name="组合 19"/>
          <p:cNvGrpSpPr/>
          <p:nvPr userDrawn="1">
            <p:custDataLst>
              <p:tags r:id="rId1"/>
            </p:custDataLst>
          </p:nvPr>
        </p:nvGrpSpPr>
        <p:grpSpPr>
          <a:xfrm rot="20310956">
            <a:off x="219764" y="261150"/>
            <a:ext cx="881050" cy="522085"/>
            <a:chOff x="4175125" y="1726565"/>
            <a:chExt cx="1094105" cy="648335"/>
          </a:xfrm>
        </p:grpSpPr>
        <p:sp>
          <p:nvSpPr>
            <p:cNvPr id="21" name="Freeform 64"/>
            <p:cNvSpPr/>
            <p:nvPr userDrawn="1">
              <p:custDataLst>
                <p:tags r:id="rId2"/>
              </p:custDataLst>
            </p:nvPr>
          </p:nvSpPr>
          <p:spPr bwMode="auto">
            <a:xfrm>
              <a:off x="4175125" y="1726565"/>
              <a:ext cx="1094105" cy="648335"/>
            </a:xfrm>
            <a:custGeom>
              <a:avLst/>
              <a:gdLst>
                <a:gd name="T0" fmla="*/ 660 w 675"/>
                <a:gd name="T1" fmla="*/ 401 h 401"/>
                <a:gd name="T2" fmla="*/ 15 w 675"/>
                <a:gd name="T3" fmla="*/ 401 h 401"/>
                <a:gd name="T4" fmla="*/ 0 w 675"/>
                <a:gd name="T5" fmla="*/ 387 h 401"/>
                <a:gd name="T6" fmla="*/ 0 w 675"/>
                <a:gd name="T7" fmla="*/ 14 h 401"/>
                <a:gd name="T8" fmla="*/ 15 w 675"/>
                <a:gd name="T9" fmla="*/ 0 h 401"/>
                <a:gd name="T10" fmla="*/ 660 w 675"/>
                <a:gd name="T11" fmla="*/ 0 h 401"/>
                <a:gd name="T12" fmla="*/ 675 w 675"/>
                <a:gd name="T13" fmla="*/ 14 h 401"/>
                <a:gd name="T14" fmla="*/ 675 w 675"/>
                <a:gd name="T15" fmla="*/ 387 h 401"/>
                <a:gd name="T16" fmla="*/ 660 w 675"/>
                <a:gd name="T17" fmla="*/ 401 h 4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75" h="401">
                  <a:moveTo>
                    <a:pt x="660" y="401"/>
                  </a:moveTo>
                  <a:cubicBezTo>
                    <a:pt x="15" y="401"/>
                    <a:pt x="15" y="401"/>
                    <a:pt x="15" y="401"/>
                  </a:cubicBezTo>
                  <a:cubicBezTo>
                    <a:pt x="7" y="401"/>
                    <a:pt x="0" y="395"/>
                    <a:pt x="0" y="387"/>
                  </a:cubicBezTo>
                  <a:cubicBezTo>
                    <a:pt x="0" y="14"/>
                    <a:pt x="0" y="14"/>
                    <a:pt x="0" y="14"/>
                  </a:cubicBezTo>
                  <a:cubicBezTo>
                    <a:pt x="0" y="6"/>
                    <a:pt x="7" y="0"/>
                    <a:pt x="15" y="0"/>
                  </a:cubicBezTo>
                  <a:cubicBezTo>
                    <a:pt x="660" y="0"/>
                    <a:pt x="660" y="0"/>
                    <a:pt x="660" y="0"/>
                  </a:cubicBezTo>
                  <a:cubicBezTo>
                    <a:pt x="668" y="0"/>
                    <a:pt x="675" y="6"/>
                    <a:pt x="675" y="14"/>
                  </a:cubicBezTo>
                  <a:cubicBezTo>
                    <a:pt x="675" y="387"/>
                    <a:pt x="675" y="387"/>
                    <a:pt x="675" y="387"/>
                  </a:cubicBezTo>
                  <a:cubicBezTo>
                    <a:pt x="675" y="395"/>
                    <a:pt x="668" y="401"/>
                    <a:pt x="660" y="401"/>
                  </a:cubicBezTo>
                  <a:close/>
                </a:path>
              </a:pathLst>
            </a:custGeom>
            <a:solidFill>
              <a:srgbClr val="DADADA"/>
            </a:solidFill>
            <a:ln>
              <a:noFill/>
            </a:ln>
            <a:extLst>
              <a:ext uri="{91240B29-F687-4F45-9708-019B960494DF}">
                <a14:hiddenLine xmlns:a14="http://schemas.microsoft.com/office/drawing/2010/main" w="9525">
                  <a:solidFill>
                    <a:srgbClr val="000000"/>
                  </a:solidFill>
                  <a:round/>
                </a14:hiddenLine>
              </a:ext>
            </a:extLst>
          </p:spPr>
          <p:txBody>
            <a:bodyPr vert="horz" wrap="square" lIns="91428" tIns="45714" rIns="91428" bIns="45714" numCol="1" anchor="t" anchorCtr="0" compatLnSpc="1"/>
            <a:lstStyle/>
            <a:p>
              <a:endParaRPr lang="zh-CN" altLang="en-US">
                <a:solidFill>
                  <a:srgbClr val="000000"/>
                </a:solidFill>
                <a:latin typeface="微软雅黑" panose="020B0503020204020204" pitchFamily="34" charset="-122"/>
                <a:ea typeface="微软雅黑" panose="020B0503020204020204" pitchFamily="34" charset="-122"/>
              </a:endParaRPr>
            </a:p>
          </p:txBody>
        </p:sp>
        <p:sp>
          <p:nvSpPr>
            <p:cNvPr id="22" name="Rectangle 66"/>
            <p:cNvSpPr>
              <a:spLocks noChangeArrowheads="1"/>
            </p:cNvSpPr>
            <p:nvPr userDrawn="1">
              <p:custDataLst>
                <p:tags r:id="rId3"/>
              </p:custDataLst>
            </p:nvPr>
          </p:nvSpPr>
          <p:spPr bwMode="auto">
            <a:xfrm>
              <a:off x="4249420" y="2235382"/>
              <a:ext cx="897255" cy="7048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28" tIns="45714" rIns="91428" bIns="45714" numCol="1" anchor="t" anchorCtr="0" compatLnSpc="1"/>
            <a:lstStyle/>
            <a:p>
              <a:endParaRPr lang="zh-CN" altLang="en-US">
                <a:solidFill>
                  <a:srgbClr val="000000"/>
                </a:solidFill>
                <a:latin typeface="微软雅黑" panose="020B0503020204020204" pitchFamily="34" charset="-122"/>
                <a:ea typeface="微软雅黑" panose="020B0503020204020204" pitchFamily="34" charset="-122"/>
              </a:endParaRPr>
            </a:p>
          </p:txBody>
        </p:sp>
        <p:sp>
          <p:nvSpPr>
            <p:cNvPr id="23" name="Rectangle 67"/>
            <p:cNvSpPr>
              <a:spLocks noChangeArrowheads="1"/>
            </p:cNvSpPr>
            <p:nvPr userDrawn="1">
              <p:custDataLst>
                <p:tags r:id="rId4"/>
              </p:custDataLst>
            </p:nvPr>
          </p:nvSpPr>
          <p:spPr bwMode="auto">
            <a:xfrm>
              <a:off x="4249420" y="2116728"/>
              <a:ext cx="504190" cy="7175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28" tIns="45714" rIns="91428" bIns="45714" numCol="1" anchor="t" anchorCtr="0" compatLnSpc="1"/>
            <a:lstStyle/>
            <a:p>
              <a:endParaRPr lang="zh-CN" altLang="en-US">
                <a:solidFill>
                  <a:srgbClr val="000000"/>
                </a:solidFill>
                <a:latin typeface="微软雅黑" panose="020B0503020204020204" pitchFamily="34" charset="-122"/>
                <a:ea typeface="微软雅黑" panose="020B0503020204020204" pitchFamily="34" charset="-122"/>
              </a:endParaRPr>
            </a:p>
          </p:txBody>
        </p:sp>
        <p:sp>
          <p:nvSpPr>
            <p:cNvPr id="24" name="Rectangle 68"/>
            <p:cNvSpPr>
              <a:spLocks noChangeArrowheads="1"/>
            </p:cNvSpPr>
            <p:nvPr userDrawn="1">
              <p:custDataLst>
                <p:tags r:id="rId5"/>
              </p:custDataLst>
            </p:nvPr>
          </p:nvSpPr>
          <p:spPr bwMode="auto">
            <a:xfrm>
              <a:off x="4245610" y="1786255"/>
              <a:ext cx="275590" cy="226695"/>
            </a:xfrm>
            <a:prstGeom prst="rect">
              <a:avLst/>
            </a:prstGeom>
            <a:solidFill>
              <a:srgbClr val="6969C7"/>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28" tIns="45714" rIns="91428" bIns="45714" numCol="1" anchor="t" anchorCtr="0" compatLnSpc="1"/>
            <a:lstStyle/>
            <a:p>
              <a:endParaRPr lang="zh-CN" altLang="en-US">
                <a:solidFill>
                  <a:srgbClr val="000000"/>
                </a:solidFill>
                <a:latin typeface="微软雅黑" panose="020B0503020204020204" pitchFamily="34" charset="-122"/>
                <a:ea typeface="微软雅黑" panose="020B0503020204020204" pitchFamily="34" charset="-122"/>
              </a:endParaRPr>
            </a:p>
          </p:txBody>
        </p:sp>
        <p:sp>
          <p:nvSpPr>
            <p:cNvPr id="25" name="Rectangle 69"/>
            <p:cNvSpPr>
              <a:spLocks noChangeArrowheads="1"/>
            </p:cNvSpPr>
            <p:nvPr userDrawn="1">
              <p:custDataLst>
                <p:tags r:id="rId6"/>
              </p:custDataLst>
            </p:nvPr>
          </p:nvSpPr>
          <p:spPr bwMode="auto">
            <a:xfrm>
              <a:off x="4573905" y="1786255"/>
              <a:ext cx="276860" cy="226695"/>
            </a:xfrm>
            <a:prstGeom prst="rect">
              <a:avLst/>
            </a:prstGeom>
            <a:solidFill>
              <a:srgbClr val="DB63A3"/>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28" tIns="45714" rIns="91428" bIns="45714" numCol="1" anchor="t" anchorCtr="0" compatLnSpc="1"/>
            <a:lstStyle/>
            <a:p>
              <a:endParaRPr lang="zh-CN" altLang="en-US">
                <a:solidFill>
                  <a:srgbClr val="000000"/>
                </a:solidFill>
                <a:latin typeface="微软雅黑" panose="020B0503020204020204" pitchFamily="34" charset="-122"/>
                <a:ea typeface="微软雅黑" panose="020B0503020204020204" pitchFamily="34" charset="-122"/>
              </a:endParaRPr>
            </a:p>
          </p:txBody>
        </p:sp>
        <p:sp>
          <p:nvSpPr>
            <p:cNvPr id="26" name="Rectangle 70"/>
            <p:cNvSpPr>
              <a:spLocks noChangeArrowheads="1"/>
            </p:cNvSpPr>
            <p:nvPr userDrawn="1">
              <p:custDataLst>
                <p:tags r:id="rId7"/>
              </p:custDataLst>
            </p:nvPr>
          </p:nvSpPr>
          <p:spPr bwMode="auto">
            <a:xfrm>
              <a:off x="4903470" y="1786255"/>
              <a:ext cx="275590" cy="226695"/>
            </a:xfrm>
            <a:prstGeom prst="rect">
              <a:avLst/>
            </a:prstGeom>
            <a:solidFill>
              <a:srgbClr val="F79179"/>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28" tIns="45714" rIns="91428" bIns="45714" numCol="1" anchor="t" anchorCtr="0" compatLnSpc="1"/>
            <a:lstStyle/>
            <a:p>
              <a:endParaRPr lang="zh-CN" altLang="en-US">
                <a:solidFill>
                  <a:srgbClr val="000000"/>
                </a:solidFill>
                <a:latin typeface="微软雅黑" panose="020B0503020204020204" pitchFamily="34" charset="-122"/>
                <a:ea typeface="微软雅黑" panose="020B0503020204020204" pitchFamily="34" charset="-122"/>
              </a:endParaRPr>
            </a:p>
          </p:txBody>
        </p:sp>
      </p:grpSp>
      <p:sp>
        <p:nvSpPr>
          <p:cNvPr id="5" name="矩形 4"/>
          <p:cNvSpPr/>
          <p:nvPr userDrawn="1">
            <p:custDataLst>
              <p:tags r:id="rId8"/>
            </p:custDataLst>
          </p:nvPr>
        </p:nvSpPr>
        <p:spPr>
          <a:xfrm>
            <a:off x="564" y="1064029"/>
            <a:ext cx="9142871" cy="3854355"/>
          </a:xfrm>
          <a:prstGeom prst="rect">
            <a:avLst/>
          </a:prstGeom>
          <a:solidFill>
            <a:srgbClr val="E7E7F0"/>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olidFill>
                <a:srgbClr val="FFFFFF"/>
              </a:solidFill>
              <a:latin typeface="微软雅黑" panose="020B0503020204020204" pitchFamily="34" charset="-122"/>
              <a:ea typeface="微软雅黑" panose="020B0503020204020204" pitchFamily="34" charset="-122"/>
              <a:sym typeface="+mn-ea"/>
            </a:endParaRPr>
          </a:p>
        </p:txBody>
      </p:sp>
      <p:sp>
        <p:nvSpPr>
          <p:cNvPr id="2" name="Title 6"/>
          <p:cNvSpPr txBox="1"/>
          <p:nvPr>
            <p:custDataLst>
              <p:tags r:id="rId9"/>
            </p:custDataLst>
          </p:nvPr>
        </p:nvSpPr>
        <p:spPr>
          <a:xfrm>
            <a:off x="456808" y="456694"/>
            <a:ext cx="8231490" cy="493333"/>
          </a:xfrm>
          <a:prstGeom prst="rect">
            <a:avLst/>
          </a:prstGeom>
          <a:noFill/>
          <a:ln w="3175">
            <a:noFill/>
            <a:prstDash val="dash"/>
          </a:ln>
        </p:spPr>
        <p:txBody>
          <a:bodyPr wrap="square" lIns="53993" tIns="26996" rIns="53993" bIns="26996" anchor="t" anchorCtr="0">
            <a:no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0" indent="0" algn="ctr">
              <a:lnSpc>
                <a:spcPct val="100000"/>
              </a:lnSpc>
              <a:spcBef>
                <a:spcPts val="0"/>
              </a:spcBef>
              <a:spcAft>
                <a:spcPts val="0"/>
              </a:spcAft>
              <a:buSzPct val="100000"/>
              <a:buNone/>
              <a:defRPr/>
            </a:pPr>
            <a:r>
              <a:rPr kumimoji="0" lang="zh-CN" altLang="en-US" sz="2700" b="1" i="0" spc="300" noProof="0">
                <a:ln w="3175">
                  <a:noFill/>
                  <a:prstDash val="dash"/>
                </a:ln>
                <a:solidFill>
                  <a:srgbClr val="404040"/>
                </a:solidFill>
                <a:effectLst/>
                <a:latin typeface="微软雅黑" panose="020B0503020204020204" pitchFamily="34" charset="-122"/>
                <a:ea typeface="微软雅黑" panose="020B0503020204020204" pitchFamily="34" charset="-122"/>
                <a:cs typeface="微软雅黑" panose="020B0503020204020204" pitchFamily="34" charset="-122"/>
              </a:rPr>
              <a:t> Cortana 和 Microsoft Edge 的组合</a:t>
            </a:r>
            <a:endParaRPr kumimoji="0" lang="zh-CN" altLang="en-US" sz="2700" b="1" i="0" spc="300" noProof="0">
              <a:ln w="3175">
                <a:noFill/>
                <a:prstDash val="dash"/>
              </a:ln>
              <a:solidFill>
                <a:srgbClr val="404040"/>
              </a:solidFill>
              <a:effectLst/>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 name="Title 6"/>
          <p:cNvSpPr txBox="1"/>
          <p:nvPr>
            <p:custDataLst>
              <p:tags r:id="rId10"/>
            </p:custDataLst>
          </p:nvPr>
        </p:nvSpPr>
        <p:spPr>
          <a:xfrm>
            <a:off x="411994" y="1128256"/>
            <a:ext cx="8319378" cy="1151113"/>
          </a:xfrm>
          <a:prstGeom prst="rect">
            <a:avLst/>
          </a:prstGeom>
          <a:noFill/>
          <a:ln w="3175">
            <a:noFill/>
            <a:prstDash val="dash"/>
          </a:ln>
        </p:spPr>
        <p:txBody>
          <a:bodyPr wrap="square" lIns="53993" tIns="26996" rIns="53993" bIns="26996" anchor="ctr" anchorCtr="0">
            <a:no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171450" lvl="0" indent="-171450" algn="just">
              <a:lnSpc>
                <a:spcPct val="150000"/>
              </a:lnSpc>
              <a:spcBef>
                <a:spcPts val="0"/>
              </a:spcBef>
              <a:spcAft>
                <a:spcPts val="800"/>
              </a:spcAft>
              <a:buSzPct val="100000"/>
              <a:buFont typeface="Wingdings" panose="05000000000000000000" charset="0"/>
              <a:buChar char="Ø"/>
            </a:pPr>
            <a:r>
              <a:rPr lang="zh-CN" altLang="en-US" sz="1200" spc="50">
                <a:ln w="3175">
                  <a:noFill/>
                  <a:prstDash val="dash"/>
                </a:ln>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Microsoft Edge 浏览器中集成了私人助手 Cortana。</a:t>
            </a:r>
            <a:endParaRPr lang="zh-CN" altLang="en-US" sz="1200" spc="50">
              <a:ln w="3175">
                <a:noFill/>
                <a:prstDash val="dash"/>
              </a:ln>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marL="171450" lvl="0" indent="-171450" algn="just">
              <a:lnSpc>
                <a:spcPct val="150000"/>
              </a:lnSpc>
              <a:spcBef>
                <a:spcPts val="0"/>
              </a:spcBef>
              <a:spcAft>
                <a:spcPts val="800"/>
              </a:spcAft>
              <a:buSzPct val="100000"/>
              <a:buFont typeface="Wingdings" panose="05000000000000000000" charset="0"/>
              <a:buChar char="Ø"/>
            </a:pPr>
            <a:r>
              <a:rPr lang="zh-CN" altLang="en-US" sz="1200" spc="50">
                <a:ln w="3175">
                  <a:noFill/>
                  <a:prstDash val="dash"/>
                </a:ln>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当在网页上发现一个想要了解更多相关信息的主题时，选中该字词或短语，然后右键单击快捷菜单中的“询问 Cortana”，则浏览器右侧显示 Cortana 窗格，并给出相关信息，如图 3-40 所示。</a:t>
            </a:r>
            <a:endParaRPr lang="zh-CN" altLang="en-US" sz="1200" spc="50">
              <a:ln w="3175">
                <a:noFill/>
                <a:prstDash val="dash"/>
              </a:ln>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cxnSp>
        <p:nvCxnSpPr>
          <p:cNvPr id="12" name="直接连接符 11"/>
          <p:cNvCxnSpPr/>
          <p:nvPr>
            <p:custDataLst>
              <p:tags r:id="rId11"/>
            </p:custDataLst>
          </p:nvPr>
        </p:nvCxnSpPr>
        <p:spPr>
          <a:xfrm>
            <a:off x="8549784" y="326165"/>
            <a:ext cx="152381" cy="0"/>
          </a:xfrm>
          <a:prstGeom prst="line">
            <a:avLst/>
          </a:prstGeom>
          <a:ln w="12700">
            <a:solidFill>
              <a:srgbClr val="404040"/>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12"/>
            </p:custDataLst>
          </p:nvPr>
        </p:nvCxnSpPr>
        <p:spPr>
          <a:xfrm>
            <a:off x="8549784" y="382038"/>
            <a:ext cx="116826" cy="0"/>
          </a:xfrm>
          <a:prstGeom prst="line">
            <a:avLst/>
          </a:prstGeom>
          <a:ln w="12700">
            <a:solidFill>
              <a:srgbClr val="404040"/>
            </a:solidFill>
          </a:ln>
        </p:spPr>
        <p:style>
          <a:lnRef idx="1">
            <a:schemeClr val="accent1"/>
          </a:lnRef>
          <a:fillRef idx="0">
            <a:schemeClr val="accent1"/>
          </a:fillRef>
          <a:effectRef idx="0">
            <a:schemeClr val="accent1"/>
          </a:effectRef>
          <a:fontRef idx="minor">
            <a:schemeClr val="tx1"/>
          </a:fontRef>
        </p:style>
      </p:cxnSp>
      <p:pic>
        <p:nvPicPr>
          <p:cNvPr id="3" name="图片 2"/>
          <p:cNvPicPr>
            <a:picLocks noChangeAspect="1"/>
          </p:cNvPicPr>
          <p:nvPr/>
        </p:nvPicPr>
        <p:blipFill>
          <a:blip r:embed="rId13"/>
          <a:stretch>
            <a:fillRect/>
          </a:stretch>
        </p:blipFill>
        <p:spPr>
          <a:xfrm>
            <a:off x="1503424" y="2308575"/>
            <a:ext cx="5874930" cy="2433020"/>
          </a:xfrm>
          <a:prstGeom prst="rect">
            <a:avLst/>
          </a:prstGeom>
        </p:spPr>
      </p:pic>
    </p:spTree>
    <p:custDataLst>
      <p:tags r:id="rId14"/>
    </p:custDataLst>
  </p:cSld>
  <p:clrMapOvr>
    <a:masterClrMapping/>
  </p:clrMapOvr>
  <p:transition spd="slow">
    <p:random/>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descr="3"/>
          <p:cNvPicPr>
            <a:picLocks noChangeAspect="1"/>
          </p:cNvPicPr>
          <p:nvPr>
            <p:custDataLst>
              <p:tags r:id="rId1"/>
            </p:custDataLst>
          </p:nvPr>
        </p:nvPicPr>
        <p:blipFill>
          <a:blip r:embed="rId2"/>
          <a:stretch>
            <a:fillRect/>
          </a:stretch>
        </p:blipFill>
        <p:spPr>
          <a:xfrm>
            <a:off x="564" y="539683"/>
            <a:ext cx="9142236" cy="1634288"/>
          </a:xfrm>
          <a:prstGeom prst="rect">
            <a:avLst/>
          </a:prstGeom>
        </p:spPr>
      </p:pic>
      <p:sp>
        <p:nvSpPr>
          <p:cNvPr id="30" name="矩形 29"/>
          <p:cNvSpPr/>
          <p:nvPr>
            <p:custDataLst>
              <p:tags r:id="rId3"/>
            </p:custDataLst>
          </p:nvPr>
        </p:nvSpPr>
        <p:spPr>
          <a:xfrm>
            <a:off x="48183" y="2943680"/>
            <a:ext cx="4693320" cy="897495"/>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68571" tIns="34285" rIns="68571" bIns="34285" anchor="ctr">
            <a:normAutofit/>
          </a:bodyPr>
          <a:lstStyle/>
          <a:p>
            <a:pPr algn="ctr"/>
            <a:endParaRPr sz="1350">
              <a:solidFill>
                <a:srgbClr val="FFFFFF"/>
              </a:solidFill>
              <a:latin typeface="微软雅黑" panose="020B0503020204020204" pitchFamily="34" charset="-122"/>
              <a:ea typeface="微软雅黑" panose="020B0503020204020204" pitchFamily="34" charset="-122"/>
            </a:endParaRPr>
          </a:p>
        </p:txBody>
      </p:sp>
      <p:sp>
        <p:nvSpPr>
          <p:cNvPr id="43" name="矩形 42"/>
          <p:cNvSpPr/>
          <p:nvPr>
            <p:custDataLst>
              <p:tags r:id="rId4"/>
            </p:custDataLst>
          </p:nvPr>
        </p:nvSpPr>
        <p:spPr>
          <a:xfrm>
            <a:off x="210089" y="2579052"/>
            <a:ext cx="8749220" cy="2006352"/>
          </a:xfrm>
          <a:prstGeom prst="rect">
            <a:avLst/>
          </a:prstGeom>
          <a:solidFill>
            <a:srgbClr val="D9D9D9"/>
          </a:solidFill>
          <a:ln w="76200">
            <a:solidFill>
              <a:srgbClr val="6969C7"/>
            </a:solidFill>
          </a:ln>
        </p:spPr>
        <p:style>
          <a:lnRef idx="2">
            <a:schemeClr val="accent1">
              <a:shade val="50000"/>
            </a:schemeClr>
          </a:lnRef>
          <a:fillRef idx="1">
            <a:schemeClr val="accent1"/>
          </a:fillRef>
          <a:effectRef idx="0">
            <a:schemeClr val="accent1"/>
          </a:effectRef>
          <a:fontRef idx="minor">
            <a:schemeClr val="lt1"/>
          </a:fontRef>
        </p:style>
        <p:txBody>
          <a:bodyPr wrap="square" lIns="68571" tIns="34285" rIns="68571" bIns="34285" anchor="ctr">
            <a:normAutofit/>
          </a:bodyPr>
          <a:lstStyle/>
          <a:p>
            <a:pPr algn="ctr"/>
            <a:endParaRPr sz="1350" dirty="0">
              <a:solidFill>
                <a:srgbClr val="FFFFFF"/>
              </a:solidFill>
              <a:latin typeface="微软雅黑" panose="020B0503020204020204" pitchFamily="34" charset="-122"/>
              <a:ea typeface="微软雅黑" panose="020B0503020204020204" pitchFamily="34" charset="-122"/>
            </a:endParaRPr>
          </a:p>
        </p:txBody>
      </p:sp>
      <p:sp>
        <p:nvSpPr>
          <p:cNvPr id="44" name="矩形 43"/>
          <p:cNvSpPr/>
          <p:nvPr>
            <p:custDataLst>
              <p:tags r:id="rId5"/>
            </p:custDataLst>
          </p:nvPr>
        </p:nvSpPr>
        <p:spPr>
          <a:xfrm>
            <a:off x="133898" y="2768893"/>
            <a:ext cx="8896522" cy="1638098"/>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68571" tIns="34285" rIns="68571" bIns="34285" anchor="ctr">
            <a:normAutofit/>
          </a:bodyPr>
          <a:lstStyle/>
          <a:p>
            <a:pPr algn="ctr"/>
            <a:endParaRPr sz="1350">
              <a:solidFill>
                <a:srgbClr val="FFFFFF"/>
              </a:solidFill>
              <a:latin typeface="微软雅黑" panose="020B0503020204020204" pitchFamily="34" charset="-122"/>
              <a:ea typeface="微软雅黑" panose="020B0503020204020204" pitchFamily="34" charset="-122"/>
            </a:endParaRPr>
          </a:p>
        </p:txBody>
      </p:sp>
      <p:sp>
        <p:nvSpPr>
          <p:cNvPr id="42" name="文本框 41"/>
          <p:cNvSpPr txBox="1"/>
          <p:nvPr>
            <p:custDataLst>
              <p:tags r:id="rId6"/>
            </p:custDataLst>
          </p:nvPr>
        </p:nvSpPr>
        <p:spPr bwMode="auto">
          <a:xfrm>
            <a:off x="465962" y="2840639"/>
            <a:ext cx="8363188" cy="1483177"/>
          </a:xfrm>
          <a:prstGeom prst="rect">
            <a:avLst/>
          </a:prstGeom>
          <a:noFill/>
        </p:spPr>
        <p:txBody>
          <a:bodyPr wrap="square" lIns="68571" tIns="0" rIns="68571" bIns="34285" anchor="ctr" anchorCtr="1"/>
          <a:lstStyle/>
          <a:p>
            <a:pPr marL="0" lvl="0" indent="342900" algn="just" fontAlgn="auto">
              <a:lnSpc>
                <a:spcPct val="120000"/>
              </a:lnSpc>
              <a:spcBef>
                <a:spcPts val="500"/>
              </a:spcBef>
              <a:spcAft>
                <a:spcPts val="0"/>
              </a:spcAft>
              <a:buSzPct val="100000"/>
              <a:extLst>
                <a:ext uri="{35155182-B16C-46BC-9424-99874614C6A1}">
                  <wpsdc:indentchars xmlns:wpsdc="http://www.wps.cn/officeDocument/2017/drawingmlCustomData" val="200" checksum="758948160"/>
                </a:ext>
              </a:extLst>
            </a:pPr>
            <a:r>
              <a:rPr sz="1200" spc="15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网页浏览器（web browser），常被简称为浏览器，是一种用于检索并展示万维网信息资源的应用程序。这些信息资源可以是网页、图片、影音或其他内容，它们由统一资源标志符标志。信息资源中的超链接可使用户方便地浏览相关信息。</a:t>
            </a:r>
            <a:endParaRPr sz="1200" spc="15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p>
            <a:pPr marL="0" lvl="0" indent="342900" algn="just" fontAlgn="auto">
              <a:lnSpc>
                <a:spcPct val="120000"/>
              </a:lnSpc>
              <a:spcBef>
                <a:spcPts val="500"/>
              </a:spcBef>
              <a:spcAft>
                <a:spcPts val="0"/>
              </a:spcAft>
              <a:buSzPct val="100000"/>
              <a:extLst>
                <a:ext uri="{35155182-B16C-46BC-9424-99874614C6A1}">
                  <wpsdc:indentchars xmlns:wpsdc="http://www.wps.cn/officeDocument/2017/drawingmlCustomData" val="200" checksum="758948160"/>
                </a:ext>
              </a:extLst>
            </a:pPr>
            <a:r>
              <a:rPr sz="1200" spc="15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网页浏览器虽然主要用于使用万维网，但</a:t>
            </a:r>
            <a:r>
              <a:rPr sz="1200" spc="100">
                <a:solidFill>
                  <a:srgbClr val="000000"/>
                </a:solidFill>
                <a:uFillTx/>
                <a:latin typeface="微软雅黑" panose="020B0503020204020204" pitchFamily="34" charset="-122"/>
                <a:ea typeface="微软雅黑" panose="020B0503020204020204" pitchFamily="34" charset="-122"/>
                <a:cs typeface="微软雅黑" panose="020B0503020204020204" pitchFamily="34" charset="-122"/>
              </a:rPr>
              <a:t>也可用于获取专用网络中网页服务器的信息或文件系统内的文件。</a:t>
            </a:r>
            <a:endParaRPr sz="1200" spc="100">
              <a:solidFill>
                <a:srgbClr val="000000"/>
              </a:solidFill>
              <a:uFillTx/>
              <a:latin typeface="微软雅黑" panose="020B0503020204020204" pitchFamily="34" charset="-122"/>
              <a:ea typeface="微软雅黑" panose="020B0503020204020204" pitchFamily="34" charset="-122"/>
              <a:cs typeface="微软雅黑" panose="020B0503020204020204" pitchFamily="34" charset="-122"/>
            </a:endParaRPr>
          </a:p>
          <a:p>
            <a:pPr marL="0" lvl="0" indent="330200" algn="just" fontAlgn="auto">
              <a:lnSpc>
                <a:spcPct val="120000"/>
              </a:lnSpc>
              <a:spcBef>
                <a:spcPts val="500"/>
              </a:spcBef>
              <a:spcAft>
                <a:spcPts val="0"/>
              </a:spcAft>
              <a:buSzPct val="100000"/>
              <a:extLst>
                <a:ext uri="{35155182-B16C-46BC-9424-99874614C6A1}">
                  <wpsdc:indentchars xmlns:wpsdc="http://www.wps.cn/officeDocument/2017/drawingmlCustomData" val="200" checksum="1651068497"/>
                </a:ext>
              </a:extLst>
            </a:pPr>
            <a:r>
              <a:rPr sz="1200" spc="100">
                <a:solidFill>
                  <a:srgbClr val="000000"/>
                </a:solidFill>
                <a:uFillTx/>
                <a:latin typeface="微软雅黑" panose="020B0503020204020204" pitchFamily="34" charset="-122"/>
                <a:ea typeface="微软雅黑" panose="020B0503020204020204" pitchFamily="34" charset="-122"/>
                <a:cs typeface="微软雅黑" panose="020B0503020204020204" pitchFamily="34" charset="-122"/>
              </a:rPr>
              <a:t>目前主流网页浏览器有 Mozilla Firefox、Internet Explorer、Microsoft Edge、Google Chrome 等。</a:t>
            </a:r>
            <a:endParaRPr sz="1200" spc="100">
              <a:solidFill>
                <a:srgbClr val="000000"/>
              </a:solidFill>
              <a:uFillTx/>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5" name="矩形 4"/>
          <p:cNvSpPr/>
          <p:nvPr>
            <p:custDataLst>
              <p:tags r:id="rId7"/>
            </p:custDataLst>
          </p:nvPr>
        </p:nvSpPr>
        <p:spPr>
          <a:xfrm>
            <a:off x="564" y="548569"/>
            <a:ext cx="9142869" cy="571434"/>
          </a:xfrm>
          <a:prstGeom prst="rect">
            <a:avLst/>
          </a:prstGeom>
          <a:solidFill>
            <a:srgbClr val="000000">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68571" tIns="34285" rIns="68571" bIns="34285" numCol="1" spcCol="0" rtlCol="0" fromWordArt="0" anchor="ctr" anchorCtr="0" forceAA="0" compatLnSpc="1">
            <a:normAutofit/>
          </a:bodyPr>
          <a:lstStyle/>
          <a:p>
            <a:pPr marL="0" lvl="0" indent="0" algn="ctr">
              <a:lnSpc>
                <a:spcPct val="100000"/>
              </a:lnSpc>
              <a:spcBef>
                <a:spcPts val="0"/>
              </a:spcBef>
              <a:spcAft>
                <a:spcPts val="0"/>
              </a:spcAft>
              <a:buSzPct val="25000"/>
              <a:buFontTx/>
              <a:buNone/>
            </a:pPr>
            <a:r>
              <a:rPr lang="zh-CN" altLang="en-US" sz="2100" b="1" spc="300">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浏览器的概念和作用</a:t>
            </a:r>
            <a:endParaRPr lang="zh-CN" altLang="en-US" sz="2100" b="1" spc="300">
              <a:solidFill>
                <a:srgbClr val="FFFFFF"/>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ustDataLst>
      <p:tags r:id="rId8"/>
    </p:custDataLst>
  </p:cSld>
  <p:clrMapOvr>
    <a:masterClrMapping/>
  </p:clrMapOvr>
  <p:transition spd="slow">
    <p:random/>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userDrawn="1">
            <p:custDataLst>
              <p:tags r:id="rId1"/>
            </p:custDataLst>
          </p:nvPr>
        </p:nvSpPr>
        <p:spPr>
          <a:xfrm>
            <a:off x="564" y="635"/>
            <a:ext cx="9142871" cy="1841908"/>
          </a:xfrm>
          <a:prstGeom prst="rect">
            <a:avLst/>
          </a:prstGeom>
          <a:solidFill>
            <a:srgbClr val="E7E7F0"/>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olidFill>
                <a:srgbClr val="FFFFFF"/>
              </a:solidFill>
              <a:latin typeface="微软雅黑" panose="020B0503020204020204" pitchFamily="34" charset="-122"/>
              <a:ea typeface="微软雅黑" panose="020B0503020204020204" pitchFamily="34" charset="-122"/>
              <a:sym typeface="+mn-ea"/>
            </a:endParaRPr>
          </a:p>
        </p:txBody>
      </p:sp>
      <p:grpSp>
        <p:nvGrpSpPr>
          <p:cNvPr id="22" name="组合 21"/>
          <p:cNvGrpSpPr/>
          <p:nvPr userDrawn="1">
            <p:custDataLst>
              <p:tags r:id="rId2"/>
            </p:custDataLst>
          </p:nvPr>
        </p:nvGrpSpPr>
        <p:grpSpPr>
          <a:xfrm>
            <a:off x="68043" y="71546"/>
            <a:ext cx="8964391" cy="5052722"/>
            <a:chOff x="89982" y="94806"/>
            <a:chExt cx="11953997" cy="6737794"/>
          </a:xfrm>
        </p:grpSpPr>
        <p:pic>
          <p:nvPicPr>
            <p:cNvPr id="23" name="图片 22"/>
            <p:cNvPicPr>
              <a:picLocks noChangeAspect="1"/>
            </p:cNvPicPr>
            <p:nvPr userDrawn="1">
              <p:custDataLst>
                <p:tags r:id="rId3"/>
              </p:custDataLst>
            </p:nvPr>
          </p:nvPicPr>
          <p:blipFill>
            <a:blip r:embed="rId4">
              <a:extLst>
                <a:ext uri="{28A0092B-C50C-407E-A947-70E740481C1C}">
                  <a14:useLocalDpi xmlns:a14="http://schemas.microsoft.com/office/drawing/2010/main" val="0"/>
                </a:ext>
              </a:extLst>
            </a:blip>
            <a:stretch>
              <a:fillRect/>
            </a:stretch>
          </p:blipFill>
          <p:spPr>
            <a:xfrm>
              <a:off x="89982" y="94806"/>
              <a:ext cx="786452" cy="865707"/>
            </a:xfrm>
            <a:prstGeom prst="rect">
              <a:avLst/>
            </a:prstGeom>
          </p:spPr>
        </p:pic>
        <p:pic>
          <p:nvPicPr>
            <p:cNvPr id="24" name="图片 23"/>
            <p:cNvPicPr>
              <a:picLocks noChangeAspect="1"/>
            </p:cNvPicPr>
            <p:nvPr userDrawn="1">
              <p:custDataLst>
                <p:tags r:id="rId5"/>
              </p:custDataLst>
            </p:nvPr>
          </p:nvPicPr>
          <p:blipFill>
            <a:blip r:embed="rId6">
              <a:extLst>
                <a:ext uri="{28A0092B-C50C-407E-A947-70E740481C1C}">
                  <a14:useLocalDpi xmlns:a14="http://schemas.microsoft.com/office/drawing/2010/main" val="0"/>
                </a:ext>
              </a:extLst>
            </a:blip>
            <a:stretch>
              <a:fillRect/>
            </a:stretch>
          </p:blipFill>
          <p:spPr>
            <a:xfrm>
              <a:off x="10577221" y="5249238"/>
              <a:ext cx="1466758" cy="1583362"/>
            </a:xfrm>
            <a:prstGeom prst="rect">
              <a:avLst/>
            </a:prstGeom>
          </p:spPr>
        </p:pic>
      </p:grpSp>
      <p:sp>
        <p:nvSpPr>
          <p:cNvPr id="11" name="Title 6"/>
          <p:cNvSpPr txBox="1"/>
          <p:nvPr>
            <p:custDataLst>
              <p:tags r:id="rId7"/>
            </p:custDataLst>
          </p:nvPr>
        </p:nvSpPr>
        <p:spPr>
          <a:xfrm>
            <a:off x="456808" y="567380"/>
            <a:ext cx="8231489" cy="469968"/>
          </a:xfrm>
          <a:prstGeom prst="rect">
            <a:avLst/>
          </a:prstGeom>
          <a:noFill/>
          <a:ln w="3175">
            <a:noFill/>
            <a:prstDash val="dash"/>
          </a:ln>
        </p:spPr>
        <p:txBody>
          <a:bodyPr wrap="square" lIns="53993" tIns="26996" rIns="53993" bIns="26996" anchor="t" anchorCtr="0">
            <a:no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0" marR="0" lvl="0" indent="0" algn="ctr" defTabSz="913765" rtl="0" eaLnBrk="1" fontAlgn="auto" latinLnBrk="0" hangingPunct="1">
              <a:lnSpc>
                <a:spcPct val="100000"/>
              </a:lnSpc>
              <a:spcBef>
                <a:spcPts val="0"/>
              </a:spcBef>
              <a:spcAft>
                <a:spcPts val="800"/>
              </a:spcAft>
              <a:buSzPct val="100000"/>
              <a:buFontTx/>
              <a:buNone/>
              <a:defRPr/>
            </a:pPr>
            <a:r>
              <a:rPr kumimoji="0" lang="zh-CN" altLang="en-US" sz="2700" b="1" i="0" kern="1200" cap="none" spc="300" normalizeH="0" noProof="0">
                <a:ln w="3175">
                  <a:noFill/>
                  <a:prstDash val="dash"/>
                </a:ln>
                <a:solidFill>
                  <a:srgbClr val="262626"/>
                </a:solidFill>
                <a:effectLst/>
                <a:latin typeface="微软雅黑" panose="020B0503020204020204" pitchFamily="34" charset="-122"/>
                <a:ea typeface="微软雅黑" panose="020B0503020204020204" pitchFamily="34" charset="-122"/>
                <a:cs typeface="微软雅黑" panose="020B0503020204020204" pitchFamily="34" charset="-122"/>
              </a:rPr>
              <a:t>信息搜索高级技巧</a:t>
            </a:r>
            <a:endParaRPr kumimoji="0" lang="zh-CN" altLang="en-US" sz="2700" b="1" i="0" kern="1200" cap="none" spc="300" normalizeH="0" noProof="0">
              <a:ln w="3175">
                <a:noFill/>
                <a:prstDash val="dash"/>
              </a:ln>
              <a:solidFill>
                <a:srgbClr val="262626"/>
              </a:solidFill>
              <a:effectLst/>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 name="椭圆 9"/>
          <p:cNvSpPr/>
          <p:nvPr>
            <p:custDataLst>
              <p:tags r:id="rId8"/>
            </p:custDataLst>
          </p:nvPr>
        </p:nvSpPr>
        <p:spPr>
          <a:xfrm>
            <a:off x="531359" y="1645532"/>
            <a:ext cx="355556" cy="355556"/>
          </a:xfrm>
          <a:prstGeom prst="ellipse">
            <a:avLst/>
          </a:prstGeom>
          <a:solidFill>
            <a:srgbClr val="6969C7"/>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fontScale="70000"/>
          </a:bodyPr>
          <a:lstStyle/>
          <a:p>
            <a:pPr algn="ctr"/>
            <a:endParaRPr lang="zh-CN" altLang="en-US" sz="1350">
              <a:solidFill>
                <a:srgbClr val="000000"/>
              </a:solidFill>
              <a:latin typeface="微软雅黑" panose="020B0503020204020204" pitchFamily="34" charset="-122"/>
              <a:ea typeface="微软雅黑" panose="020B0503020204020204" pitchFamily="34" charset="-122"/>
            </a:endParaRPr>
          </a:p>
        </p:txBody>
      </p:sp>
      <p:sp>
        <p:nvSpPr>
          <p:cNvPr id="50" name="文本框 49"/>
          <p:cNvSpPr txBox="1"/>
          <p:nvPr>
            <p:custDataLst>
              <p:tags r:id="rId9"/>
            </p:custDataLst>
          </p:nvPr>
        </p:nvSpPr>
        <p:spPr>
          <a:xfrm>
            <a:off x="457073" y="2304580"/>
            <a:ext cx="2519689" cy="2087622"/>
          </a:xfrm>
          <a:prstGeom prst="rect">
            <a:avLst/>
          </a:prstGeom>
          <a:noFill/>
        </p:spPr>
        <p:txBody>
          <a:bodyPr wrap="square" rtlCol="0">
            <a:normAutofit/>
          </a:bodyPr>
          <a:lstStyle/>
          <a:p>
            <a:pPr marL="0" lvl="0" indent="0" algn="just">
              <a:lnSpc>
                <a:spcPct val="150000"/>
              </a:lnSpc>
              <a:spcBef>
                <a:spcPts val="400"/>
              </a:spcBef>
              <a:spcAft>
                <a:spcPts val="0"/>
              </a:spcAft>
              <a:buSzPct val="100000"/>
              <a:buNone/>
            </a:pPr>
            <a:r>
              <a:rPr lang="zh-CN" altLang="en-US" sz="1000">
                <a:solidFill>
                  <a:srgbClr val="000000"/>
                </a:solidFill>
                <a:latin typeface="微软雅黑" panose="020B0503020204020204" pitchFamily="34" charset="-122"/>
                <a:ea typeface="微软雅黑" panose="020B0503020204020204" pitchFamily="34" charset="-122"/>
              </a:rPr>
              <a:t>搜索引擎是不能理解、辨别多义词的，因此，设计关键字时要小心使用多义词。例如，搜索“Java”，要找的信息是太平洋的一个岛，一种著名的咖啡，还是一种计算机语言？因此，在搜索前应先问问自己这个问题，然后确定含义更明确的关键字，如用“爪哇 印尼”“爪哇 咖啡”“Java 语言”分别搜索可以满足不同的需求。</a:t>
            </a:r>
            <a:endParaRPr lang="zh-CN" altLang="en-US" sz="1000">
              <a:solidFill>
                <a:srgbClr val="000000"/>
              </a:solidFill>
              <a:latin typeface="微软雅黑" panose="020B0503020204020204" pitchFamily="34" charset="-122"/>
              <a:ea typeface="微软雅黑" panose="020B0503020204020204" pitchFamily="34" charset="-122"/>
            </a:endParaRPr>
          </a:p>
        </p:txBody>
      </p:sp>
      <p:sp>
        <p:nvSpPr>
          <p:cNvPr id="52" name="文本框 51"/>
          <p:cNvSpPr txBox="1"/>
          <p:nvPr>
            <p:custDataLst>
              <p:tags r:id="rId10"/>
            </p:custDataLst>
          </p:nvPr>
        </p:nvSpPr>
        <p:spPr>
          <a:xfrm>
            <a:off x="457073" y="1997278"/>
            <a:ext cx="2699687" cy="320635"/>
          </a:xfrm>
          <a:prstGeom prst="rect">
            <a:avLst/>
          </a:prstGeom>
          <a:noFill/>
        </p:spPr>
        <p:txBody>
          <a:bodyPr wrap="square" rtlCol="0">
            <a:normAutofit/>
          </a:bodyPr>
          <a:lstStyle/>
          <a:p>
            <a:pPr marL="0" algn="l">
              <a:buNone/>
            </a:pPr>
            <a:r>
              <a:rPr lang="zh-CN" altLang="en-US" sz="1200" b="1" dirty="0">
                <a:solidFill>
                  <a:srgbClr val="000000"/>
                </a:solidFill>
                <a:latin typeface="微软雅黑" panose="020B0503020204020204" pitchFamily="34" charset="-122"/>
                <a:ea typeface="微软雅黑" panose="020B0503020204020204" pitchFamily="34" charset="-122"/>
              </a:rPr>
              <a:t>小心使用多义词</a:t>
            </a:r>
            <a:endParaRPr lang="zh-CN" altLang="en-US" sz="1200" b="1" dirty="0">
              <a:solidFill>
                <a:srgbClr val="000000"/>
              </a:solidFill>
              <a:latin typeface="微软雅黑" panose="020B0503020204020204" pitchFamily="34" charset="-122"/>
              <a:ea typeface="微软雅黑" panose="020B0503020204020204" pitchFamily="34" charset="-122"/>
            </a:endParaRPr>
          </a:p>
        </p:txBody>
      </p:sp>
      <p:sp>
        <p:nvSpPr>
          <p:cNvPr id="51" name="椭圆 50"/>
          <p:cNvSpPr/>
          <p:nvPr>
            <p:custDataLst>
              <p:tags r:id="rId11"/>
            </p:custDataLst>
          </p:nvPr>
        </p:nvSpPr>
        <p:spPr>
          <a:xfrm>
            <a:off x="3297712" y="1644897"/>
            <a:ext cx="355556" cy="355556"/>
          </a:xfrm>
          <a:prstGeom prst="ellipse">
            <a:avLst/>
          </a:prstGeom>
          <a:solidFill>
            <a:srgbClr val="6969C7"/>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fontScale="70000"/>
          </a:bodyPr>
          <a:lstStyle/>
          <a:p>
            <a:pPr algn="ctr"/>
            <a:endParaRPr lang="zh-CN" altLang="en-US" sz="1350">
              <a:solidFill>
                <a:srgbClr val="000000"/>
              </a:solidFill>
              <a:latin typeface="微软雅黑" panose="020B0503020204020204" pitchFamily="34" charset="-122"/>
              <a:ea typeface="微软雅黑" panose="020B0503020204020204" pitchFamily="34" charset="-122"/>
            </a:endParaRPr>
          </a:p>
        </p:txBody>
      </p:sp>
      <p:sp>
        <p:nvSpPr>
          <p:cNvPr id="88" name="文本框 87"/>
          <p:cNvSpPr txBox="1"/>
          <p:nvPr>
            <p:custDataLst>
              <p:tags r:id="rId12"/>
            </p:custDataLst>
          </p:nvPr>
        </p:nvSpPr>
        <p:spPr>
          <a:xfrm>
            <a:off x="3222792" y="2304765"/>
            <a:ext cx="2612068" cy="2087622"/>
          </a:xfrm>
          <a:prstGeom prst="rect">
            <a:avLst/>
          </a:prstGeom>
          <a:noFill/>
        </p:spPr>
        <p:txBody>
          <a:bodyPr wrap="square" rtlCol="0"/>
          <a:lstStyle/>
          <a:p>
            <a:pPr marL="0" lvl="0" indent="0" algn="just">
              <a:lnSpc>
                <a:spcPct val="150000"/>
              </a:lnSpc>
              <a:spcBef>
                <a:spcPts val="400"/>
              </a:spcBef>
              <a:spcAft>
                <a:spcPts val="0"/>
              </a:spcAft>
              <a:buSzPct val="100000"/>
              <a:buNone/>
            </a:pPr>
            <a:r>
              <a:rPr lang="zh-CN" altLang="en-US" sz="900">
                <a:solidFill>
                  <a:srgbClr val="000000"/>
                </a:solidFill>
                <a:latin typeface="微软雅黑" panose="020B0503020204020204" pitchFamily="34" charset="-122"/>
                <a:ea typeface="微软雅黑" panose="020B0503020204020204" pitchFamily="34" charset="-122"/>
              </a:rPr>
              <a:t>书名号是百度独有的一个特殊查询语法。在其他搜索引擎中，书名号会被忽略，而在百度中，中文书名号是可被查询的。加上书名号的查询词，有两层特殊功能，一是书名号会出现在搜索结果中；二是被书名号扩起来的内容，不会被拆分。书名号在某些情况下特别有效果，如查名字很通俗或常用的电影或者小说。比如，查电影“手机”，如果不加书名号，很多情况下出来的是通信工具——手机，而加上书名号后，搜索“《手机》”的结果就都是关于电影方面的了。</a:t>
            </a:r>
            <a:endParaRPr lang="zh-CN" altLang="en-US" sz="900">
              <a:solidFill>
                <a:srgbClr val="000000"/>
              </a:solidFill>
              <a:latin typeface="微软雅黑" panose="020B0503020204020204" pitchFamily="34" charset="-122"/>
              <a:ea typeface="微软雅黑" panose="020B0503020204020204" pitchFamily="34" charset="-122"/>
            </a:endParaRPr>
          </a:p>
        </p:txBody>
      </p:sp>
      <p:sp>
        <p:nvSpPr>
          <p:cNvPr id="89" name="文本框 88"/>
          <p:cNvSpPr txBox="1"/>
          <p:nvPr>
            <p:custDataLst>
              <p:tags r:id="rId13"/>
            </p:custDataLst>
          </p:nvPr>
        </p:nvSpPr>
        <p:spPr>
          <a:xfrm>
            <a:off x="3222792" y="1997278"/>
            <a:ext cx="2699687" cy="320635"/>
          </a:xfrm>
          <a:prstGeom prst="rect">
            <a:avLst/>
          </a:prstGeom>
          <a:noFill/>
        </p:spPr>
        <p:txBody>
          <a:bodyPr wrap="square" rtlCol="0">
            <a:normAutofit/>
          </a:bodyPr>
          <a:lstStyle/>
          <a:p>
            <a:pPr marL="0" algn="l">
              <a:buNone/>
            </a:pPr>
            <a:r>
              <a:rPr lang="zh-CN" altLang="en-US" sz="1200" b="1" dirty="0">
                <a:solidFill>
                  <a:srgbClr val="000000"/>
                </a:solidFill>
                <a:latin typeface="微软雅黑" panose="020B0503020204020204" pitchFamily="34" charset="-122"/>
                <a:ea typeface="微软雅黑" panose="020B0503020204020204" pitchFamily="34" charset="-122"/>
              </a:rPr>
              <a:t>精确匹配—书名号</a:t>
            </a:r>
            <a:endParaRPr lang="zh-CN" altLang="en-US" sz="1200" b="1" dirty="0">
              <a:solidFill>
                <a:srgbClr val="000000"/>
              </a:solidFill>
              <a:latin typeface="微软雅黑" panose="020B0503020204020204" pitchFamily="34" charset="-122"/>
              <a:ea typeface="微软雅黑" panose="020B0503020204020204" pitchFamily="34" charset="-122"/>
            </a:endParaRPr>
          </a:p>
        </p:txBody>
      </p:sp>
      <p:sp>
        <p:nvSpPr>
          <p:cNvPr id="57" name="椭圆 56"/>
          <p:cNvSpPr/>
          <p:nvPr>
            <p:custDataLst>
              <p:tags r:id="rId14"/>
            </p:custDataLst>
          </p:nvPr>
        </p:nvSpPr>
        <p:spPr>
          <a:xfrm>
            <a:off x="6063431" y="1644897"/>
            <a:ext cx="355556" cy="355556"/>
          </a:xfrm>
          <a:prstGeom prst="ellipse">
            <a:avLst/>
          </a:prstGeom>
          <a:solidFill>
            <a:srgbClr val="6969C7"/>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fontScale="70000"/>
          </a:bodyPr>
          <a:lstStyle/>
          <a:p>
            <a:pPr algn="ctr"/>
            <a:endParaRPr lang="zh-CN" altLang="en-US" sz="1350" dirty="0">
              <a:solidFill>
                <a:srgbClr val="000000"/>
              </a:solidFill>
              <a:latin typeface="微软雅黑" panose="020B0503020204020204" pitchFamily="34" charset="-122"/>
              <a:ea typeface="微软雅黑" panose="020B0503020204020204" pitchFamily="34" charset="-122"/>
            </a:endParaRPr>
          </a:p>
        </p:txBody>
      </p:sp>
      <p:sp>
        <p:nvSpPr>
          <p:cNvPr id="116" name="文本框 115"/>
          <p:cNvSpPr txBox="1"/>
          <p:nvPr>
            <p:custDataLst>
              <p:tags r:id="rId15"/>
            </p:custDataLst>
          </p:nvPr>
        </p:nvSpPr>
        <p:spPr>
          <a:xfrm>
            <a:off x="5989145" y="2304765"/>
            <a:ext cx="2700322" cy="2087622"/>
          </a:xfrm>
          <a:prstGeom prst="rect">
            <a:avLst/>
          </a:prstGeom>
          <a:noFill/>
        </p:spPr>
        <p:txBody>
          <a:bodyPr wrap="square" rtlCol="0">
            <a:normAutofit lnSpcReduction="20000"/>
          </a:bodyPr>
          <a:lstStyle/>
          <a:p>
            <a:pPr marL="0" lvl="0" indent="0" algn="just">
              <a:lnSpc>
                <a:spcPct val="150000"/>
              </a:lnSpc>
              <a:spcBef>
                <a:spcPts val="400"/>
              </a:spcBef>
              <a:spcAft>
                <a:spcPts val="0"/>
              </a:spcAft>
              <a:buSzPct val="100000"/>
              <a:buNone/>
            </a:pPr>
            <a:r>
              <a:rPr lang="zh-CN" altLang="en-US" sz="100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网页标题通常是对网页内容提纲挈领式的归纳。把查询内容范围限定在网页标题中，有时能获得良好的效果。方法是：把查询内容中特别关键的部分，用“intitle:”领起来。例如，要查找林心如的写真，可以输入关键字“写真 intitle: 林心如”。注意：“intitle:”和后面的关键词之间不要有空格。</a:t>
            </a:r>
            <a:endParaRPr lang="zh-CN" altLang="en-US" sz="100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17" name="文本框 116"/>
          <p:cNvSpPr txBox="1"/>
          <p:nvPr>
            <p:custDataLst>
              <p:tags r:id="rId16"/>
            </p:custDataLst>
          </p:nvPr>
        </p:nvSpPr>
        <p:spPr>
          <a:xfrm>
            <a:off x="5989145" y="1997463"/>
            <a:ext cx="2927624" cy="320635"/>
          </a:xfrm>
          <a:prstGeom prst="rect">
            <a:avLst/>
          </a:prstGeom>
          <a:noFill/>
        </p:spPr>
        <p:txBody>
          <a:bodyPr wrap="square" rtlCol="0">
            <a:normAutofit fontScale="90000"/>
          </a:bodyPr>
          <a:lstStyle/>
          <a:p>
            <a:pPr marL="0" algn="l">
              <a:buNone/>
            </a:pPr>
            <a:r>
              <a:rPr lang="zh-CN" altLang="en-US" sz="1350" b="1" dirty="0">
                <a:solidFill>
                  <a:srgbClr val="000000"/>
                </a:solidFill>
                <a:latin typeface="微软雅黑" panose="020B0503020204020204" pitchFamily="34" charset="-122"/>
                <a:ea typeface="微软雅黑" panose="020B0503020204020204" pitchFamily="34" charset="-122"/>
              </a:rPr>
              <a:t>把搜索范围限定在网页标题中—intitle</a:t>
            </a:r>
            <a:endParaRPr lang="zh-CN" altLang="en-US" sz="1350" b="1" dirty="0">
              <a:solidFill>
                <a:srgbClr val="000000"/>
              </a:solidFill>
              <a:latin typeface="微软雅黑" panose="020B0503020204020204" pitchFamily="34" charset="-122"/>
              <a:ea typeface="微软雅黑" panose="020B0503020204020204" pitchFamily="34" charset="-122"/>
            </a:endParaRPr>
          </a:p>
        </p:txBody>
      </p:sp>
      <p:sp>
        <p:nvSpPr>
          <p:cNvPr id="45" name="文本框 44"/>
          <p:cNvSpPr txBox="1"/>
          <p:nvPr>
            <p:custDataLst>
              <p:tags r:id="rId17"/>
            </p:custDataLst>
          </p:nvPr>
        </p:nvSpPr>
        <p:spPr>
          <a:xfrm>
            <a:off x="531359" y="1711564"/>
            <a:ext cx="355556" cy="224127"/>
          </a:xfrm>
          <a:prstGeom prst="rect">
            <a:avLst/>
          </a:prstGeom>
          <a:noFill/>
        </p:spPr>
        <p:txBody>
          <a:bodyPr wrap="square" rtlCol="0" anchor="ctr" anchorCtr="0">
            <a:normAutofit fontScale="80000"/>
          </a:bodyPr>
          <a:lstStyle/>
          <a:p>
            <a:pPr algn="ctr"/>
            <a:r>
              <a:rPr lang="en-US" altLang="zh-CN" sz="1050" b="1" dirty="0">
                <a:solidFill>
                  <a:srgbClr val="FFFFFF"/>
                </a:solidFill>
                <a:latin typeface="微软雅黑" panose="020B0503020204020204" pitchFamily="34" charset="-122"/>
                <a:ea typeface="微软雅黑" panose="020B0503020204020204" pitchFamily="34" charset="-122"/>
                <a:cs typeface="Arial" panose="020B0604020202020204" pitchFamily="34" charset="0"/>
              </a:rPr>
              <a:t>01</a:t>
            </a:r>
            <a:endParaRPr lang="en-US" altLang="zh-CN" sz="1050" b="1" dirty="0">
              <a:solidFill>
                <a:srgbClr val="FFFFFF"/>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46" name="文本框 45"/>
          <p:cNvSpPr txBox="1"/>
          <p:nvPr>
            <p:custDataLst>
              <p:tags r:id="rId18"/>
            </p:custDataLst>
          </p:nvPr>
        </p:nvSpPr>
        <p:spPr>
          <a:xfrm>
            <a:off x="3297712" y="1710929"/>
            <a:ext cx="355556" cy="224127"/>
          </a:xfrm>
          <a:prstGeom prst="rect">
            <a:avLst/>
          </a:prstGeom>
          <a:noFill/>
        </p:spPr>
        <p:txBody>
          <a:bodyPr wrap="square" rtlCol="0" anchor="ctr" anchorCtr="0">
            <a:normAutofit fontScale="80000"/>
          </a:bodyPr>
          <a:lstStyle/>
          <a:p>
            <a:pPr algn="ctr"/>
            <a:r>
              <a:rPr lang="en-US" altLang="zh-CN" sz="1050" b="1" dirty="0">
                <a:solidFill>
                  <a:srgbClr val="FFFFFF"/>
                </a:solidFill>
                <a:latin typeface="微软雅黑" panose="020B0503020204020204" pitchFamily="34" charset="-122"/>
                <a:ea typeface="微软雅黑" panose="020B0503020204020204" pitchFamily="34" charset="-122"/>
                <a:cs typeface="Arial" panose="020B0604020202020204" pitchFamily="34" charset="0"/>
              </a:rPr>
              <a:t>02</a:t>
            </a:r>
            <a:endParaRPr lang="en-US" altLang="zh-CN" sz="1050" b="1" dirty="0">
              <a:solidFill>
                <a:srgbClr val="FFFFFF"/>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47" name="文本框 46"/>
          <p:cNvSpPr txBox="1"/>
          <p:nvPr>
            <p:custDataLst>
              <p:tags r:id="rId19"/>
            </p:custDataLst>
          </p:nvPr>
        </p:nvSpPr>
        <p:spPr>
          <a:xfrm>
            <a:off x="6063431" y="1710929"/>
            <a:ext cx="355556" cy="224127"/>
          </a:xfrm>
          <a:prstGeom prst="rect">
            <a:avLst/>
          </a:prstGeom>
          <a:noFill/>
        </p:spPr>
        <p:txBody>
          <a:bodyPr wrap="square" rtlCol="0" anchor="ctr" anchorCtr="0">
            <a:normAutofit fontScale="80000"/>
          </a:bodyPr>
          <a:lstStyle/>
          <a:p>
            <a:pPr algn="ctr"/>
            <a:r>
              <a:rPr lang="en-US" altLang="zh-CN" sz="1050" b="1" dirty="0">
                <a:solidFill>
                  <a:srgbClr val="FFFFFF"/>
                </a:solidFill>
                <a:latin typeface="微软雅黑" panose="020B0503020204020204" pitchFamily="34" charset="-122"/>
                <a:ea typeface="微软雅黑" panose="020B0503020204020204" pitchFamily="34" charset="-122"/>
                <a:cs typeface="Arial" panose="020B0604020202020204" pitchFamily="34" charset="0"/>
              </a:rPr>
              <a:t>03</a:t>
            </a:r>
            <a:endParaRPr lang="en-US" altLang="zh-CN" sz="1050" b="1" dirty="0">
              <a:solidFill>
                <a:srgbClr val="FFFFFF"/>
              </a:solidFill>
              <a:latin typeface="微软雅黑" panose="020B0503020204020204" pitchFamily="34" charset="-122"/>
              <a:ea typeface="微软雅黑" panose="020B0503020204020204" pitchFamily="34" charset="-122"/>
              <a:cs typeface="Arial" panose="020B0604020202020204" pitchFamily="34" charset="0"/>
            </a:endParaRPr>
          </a:p>
        </p:txBody>
      </p:sp>
    </p:spTree>
    <p:custDataLst>
      <p:tags r:id="rId20"/>
    </p:custDataLst>
  </p:cSld>
  <p:clrMapOvr>
    <a:masterClrMapping/>
  </p:clrMapOvr>
  <p:transition spd="slow">
    <p:random/>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ctrTitle"/>
            <p:custDataLst>
              <p:tags r:id="rId1"/>
            </p:custDataLst>
          </p:nvPr>
        </p:nvSpPr>
        <p:spPr/>
        <p:txBody>
          <a:bodyPr>
            <a:normAutofit fontScale="90000"/>
          </a:bodyPr>
          <a:lstStyle/>
          <a:p>
            <a:r>
              <a:rPr lang="en-US" altLang="zh-CN" dirty="0"/>
              <a:t>Thanks</a:t>
            </a:r>
            <a:endParaRPr lang="en-US" altLang="zh-CN" dirty="0"/>
          </a:p>
        </p:txBody>
      </p:sp>
    </p:spTree>
    <p:custDataLst>
      <p:tags r:id="rId2"/>
    </p:custDataLst>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3.xml><?xml version="1.0" encoding="utf-8"?>
<p:tagLst xmlns:p="http://schemas.openxmlformats.org/presentationml/2006/main">
  <p:tag name="KSO_WM_SLIDE_BACKGROUND_MASK_FLAG" val="1"/>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6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6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6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6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7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7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7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7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7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7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8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8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8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8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8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8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8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8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8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8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9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9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9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9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9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9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9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9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9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9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10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10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10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10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10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10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10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10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10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10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1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1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1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1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1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1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1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1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1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1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1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1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1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1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1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1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1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1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1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1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1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1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1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1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1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1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1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h"/>
  <p:tag name="KSO_WM_UNIT_TYPE" val="i"/>
  <p:tag name="KSO_WM_UNIT_INDEX" val="1"/>
  <p:tag name="KSO_WM_UNIT_ID" val="_15*i*1"/>
  <p:tag name="KSO_WM_UNIT_BK_DARK_LIGHT" val="2"/>
  <p:tag name="KSO_WM_UNIT_LAYERLEVEL" val="1"/>
  <p:tag name="KSO_WM_TAG_VERSION" val="1.0"/>
  <p:tag name="KSO_WM_BEAUTIFY_FLAG" val="#wm#"/>
  <p:tag name="KSO_WM_SLIDE_BACKGROUND_TYPE" val="topBottom"/>
  <p:tag name="KSO_WM_SLIDE_BK_DARK_LIGHT" val="2"/>
</p:tagLst>
</file>

<file path=ppt/tags/tag1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6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6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6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6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7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7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7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7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7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7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8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8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8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8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8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8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8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8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8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8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9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9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9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9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9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9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9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9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9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9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0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0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0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0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0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0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0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0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0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0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49.xml><?xml version="1.0" encoding="utf-8"?>
<p:tagLst xmlns:p="http://schemas.openxmlformats.org/presentationml/2006/main">
  <p:tag name="KSO_WM_UNIT_HIGHLIGHT" val="0"/>
  <p:tag name="KSO_WM_UNIT_COMPATIBLE" val="0"/>
  <p:tag name="KSO_WM_UNIT_TYPE" val="i"/>
  <p:tag name="KSO_WM_UNIT_INDEX" val="1"/>
  <p:tag name="KSO_WM_UNIT_ID" val="_3*i*1"/>
  <p:tag name="KSO_WM_UNIT_LAYERLEVEL" val="1"/>
  <p:tag name="KSO_WM_TAG_VERSION" val="1.0"/>
  <p:tag name="KSO_WM_BEAUTIFY_FLAG" val="#wm#"/>
  <p:tag name="KSO_WM_UNIT_DIAGRAM_ISNUMVISUAL" val="0"/>
  <p:tag name="KSO_WM_UNIT_DIAGRAM_ISREFERUNIT" val="0"/>
</p:tagLst>
</file>

<file path=ppt/tags/tag2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6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6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26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2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2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2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26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2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2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2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2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2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27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27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27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27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27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27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28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28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28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28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28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28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28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28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28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28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29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29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29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29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29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29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29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29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29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29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h"/>
  <p:tag name="KSO_WM_UNIT_TYPE" val="i"/>
  <p:tag name="KSO_WM_UNIT_INDEX" val="1"/>
  <p:tag name="KSO_WM_UNIT_ID" val="_9*i*1"/>
  <p:tag name="KSO_WM_UNIT_BK_DARK_LIGHT" val="2"/>
  <p:tag name="KSO_WM_UNIT_LAYERLEVEL" val="1"/>
  <p:tag name="KSO_WM_TAG_VERSION" val="1.0"/>
  <p:tag name="KSO_WM_BEAUTIFY_FLAG" val="#wm#"/>
</p:tagLst>
</file>

<file path=ppt/tags/tag30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30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30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30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h"/>
  <p:tag name="KSO_WM_UNIT_TYPE" val="i"/>
  <p:tag name="KSO_WM_UNIT_INDEX" val="1"/>
  <p:tag name="KSO_WM_UNIT_ID" val="_10*i*1"/>
  <p:tag name="KSO_WM_UNIT_BK_DARK_LIGHT" val="2"/>
  <p:tag name="KSO_WM_UNIT_LAYERLEVEL" val="1"/>
  <p:tag name="KSO_WM_TAG_VERSION" val="1.0"/>
  <p:tag name="KSO_WM_BEAUTIFY_FLAG" val="#wm#"/>
</p:tagLst>
</file>

<file path=ppt/tags/tag30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30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30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30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30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30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3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3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3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3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3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3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3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3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3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3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3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3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3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3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3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3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3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3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3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3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3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3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3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3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3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3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3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3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3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3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3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3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3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3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3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3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3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3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3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3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3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3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3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3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3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3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3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3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3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3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3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3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36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36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36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3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3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3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36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3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3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3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3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3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37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37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37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37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37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37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38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38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38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38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38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38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38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38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38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38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39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39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39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39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39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39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39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39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39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39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40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40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40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40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40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40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40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40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40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40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4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4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4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4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4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4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4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4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4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4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4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4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_12*i*1"/>
  <p:tag name="KSO_WM_UNIT_LAYERLEVEL" val="1"/>
  <p:tag name="KSO_WM_TAG_VERSION" val="1.0"/>
  <p:tag name="KSO_WM_BEAUTIFY_FLAG" val="#wm#"/>
  <p:tag name="KSO_WM_SLIDE_BACKGROUND_TYPE" val="general"/>
  <p:tag name="KSO_WM_SLIDE_BK_DARK_LIGHT" val="2"/>
</p:tagLst>
</file>

<file path=ppt/tags/tag4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i*2"/>
  <p:tag name="KSO_WM_UNIT_LAYERLEVEL" val="1"/>
  <p:tag name="KSO_WM_TAG_VERSION" val="1.0"/>
  <p:tag name="KSO_WM_BEAUTIFY_FLAG" val="#wm#"/>
  <p:tag name="KSO_WM_SLIDE_BACKGROUND_TYPE" val="general"/>
  <p:tag name="KSO_WM_SLIDE_BK_DARK_LIGHT" val="2"/>
  <p:tag name="KSO_WM_UNIT_TYPE" val="i"/>
  <p:tag name="KSO_WM_UNIT_INDEX" val="2"/>
</p:tagLst>
</file>

<file path=ppt/tags/tag4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SLIDE_BK_DARK_LIGHT" val="2"/>
</p:tagLst>
</file>

<file path=ppt/tags/tag4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SLIDE_BK_DARK_LIGHT" val="2"/>
</p:tagLst>
</file>

<file path=ppt/tags/tag4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SLIDE_BK_DARK_LIGHT" val="2"/>
</p:tagLst>
</file>

<file path=ppt/tags/tag426.xml><?xml version="1.0" encoding="utf-8"?>
<p:tagLst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4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i*2"/>
  <p:tag name="KSO_WM_UNIT_LAYERLEVEL" val="1"/>
  <p:tag name="KSO_WM_TAG_VERSION" val="1.0"/>
  <p:tag name="KSO_WM_BEAUTIFY_FLAG" val="#wm#"/>
  <p:tag name="KSO_WM_SLIDE_BACKGROUND_TYPE" val="bottomTop"/>
  <p:tag name="KSO_WM_SLIDE_BK_DARK_LIGHT" val="2"/>
  <p:tag name="KSO_WM_UNIT_TYPE" val="i"/>
  <p:tag name="KSO_WM_UNIT_INDEX" val="2"/>
</p:tagLst>
</file>

<file path=ppt/tags/tag4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i*3"/>
  <p:tag name="KSO_WM_UNIT_LAYERLEVEL" val="1"/>
  <p:tag name="KSO_WM_TAG_VERSION" val="1.0"/>
  <p:tag name="KSO_WM_BEAUTIFY_FLAG" val="#wm#"/>
  <p:tag name="KSO_WM_SLIDE_BACKGROUND_TYPE" val="bottomTop"/>
  <p:tag name="KSO_WM_SLIDE_BK_DARK_LIGHT" val="2"/>
  <p:tag name="KSO_WM_UNIT_TYPE" val="i"/>
  <p:tag name="KSO_WM_UNIT_INDEX" val="3"/>
</p:tagLst>
</file>

<file path=ppt/tags/tag4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i*5"/>
  <p:tag name="KSO_WM_UNIT_LAYERLEVEL" val="1"/>
  <p:tag name="KSO_WM_TAG_VERSION" val="1.0"/>
  <p:tag name="KSO_WM_BEAUTIFY_FLAG" val="#wm#"/>
  <p:tag name="KSO_WM_SLIDE_BACKGROUND_TYPE" val="bottomTop"/>
  <p:tag name="KSO_WM_SLIDE_BK_DARK_LIGHT" val="2"/>
  <p:tag name="KSO_WM_UNIT_TYPE" val="i"/>
  <p:tag name="KSO_WM_UNIT_INDEX" val="5"/>
</p:tagLst>
</file>

<file path=ppt/tags/tag4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i*4"/>
  <p:tag name="KSO_WM_UNIT_LAYERLEVEL" val="1"/>
  <p:tag name="KSO_WM_TAG_VERSION" val="1.0"/>
  <p:tag name="KSO_WM_BEAUTIFY_FLAG" val="#wm#"/>
  <p:tag name="KSO_WM_SLIDE_BACKGROUND_TYPE" val="bottomTop"/>
  <p:tag name="KSO_WM_SLIDE_BK_DARK_LIGHT" val="2"/>
  <p:tag name="KSO_WM_UNIT_TYPE" val="i"/>
  <p:tag name="KSO_WM_UNIT_INDEX" val="4"/>
</p:tagLst>
</file>

<file path=ppt/tags/tag4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i*6"/>
  <p:tag name="KSO_WM_UNIT_LAYERLEVEL" val="1"/>
  <p:tag name="KSO_WM_TAG_VERSION" val="1.0"/>
  <p:tag name="KSO_WM_BEAUTIFY_FLAG" val="#wm#"/>
  <p:tag name="KSO_WM_SLIDE_BACKGROUND_TYPE" val="bottomTop"/>
  <p:tag name="KSO_WM_SLIDE_BK_DARK_LIGHT" val="2"/>
  <p:tag name="KSO_WM_UNIT_TYPE" val="i"/>
  <p:tag name="KSO_WM_UNIT_INDEX" val="6"/>
</p:tagLst>
</file>

<file path=ppt/tags/tag4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i*7"/>
  <p:tag name="KSO_WM_UNIT_LAYERLEVEL" val="1"/>
  <p:tag name="KSO_WM_TAG_VERSION" val="1.0"/>
  <p:tag name="KSO_WM_BEAUTIFY_FLAG" val="#wm#"/>
  <p:tag name="KSO_WM_SLIDE_BACKGROUND_TYPE" val="bottomTop"/>
  <p:tag name="KSO_WM_SLIDE_BK_DARK_LIGHT" val="2"/>
  <p:tag name="KSO_WM_UNIT_TYPE" val="i"/>
  <p:tag name="KSO_WM_UNIT_INDEX" val="7"/>
</p:tagLst>
</file>

<file path=ppt/tags/tag4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h"/>
  <p:tag name="KSO_WM_UNIT_TYPE" val="i"/>
  <p:tag name="KSO_WM_UNIT_INDEX" val="1"/>
  <p:tag name="KSO_WM_UNIT_ID" val="_16*i*1"/>
  <p:tag name="KSO_WM_UNIT_BK_DARK_LIGHT" val="2"/>
  <p:tag name="KSO_WM_UNIT_LAYERLEVEL" val="1"/>
  <p:tag name="KSO_WM_TAG_VERSION" val="1.0"/>
  <p:tag name="KSO_WM_BEAUTIFY_FLAG" val="#wm#"/>
  <p:tag name="KSO_WM_SLIDE_BACKGROUND_TYPE" val="bottomTop"/>
  <p:tag name="KSO_WM_SLIDE_BK_DARK_LIGHT" val="2"/>
</p:tagLst>
</file>

<file path=ppt/tags/tag4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h"/>
  <p:tag name="KSO_WM_UNIT_TYPE" val="i"/>
  <p:tag name="KSO_WM_UNIT_INDEX" val="1"/>
  <p:tag name="KSO_WM_UNIT_ID" val="_14*i*1"/>
  <p:tag name="KSO_WM_UNIT_BK_DARK_LIGHT" val="2"/>
  <p:tag name="KSO_WM_UNIT_LAYERLEVEL" val="1"/>
  <p:tag name="KSO_WM_TAG_VERSION" val="1.0"/>
  <p:tag name="KSO_WM_BEAUTIFY_FLAG" val="#wm#"/>
  <p:tag name="KSO_WM_SLIDE_BACKGROUND_TYPE" val="leftRight"/>
  <p:tag name="KSO_WM_SLIDE_BK_DARK_LIGHT" val="2"/>
</p:tagLst>
</file>

<file path=ppt/tags/tag435.xml><?xml version="1.0" encoding="utf-8"?>
<p:tagLst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436.xml><?xml version="1.0" encoding="utf-8"?>
<p:tagLst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437.xml><?xml version="1.0" encoding="utf-8"?>
<p:tagLst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4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4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4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4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4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4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4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h"/>
  <p:tag name="KSO_WM_UNIT_TYPE" val="i"/>
  <p:tag name="KSO_WM_UNIT_INDEX" val="1"/>
  <p:tag name="KSO_WM_UNIT_ID" val="_15*i*1"/>
  <p:tag name="KSO_WM_UNIT_BK_DARK_LIGHT" val="2"/>
  <p:tag name="KSO_WM_UNIT_LAYERLEVEL" val="1"/>
  <p:tag name="KSO_WM_TAG_VERSION" val="1.0"/>
  <p:tag name="KSO_WM_BEAUTIFY_FLAG" val="#wm#"/>
  <p:tag name="KSO_WM_SLIDE_BACKGROUND_TYPE" val="topBottom"/>
  <p:tag name="KSO_WM_SLIDE_BK_DARK_LIGHT" val="2"/>
</p:tagLst>
</file>

<file path=ppt/tags/tag445.xml><?xml version="1.0" encoding="utf-8"?>
<p:tagLst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446.xml><?xml version="1.0" encoding="utf-8"?>
<p:tagLst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447.xml><?xml version="1.0" encoding="utf-8"?>
<p:tagLst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4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4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4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4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4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4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454.xml><?xml version="1.0" encoding="utf-8"?>
<p:tagLst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4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i*2"/>
  <p:tag name="KSO_WM_UNIT_LAYERLEVEL" val="1"/>
  <p:tag name="KSO_WM_TAG_VERSION" val="1.0"/>
  <p:tag name="KSO_WM_BEAUTIFY_FLAG" val="#wm#"/>
  <p:tag name="KSO_WM_SLIDE_BACKGROUND_TYPE" val="bottomTop"/>
  <p:tag name="KSO_WM_SLIDE_BK_DARK_LIGHT" val="2"/>
  <p:tag name="KSO_WM_UNIT_TYPE" val="i"/>
  <p:tag name="KSO_WM_UNIT_INDEX" val="2"/>
</p:tagLst>
</file>

<file path=ppt/tags/tag4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i*3"/>
  <p:tag name="KSO_WM_UNIT_LAYERLEVEL" val="1"/>
  <p:tag name="KSO_WM_TAG_VERSION" val="1.0"/>
  <p:tag name="KSO_WM_BEAUTIFY_FLAG" val="#wm#"/>
  <p:tag name="KSO_WM_SLIDE_BACKGROUND_TYPE" val="bottomTop"/>
  <p:tag name="KSO_WM_SLIDE_BK_DARK_LIGHT" val="2"/>
  <p:tag name="KSO_WM_UNIT_TYPE" val="i"/>
  <p:tag name="KSO_WM_UNIT_INDEX" val="3"/>
</p:tagLst>
</file>

<file path=ppt/tags/tag4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i*5"/>
  <p:tag name="KSO_WM_UNIT_LAYERLEVEL" val="1"/>
  <p:tag name="KSO_WM_TAG_VERSION" val="1.0"/>
  <p:tag name="KSO_WM_BEAUTIFY_FLAG" val="#wm#"/>
  <p:tag name="KSO_WM_SLIDE_BACKGROUND_TYPE" val="bottomTop"/>
  <p:tag name="KSO_WM_SLIDE_BK_DARK_LIGHT" val="2"/>
  <p:tag name="KSO_WM_UNIT_TYPE" val="i"/>
  <p:tag name="KSO_WM_UNIT_INDEX" val="5"/>
</p:tagLst>
</file>

<file path=ppt/tags/tag4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i*4"/>
  <p:tag name="KSO_WM_UNIT_LAYERLEVEL" val="1"/>
  <p:tag name="KSO_WM_TAG_VERSION" val="1.0"/>
  <p:tag name="KSO_WM_BEAUTIFY_FLAG" val="#wm#"/>
  <p:tag name="KSO_WM_SLIDE_BACKGROUND_TYPE" val="bottomTop"/>
  <p:tag name="KSO_WM_SLIDE_BK_DARK_LIGHT" val="2"/>
  <p:tag name="KSO_WM_UNIT_TYPE" val="i"/>
  <p:tag name="KSO_WM_UNIT_INDEX" val="4"/>
</p:tagLst>
</file>

<file path=ppt/tags/tag4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i*6"/>
  <p:tag name="KSO_WM_UNIT_LAYERLEVEL" val="1"/>
  <p:tag name="KSO_WM_TAG_VERSION" val="1.0"/>
  <p:tag name="KSO_WM_BEAUTIFY_FLAG" val="#wm#"/>
  <p:tag name="KSO_WM_SLIDE_BACKGROUND_TYPE" val="bottomTop"/>
  <p:tag name="KSO_WM_SLIDE_BK_DARK_LIGHT" val="2"/>
  <p:tag name="KSO_WM_UNIT_TYPE" val="i"/>
  <p:tag name="KSO_WM_UNIT_INDEX" val="6"/>
</p:tagLst>
</file>

<file path=ppt/tags/tag4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i*7"/>
  <p:tag name="KSO_WM_UNIT_LAYERLEVEL" val="1"/>
  <p:tag name="KSO_WM_TAG_VERSION" val="1.0"/>
  <p:tag name="KSO_WM_BEAUTIFY_FLAG" val="#wm#"/>
  <p:tag name="KSO_WM_SLIDE_BACKGROUND_TYPE" val="bottomTop"/>
  <p:tag name="KSO_WM_SLIDE_BK_DARK_LIGHT" val="2"/>
  <p:tag name="KSO_WM_UNIT_TYPE" val="i"/>
  <p:tag name="KSO_WM_UNIT_INDEX" val="7"/>
</p:tagLst>
</file>

<file path=ppt/tags/tag4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h"/>
  <p:tag name="KSO_WM_UNIT_TYPE" val="i"/>
  <p:tag name="KSO_WM_UNIT_INDEX" val="1"/>
  <p:tag name="KSO_WM_UNIT_ID" val="_16*i*1"/>
  <p:tag name="KSO_WM_UNIT_BK_DARK_LIGHT" val="2"/>
  <p:tag name="KSO_WM_UNIT_LAYERLEVEL" val="1"/>
  <p:tag name="KSO_WM_TAG_VERSION" val="1.0"/>
  <p:tag name="KSO_WM_BEAUTIFY_FLAG" val="#wm#"/>
  <p:tag name="KSO_WM_SLIDE_BACKGROUND_TYPE" val="bottomTop"/>
  <p:tag name="KSO_WM_SLIDE_BK_DARK_LIGHT" val="2"/>
</p:tagLst>
</file>

<file path=ppt/tags/tag46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i*1"/>
  <p:tag name="KSO_WM_UNIT_LAYERLEVEL" val="1"/>
  <p:tag name="KSO_WM_TAG_VERSION" val="1.0"/>
  <p:tag name="KSO_WM_BEAUTIFY_FLAG" val="#wm#"/>
  <p:tag name="KSO_WM_UNIT_TYPE" val="i"/>
  <p:tag name="KSO_WM_UNIT_INDEX" val="1"/>
  <p:tag name="KSO_WM_SLIDE_BACKGROUND_TYPE" val="navigation"/>
  <p:tag name="KSO_WM_SLIDE_BK_DARK_LIGHT" val="2"/>
</p:tagLst>
</file>

<file path=ppt/tags/tag46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h"/>
  <p:tag name="KSO_WM_UNIT_TYPE" val="i"/>
  <p:tag name="KSO_WM_UNIT_INDEX" val="1"/>
  <p:tag name="KSO_WM_UNIT_ID" val="_17*i*1"/>
  <p:tag name="KSO_WM_UNIT_BK_DARK_LIGHT" val="2"/>
  <p:tag name="KSO_WM_UNIT_LAYERLEVEL" val="1"/>
  <p:tag name="KSO_WM_TAG_VERSION" val="1.0"/>
  <p:tag name="KSO_WM_BEAUTIFY_FLAG" val="#wm#"/>
  <p:tag name="KSO_WM_SLIDE_BACKGROUND_TYPE" val="navigation"/>
  <p:tag name="KSO_WM_SLIDE_BK_DARK_LIGHT" val="2"/>
</p:tagLst>
</file>

<file path=ppt/tags/tag46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4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4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4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46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4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4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4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4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h"/>
  <p:tag name="KSO_WM_UNIT_TYPE" val="i"/>
  <p:tag name="KSO_WM_UNIT_INDEX" val="1"/>
  <p:tag name="KSO_WM_UNIT_ID" val="_18*i*1"/>
  <p:tag name="KSO_WM_UNIT_BK_DARK_LIGHT" val="2"/>
  <p:tag name="KSO_WM_UNIT_LAYERLEVEL" val="1"/>
  <p:tag name="KSO_WM_TAG_VERSION" val="1.0"/>
  <p:tag name="KSO_WM_BEAUTIFY_FLAG" val="#wm#"/>
  <p:tag name="KSO_WM_SLIDE_BACKGROUND_TYPE" val="belt"/>
  <p:tag name="KSO_WM_SLIDE_BK_DARK_LIGHT" val="2"/>
</p:tagLst>
</file>

<file path=ppt/tags/tag4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47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47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47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47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478.xml><?xml version="1.0" encoding="utf-8"?>
<p:tagLst xmlns:p="http://schemas.openxmlformats.org/presentationml/2006/main">
  <p:tag name="KSO_WM_SLIDE_BACKGROUND_TYPE" val="belt"/>
  <p:tag name="KSO_WM_SLIDE_BK_DARK_LIGHT" val="2"/>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Lst>
</file>

<file path=ppt/tags/tag47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8*i*2"/>
  <p:tag name="KSO_WM_UNIT_LAYERLEVEL" val="1"/>
  <p:tag name="KSO_WM_TAG_VERSION" val="1.0"/>
  <p:tag name="KSO_WM_BEAUTIFY_FLAG" val="#wm#"/>
  <p:tag name="KSO_WM_SLIDE_BACKGROUND_TYPE" val="belt"/>
  <p:tag name="KSO_WM_SLIDE_BK_DARK_LIGHT" val="2"/>
  <p:tag name="KSO_WM_UNIT_TYPE" val="i"/>
  <p:tag name="KSO_WM_UNIT_INDEX" val="2"/>
</p:tagLst>
</file>

<file path=ppt/tags/tag48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8*i*3"/>
  <p:tag name="KSO_WM_UNIT_LAYERLEVEL" val="1"/>
  <p:tag name="KSO_WM_TAG_VERSION" val="1.0"/>
  <p:tag name="KSO_WM_BEAUTIFY_FLAG" val="#wm#"/>
  <p:tag name="KSO_WM_SLIDE_BACKGROUND_TYPE" val="belt"/>
  <p:tag name="KSO_WM_SLIDE_BK_DARK_LIGHT" val="2"/>
  <p:tag name="KSO_WM_UNIT_TYPE" val="i"/>
  <p:tag name="KSO_WM_UNIT_INDEX" val="3"/>
</p:tagLst>
</file>

<file path=ppt/tags/tag48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8*i*5"/>
  <p:tag name="KSO_WM_UNIT_LAYERLEVEL" val="1"/>
  <p:tag name="KSO_WM_TAG_VERSION" val="1.0"/>
  <p:tag name="KSO_WM_BEAUTIFY_FLAG" val="#wm#"/>
  <p:tag name="KSO_WM_SLIDE_BACKGROUND_TYPE" val="belt"/>
  <p:tag name="KSO_WM_SLIDE_BK_DARK_LIGHT" val="2"/>
  <p:tag name="KSO_WM_UNIT_TYPE" val="i"/>
  <p:tag name="KSO_WM_UNIT_INDEX" val="5"/>
</p:tagLst>
</file>

<file path=ppt/tags/tag48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8*i*4"/>
  <p:tag name="KSO_WM_UNIT_LAYERLEVEL" val="1"/>
  <p:tag name="KSO_WM_TAG_VERSION" val="1.0"/>
  <p:tag name="KSO_WM_BEAUTIFY_FLAG" val="#wm#"/>
  <p:tag name="KSO_WM_SLIDE_BACKGROUND_TYPE" val="belt"/>
  <p:tag name="KSO_WM_SLIDE_BK_DARK_LIGHT" val="2"/>
  <p:tag name="KSO_WM_UNIT_TYPE" val="i"/>
  <p:tag name="KSO_WM_UNIT_INDEX" val="4"/>
</p:tagLst>
</file>

<file path=ppt/tags/tag48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8*i*6"/>
  <p:tag name="KSO_WM_UNIT_LAYERLEVEL" val="1"/>
  <p:tag name="KSO_WM_TAG_VERSION" val="1.0"/>
  <p:tag name="KSO_WM_BEAUTIFY_FLAG" val="#wm#"/>
  <p:tag name="KSO_WM_SLIDE_BACKGROUND_TYPE" val="belt"/>
  <p:tag name="KSO_WM_SLIDE_BK_DARK_LIGHT" val="2"/>
  <p:tag name="KSO_WM_UNIT_TYPE" val="i"/>
  <p:tag name="KSO_WM_UNIT_INDEX" val="6"/>
</p:tagLst>
</file>

<file path=ppt/tags/tag48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8*i*7"/>
  <p:tag name="KSO_WM_UNIT_LAYERLEVEL" val="1"/>
  <p:tag name="KSO_WM_TAG_VERSION" val="1.0"/>
  <p:tag name="KSO_WM_BEAUTIFY_FLAG" val="#wm#"/>
  <p:tag name="KSO_WM_SLIDE_BACKGROUND_TYPE" val="belt"/>
  <p:tag name="KSO_WM_SLIDE_BK_DARK_LIGHT" val="2"/>
  <p:tag name="KSO_WM_UNIT_TYPE" val="i"/>
  <p:tag name="KSO_WM_UNIT_INDEX" val="7"/>
</p:tagLst>
</file>

<file path=ppt/tags/tag485.xml><?xml version="1.0" encoding="utf-8"?>
<p:tagLst xmlns:p="http://schemas.openxmlformats.org/presentationml/2006/main">
  <p:tag name="KSO_WM_SLIDE_BACKGROUND_TYPE" val="belt"/>
  <p:tag name="KSO_WM_SLIDE_BK_DARK_LIGHT" val="2"/>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Lst>
</file>

<file path=ppt/tags/tag486.xml><?xml version="1.0" encoding="utf-8"?>
<p:tagLst xmlns:p="http://schemas.openxmlformats.org/presentationml/2006/main">
  <p:tag name="KSO_WM_SLIDE_BACKGROUND_TYPE" val="belt"/>
  <p:tag name="KSO_WM_SLIDE_BK_DARK_LIGHT" val="2"/>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Lst>
</file>

<file path=ppt/tags/tag48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191296"/>
</p:tagLst>
</file>

<file path=ppt/tags/tag48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191296"/>
</p:tagLst>
</file>

<file path=ppt/tags/tag48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49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49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492.xml><?xml version="1.0" encoding="utf-8"?>
<p:tagLst xmlns:p="http://schemas.openxmlformats.org/presentationml/2006/main">
  <p:tag name="KSO_WM_TAG_VERSION" val="1.0"/>
  <p:tag name="KSO_WM_BEAUTIFY_FLAG" val="#wm#"/>
  <p:tag name="KSO_WM_TEMPLATE_CATEGORY" val="custom"/>
  <p:tag name="KSO_WM_TEMPLATE_INDEX" val="20191296"/>
  <p:tag name="KSO_WM_TEMPLATE_THUMBS_INDEX" val="1、3、7、8、10、13、14、15、17、18、19"/>
  <p:tag name="KSO_WM_TEMPLATE_SUBCATEGORY" val="0"/>
  <p:tag name="KSO_WM_TEMPLATE_MASTER_TYPE" val="1"/>
  <p:tag name="KSO_WM_TEMPLATE_COLOR_TYPE" val="1"/>
  <p:tag name="KSO_WM_TEMPLATE_MASTER_THUMB_INDEX" val="18"/>
  <p:tag name="KSO_WM_UNIT_SHOW_EDIT_AREA_INDICATION" val="0"/>
</p:tagLst>
</file>

<file path=ppt/tags/tag49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49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495.xml><?xml version="1.0" encoding="utf-8"?>
<p:tagLst xmlns:p="http://schemas.openxmlformats.org/presentationml/2006/main">
  <p:tag name="KSO_WM_SLIDE_BACKGROUND_MASK_FLAG" val="1"/>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49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49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49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49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50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50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50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50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50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50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50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50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50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50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5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5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5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5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5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5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5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5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5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5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5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5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5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5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5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5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5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5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5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5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5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5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5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5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5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5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5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5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5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5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5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5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5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5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5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5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5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5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5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5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5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5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5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5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5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5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5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5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5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5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5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5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56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56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56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5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5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5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56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5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5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5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5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5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57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57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57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57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57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57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58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58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58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58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58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58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58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58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58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58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59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59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59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59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59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59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59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59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59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59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60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60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60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60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60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60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60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60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60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60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6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6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6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6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6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6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6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6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6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6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6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6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6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6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6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6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6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6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6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6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6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6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6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6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6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6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6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6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6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6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6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6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6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6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6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6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6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6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6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6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6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6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6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6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6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6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6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6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6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6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6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6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66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66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66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6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6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6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66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6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6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6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6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6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67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67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67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67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67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67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68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68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68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68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68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68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68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68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68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68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69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69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69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69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69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69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69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69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69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69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70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70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70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70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70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70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70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70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70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70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7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7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7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7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7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7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7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7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7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7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7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7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7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7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7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7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7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7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7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7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7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7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7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7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7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7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7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7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7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7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740.xml><?xml version="1.0" encoding="utf-8"?>
<p:tagLst xmlns:p="http://schemas.openxmlformats.org/presentationml/2006/main">
  <p:tag name="KSO_WM_UNIT_HIGHLIGHT" val="0"/>
  <p:tag name="KSO_WM_UNIT_COMPATIBLE" val="0"/>
  <p:tag name="KSO_WM_UNIT_TYPE" val="i"/>
  <p:tag name="KSO_WM_UNIT_INDEX" val="1"/>
  <p:tag name="KSO_WM_UNIT_ID" val="_3*i*1"/>
  <p:tag name="KSO_WM_UNIT_LAYERLEVEL" val="1"/>
  <p:tag name="KSO_WM_TAG_VERSION" val="1.0"/>
  <p:tag name="KSO_WM_BEAUTIFY_FLAG" val="#wm#"/>
  <p:tag name="KSO_WM_UNIT_DIAGRAM_ISNUMVISUAL" val="0"/>
  <p:tag name="KSO_WM_UNIT_DIAGRAM_ISREFERUNIT" val="0"/>
</p:tagLst>
</file>

<file path=ppt/tags/tag7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7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7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7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7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7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7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7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7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7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7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7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7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7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7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7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7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7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7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7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7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76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76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76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7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7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7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76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7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7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7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7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7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77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77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77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77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77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77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78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78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78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78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78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78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78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78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78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78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79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79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79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79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79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79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79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79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79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79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80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80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80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80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80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80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80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80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h"/>
  <p:tag name="KSO_WM_UNIT_TYPE" val="i"/>
  <p:tag name="KSO_WM_UNIT_INDEX" val="1"/>
  <p:tag name="KSO_WM_UNIT_ID" val="_9*i*1"/>
  <p:tag name="KSO_WM_UNIT_BK_DARK_LIGHT" val="2"/>
  <p:tag name="KSO_WM_UNIT_LAYERLEVEL" val="1"/>
  <p:tag name="KSO_WM_TAG_VERSION" val="1.0"/>
  <p:tag name="KSO_WM_BEAUTIFY_FLAG" val="#wm#"/>
</p:tagLst>
</file>

<file path=ppt/tags/tag80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80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8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8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8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8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8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8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8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h"/>
  <p:tag name="KSO_WM_UNIT_TYPE" val="i"/>
  <p:tag name="KSO_WM_UNIT_INDEX" val="1"/>
  <p:tag name="KSO_WM_UNIT_ID" val="_10*i*1"/>
  <p:tag name="KSO_WM_UNIT_BK_DARK_LIGHT" val="2"/>
  <p:tag name="KSO_WM_UNIT_LAYERLEVEL" val="1"/>
  <p:tag name="KSO_WM_TAG_VERSION" val="1.0"/>
  <p:tag name="KSO_WM_BEAUTIFY_FLAG" val="#wm#"/>
</p:tagLst>
</file>

<file path=ppt/tags/tag8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8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8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8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8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8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8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8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8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8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8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8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8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8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8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8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8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8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8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8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8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8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8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8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8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8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8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8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8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8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8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8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8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8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8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8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8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8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8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8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8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8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8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8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8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86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86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86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8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8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8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86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8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8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8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8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8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87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87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87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87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87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87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88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88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88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88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88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88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88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88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88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88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89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89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89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89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89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89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89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89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89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89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90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90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90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90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90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90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90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90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90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90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9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9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9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9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9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9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9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9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9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9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9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9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9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9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9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9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9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9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9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9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9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9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9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9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9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9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9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9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9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_12*i*1"/>
  <p:tag name="KSO_WM_UNIT_LAYERLEVEL" val="1"/>
  <p:tag name="KSO_WM_TAG_VERSION" val="1.0"/>
  <p:tag name="KSO_WM_BEAUTIFY_FLAG" val="#wm#"/>
  <p:tag name="KSO_WM_SLIDE_BACKGROUND_TYPE" val="general"/>
  <p:tag name="KSO_WM_SLIDE_BK_DARK_LIGHT" val="2"/>
</p:tagLst>
</file>

<file path=ppt/tags/tag9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i*2"/>
  <p:tag name="KSO_WM_UNIT_LAYERLEVEL" val="1"/>
  <p:tag name="KSO_WM_TAG_VERSION" val="1.0"/>
  <p:tag name="KSO_WM_BEAUTIFY_FLAG" val="#wm#"/>
  <p:tag name="KSO_WM_SLIDE_BACKGROUND_TYPE" val="general"/>
  <p:tag name="KSO_WM_SLIDE_BK_DARK_LIGHT" val="2"/>
  <p:tag name="KSO_WM_UNIT_TYPE" val="i"/>
  <p:tag name="KSO_WM_UNIT_INDEX" val="2"/>
</p:tagLst>
</file>

<file path=ppt/tags/tag9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SLIDE_BK_DARK_LIGHT" val="2"/>
</p:tagLst>
</file>

<file path=ppt/tags/tag9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SLIDE_BK_DARK_LIGHT" val="2"/>
</p:tagLst>
</file>

<file path=ppt/tags/tag9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SLIDE_BK_DARK_LIGHT" val="2"/>
</p:tagLst>
</file>

<file path=ppt/tags/tag943.xml><?xml version="1.0" encoding="utf-8"?>
<p:tagLst xmlns:p="http://schemas.openxmlformats.org/presentationml/2006/main">
  <p:tag name="KSO_WM_SLIDE_BACKGROUND_TYPE" val="frame"/>
  <p:tag name="KSO_WM_SLIDE_BK_DARK_LIGHT" val="2"/>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Lst>
</file>

<file path=ppt/tags/tag9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3*i*2"/>
  <p:tag name="KSO_WM_UNIT_LAYERLEVEL" val="1"/>
  <p:tag name="KSO_WM_TAG_VERSION" val="1.0"/>
  <p:tag name="KSO_WM_BEAUTIFY_FLAG" val="#wm#"/>
  <p:tag name="KSO_WM_UNIT_TYPE" val="i"/>
  <p:tag name="KSO_WM_UNIT_INDEX" val="2"/>
  <p:tag name="KSO_WM_SLIDE_BACKGROUND_TYPE" val="frame"/>
  <p:tag name="KSO_WM_SLIDE_BK_DARK_LIGHT" val="2"/>
</p:tagLst>
</file>

<file path=ppt/tags/tag9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h"/>
  <p:tag name="KSO_WM_UNIT_TYPE" val="i"/>
  <p:tag name="KSO_WM_UNIT_INDEX" val="1"/>
  <p:tag name="KSO_WM_UNIT_ID" val="_13*i*1"/>
  <p:tag name="KSO_WM_UNIT_BK_DARK_LIGHT" val="2"/>
  <p:tag name="KSO_WM_UNIT_LAYERLEVEL" val="1"/>
  <p:tag name="KSO_WM_TAG_VERSION" val="1.0"/>
  <p:tag name="KSO_WM_BEAUTIFY_FLAG" val="#wm#"/>
  <p:tag name="KSO_WM_SLIDE_BACKGROUND_TYPE" val="frame"/>
  <p:tag name="KSO_WM_SLIDE_BK_DARK_LIGHT" val="2"/>
</p:tagLst>
</file>

<file path=ppt/tags/tag946.xml><?xml version="1.0" encoding="utf-8"?>
<p:tagLst xmlns:p="http://schemas.openxmlformats.org/presentationml/2006/main">
  <p:tag name="KSO_WM_SLIDE_BACKGROUND_TYPE" val="frame"/>
  <p:tag name="KSO_WM_SLIDE_BK_DARK_LIGHT" val="2"/>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Lst>
</file>

<file path=ppt/tags/tag9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9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9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9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9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9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h"/>
  <p:tag name="KSO_WM_UNIT_TYPE" val="i"/>
  <p:tag name="KSO_WM_UNIT_INDEX" val="1"/>
  <p:tag name="KSO_WM_UNIT_ID" val="_14*i*1"/>
  <p:tag name="KSO_WM_UNIT_BK_DARK_LIGHT" val="2"/>
  <p:tag name="KSO_WM_UNIT_LAYERLEVEL" val="1"/>
  <p:tag name="KSO_WM_TAG_VERSION" val="1.0"/>
  <p:tag name="KSO_WM_BEAUTIFY_FLAG" val="#wm#"/>
  <p:tag name="KSO_WM_SLIDE_BACKGROUND_TYPE" val="leftRight"/>
  <p:tag name="KSO_WM_SLIDE_BK_DARK_LIGHT" val="2"/>
</p:tagLst>
</file>

<file path=ppt/tags/tag953.xml><?xml version="1.0" encoding="utf-8"?>
<p:tagLst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954.xml><?xml version="1.0" encoding="utf-8"?>
<p:tagLst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955.xml><?xml version="1.0" encoding="utf-8"?>
<p:tagLst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9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9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9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9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9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9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96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h"/>
  <p:tag name="KSO_WM_UNIT_TYPE" val="i"/>
  <p:tag name="KSO_WM_UNIT_INDEX" val="1"/>
  <p:tag name="KSO_WM_UNIT_ID" val="_15*i*1"/>
  <p:tag name="KSO_WM_UNIT_BK_DARK_LIGHT" val="2"/>
  <p:tag name="KSO_WM_UNIT_LAYERLEVEL" val="1"/>
  <p:tag name="KSO_WM_TAG_VERSION" val="1.0"/>
  <p:tag name="KSO_WM_BEAUTIFY_FLAG" val="#wm#"/>
  <p:tag name="KSO_WM_SLIDE_BACKGROUND_TYPE" val="topBottom"/>
  <p:tag name="KSO_WM_SLIDE_BK_DARK_LIGHT" val="2"/>
</p:tagLst>
</file>

<file path=ppt/tags/tag963.xml><?xml version="1.0" encoding="utf-8"?>
<p:tagLst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964.xml><?xml version="1.0" encoding="utf-8"?>
<p:tagLst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965.xml><?xml version="1.0" encoding="utf-8"?>
<p:tagLst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9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9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96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9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9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9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972.xml><?xml version="1.0" encoding="utf-8"?>
<p:tagLst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9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i*2"/>
  <p:tag name="KSO_WM_UNIT_LAYERLEVEL" val="1"/>
  <p:tag name="KSO_WM_TAG_VERSION" val="1.0"/>
  <p:tag name="KSO_WM_BEAUTIFY_FLAG" val="#wm#"/>
  <p:tag name="KSO_WM_SLIDE_BACKGROUND_TYPE" val="bottomTop"/>
  <p:tag name="KSO_WM_SLIDE_BK_DARK_LIGHT" val="2"/>
  <p:tag name="KSO_WM_UNIT_TYPE" val="i"/>
  <p:tag name="KSO_WM_UNIT_INDEX" val="2"/>
</p:tagLst>
</file>

<file path=ppt/tags/tag97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i*3"/>
  <p:tag name="KSO_WM_UNIT_LAYERLEVEL" val="1"/>
  <p:tag name="KSO_WM_TAG_VERSION" val="1.0"/>
  <p:tag name="KSO_WM_BEAUTIFY_FLAG" val="#wm#"/>
  <p:tag name="KSO_WM_SLIDE_BACKGROUND_TYPE" val="bottomTop"/>
  <p:tag name="KSO_WM_SLIDE_BK_DARK_LIGHT" val="2"/>
  <p:tag name="KSO_WM_UNIT_TYPE" val="i"/>
  <p:tag name="KSO_WM_UNIT_INDEX" val="3"/>
</p:tagLst>
</file>

<file path=ppt/tags/tag97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i*5"/>
  <p:tag name="KSO_WM_UNIT_LAYERLEVEL" val="1"/>
  <p:tag name="KSO_WM_TAG_VERSION" val="1.0"/>
  <p:tag name="KSO_WM_BEAUTIFY_FLAG" val="#wm#"/>
  <p:tag name="KSO_WM_SLIDE_BACKGROUND_TYPE" val="bottomTop"/>
  <p:tag name="KSO_WM_SLIDE_BK_DARK_LIGHT" val="2"/>
  <p:tag name="KSO_WM_UNIT_TYPE" val="i"/>
  <p:tag name="KSO_WM_UNIT_INDEX" val="5"/>
</p:tagLst>
</file>

<file path=ppt/tags/tag97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i*4"/>
  <p:tag name="KSO_WM_UNIT_LAYERLEVEL" val="1"/>
  <p:tag name="KSO_WM_TAG_VERSION" val="1.0"/>
  <p:tag name="KSO_WM_BEAUTIFY_FLAG" val="#wm#"/>
  <p:tag name="KSO_WM_SLIDE_BACKGROUND_TYPE" val="bottomTop"/>
  <p:tag name="KSO_WM_SLIDE_BK_DARK_LIGHT" val="2"/>
  <p:tag name="KSO_WM_UNIT_TYPE" val="i"/>
  <p:tag name="KSO_WM_UNIT_INDEX" val="4"/>
</p:tagLst>
</file>

<file path=ppt/tags/tag97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i*6"/>
  <p:tag name="KSO_WM_UNIT_LAYERLEVEL" val="1"/>
  <p:tag name="KSO_WM_TAG_VERSION" val="1.0"/>
  <p:tag name="KSO_WM_BEAUTIFY_FLAG" val="#wm#"/>
  <p:tag name="KSO_WM_SLIDE_BACKGROUND_TYPE" val="bottomTop"/>
  <p:tag name="KSO_WM_SLIDE_BK_DARK_LIGHT" val="2"/>
  <p:tag name="KSO_WM_UNIT_TYPE" val="i"/>
  <p:tag name="KSO_WM_UNIT_INDEX" val="6"/>
</p:tagLst>
</file>

<file path=ppt/tags/tag97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i*7"/>
  <p:tag name="KSO_WM_UNIT_LAYERLEVEL" val="1"/>
  <p:tag name="KSO_WM_TAG_VERSION" val="1.0"/>
  <p:tag name="KSO_WM_BEAUTIFY_FLAG" val="#wm#"/>
  <p:tag name="KSO_WM_SLIDE_BACKGROUND_TYPE" val="bottomTop"/>
  <p:tag name="KSO_WM_SLIDE_BK_DARK_LIGHT" val="2"/>
  <p:tag name="KSO_WM_UNIT_TYPE" val="i"/>
  <p:tag name="KSO_WM_UNIT_INDEX" val="7"/>
</p:tagLst>
</file>

<file path=ppt/tags/tag97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h"/>
  <p:tag name="KSO_WM_UNIT_TYPE" val="i"/>
  <p:tag name="KSO_WM_UNIT_INDEX" val="1"/>
  <p:tag name="KSO_WM_UNIT_ID" val="_16*i*1"/>
  <p:tag name="KSO_WM_UNIT_BK_DARK_LIGHT" val="2"/>
  <p:tag name="KSO_WM_UNIT_LAYERLEVEL" val="1"/>
  <p:tag name="KSO_WM_TAG_VERSION" val="1.0"/>
  <p:tag name="KSO_WM_BEAUTIFY_FLAG" val="#wm#"/>
  <p:tag name="KSO_WM_SLIDE_BACKGROUND_TYPE" val="bottomTop"/>
  <p:tag name="KSO_WM_SLIDE_BK_DARK_LIGHT" val="2"/>
</p:tagLst>
</file>

<file path=ppt/tags/tag98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98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98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98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98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98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98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i*1"/>
  <p:tag name="KSO_WM_UNIT_LAYERLEVEL" val="1"/>
  <p:tag name="KSO_WM_TAG_VERSION" val="1.0"/>
  <p:tag name="KSO_WM_BEAUTIFY_FLAG" val="#wm#"/>
  <p:tag name="KSO_WM_UNIT_TYPE" val="i"/>
  <p:tag name="KSO_WM_UNIT_INDEX" val="1"/>
  <p:tag name="KSO_WM_SLIDE_BACKGROUND_TYPE" val="navigation"/>
  <p:tag name="KSO_WM_SLIDE_BK_DARK_LIGHT" val="2"/>
</p:tagLst>
</file>

<file path=ppt/tags/tag98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h"/>
  <p:tag name="KSO_WM_UNIT_TYPE" val="i"/>
  <p:tag name="KSO_WM_UNIT_INDEX" val="1"/>
  <p:tag name="KSO_WM_UNIT_ID" val="_17*i*1"/>
  <p:tag name="KSO_WM_UNIT_BK_DARK_LIGHT" val="2"/>
  <p:tag name="KSO_WM_UNIT_LAYERLEVEL" val="1"/>
  <p:tag name="KSO_WM_TAG_VERSION" val="1.0"/>
  <p:tag name="KSO_WM_BEAUTIFY_FLAG" val="#wm#"/>
  <p:tag name="KSO_WM_SLIDE_BACKGROUND_TYPE" val="navigation"/>
  <p:tag name="KSO_WM_SLIDE_BK_DARK_LIGHT" val="2"/>
</p:tagLst>
</file>

<file path=ppt/tags/tag98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98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99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99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99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99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99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99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99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h"/>
  <p:tag name="KSO_WM_UNIT_TYPE" val="i"/>
  <p:tag name="KSO_WM_UNIT_INDEX" val="1"/>
  <p:tag name="KSO_WM_UNIT_ID" val="_18*i*1"/>
  <p:tag name="KSO_WM_UNIT_BK_DARK_LIGHT" val="2"/>
  <p:tag name="KSO_WM_UNIT_LAYERLEVEL" val="1"/>
  <p:tag name="KSO_WM_TAG_VERSION" val="1.0"/>
  <p:tag name="KSO_WM_BEAUTIFY_FLAG" val="#wm#"/>
  <p:tag name="KSO_WM_SLIDE_BACKGROUND_TYPE" val="belt"/>
  <p:tag name="KSO_WM_SLIDE_BK_DARK_LIGHT" val="2"/>
</p:tagLst>
</file>

<file path=ppt/tags/tag99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99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99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100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100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1002.xml><?xml version="1.0" encoding="utf-8"?>
<p:tagLst xmlns:p="http://schemas.openxmlformats.org/presentationml/2006/main">
  <p:tag name="KSO_WM_SLIDE_BACKGROUND_TYPE" val="belt"/>
  <p:tag name="KSO_WM_SLIDE_BK_DARK_LIGHT" val="2"/>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Lst>
</file>

<file path=ppt/tags/tag100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8*i*2"/>
  <p:tag name="KSO_WM_UNIT_LAYERLEVEL" val="1"/>
  <p:tag name="KSO_WM_TAG_VERSION" val="1.0"/>
  <p:tag name="KSO_WM_BEAUTIFY_FLAG" val="#wm#"/>
  <p:tag name="KSO_WM_SLIDE_BACKGROUND_TYPE" val="belt"/>
  <p:tag name="KSO_WM_SLIDE_BK_DARK_LIGHT" val="2"/>
  <p:tag name="KSO_WM_UNIT_TYPE" val="i"/>
  <p:tag name="KSO_WM_UNIT_INDEX" val="2"/>
</p:tagLst>
</file>

<file path=ppt/tags/tag100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8*i*3"/>
  <p:tag name="KSO_WM_UNIT_LAYERLEVEL" val="1"/>
  <p:tag name="KSO_WM_TAG_VERSION" val="1.0"/>
  <p:tag name="KSO_WM_BEAUTIFY_FLAG" val="#wm#"/>
  <p:tag name="KSO_WM_SLIDE_BACKGROUND_TYPE" val="belt"/>
  <p:tag name="KSO_WM_SLIDE_BK_DARK_LIGHT" val="2"/>
  <p:tag name="KSO_WM_UNIT_TYPE" val="i"/>
  <p:tag name="KSO_WM_UNIT_INDEX" val="3"/>
</p:tagLst>
</file>

<file path=ppt/tags/tag100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8*i*5"/>
  <p:tag name="KSO_WM_UNIT_LAYERLEVEL" val="1"/>
  <p:tag name="KSO_WM_TAG_VERSION" val="1.0"/>
  <p:tag name="KSO_WM_BEAUTIFY_FLAG" val="#wm#"/>
  <p:tag name="KSO_WM_SLIDE_BACKGROUND_TYPE" val="belt"/>
  <p:tag name="KSO_WM_SLIDE_BK_DARK_LIGHT" val="2"/>
  <p:tag name="KSO_WM_UNIT_TYPE" val="i"/>
  <p:tag name="KSO_WM_UNIT_INDEX" val="5"/>
</p:tagLst>
</file>

<file path=ppt/tags/tag100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8*i*4"/>
  <p:tag name="KSO_WM_UNIT_LAYERLEVEL" val="1"/>
  <p:tag name="KSO_WM_TAG_VERSION" val="1.0"/>
  <p:tag name="KSO_WM_BEAUTIFY_FLAG" val="#wm#"/>
  <p:tag name="KSO_WM_SLIDE_BACKGROUND_TYPE" val="belt"/>
  <p:tag name="KSO_WM_SLIDE_BK_DARK_LIGHT" val="2"/>
  <p:tag name="KSO_WM_UNIT_TYPE" val="i"/>
  <p:tag name="KSO_WM_UNIT_INDEX" val="4"/>
</p:tagLst>
</file>

<file path=ppt/tags/tag100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8*i*6"/>
  <p:tag name="KSO_WM_UNIT_LAYERLEVEL" val="1"/>
  <p:tag name="KSO_WM_TAG_VERSION" val="1.0"/>
  <p:tag name="KSO_WM_BEAUTIFY_FLAG" val="#wm#"/>
  <p:tag name="KSO_WM_SLIDE_BACKGROUND_TYPE" val="belt"/>
  <p:tag name="KSO_WM_SLIDE_BK_DARK_LIGHT" val="2"/>
  <p:tag name="KSO_WM_UNIT_TYPE" val="i"/>
  <p:tag name="KSO_WM_UNIT_INDEX" val="6"/>
</p:tagLst>
</file>

<file path=ppt/tags/tag100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8*i*7"/>
  <p:tag name="KSO_WM_UNIT_LAYERLEVEL" val="1"/>
  <p:tag name="KSO_WM_TAG_VERSION" val="1.0"/>
  <p:tag name="KSO_WM_BEAUTIFY_FLAG" val="#wm#"/>
  <p:tag name="KSO_WM_SLIDE_BACKGROUND_TYPE" val="belt"/>
  <p:tag name="KSO_WM_SLIDE_BK_DARK_LIGHT" val="2"/>
  <p:tag name="KSO_WM_UNIT_TYPE" val="i"/>
  <p:tag name="KSO_WM_UNIT_INDEX" val="7"/>
</p:tagLst>
</file>

<file path=ppt/tags/tag1009.xml><?xml version="1.0" encoding="utf-8"?>
<p:tagLst xmlns:p="http://schemas.openxmlformats.org/presentationml/2006/main">
  <p:tag name="KSO_WM_SLIDE_BACKGROUND_TYPE" val="belt"/>
  <p:tag name="KSO_WM_SLIDE_BK_DARK_LIGHT" val="2"/>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Lst>
</file>

<file path=ppt/tags/tag1010.xml><?xml version="1.0" encoding="utf-8"?>
<p:tagLst xmlns:p="http://schemas.openxmlformats.org/presentationml/2006/main">
  <p:tag name="KSO_WM_SLIDE_BACKGROUND_TYPE" val="belt"/>
  <p:tag name="KSO_WM_SLIDE_BK_DARK_LIGHT" val="2"/>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Lst>
</file>

<file path=ppt/tags/tag10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191296"/>
</p:tagLst>
</file>

<file path=ppt/tags/tag10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191296"/>
</p:tagLst>
</file>

<file path=ppt/tags/tag10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0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0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016.xml><?xml version="1.0" encoding="utf-8"?>
<p:tagLst xmlns:p="http://schemas.openxmlformats.org/presentationml/2006/main">
  <p:tag name="KSO_WM_TAG_VERSION" val="1.0"/>
  <p:tag name="KSO_WM_BEAUTIFY_FLAG" val="#wm#"/>
  <p:tag name="KSO_WM_TEMPLATE_CATEGORY" val="custom"/>
  <p:tag name="KSO_WM_TEMPLATE_INDEX" val="20191296"/>
  <p:tag name="KSO_WM_TEMPLATE_THUMBS_INDEX" val="1、3、7、8、10、13、14、15、17、18、19"/>
  <p:tag name="KSO_WM_TEMPLATE_SUBCATEGORY" val="0"/>
  <p:tag name="KSO_WM_TEMPLATE_MASTER_TYPE" val="1"/>
  <p:tag name="KSO_WM_TEMPLATE_COLOR_TYPE" val="1"/>
  <p:tag name="KSO_WM_TEMPLATE_MASTER_THUMB_INDEX" val="18"/>
  <p:tag name="KSO_WM_UNIT_SHOW_EDIT_AREA_INDICATION" val="0"/>
</p:tagLst>
</file>

<file path=ppt/tags/tag1017.xml><?xml version="1.0" encoding="utf-8"?>
<p:tagLst xmlns:p="http://schemas.openxmlformats.org/presentationml/2006/main">
  <p:tag name="MH" val="20161022203400"/>
  <p:tag name="MH_LIBRARY" val="GRAPHIC"/>
  <p:tag name="MH_TYPE" val="Other"/>
  <p:tag name="MH_ORDER" val="1"/>
</p:tagLst>
</file>

<file path=ppt/tags/tag1018.xml><?xml version="1.0" encoding="utf-8"?>
<p:tagLst xmlns:p="http://schemas.openxmlformats.org/presentationml/2006/main">
  <p:tag name="MH" val="20161022192605"/>
  <p:tag name="MH_LIBRARY" val="GRAPHIC"/>
  <p:tag name="MH_TYPE" val="Text"/>
  <p:tag name="MH_ORDER" val="1"/>
</p:tagLst>
</file>

<file path=ppt/tags/tag1019.xml><?xml version="1.0" encoding="utf-8"?>
<p:tagLst xmlns:p="http://schemas.openxmlformats.org/presentationml/2006/main">
  <p:tag name="MH" val="20161022203400"/>
  <p:tag name="MH_LIBRARY" val="GRAPHIC"/>
  <p:tag name="MH_TYPE" val="Other"/>
  <p:tag name="MH_ORDER" val="1"/>
</p:tagLst>
</file>

<file path=ppt/tags/tag1020.xml><?xml version="1.0" encoding="utf-8"?>
<p:tagLst xmlns:p="http://schemas.openxmlformats.org/presentationml/2006/main">
  <p:tag name="MH" val="20161022192605"/>
  <p:tag name="MH_LIBRARY" val="GRAPHIC"/>
  <p:tag name="MH_TYPE" val="Text"/>
  <p:tag name="MH_ORDER" val="1"/>
</p:tagLst>
</file>

<file path=ppt/tags/tag1021.xml><?xml version="1.0" encoding="utf-8"?>
<p:tagLst xmlns:p="http://schemas.openxmlformats.org/presentationml/2006/main">
  <p:tag name="MH" val="20161022203400"/>
  <p:tag name="MH_LIBRARY" val="GRAPHIC"/>
  <p:tag name="MH_TYPE" val="Other"/>
  <p:tag name="MH_ORDER" val="1"/>
</p:tagLst>
</file>

<file path=ppt/tags/tag1022.xml><?xml version="1.0" encoding="utf-8"?>
<p:tagLst xmlns:p="http://schemas.openxmlformats.org/presentationml/2006/main">
  <p:tag name="MH" val="20161022192605"/>
  <p:tag name="MH_LIBRARY" val="GRAPHIC"/>
  <p:tag name="MH_TYPE" val="Text"/>
  <p:tag name="MH_ORDER" val="1"/>
</p:tagLst>
</file>

<file path=ppt/tags/tag1023.xml><?xml version="1.0" encoding="utf-8"?>
<p:tagLst xmlns:p="http://schemas.openxmlformats.org/presentationml/2006/main">
  <p:tag name="MH" val="20161022203400"/>
  <p:tag name="MH_LIBRARY" val="GRAPHIC"/>
  <p:tag name="MH_TYPE" val="Other"/>
  <p:tag name="MH_ORDER" val="1"/>
</p:tagLst>
</file>

<file path=ppt/tags/tag1024.xml><?xml version="1.0" encoding="utf-8"?>
<p:tagLst xmlns:p="http://schemas.openxmlformats.org/presentationml/2006/main">
  <p:tag name="MH" val="20161022192605"/>
  <p:tag name="MH_LIBRARY" val="GRAPHIC"/>
  <p:tag name="MH_TYPE" val="Text"/>
  <p:tag name="MH_ORDER" val="1"/>
</p:tagLst>
</file>

<file path=ppt/tags/tag1025.xml><?xml version="1.0" encoding="utf-8"?>
<p:tagLst xmlns:p="http://schemas.openxmlformats.org/presentationml/2006/main">
  <p:tag name="MH" val="20161022203400"/>
  <p:tag name="MH_LIBRARY" val="GRAPHIC"/>
  <p:tag name="MH_TYPE" val="Other"/>
  <p:tag name="MH_ORDER" val="1"/>
</p:tagLst>
</file>

<file path=ppt/tags/tag1026.xml><?xml version="1.0" encoding="utf-8"?>
<p:tagLst xmlns:p="http://schemas.openxmlformats.org/presentationml/2006/main">
  <p:tag name="MH" val="20161022192605"/>
  <p:tag name="MH_LIBRARY" val="GRAPHIC"/>
  <p:tag name="MH_TYPE" val="Text"/>
  <p:tag name="MH_ORDER" val="1"/>
</p:tagLst>
</file>

<file path=ppt/tags/tag1027.xml><?xml version="1.0" encoding="utf-8"?>
<p:tagLst xmlns:p="http://schemas.openxmlformats.org/presentationml/2006/main">
  <p:tag name="MH" val="20161022203400"/>
  <p:tag name="MH_LIBRARY" val="GRAPHIC"/>
  <p:tag name="MH_TYPE" val="Other"/>
  <p:tag name="MH_ORDER" val="1"/>
</p:tagLst>
</file>

<file path=ppt/tags/tag1028.xml><?xml version="1.0" encoding="utf-8"?>
<p:tagLst xmlns:p="http://schemas.openxmlformats.org/presentationml/2006/main">
  <p:tag name="MH" val="20161022192605"/>
  <p:tag name="MH_LIBRARY" val="GRAPHIC"/>
  <p:tag name="MH_TYPE" val="Text"/>
  <p:tag name="MH_ORDER" val="1"/>
</p:tagLst>
</file>

<file path=ppt/tags/tag1029.xml><?xml version="1.0" encoding="utf-8"?>
<p:tagLst xmlns:p="http://schemas.openxmlformats.org/presentationml/2006/main">
  <p:tag name="KSO_WM_UNIT_ISCONTENTSTITLE" val="0"/>
  <p:tag name="KSO_WM_UNIT_PRESET_TEXT" val="单击此处添加标题"/>
  <p:tag name="KSO_WM_UNIT_VALUE" val="9"/>
  <p:tag name="KSO_WM_UNIT_HIGHLIGHT" val="0"/>
  <p:tag name="KSO_WM_UNIT_COMPATIBLE" val="0"/>
  <p:tag name="KSO_WM_UNIT_TYPE" val="a"/>
  <p:tag name="KSO_WM_UNIT_INDEX" val="1"/>
  <p:tag name="KSO_WM_UNIT_ID" val="custom20191296_7*a*1"/>
  <p:tag name="KSO_WM_TEMPLATE_CATEGORY" val="custom"/>
  <p:tag name="KSO_WM_TEMPLATE_INDEX" val="20191296"/>
  <p:tag name="KSO_WM_UNIT_LAYERLEVEL" val="1"/>
  <p:tag name="KSO_WM_TAG_VERSION" val="1.0"/>
  <p:tag name="KSO_WM_BEAUTIFY_FLAG" val="#wm#"/>
  <p:tag name="KSO_WM_UNIT_NOCLEAR" val="0"/>
  <p:tag name="KSO_WM_UNIT_DIAGRAM_ISNUMVISUAL" val="0"/>
  <p:tag name="KSO_WM_UNIT_DIAGRAM_ISREFERUNIT" val="0"/>
</p:tagLst>
</file>

<file path=ppt/tags/tag1030.xml><?xml version="1.0" encoding="utf-8"?>
<p:tagLst xmlns:p="http://schemas.openxmlformats.org/presentationml/2006/main">
  <p:tag name="KSO_WM_UNIT_ISCONTENTSTITLE" val="0"/>
  <p:tag name="KSO_WM_UNIT_PRESET_TEXT" val="单击此处添加文本具体内容，简明扼要的阐述您的观点。"/>
  <p:tag name="KSO_WM_UNIT_VALUE" val="63"/>
  <p:tag name="KSO_WM_UNIT_HIGHLIGHT" val="0"/>
  <p:tag name="KSO_WM_UNIT_COMPATIBLE" val="0"/>
  <p:tag name="KSO_WM_UNIT_TYPE" val="b"/>
  <p:tag name="KSO_WM_UNIT_INDEX" val="1"/>
  <p:tag name="KSO_WM_UNIT_ID" val="custom20191296_7*b*1"/>
  <p:tag name="KSO_WM_TEMPLATE_CATEGORY" val="custom"/>
  <p:tag name="KSO_WM_TEMPLATE_INDEX" val="20191296"/>
  <p:tag name="KSO_WM_UNIT_LAYERLEVEL" val="1"/>
  <p:tag name="KSO_WM_TAG_VERSION" val="1.0"/>
  <p:tag name="KSO_WM_BEAUTIFY_FLAG" val="#wm#"/>
  <p:tag name="KSO_WM_UNIT_NOCLEAR" val="0"/>
  <p:tag name="KSO_WM_UNIT_DIAGRAM_ISNUMVISUAL" val="0"/>
  <p:tag name="KSO_WM_UNIT_DIAGRAM_ISREFERUNIT" val="0"/>
</p:tagLst>
</file>

<file path=ppt/tags/tag1031.xml><?xml version="1.0" encoding="utf-8"?>
<p:tagLst xmlns:p="http://schemas.openxmlformats.org/presentationml/2006/main">
  <p:tag name="KSO_WM_SLIDE_ID" val="custom20191296_7"/>
  <p:tag name="KSO_WM_SLIDE_TYPE" val="sectionTitle"/>
  <p:tag name="KSO_WM_SLIDE_SUBTYPE" val="pureTxt"/>
  <p:tag name="KSO_WM_SLIDE_ITEM_CNT" val="0"/>
  <p:tag name="KSO_WM_SLIDE_INDEX" val="7"/>
  <p:tag name="KSO_WM_TAG_VERSION" val="1.0"/>
  <p:tag name="KSO_WM_BEAUTIFY_FLAG" val="#wm#"/>
  <p:tag name="KSO_WM_TEMPLATE_CATEGORY" val="custom"/>
  <p:tag name="KSO_WM_TEMPLATE_INDEX" val="20191296"/>
  <p:tag name="KSO_WM_SLIDE_LAYOUT" val="a_b_e"/>
  <p:tag name="KSO_WM_SLIDE_LAYOUT_CNT" val="1_1_1"/>
  <p:tag name="KSO_WM_TEMPLATE_SUBCATEGORY" val="0"/>
  <p:tag name="KSO_WM_TEMPLATE_MASTER_TYPE" val="1"/>
  <p:tag name="KSO_WM_TEMPLATE_COLOR_TYPE" val="1"/>
</p:tagLst>
</file>

<file path=ppt/tags/tag10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01331_1*i*1"/>
  <p:tag name="KSO_WM_TEMPLATE_CATEGORY" val="diagram"/>
  <p:tag name="KSO_WM_TEMPLATE_INDEX" val="20201331"/>
  <p:tag name="KSO_WM_UNIT_LAYERLEVEL" val="1"/>
  <p:tag name="KSO_WM_TAG_VERSION" val="1.0"/>
  <p:tag name="KSO_WM_BEAUTIFY_FLAG" val="#wm#"/>
</p:tagLst>
</file>

<file path=ppt/tags/tag10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y"/>
  <p:tag name="KSO_WM_UNIT_INDEX" val="1"/>
  <p:tag name="KSO_WM_UNIT_ID" val="diagram20201331_1*y*1"/>
  <p:tag name="KSO_WM_TEMPLATE_CATEGORY" val="diagram"/>
  <p:tag name="KSO_WM_TEMPLATE_INDEX" val="20201331"/>
  <p:tag name="KSO_WM_UNIT_LAYERLEVEL" val="1"/>
  <p:tag name="KSO_WM_TAG_VERSION" val="1.0"/>
  <p:tag name="KSO_WM_BEAUTIFY_FLAG" val="#wm#"/>
</p:tagLst>
</file>

<file path=ppt/tags/tag10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diagram20201331_1*i*2"/>
  <p:tag name="KSO_WM_TEMPLATE_CATEGORY" val="diagram"/>
  <p:tag name="KSO_WM_TEMPLATE_INDEX" val="20201331"/>
  <p:tag name="KSO_WM_UNIT_LAYERLEVEL" val="1"/>
  <p:tag name="KSO_WM_TAG_VERSION" val="1.0"/>
  <p:tag name="KSO_WM_BEAUTIFY_FLAG" val="#wm#"/>
</p:tagLst>
</file>

<file path=ppt/tags/tag10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diagram20201331_1*i*3"/>
  <p:tag name="KSO_WM_TEMPLATE_CATEGORY" val="diagram"/>
  <p:tag name="KSO_WM_TEMPLATE_INDEX" val="20201331"/>
  <p:tag name="KSO_WM_UNIT_LAYERLEVEL" val="1"/>
  <p:tag name="KSO_WM_TAG_VERSION" val="1.0"/>
  <p:tag name="KSO_WM_BEAUTIFY_FLAG" val="#wm#"/>
</p:tagLst>
</file>

<file path=ppt/tags/tag1036.xml><?xml version="1.0" encoding="utf-8"?>
<p:tagLst xmlns:p="http://schemas.openxmlformats.org/presentationml/2006/main">
  <p:tag name="KSO_WM_UNIT_ISCONTENTSTITLE" val="0"/>
  <p:tag name="KSO_WM_UNIT_PRESET_TEXT" val="项目背景"/>
  <p:tag name="KSO_WM_UNIT_NOCLEAR" val="0"/>
  <p:tag name="KSO_WM_UNIT_VALUE" val="8"/>
  <p:tag name="KSO_WM_UNIT_HIGHLIGHT" val="0"/>
  <p:tag name="KSO_WM_UNIT_COMPATIBLE" val="0"/>
  <p:tag name="KSO_WM_UNIT_DIAGRAM_ISNUMVISUAL" val="0"/>
  <p:tag name="KSO_WM_UNIT_DIAGRAM_ISREFERUNIT" val="0"/>
  <p:tag name="KSO_WM_UNIT_TYPE" val="a"/>
  <p:tag name="KSO_WM_UNIT_INDEX" val="1"/>
  <p:tag name="KSO_WM_UNIT_ID" val="diagram20201331_1*a*1"/>
  <p:tag name="KSO_WM_TEMPLATE_CATEGORY" val="diagram"/>
  <p:tag name="KSO_WM_TEMPLATE_INDEX" val="20201331"/>
  <p:tag name="KSO_WM_UNIT_LAYERLEVEL" val="1"/>
  <p:tag name="KSO_WM_TAG_VERSION" val="1.0"/>
  <p:tag name="KSO_WM_BEAUTIFY_FLAG" val="#wm#"/>
</p:tagLst>
</file>

<file path=ppt/tags/tag1037.xml><?xml version="1.0" encoding="utf-8"?>
<p:tagLst xmlns:p="http://schemas.openxmlformats.org/presentationml/2006/main">
  <p:tag name="KSO_WM_UNIT_PRESET_TEXT" val="据全国道路交通事故统计显示：中国每年有28.5万的儿童在车祸中造成了伤残甚至死亡，相当于每70个家庭就有一个家庭遭遇过不幸。我国儿童因交通事故的死亡率是欧洲的2.5倍，美国的2.6倍，交通安全已经是14岁以下儿童的第一大死因"/>
  <p:tag name="KSO_WM_UNIT_NOCLEAR" val="0"/>
  <p:tag name="KSO_WM_UNIT_VALUE" val="144"/>
  <p:tag name="KSO_WM_UNIT_HIGHLIGHT" val="0"/>
  <p:tag name="KSO_WM_UNIT_COMPATIBLE" val="0"/>
  <p:tag name="KSO_WM_UNIT_DIAGRAM_ISNUMVISUAL" val="0"/>
  <p:tag name="KSO_WM_UNIT_DIAGRAM_ISREFERUNIT" val="0"/>
  <p:tag name="KSO_WM_UNIT_TYPE" val="f"/>
  <p:tag name="KSO_WM_UNIT_INDEX" val="1"/>
  <p:tag name="KSO_WM_UNIT_ID" val="diagram20201331_1*f*1"/>
  <p:tag name="KSO_WM_TEMPLATE_CATEGORY" val="diagram"/>
  <p:tag name="KSO_WM_TEMPLATE_INDEX" val="20201331"/>
  <p:tag name="KSO_WM_UNIT_LAYERLEVEL" val="1"/>
  <p:tag name="KSO_WM_TAG_VERSION" val="1.0"/>
  <p:tag name="KSO_WM_BEAUTIFY_FLAG" val="#wm#"/>
</p:tagLst>
</file>

<file path=ppt/tags/tag1038.xml><?xml version="1.0" encoding="utf-8"?>
<p:tagLst xmlns:p="http://schemas.openxmlformats.org/presentationml/2006/main">
  <p:tag name="KSO_WM_SLIDE_ID" val="diagram20201331_1"/>
  <p:tag name="KSO_WM_TEMPLATE_SUBCATEGORY" val="0"/>
  <p:tag name="KSO_WM_SLIDE_TYPE" val="text"/>
  <p:tag name="KSO_WM_SLIDE_SUBTYPE" val="pureTxt"/>
  <p:tag name="KSO_WM_SLIDE_ITEM_CNT" val="0"/>
  <p:tag name="KSO_WM_SLIDE_INDEX" val="1"/>
  <p:tag name="KSO_WM_SLIDE_SIZE" val="960*539"/>
  <p:tag name="KSO_WM_SLIDE_POSITION" val="0*0"/>
  <p:tag name="KSO_WM_TAG_VERSION" val="1.0"/>
  <p:tag name="KSO_WM_BEAUTIFY_FLAG" val="#wm#"/>
  <p:tag name="KSO_WM_TEMPLATE_CATEGORY" val="diagram"/>
  <p:tag name="KSO_WM_TEMPLATE_INDEX" val="20201331"/>
  <p:tag name="KSO_WM_SLIDE_LAYOUT" val="a_f_y"/>
  <p:tag name="KSO_WM_SLIDE_LAYOUT_CNT" val="1_1_1"/>
</p:tagLst>
</file>

<file path=ppt/tags/tag1039.xml><?xml version="1.0" encoding="utf-8"?>
<p:tagLst xmlns:p="http://schemas.openxmlformats.org/presentationml/2006/main">
  <p:tag name="KSO_WM_UNIT_HIGHLIGHT" val="0"/>
  <p:tag name="KSO_WM_UNIT_COMPATIBLE" val="0"/>
  <p:tag name="KSO_WM_DIAGRAM_GROUP_CODE" val="l1-1"/>
  <p:tag name="KSO_WM_UNIT_TYPE" val="i"/>
  <p:tag name="KSO_WM_UNIT_INDEX" val="1"/>
  <p:tag name="KSO_WM_UNIT_ID" val="diagram20190634_5*i*1"/>
  <p:tag name="KSO_WM_TEMPLATE_CATEGORY" val="diagram"/>
  <p:tag name="KSO_WM_TEMPLATE_INDEX" val="20190634"/>
  <p:tag name="KSO_WM_UNIT_LAYERLEVEL" val="1"/>
  <p:tag name="KSO_WM_TAG_VERSION" val="1.0"/>
  <p:tag name="KSO_WM_BEAUTIFY_FLAG" val="#wm#"/>
  <p:tag name="KSO_WM_UNIT_DIAGRAM_ISNUMVISUAL" val="0"/>
  <p:tag name="KSO_WM_UNIT_DIAGRAM_ISREFERUNIT" val="0"/>
  <p:tag name="KSO_WM_UNIT_TEXT_FILL_FORE_SCHEMECOLOR_INDEX" val="13"/>
  <p:tag name="KSO_WM_UNIT_TEXT_FILL_TYPE" val="1"/>
  <p:tag name="KSO_WM_UNIT_USESOURCEFORMAT_APPLY" val="1"/>
</p:tagLst>
</file>

<file path=ppt/tags/tag1040.xml><?xml version="1.0" encoding="utf-8"?>
<p:tagLst xmlns:p="http://schemas.openxmlformats.org/presentationml/2006/main">
  <p:tag name="KSO_WM_UNIT_HIGHLIGHT" val="0"/>
  <p:tag name="KSO_WM_UNIT_COMPATIBLE" val="0"/>
  <p:tag name="KSO_WM_DIAGRAM_GROUP_CODE" val="l1-1"/>
  <p:tag name="KSO_WM_UNIT_TYPE" val="i"/>
  <p:tag name="KSO_WM_UNIT_INDEX" val="4"/>
  <p:tag name="KSO_WM_UNIT_ID" val="diagram20190634_5*i*4"/>
  <p:tag name="KSO_WM_TEMPLATE_CATEGORY" val="diagram"/>
  <p:tag name="KSO_WM_TEMPLATE_INDEX" val="20190634"/>
  <p:tag name="KSO_WM_UNIT_LAYERLEVEL" val="1"/>
  <p:tag name="KSO_WM_TAG_VERSION" val="1.0"/>
  <p:tag name="KSO_WM_BEAUTIFY_FLAG" val="#wm#"/>
  <p:tag name="KSO_WM_UNIT_DIAGRAM_ISNUMVISUAL" val="0"/>
  <p:tag name="KSO_WM_UNIT_DIAGRAM_ISREFERUNIT" val="0"/>
  <p:tag name="KSO_WM_UNIT_TEXT_FILL_FORE_SCHEMECOLOR_INDEX" val="13"/>
  <p:tag name="KSO_WM_UNIT_TEXT_FILL_TYPE" val="1"/>
  <p:tag name="KSO_WM_UNIT_USESOURCEFORMAT_APPLY" val="1"/>
</p:tagLst>
</file>

<file path=ppt/tags/tag1041.xml><?xml version="1.0" encoding="utf-8"?>
<p:tagLst xmlns:p="http://schemas.openxmlformats.org/presentationml/2006/main">
  <p:tag name="KSO_WM_UNIT_HIGHLIGHT" val="0"/>
  <p:tag name="KSO_WM_UNIT_COMPATIBLE" val="0"/>
  <p:tag name="KSO_WM_DIAGRAM_GROUP_CODE" val="l1-1"/>
  <p:tag name="KSO_WM_UNIT_TYPE" val="i"/>
  <p:tag name="KSO_WM_UNIT_INDEX" val="16"/>
  <p:tag name="KSO_WM_UNIT_ID" val="diagram20190634_5*i*16"/>
  <p:tag name="KSO_WM_TEMPLATE_CATEGORY" val="diagram"/>
  <p:tag name="KSO_WM_TEMPLATE_INDEX" val="20190634"/>
  <p:tag name="KSO_WM_UNIT_LAYERLEVEL" val="1"/>
  <p:tag name="KSO_WM_TAG_VERSION" val="1.0"/>
  <p:tag name="KSO_WM_BEAUTIFY_FLAG" val="#wm#"/>
  <p:tag name="KSO_WM_UNIT_DIAGRAM_ISNUMVISUAL" val="0"/>
  <p:tag name="KSO_WM_UNIT_DIAGRAM_ISREFERUNIT" val="0"/>
  <p:tag name="KSO_WM_UNIT_TEXT_FILL_FORE_SCHEMECOLOR_INDEX" val="13"/>
  <p:tag name="KSO_WM_UNIT_TEXT_FILL_TYPE" val="1"/>
  <p:tag name="KSO_WM_UNIT_USESOURCEFORMAT_APPLY" val="1"/>
</p:tagLst>
</file>

<file path=ppt/tags/tag1042.xml><?xml version="1.0" encoding="utf-8"?>
<p:tagLst xmlns:p="http://schemas.openxmlformats.org/presentationml/2006/main">
  <p:tag name="KSO_WM_UNIT_HIGHLIGHT" val="0"/>
  <p:tag name="KSO_WM_UNIT_COMPATIBLE" val="0"/>
  <p:tag name="KSO_WM_DIAGRAM_GROUP_CODE" val="l1-1"/>
  <p:tag name="KSO_WM_UNIT_TYPE" val="i"/>
  <p:tag name="KSO_WM_UNIT_INDEX" val="28"/>
  <p:tag name="KSO_WM_UNIT_ID" val="diagram20190634_5*i*28"/>
  <p:tag name="KSO_WM_TEMPLATE_CATEGORY" val="diagram"/>
  <p:tag name="KSO_WM_TEMPLATE_INDEX" val="20190634"/>
  <p:tag name="KSO_WM_UNIT_LAYERLEVEL" val="1"/>
  <p:tag name="KSO_WM_TAG_VERSION" val="1.0"/>
  <p:tag name="KSO_WM_BEAUTIFY_FLAG" val="#wm#"/>
  <p:tag name="KSO_WM_UNIT_DIAGRAM_ISNUMVISUAL" val="0"/>
  <p:tag name="KSO_WM_UNIT_DIAGRAM_ISREFERUNIT" val="0"/>
  <p:tag name="KSO_WM_UNIT_TEXT_FILL_FORE_SCHEMECOLOR_INDEX" val="13"/>
  <p:tag name="KSO_WM_UNIT_TEXT_FILL_TYPE" val="1"/>
  <p:tag name="KSO_WM_UNIT_USESOURCEFORMAT_APPLY" val="1"/>
</p:tagLst>
</file>

<file path=ppt/tags/tag1043.xml><?xml version="1.0" encoding="utf-8"?>
<p:tagLst xmlns:p="http://schemas.openxmlformats.org/presentationml/2006/main">
  <p:tag name="KSO_WM_UNIT_HIGHLIGHT" val="0"/>
  <p:tag name="KSO_WM_UNIT_COMPATIBLE" val="0"/>
  <p:tag name="KSO_WM_DIAGRAM_GROUP_CODE" val="l1-1"/>
  <p:tag name="KSO_WM_UNIT_TYPE" val="i"/>
  <p:tag name="KSO_WM_UNIT_INDEX" val="40"/>
  <p:tag name="KSO_WM_UNIT_ID" val="diagram20190634_5*i*40"/>
  <p:tag name="KSO_WM_TEMPLATE_CATEGORY" val="diagram"/>
  <p:tag name="KSO_WM_TEMPLATE_INDEX" val="20190634"/>
  <p:tag name="KSO_WM_UNIT_LAYERLEVEL" val="1"/>
  <p:tag name="KSO_WM_TAG_VERSION" val="1.0"/>
  <p:tag name="KSO_WM_BEAUTIFY_FLAG" val="#wm#"/>
  <p:tag name="KSO_WM_UNIT_DIAGRAM_ISNUMVISUAL" val="0"/>
  <p:tag name="KSO_WM_UNIT_DIAGRAM_ISREFERUNIT" val="0"/>
  <p:tag name="KSO_WM_UNIT_TEXT_FILL_FORE_SCHEMECOLOR_INDEX" val="13"/>
  <p:tag name="KSO_WM_UNIT_TEXT_FILL_TYPE" val="1"/>
  <p:tag name="KSO_WM_UNIT_USESOURCEFORMAT_APPLY" val="1"/>
</p:tagLst>
</file>

<file path=ppt/tags/tag1044.xml><?xml version="1.0" encoding="utf-8"?>
<p:tagLst xmlns:p="http://schemas.openxmlformats.org/presentationml/2006/main">
  <p:tag name="KSO_WM_UNIT_HIGHLIGHT" val="0"/>
  <p:tag name="KSO_WM_UNIT_COMPATIBLE" val="0"/>
  <p:tag name="KSO_WM_DIAGRAM_GROUP_CODE" val="l1-1"/>
  <p:tag name="KSO_WM_UNIT_TYPE" val="i"/>
  <p:tag name="KSO_WM_UNIT_INDEX" val="52"/>
  <p:tag name="KSO_WM_UNIT_ID" val="diagram20190634_5*i*52"/>
  <p:tag name="KSO_WM_TEMPLATE_CATEGORY" val="diagram"/>
  <p:tag name="KSO_WM_TEMPLATE_INDEX" val="20190634"/>
  <p:tag name="KSO_WM_UNIT_LAYERLEVEL" val="1"/>
  <p:tag name="KSO_WM_TAG_VERSION" val="1.0"/>
  <p:tag name="KSO_WM_BEAUTIFY_FLAG" val="#wm#"/>
  <p:tag name="KSO_WM_UNIT_DIAGRAM_ISNUMVISUAL" val="0"/>
  <p:tag name="KSO_WM_UNIT_DIAGRAM_ISREFERUNIT" val="0"/>
  <p:tag name="KSO_WM_UNIT_TEXT_FILL_FORE_SCHEMECOLOR_INDEX" val="13"/>
  <p:tag name="KSO_WM_UNIT_TEXT_FILL_TYPE" val="1"/>
  <p:tag name="KSO_WM_UNIT_USESOURCEFORMAT_APPLY" val="1"/>
</p:tagLst>
</file>

<file path=ppt/tags/tag1045.xml><?xml version="1.0" encoding="utf-8"?>
<p:tagLst xmlns:p="http://schemas.openxmlformats.org/presentationml/2006/main">
  <p:tag name="KSO_WM_UNIT_HIGHLIGHT" val="0"/>
  <p:tag name="KSO_WM_UNIT_COMPATIBLE" val="0"/>
  <p:tag name="KSO_WM_DIAGRAM_GROUP_CODE" val="l1-1"/>
  <p:tag name="KSO_WM_UNIT_TYPE" val="i"/>
  <p:tag name="KSO_WM_UNIT_INDEX" val="64"/>
  <p:tag name="KSO_WM_UNIT_ID" val="diagram20190634_5*i*64"/>
  <p:tag name="KSO_WM_TEMPLATE_CATEGORY" val="diagram"/>
  <p:tag name="KSO_WM_TEMPLATE_INDEX" val="20190634"/>
  <p:tag name="KSO_WM_UNIT_LAYERLEVEL" val="1"/>
  <p:tag name="KSO_WM_TAG_VERSION" val="1.0"/>
  <p:tag name="KSO_WM_BEAUTIFY_FLAG" val="#wm#"/>
  <p:tag name="KSO_WM_UNIT_DIAGRAM_ISNUMVISUAL" val="0"/>
  <p:tag name="KSO_WM_UNIT_DIAGRAM_ISREFERUNIT" val="0"/>
  <p:tag name="KSO_WM_UNIT_TEXT_FILL_FORE_SCHEMECOLOR_INDEX" val="13"/>
  <p:tag name="KSO_WM_UNIT_TEXT_FILL_TYPE" val="1"/>
  <p:tag name="KSO_WM_UNIT_USESOURCEFORMAT_APPLY" val="1"/>
</p:tagLst>
</file>

<file path=ppt/tags/tag1046.xml><?xml version="1.0" encoding="utf-8"?>
<p:tagLst xmlns:p="http://schemas.openxmlformats.org/presentationml/2006/main">
  <p:tag name="KSO_WM_UNIT_HIGHLIGHT" val="0"/>
  <p:tag name="KSO_WM_UNIT_COMPATIBLE" val="0"/>
  <p:tag name="KSO_WM_DIAGRAM_GROUP_CODE" val="l1-1"/>
  <p:tag name="KSO_WM_UNIT_TYPE" val="i"/>
  <p:tag name="KSO_WM_UNIT_INDEX" val="76"/>
  <p:tag name="KSO_WM_UNIT_ID" val="diagram20190634_5*i*76"/>
  <p:tag name="KSO_WM_TEMPLATE_CATEGORY" val="diagram"/>
  <p:tag name="KSO_WM_TEMPLATE_INDEX" val="20190634"/>
  <p:tag name="KSO_WM_UNIT_LAYERLEVEL" val="1"/>
  <p:tag name="KSO_WM_TAG_VERSION" val="1.0"/>
  <p:tag name="KSO_WM_BEAUTIFY_FLAG" val="#wm#"/>
  <p:tag name="KSO_WM_UNIT_DIAGRAM_ISNUMVISUAL" val="0"/>
  <p:tag name="KSO_WM_UNIT_DIAGRAM_ISREFERUNIT" val="0"/>
  <p:tag name="KSO_WM_UNIT_TEXT_FILL_FORE_SCHEMECOLOR_INDEX" val="13"/>
  <p:tag name="KSO_WM_UNIT_TEXT_FILL_TYPE" val="1"/>
  <p:tag name="KSO_WM_UNIT_USESOURCEFORMAT_APPLY" val="1"/>
</p:tagLst>
</file>

<file path=ppt/tags/tag1047.xml><?xml version="1.0" encoding="utf-8"?>
<p:tagLst xmlns:p="http://schemas.openxmlformats.org/presentationml/2006/main">
  <p:tag name="KSO_WM_UNIT_HIGHLIGHT" val="0"/>
  <p:tag name="KSO_WM_UNIT_COMPATIBLE" val="0"/>
  <p:tag name="KSO_WM_DIAGRAM_GROUP_CODE" val="l1-1"/>
  <p:tag name="KSO_WM_UNIT_TYPE" val="i"/>
  <p:tag name="KSO_WM_UNIT_INDEX" val="77"/>
  <p:tag name="KSO_WM_UNIT_ID" val="diagram20190634_5*i*77"/>
  <p:tag name="KSO_WM_TEMPLATE_CATEGORY" val="diagram"/>
  <p:tag name="KSO_WM_TEMPLATE_INDEX" val="20190634"/>
  <p:tag name="KSO_WM_UNIT_LAYERLEVEL" val="1"/>
  <p:tag name="KSO_WM_TAG_VERSION" val="1.0"/>
  <p:tag name="KSO_WM_BEAUTIFY_FLAG" val="#wm#"/>
  <p:tag name="KSO_WM_UNIT_DIAGRAM_ISNUMVISUAL" val="0"/>
  <p:tag name="KSO_WM_UNIT_DIAGRAM_ISREFERUNIT" val="0"/>
  <p:tag name="KSO_WM_UNIT_TEXT_FILL_FORE_SCHEMECOLOR_INDEX" val="13"/>
  <p:tag name="KSO_WM_UNIT_TEXT_FILL_TYPE" val="1"/>
  <p:tag name="KSO_WM_UNIT_USESOURCEFORMAT_APPLY" val="1"/>
</p:tagLst>
</file>

<file path=ppt/tags/tag1048.xml><?xml version="1.0" encoding="utf-8"?>
<p:tagLst xmlns:p="http://schemas.openxmlformats.org/presentationml/2006/main">
  <p:tag name="KSO_WM_UNIT_HIGHLIGHT" val="0"/>
  <p:tag name="KSO_WM_UNIT_COMPATIBLE" val="0"/>
  <p:tag name="KSO_WM_DIAGRAM_GROUP_CODE" val="l1-1"/>
  <p:tag name="KSO_WM_UNIT_TYPE" val="i"/>
  <p:tag name="KSO_WM_UNIT_INDEX" val="12"/>
  <p:tag name="KSO_WM_UNIT_ID" val="diagram20190634_5*i*12"/>
  <p:tag name="KSO_WM_TEMPLATE_CATEGORY" val="diagram"/>
  <p:tag name="KSO_WM_TEMPLATE_INDEX" val="20190634"/>
  <p:tag name="KSO_WM_UNIT_LAYERLEVEL" val="1"/>
  <p:tag name="KSO_WM_TAG_VERSION" val="1.0"/>
  <p:tag name="KSO_WM_BEAUTIFY_FLAG" val="#wm#"/>
  <p:tag name="KSO_WM_UNIT_DIAGRAM_ISNUMVISUAL" val="0"/>
  <p:tag name="KSO_WM_UNIT_DIAGRAM_ISREFERUNIT" val="0"/>
  <p:tag name="KSO_WM_UNIT_TEXT_FILL_FORE_SCHEMECOLOR_INDEX" val="13"/>
  <p:tag name="KSO_WM_UNIT_TEXT_FILL_TYPE" val="1"/>
  <p:tag name="KSO_WM_UNIT_USESOURCEFORMAT_APPLY" val="1"/>
</p:tagLst>
</file>

<file path=ppt/tags/tag1049.xml><?xml version="1.0" encoding="utf-8"?>
<p:tagLst xmlns:p="http://schemas.openxmlformats.org/presentationml/2006/main">
  <p:tag name="KSO_WM_UNIT_HIGHLIGHT" val="0"/>
  <p:tag name="KSO_WM_UNIT_COMPATIBLE" val="0"/>
  <p:tag name="KSO_WM_DIAGRAM_GROUP_CODE" val="l1-1"/>
  <p:tag name="KSO_WM_UNIT_TYPE" val="i"/>
  <p:tag name="KSO_WM_UNIT_INDEX" val="23"/>
  <p:tag name="KSO_WM_UNIT_ID" val="diagram20190634_5*i*23"/>
  <p:tag name="KSO_WM_TEMPLATE_CATEGORY" val="diagram"/>
  <p:tag name="KSO_WM_TEMPLATE_INDEX" val="20190634"/>
  <p:tag name="KSO_WM_UNIT_LAYERLEVEL" val="1"/>
  <p:tag name="KSO_WM_TAG_VERSION" val="1.0"/>
  <p:tag name="KSO_WM_BEAUTIFY_FLAG" val="#wm#"/>
  <p:tag name="KSO_WM_UNIT_DIAGRAM_ISNUMVISUAL" val="0"/>
  <p:tag name="KSO_WM_UNIT_DIAGRAM_ISREFERUNIT" val="0"/>
  <p:tag name="KSO_WM_UNIT_TEXT_FILL_FORE_SCHEMECOLOR_INDEX" val="13"/>
  <p:tag name="KSO_WM_UNIT_TEXT_FILL_TYPE" val="1"/>
  <p:tag name="KSO_WM_UNIT_USESOURCEFORMAT_APPLY" val="1"/>
</p:tagLst>
</file>

<file path=ppt/tags/tag1050.xml><?xml version="1.0" encoding="utf-8"?>
<p:tagLst xmlns:p="http://schemas.openxmlformats.org/presentationml/2006/main">
  <p:tag name="KSO_WM_UNIT_HIGHLIGHT" val="0"/>
  <p:tag name="KSO_WM_UNIT_COMPATIBLE" val="0"/>
  <p:tag name="KSO_WM_DIAGRAM_GROUP_CODE" val="l1-1"/>
  <p:tag name="KSO_WM_UNIT_TYPE" val="i"/>
  <p:tag name="KSO_WM_UNIT_INDEX" val="34"/>
  <p:tag name="KSO_WM_UNIT_ID" val="diagram20190634_5*i*34"/>
  <p:tag name="KSO_WM_TEMPLATE_CATEGORY" val="diagram"/>
  <p:tag name="KSO_WM_TEMPLATE_INDEX" val="20190634"/>
  <p:tag name="KSO_WM_UNIT_LAYERLEVEL" val="1"/>
  <p:tag name="KSO_WM_TAG_VERSION" val="1.0"/>
  <p:tag name="KSO_WM_BEAUTIFY_FLAG" val="#wm#"/>
  <p:tag name="KSO_WM_UNIT_DIAGRAM_ISNUMVISUAL" val="0"/>
  <p:tag name="KSO_WM_UNIT_DIAGRAM_ISREFERUNIT" val="0"/>
  <p:tag name="KSO_WM_UNIT_TEXT_FILL_FORE_SCHEMECOLOR_INDEX" val="13"/>
  <p:tag name="KSO_WM_UNIT_TEXT_FILL_TYPE" val="1"/>
  <p:tag name="KSO_WM_UNIT_USESOURCEFORMAT_APPLY" val="1"/>
</p:tagLst>
</file>

<file path=ppt/tags/tag1051.xml><?xml version="1.0" encoding="utf-8"?>
<p:tagLst xmlns:p="http://schemas.openxmlformats.org/presentationml/2006/main">
  <p:tag name="KSO_WM_UNIT_HIGHLIGHT" val="0"/>
  <p:tag name="KSO_WM_UNIT_COMPATIBLE" val="0"/>
  <p:tag name="KSO_WM_DIAGRAM_GROUP_CODE" val="l1-1"/>
  <p:tag name="KSO_WM_UNIT_TYPE" val="i"/>
  <p:tag name="KSO_WM_UNIT_INDEX" val="45"/>
  <p:tag name="KSO_WM_UNIT_ID" val="diagram20190634_5*i*45"/>
  <p:tag name="KSO_WM_TEMPLATE_CATEGORY" val="diagram"/>
  <p:tag name="KSO_WM_TEMPLATE_INDEX" val="20190634"/>
  <p:tag name="KSO_WM_UNIT_LAYERLEVEL" val="1"/>
  <p:tag name="KSO_WM_TAG_VERSION" val="1.0"/>
  <p:tag name="KSO_WM_BEAUTIFY_FLAG" val="#wm#"/>
  <p:tag name="KSO_WM_UNIT_DIAGRAM_ISNUMVISUAL" val="0"/>
  <p:tag name="KSO_WM_UNIT_DIAGRAM_ISREFERUNIT" val="0"/>
  <p:tag name="KSO_WM_UNIT_TEXT_FILL_FORE_SCHEMECOLOR_INDEX" val="13"/>
  <p:tag name="KSO_WM_UNIT_TEXT_FILL_TYPE" val="1"/>
  <p:tag name="KSO_WM_UNIT_USESOURCEFORMAT_APPLY" val="1"/>
</p:tagLst>
</file>

<file path=ppt/tags/tag1052.xml><?xml version="1.0" encoding="utf-8"?>
<p:tagLst xmlns:p="http://schemas.openxmlformats.org/presentationml/2006/main">
  <p:tag name="KSO_WM_UNIT_HIGHLIGHT" val="0"/>
  <p:tag name="KSO_WM_UNIT_COMPATIBLE" val="0"/>
  <p:tag name="KSO_WM_DIAGRAM_GROUP_CODE" val="l1-1"/>
  <p:tag name="KSO_WM_UNIT_TYPE" val="i"/>
  <p:tag name="KSO_WM_UNIT_INDEX" val="56"/>
  <p:tag name="KSO_WM_UNIT_ID" val="diagram20190634_5*i*56"/>
  <p:tag name="KSO_WM_TEMPLATE_CATEGORY" val="diagram"/>
  <p:tag name="KSO_WM_TEMPLATE_INDEX" val="20190634"/>
  <p:tag name="KSO_WM_UNIT_LAYERLEVEL" val="1"/>
  <p:tag name="KSO_WM_TAG_VERSION" val="1.0"/>
  <p:tag name="KSO_WM_BEAUTIFY_FLAG" val="#wm#"/>
  <p:tag name="KSO_WM_UNIT_DIAGRAM_ISNUMVISUAL" val="0"/>
  <p:tag name="KSO_WM_UNIT_DIAGRAM_ISREFERUNIT" val="0"/>
  <p:tag name="KSO_WM_UNIT_TEXT_FILL_FORE_SCHEMECOLOR_INDEX" val="13"/>
  <p:tag name="KSO_WM_UNIT_TEXT_FILL_TYPE" val="1"/>
  <p:tag name="KSO_WM_UNIT_USESOURCEFORMAT_APPLY" val="1"/>
</p:tagLst>
</file>

<file path=ppt/tags/tag1053.xml><?xml version="1.0" encoding="utf-8"?>
<p:tagLst xmlns:p="http://schemas.openxmlformats.org/presentationml/2006/main">
  <p:tag name="KSO_WM_UNIT_HIGHLIGHT" val="0"/>
  <p:tag name="KSO_WM_UNIT_COMPATIBLE" val="0"/>
  <p:tag name="KSO_WM_DIAGRAM_GROUP_CODE" val="l1-1"/>
  <p:tag name="KSO_WM_UNIT_TYPE" val="i"/>
  <p:tag name="KSO_WM_UNIT_INDEX" val="67"/>
  <p:tag name="KSO_WM_UNIT_ID" val="diagram20190634_5*i*67"/>
  <p:tag name="KSO_WM_TEMPLATE_CATEGORY" val="diagram"/>
  <p:tag name="KSO_WM_TEMPLATE_INDEX" val="20190634"/>
  <p:tag name="KSO_WM_UNIT_LAYERLEVEL" val="1"/>
  <p:tag name="KSO_WM_TAG_VERSION" val="1.0"/>
  <p:tag name="KSO_WM_BEAUTIFY_FLAG" val="#wm#"/>
  <p:tag name="KSO_WM_UNIT_DIAGRAM_ISNUMVISUAL" val="0"/>
  <p:tag name="KSO_WM_UNIT_DIAGRAM_ISREFERUNIT" val="0"/>
  <p:tag name="KSO_WM_UNIT_TEXT_FILL_FORE_SCHEMECOLOR_INDEX" val="13"/>
  <p:tag name="KSO_WM_UNIT_TEXT_FILL_TYPE" val="1"/>
  <p:tag name="KSO_WM_UNIT_USESOURCEFORMAT_APPLY" val="1"/>
</p:tagLst>
</file>

<file path=ppt/tags/tag1054.xml><?xml version="1.0" encoding="utf-8"?>
<p:tagLst xmlns:p="http://schemas.openxmlformats.org/presentationml/2006/main">
  <p:tag name="KSO_WM_UNIT_HIGHLIGHT" val="0"/>
  <p:tag name="KSO_WM_UNIT_COMPATIBLE" val="0"/>
  <p:tag name="KSO_WM_DIAGRAM_GROUP_CODE" val="l1-1"/>
  <p:tag name="KSO_WM_UNIT_TYPE" val="i"/>
  <p:tag name="KSO_WM_UNIT_INDEX" val="78"/>
  <p:tag name="KSO_WM_UNIT_ID" val="diagram20190634_5*i*78"/>
  <p:tag name="KSO_WM_TEMPLATE_CATEGORY" val="diagram"/>
  <p:tag name="KSO_WM_TEMPLATE_INDEX" val="20190634"/>
  <p:tag name="KSO_WM_UNIT_LAYERLEVEL" val="1"/>
  <p:tag name="KSO_WM_TAG_VERSION" val="1.0"/>
  <p:tag name="KSO_WM_BEAUTIFY_FLAG" val="#wm#"/>
  <p:tag name="KSO_WM_UNIT_DIAGRAM_ISNUMVISUAL" val="0"/>
  <p:tag name="KSO_WM_UNIT_DIAGRAM_ISREFERUNIT" val="0"/>
  <p:tag name="KSO_WM_UNIT_TEXT_FILL_FORE_SCHEMECOLOR_INDEX" val="13"/>
  <p:tag name="KSO_WM_UNIT_TEXT_FILL_TYPE" val="1"/>
  <p:tag name="KSO_WM_UNIT_USESOURCEFORMAT_APPLY" val="1"/>
</p:tagLst>
</file>

<file path=ppt/tags/tag1055.xml><?xml version="1.0" encoding="utf-8"?>
<p:tagLst xmlns:p="http://schemas.openxmlformats.org/presentationml/2006/main">
  <p:tag name="KSO_WM_UNIT_HIGHLIGHT" val="0"/>
  <p:tag name="KSO_WM_UNIT_COMPATIBLE" val="0"/>
  <p:tag name="KSO_WM_DIAGRAM_GROUP_CODE" val="l1-1"/>
  <p:tag name="KSO_WM_UNIT_TYPE" val="i"/>
  <p:tag name="KSO_WM_UNIT_INDEX" val="79"/>
  <p:tag name="KSO_WM_UNIT_ID" val="diagram20190634_5*i*79"/>
  <p:tag name="KSO_WM_TEMPLATE_CATEGORY" val="diagram"/>
  <p:tag name="KSO_WM_TEMPLATE_INDEX" val="20190634"/>
  <p:tag name="KSO_WM_UNIT_LAYERLEVEL" val="1"/>
  <p:tag name="KSO_WM_TAG_VERSION" val="1.0"/>
  <p:tag name="KSO_WM_BEAUTIFY_FLAG" val="#wm#"/>
  <p:tag name="KSO_WM_UNIT_DIAGRAM_ISNUMVISUAL" val="0"/>
  <p:tag name="KSO_WM_UNIT_DIAGRAM_ISREFERUNIT" val="0"/>
  <p:tag name="KSO_WM_UNIT_TEXT_FILL_FORE_SCHEMECOLOR_INDEX" val="13"/>
  <p:tag name="KSO_WM_UNIT_TEXT_FILL_TYPE" val="1"/>
  <p:tag name="KSO_WM_UNIT_USESOURCEFORMAT_APPLY" val="1"/>
</p:tagLst>
</file>

<file path=ppt/tags/tag1056.xml><?xml version="1.0" encoding="utf-8"?>
<p:tagLst xmlns:p="http://schemas.openxmlformats.org/presentationml/2006/main">
  <p:tag name="KSO_WM_UNIT_HIGHLIGHT" val="0"/>
  <p:tag name="KSO_WM_UNIT_COMPATIBLE" val="0"/>
  <p:tag name="KSO_WM_DIAGRAM_GROUP_CODE" val="l1-1"/>
  <p:tag name="KSO_WM_UNIT_TYPE" val="i"/>
  <p:tag name="KSO_WM_UNIT_INDEX" val="2"/>
  <p:tag name="KSO_WM_UNIT_ID" val="diagram20190634_5*i*2"/>
  <p:tag name="KSO_WM_TEMPLATE_CATEGORY" val="diagram"/>
  <p:tag name="KSO_WM_TEMPLATE_INDEX" val="20190634"/>
  <p:tag name="KSO_WM_UNIT_LAYERLEVEL" val="1"/>
  <p:tag name="KSO_WM_TAG_VERSION" val="1.0"/>
  <p:tag name="KSO_WM_BEAUTIFY_FLAG" val="#wm#"/>
  <p:tag name="KSO_WM_UNIT_DIAGRAM_ISNUMVISUAL" val="0"/>
  <p:tag name="KSO_WM_UNIT_DIAGRAM_ISREFERUNIT" val="0"/>
  <p:tag name="KSO_WM_UNIT_TEXT_FILL_FORE_SCHEMECOLOR_INDEX" val="13"/>
  <p:tag name="KSO_WM_UNIT_TEXT_FILL_TYPE" val="1"/>
  <p:tag name="KSO_WM_UNIT_USESOURCEFORMAT_APPLY" val="1"/>
</p:tagLst>
</file>

<file path=ppt/tags/tag1057.xml><?xml version="1.0" encoding="utf-8"?>
<p:tagLst xmlns:p="http://schemas.openxmlformats.org/presentationml/2006/main">
  <p:tag name="KSO_WM_UNIT_HIGHLIGHT" val="0"/>
  <p:tag name="KSO_WM_UNIT_COMPATIBLE" val="0"/>
  <p:tag name="KSO_WM_DIAGRAM_GROUP_CODE" val="l1-1"/>
  <p:tag name="KSO_WM_UNIT_TYPE" val="i"/>
  <p:tag name="KSO_WM_UNIT_INDEX" val="3"/>
  <p:tag name="KSO_WM_UNIT_ID" val="diagram20190634_5*i*3"/>
  <p:tag name="KSO_WM_TEMPLATE_CATEGORY" val="diagram"/>
  <p:tag name="KSO_WM_TEMPLATE_INDEX" val="20190634"/>
  <p:tag name="KSO_WM_UNIT_LAYERLEVEL" val="1"/>
  <p:tag name="KSO_WM_TAG_VERSION" val="1.0"/>
  <p:tag name="KSO_WM_BEAUTIFY_FLAG" val="#wm#"/>
  <p:tag name="KSO_WM_UNIT_DIAGRAM_ISNUMVISUAL" val="0"/>
  <p:tag name="KSO_WM_UNIT_DIAGRAM_ISREFERUNIT" val="0"/>
  <p:tag name="KSO_WM_UNIT_TEXT_FILL_FORE_SCHEMECOLOR_INDEX" val="13"/>
  <p:tag name="KSO_WM_UNIT_TEXT_FILL_TYPE" val="1"/>
  <p:tag name="KSO_WM_UNIT_USESOURCEFORMAT_APPLY" val="1"/>
</p:tagLst>
</file>

<file path=ppt/tags/tag1058.xml><?xml version="1.0" encoding="utf-8"?>
<p:tagLst xmlns:p="http://schemas.openxmlformats.org/presentationml/2006/main">
  <p:tag name="KSO_WM_UNIT_HIGHLIGHT" val="0"/>
  <p:tag name="KSO_WM_UNIT_COMPATIBLE" val="0"/>
  <p:tag name="KSO_WM_DIAGRAM_GROUP_CODE" val="l1-1"/>
  <p:tag name="KSO_WM_UNIT_TYPE" val="i"/>
  <p:tag name="KSO_WM_UNIT_INDEX" val="5"/>
  <p:tag name="KSO_WM_UNIT_ID" val="diagram20190634_5*i*5"/>
  <p:tag name="KSO_WM_TEMPLATE_CATEGORY" val="diagram"/>
  <p:tag name="KSO_WM_TEMPLATE_INDEX" val="20190634"/>
  <p:tag name="KSO_WM_UNIT_LAYERLEVEL" val="1"/>
  <p:tag name="KSO_WM_TAG_VERSION" val="1.0"/>
  <p:tag name="KSO_WM_BEAUTIFY_FLAG" val="#wm#"/>
  <p:tag name="KSO_WM_UNIT_DIAGRAM_ISNUMVISUAL" val="0"/>
  <p:tag name="KSO_WM_UNIT_DIAGRAM_ISREFERUNIT" val="0"/>
  <p:tag name="KSO_WM_UNIT_TEXT_FILL_FORE_SCHEMECOLOR_INDEX" val="13"/>
  <p:tag name="KSO_WM_UNIT_TEXT_FILL_TYPE" val="1"/>
  <p:tag name="KSO_WM_UNIT_USESOURCEFORMAT_APPLY" val="1"/>
</p:tagLst>
</file>

<file path=ppt/tags/tag1059.xml><?xml version="1.0" encoding="utf-8"?>
<p:tagLst xmlns:p="http://schemas.openxmlformats.org/presentationml/2006/main">
  <p:tag name="KSO_WM_UNIT_HIGHLIGHT" val="0"/>
  <p:tag name="KSO_WM_UNIT_COMPATIBLE" val="0"/>
  <p:tag name="KSO_WM_DIAGRAM_GROUP_CODE" val="l1-1"/>
  <p:tag name="KSO_WM_UNIT_TYPE" val="i"/>
  <p:tag name="KSO_WM_UNIT_INDEX" val="6"/>
  <p:tag name="KSO_WM_UNIT_ID" val="diagram20190634_5*i*6"/>
  <p:tag name="KSO_WM_TEMPLATE_CATEGORY" val="diagram"/>
  <p:tag name="KSO_WM_TEMPLATE_INDEX" val="20190634"/>
  <p:tag name="KSO_WM_UNIT_LAYERLEVEL" val="1"/>
  <p:tag name="KSO_WM_TAG_VERSION" val="1.0"/>
  <p:tag name="KSO_WM_BEAUTIFY_FLAG" val="#wm#"/>
  <p:tag name="KSO_WM_UNIT_DIAGRAM_ISNUMVISUAL" val="0"/>
  <p:tag name="KSO_WM_UNIT_DIAGRAM_ISREFERUNIT" val="0"/>
  <p:tag name="KSO_WM_UNIT_TEXT_FILL_FORE_SCHEMECOLOR_INDEX" val="13"/>
  <p:tag name="KSO_WM_UNIT_TEXT_FILL_TYPE" val="1"/>
  <p:tag name="KSO_WM_UNIT_USESOURCEFORMAT_APPLY" val="1"/>
</p:tagLst>
</file>

<file path=ppt/tags/tag1060.xml><?xml version="1.0" encoding="utf-8"?>
<p:tagLst xmlns:p="http://schemas.openxmlformats.org/presentationml/2006/main">
  <p:tag name="KSO_WM_UNIT_HIGHLIGHT" val="0"/>
  <p:tag name="KSO_WM_UNIT_COMPATIBLE" val="0"/>
  <p:tag name="KSO_WM_DIAGRAM_GROUP_CODE" val="l1-1"/>
  <p:tag name="KSO_WM_UNIT_TYPE" val="i"/>
  <p:tag name="KSO_WM_UNIT_INDEX" val="7"/>
  <p:tag name="KSO_WM_UNIT_ID" val="diagram20190634_5*i*7"/>
  <p:tag name="KSO_WM_TEMPLATE_CATEGORY" val="diagram"/>
  <p:tag name="KSO_WM_TEMPLATE_INDEX" val="20190634"/>
  <p:tag name="KSO_WM_UNIT_LAYERLEVEL" val="1"/>
  <p:tag name="KSO_WM_TAG_VERSION" val="1.0"/>
  <p:tag name="KSO_WM_BEAUTIFY_FLAG" val="#wm#"/>
  <p:tag name="KSO_WM_UNIT_DIAGRAM_ISNUMVISUAL" val="0"/>
  <p:tag name="KSO_WM_UNIT_DIAGRAM_ISREFERUNIT" val="0"/>
  <p:tag name="KSO_WM_UNIT_TEXT_FILL_FORE_SCHEMECOLOR_INDEX" val="13"/>
  <p:tag name="KSO_WM_UNIT_TEXT_FILL_TYPE" val="1"/>
  <p:tag name="KSO_WM_UNIT_USESOURCEFORMAT_APPLY" val="1"/>
</p:tagLst>
</file>

<file path=ppt/tags/tag1061.xml><?xml version="1.0" encoding="utf-8"?>
<p:tagLst xmlns:p="http://schemas.openxmlformats.org/presentationml/2006/main">
  <p:tag name="KSO_WM_UNIT_HIGHLIGHT" val="0"/>
  <p:tag name="KSO_WM_UNIT_COMPATIBLE" val="0"/>
  <p:tag name="KSO_WM_DIAGRAM_GROUP_CODE" val="l1-1"/>
  <p:tag name="KSO_WM_UNIT_TYPE" val="i"/>
  <p:tag name="KSO_WM_UNIT_INDEX" val="8"/>
  <p:tag name="KSO_WM_UNIT_ID" val="diagram20190634_5*i*8"/>
  <p:tag name="KSO_WM_TEMPLATE_CATEGORY" val="diagram"/>
  <p:tag name="KSO_WM_TEMPLATE_INDEX" val="20190634"/>
  <p:tag name="KSO_WM_UNIT_LAYERLEVEL" val="1"/>
  <p:tag name="KSO_WM_TAG_VERSION" val="1.0"/>
  <p:tag name="KSO_WM_BEAUTIFY_FLAG" val="#wm#"/>
  <p:tag name="KSO_WM_UNIT_DIAGRAM_ISNUMVISUAL" val="0"/>
  <p:tag name="KSO_WM_UNIT_DIAGRAM_ISREFERUNIT" val="0"/>
  <p:tag name="KSO_WM_UNIT_TEXT_FILL_FORE_SCHEMECOLOR_INDEX" val="13"/>
  <p:tag name="KSO_WM_UNIT_TEXT_FILL_TYPE" val="1"/>
  <p:tag name="KSO_WM_UNIT_USESOURCEFORMAT_APPLY" val="1"/>
</p:tagLst>
</file>

<file path=ppt/tags/tag1062.xml><?xml version="1.0" encoding="utf-8"?>
<p:tagLst xmlns:p="http://schemas.openxmlformats.org/presentationml/2006/main">
  <p:tag name="KSO_WM_UNIT_HIGHLIGHT" val="0"/>
  <p:tag name="KSO_WM_UNIT_COMPATIBLE" val="0"/>
  <p:tag name="KSO_WM_DIAGRAM_GROUP_CODE" val="l1-1"/>
  <p:tag name="KSO_WM_UNIT_TYPE" val="i"/>
  <p:tag name="KSO_WM_UNIT_INDEX" val="9"/>
  <p:tag name="KSO_WM_UNIT_ID" val="diagram20190634_5*i*9"/>
  <p:tag name="KSO_WM_TEMPLATE_CATEGORY" val="diagram"/>
  <p:tag name="KSO_WM_TEMPLATE_INDEX" val="20190634"/>
  <p:tag name="KSO_WM_UNIT_LAYERLEVEL" val="1"/>
  <p:tag name="KSO_WM_TAG_VERSION" val="1.0"/>
  <p:tag name="KSO_WM_BEAUTIFY_FLAG" val="#wm#"/>
  <p:tag name="KSO_WM_UNIT_DIAGRAM_ISNUMVISUAL" val="0"/>
  <p:tag name="KSO_WM_UNIT_DIAGRAM_ISREFERUNIT" val="0"/>
  <p:tag name="KSO_WM_UNIT_TEXT_FILL_FORE_SCHEMECOLOR_INDEX" val="13"/>
  <p:tag name="KSO_WM_UNIT_TEXT_FILL_TYPE" val="1"/>
  <p:tag name="KSO_WM_UNIT_USESOURCEFORMAT_APPLY" val="1"/>
</p:tagLst>
</file>

<file path=ppt/tags/tag1063.xml><?xml version="1.0" encoding="utf-8"?>
<p:tagLst xmlns:p="http://schemas.openxmlformats.org/presentationml/2006/main">
  <p:tag name="KSO_WM_UNIT_HIGHLIGHT" val="0"/>
  <p:tag name="KSO_WM_UNIT_COMPATIBLE" val="0"/>
  <p:tag name="KSO_WM_DIAGRAM_GROUP_CODE" val="l1-1"/>
  <p:tag name="KSO_WM_UNIT_TYPE" val="i"/>
  <p:tag name="KSO_WM_UNIT_INDEX" val="10"/>
  <p:tag name="KSO_WM_UNIT_ID" val="diagram20190634_5*i*10"/>
  <p:tag name="KSO_WM_TEMPLATE_CATEGORY" val="diagram"/>
  <p:tag name="KSO_WM_TEMPLATE_INDEX" val="20190634"/>
  <p:tag name="KSO_WM_UNIT_LAYERLEVEL" val="1"/>
  <p:tag name="KSO_WM_TAG_VERSION" val="1.0"/>
  <p:tag name="KSO_WM_BEAUTIFY_FLAG" val="#wm#"/>
  <p:tag name="KSO_WM_UNIT_DIAGRAM_ISNUMVISUAL" val="0"/>
  <p:tag name="KSO_WM_UNIT_DIAGRAM_ISREFERUNIT" val="0"/>
  <p:tag name="KSO_WM_UNIT_TEXT_FILL_FORE_SCHEMECOLOR_INDEX" val="13"/>
  <p:tag name="KSO_WM_UNIT_TEXT_FILL_TYPE" val="1"/>
  <p:tag name="KSO_WM_UNIT_USESOURCEFORMAT_APPLY" val="1"/>
</p:tagLst>
</file>

<file path=ppt/tags/tag1064.xml><?xml version="1.0" encoding="utf-8"?>
<p:tagLst xmlns:p="http://schemas.openxmlformats.org/presentationml/2006/main">
  <p:tag name="KSO_WM_UNIT_HIGHLIGHT" val="0"/>
  <p:tag name="KSO_WM_UNIT_COMPATIBLE" val="0"/>
  <p:tag name="KSO_WM_DIAGRAM_GROUP_CODE" val="l1-1"/>
  <p:tag name="KSO_WM_UNIT_TYPE" val="i"/>
  <p:tag name="KSO_WM_UNIT_INDEX" val="11"/>
  <p:tag name="KSO_WM_UNIT_ID" val="diagram20190634_5*i*11"/>
  <p:tag name="KSO_WM_TEMPLATE_CATEGORY" val="diagram"/>
  <p:tag name="KSO_WM_TEMPLATE_INDEX" val="20190634"/>
  <p:tag name="KSO_WM_UNIT_LAYERLEVEL" val="1"/>
  <p:tag name="KSO_WM_TAG_VERSION" val="1.0"/>
  <p:tag name="KSO_WM_BEAUTIFY_FLAG" val="#wm#"/>
  <p:tag name="KSO_WM_UNIT_DIAGRAM_ISNUMVISUAL" val="0"/>
  <p:tag name="KSO_WM_UNIT_DIAGRAM_ISREFERUNIT" val="0"/>
  <p:tag name="KSO_WM_UNIT_TEXT_FILL_FORE_SCHEMECOLOR_INDEX" val="13"/>
  <p:tag name="KSO_WM_UNIT_TEXT_FILL_TYPE" val="1"/>
  <p:tag name="KSO_WM_UNIT_USESOURCEFORMAT_APPLY" val="1"/>
</p:tagLst>
</file>

<file path=ppt/tags/tag1065.xml><?xml version="1.0" encoding="utf-8"?>
<p:tagLst xmlns:p="http://schemas.openxmlformats.org/presentationml/2006/main">
  <p:tag name="KSO_WM_UNIT_HIGHLIGHT" val="0"/>
  <p:tag name="KSO_WM_UNIT_COMPATIBLE" val="0"/>
  <p:tag name="KSO_WM_DIAGRAM_GROUP_CODE" val="l1-1"/>
  <p:tag name="KSO_WM_UNIT_TYPE" val="i"/>
  <p:tag name="KSO_WM_UNIT_INDEX" val="13"/>
  <p:tag name="KSO_WM_UNIT_ID" val="diagram20190634_5*i*13"/>
  <p:tag name="KSO_WM_TEMPLATE_CATEGORY" val="diagram"/>
  <p:tag name="KSO_WM_TEMPLATE_INDEX" val="20190634"/>
  <p:tag name="KSO_WM_UNIT_LAYERLEVEL" val="1"/>
  <p:tag name="KSO_WM_TAG_VERSION" val="1.0"/>
  <p:tag name="KSO_WM_BEAUTIFY_FLAG" val="#wm#"/>
  <p:tag name="KSO_WM_UNIT_DIAGRAM_ISNUMVISUAL" val="0"/>
  <p:tag name="KSO_WM_UNIT_DIAGRAM_ISREFERUNIT" val="0"/>
  <p:tag name="KSO_WM_UNIT_TEXT_FILL_FORE_SCHEMECOLOR_INDEX" val="13"/>
  <p:tag name="KSO_WM_UNIT_TEXT_FILL_TYPE" val="1"/>
  <p:tag name="KSO_WM_UNIT_USESOURCEFORMAT_APPLY" val="1"/>
</p:tagLst>
</file>

<file path=ppt/tags/tag1066.xml><?xml version="1.0" encoding="utf-8"?>
<p:tagLst xmlns:p="http://schemas.openxmlformats.org/presentationml/2006/main">
  <p:tag name="KSO_WM_UNIT_HIGHLIGHT" val="0"/>
  <p:tag name="KSO_WM_UNIT_COMPATIBLE" val="0"/>
  <p:tag name="KSO_WM_DIAGRAM_GROUP_CODE" val="l1-1"/>
  <p:tag name="KSO_WM_UNIT_TYPE" val="i"/>
  <p:tag name="KSO_WM_UNIT_INDEX" val="14"/>
  <p:tag name="KSO_WM_UNIT_ID" val="diagram20190634_5*i*14"/>
  <p:tag name="KSO_WM_TEMPLATE_CATEGORY" val="diagram"/>
  <p:tag name="KSO_WM_TEMPLATE_INDEX" val="20190634"/>
  <p:tag name="KSO_WM_UNIT_LAYERLEVEL" val="1"/>
  <p:tag name="KSO_WM_TAG_VERSION" val="1.0"/>
  <p:tag name="KSO_WM_BEAUTIFY_FLAG" val="#wm#"/>
  <p:tag name="KSO_WM_UNIT_DIAGRAM_ISNUMVISUAL" val="0"/>
  <p:tag name="KSO_WM_UNIT_DIAGRAM_ISREFERUNIT" val="0"/>
  <p:tag name="KSO_WM_UNIT_TEXT_FILL_FORE_SCHEMECOLOR_INDEX" val="13"/>
  <p:tag name="KSO_WM_UNIT_TEXT_FILL_TYPE" val="1"/>
  <p:tag name="KSO_WM_UNIT_USESOURCEFORMAT_APPLY" val="1"/>
</p:tagLst>
</file>

<file path=ppt/tags/tag1067.xml><?xml version="1.0" encoding="utf-8"?>
<p:tagLst xmlns:p="http://schemas.openxmlformats.org/presentationml/2006/main">
  <p:tag name="KSO_WM_UNIT_HIGHLIGHT" val="0"/>
  <p:tag name="KSO_WM_UNIT_COMPATIBLE" val="0"/>
  <p:tag name="KSO_WM_DIAGRAM_GROUP_CODE" val="l1-1"/>
  <p:tag name="KSO_WM_UNIT_TYPE" val="i"/>
  <p:tag name="KSO_WM_UNIT_INDEX" val="15"/>
  <p:tag name="KSO_WM_UNIT_ID" val="diagram20190634_5*i*15"/>
  <p:tag name="KSO_WM_TEMPLATE_CATEGORY" val="diagram"/>
  <p:tag name="KSO_WM_TEMPLATE_INDEX" val="20190634"/>
  <p:tag name="KSO_WM_UNIT_LAYERLEVEL" val="1"/>
  <p:tag name="KSO_WM_TAG_VERSION" val="1.0"/>
  <p:tag name="KSO_WM_BEAUTIFY_FLAG" val="#wm#"/>
  <p:tag name="KSO_WM_UNIT_DIAGRAM_ISNUMVISUAL" val="0"/>
  <p:tag name="KSO_WM_UNIT_DIAGRAM_ISREFERUNIT" val="0"/>
  <p:tag name="KSO_WM_UNIT_TEXT_FILL_FORE_SCHEMECOLOR_INDEX" val="13"/>
  <p:tag name="KSO_WM_UNIT_TEXT_FILL_TYPE" val="1"/>
  <p:tag name="KSO_WM_UNIT_USESOURCEFORMAT_APPLY" val="1"/>
</p:tagLst>
</file>

<file path=ppt/tags/tag1068.xml><?xml version="1.0" encoding="utf-8"?>
<p:tagLst xmlns:p="http://schemas.openxmlformats.org/presentationml/2006/main">
  <p:tag name="KSO_WM_UNIT_HIGHLIGHT" val="0"/>
  <p:tag name="KSO_WM_UNIT_COMPATIBLE" val="0"/>
  <p:tag name="KSO_WM_DIAGRAM_GROUP_CODE" val="l1-1"/>
  <p:tag name="KSO_WM_UNIT_TYPE" val="i"/>
  <p:tag name="KSO_WM_UNIT_INDEX" val="17"/>
  <p:tag name="KSO_WM_UNIT_ID" val="diagram20190634_5*i*17"/>
  <p:tag name="KSO_WM_TEMPLATE_CATEGORY" val="diagram"/>
  <p:tag name="KSO_WM_TEMPLATE_INDEX" val="20190634"/>
  <p:tag name="KSO_WM_UNIT_LAYERLEVEL" val="1"/>
  <p:tag name="KSO_WM_TAG_VERSION" val="1.0"/>
  <p:tag name="KSO_WM_BEAUTIFY_FLAG" val="#wm#"/>
  <p:tag name="KSO_WM_UNIT_DIAGRAM_ISNUMVISUAL" val="0"/>
  <p:tag name="KSO_WM_UNIT_DIAGRAM_ISREFERUNIT" val="0"/>
  <p:tag name="KSO_WM_UNIT_TEXT_FILL_FORE_SCHEMECOLOR_INDEX" val="13"/>
  <p:tag name="KSO_WM_UNIT_TEXT_FILL_TYPE" val="1"/>
  <p:tag name="KSO_WM_UNIT_USESOURCEFORMAT_APPLY" val="1"/>
</p:tagLst>
</file>

<file path=ppt/tags/tag1069.xml><?xml version="1.0" encoding="utf-8"?>
<p:tagLst xmlns:p="http://schemas.openxmlformats.org/presentationml/2006/main">
  <p:tag name="KSO_WM_UNIT_HIGHLIGHT" val="0"/>
  <p:tag name="KSO_WM_UNIT_COMPATIBLE" val="0"/>
  <p:tag name="KSO_WM_DIAGRAM_GROUP_CODE" val="l1-1"/>
  <p:tag name="KSO_WM_UNIT_TYPE" val="i"/>
  <p:tag name="KSO_WM_UNIT_INDEX" val="18"/>
  <p:tag name="KSO_WM_UNIT_ID" val="diagram20190634_5*i*18"/>
  <p:tag name="KSO_WM_TEMPLATE_CATEGORY" val="diagram"/>
  <p:tag name="KSO_WM_TEMPLATE_INDEX" val="20190634"/>
  <p:tag name="KSO_WM_UNIT_LAYERLEVEL" val="1"/>
  <p:tag name="KSO_WM_TAG_VERSION" val="1.0"/>
  <p:tag name="KSO_WM_BEAUTIFY_FLAG" val="#wm#"/>
  <p:tag name="KSO_WM_UNIT_DIAGRAM_ISNUMVISUAL" val="0"/>
  <p:tag name="KSO_WM_UNIT_DIAGRAM_ISREFERUNIT" val="0"/>
  <p:tag name="KSO_WM_UNIT_TEXT_FILL_FORE_SCHEMECOLOR_INDEX" val="13"/>
  <p:tag name="KSO_WM_UNIT_TEXT_FILL_TYPE" val="1"/>
  <p:tag name="KSO_WM_UNIT_USESOURCEFORMAT_APPLY" val="1"/>
</p:tagLst>
</file>

<file path=ppt/tags/tag1070.xml><?xml version="1.0" encoding="utf-8"?>
<p:tagLst xmlns:p="http://schemas.openxmlformats.org/presentationml/2006/main">
  <p:tag name="KSO_WM_UNIT_HIGHLIGHT" val="0"/>
  <p:tag name="KSO_WM_UNIT_COMPATIBLE" val="0"/>
  <p:tag name="KSO_WM_DIAGRAM_GROUP_CODE" val="l1-1"/>
  <p:tag name="KSO_WM_UNIT_TYPE" val="i"/>
  <p:tag name="KSO_WM_UNIT_INDEX" val="19"/>
  <p:tag name="KSO_WM_UNIT_ID" val="diagram20190634_5*i*19"/>
  <p:tag name="KSO_WM_TEMPLATE_CATEGORY" val="diagram"/>
  <p:tag name="KSO_WM_TEMPLATE_INDEX" val="20190634"/>
  <p:tag name="KSO_WM_UNIT_LAYERLEVEL" val="1"/>
  <p:tag name="KSO_WM_TAG_VERSION" val="1.0"/>
  <p:tag name="KSO_WM_BEAUTIFY_FLAG" val="#wm#"/>
  <p:tag name="KSO_WM_UNIT_DIAGRAM_ISNUMVISUAL" val="0"/>
  <p:tag name="KSO_WM_UNIT_DIAGRAM_ISREFERUNIT" val="0"/>
  <p:tag name="KSO_WM_UNIT_TEXT_FILL_FORE_SCHEMECOLOR_INDEX" val="13"/>
  <p:tag name="KSO_WM_UNIT_TEXT_FILL_TYPE" val="1"/>
  <p:tag name="KSO_WM_UNIT_USESOURCEFORMAT_APPLY" val="1"/>
</p:tagLst>
</file>

<file path=ppt/tags/tag1071.xml><?xml version="1.0" encoding="utf-8"?>
<p:tagLst xmlns:p="http://schemas.openxmlformats.org/presentationml/2006/main">
  <p:tag name="KSO_WM_UNIT_HIGHLIGHT" val="0"/>
  <p:tag name="KSO_WM_UNIT_COMPATIBLE" val="0"/>
  <p:tag name="KSO_WM_DIAGRAM_GROUP_CODE" val="l1-1"/>
  <p:tag name="KSO_WM_UNIT_TYPE" val="i"/>
  <p:tag name="KSO_WM_UNIT_INDEX" val="20"/>
  <p:tag name="KSO_WM_UNIT_ID" val="diagram20190634_5*i*20"/>
  <p:tag name="KSO_WM_TEMPLATE_CATEGORY" val="diagram"/>
  <p:tag name="KSO_WM_TEMPLATE_INDEX" val="20190634"/>
  <p:tag name="KSO_WM_UNIT_LAYERLEVEL" val="1"/>
  <p:tag name="KSO_WM_TAG_VERSION" val="1.0"/>
  <p:tag name="KSO_WM_BEAUTIFY_FLAG" val="#wm#"/>
  <p:tag name="KSO_WM_UNIT_DIAGRAM_ISNUMVISUAL" val="0"/>
  <p:tag name="KSO_WM_UNIT_DIAGRAM_ISREFERUNIT" val="0"/>
  <p:tag name="KSO_WM_UNIT_TEXT_FILL_FORE_SCHEMECOLOR_INDEX" val="13"/>
  <p:tag name="KSO_WM_UNIT_TEXT_FILL_TYPE" val="1"/>
  <p:tag name="KSO_WM_UNIT_USESOURCEFORMAT_APPLY" val="1"/>
</p:tagLst>
</file>

<file path=ppt/tags/tag1072.xml><?xml version="1.0" encoding="utf-8"?>
<p:tagLst xmlns:p="http://schemas.openxmlformats.org/presentationml/2006/main">
  <p:tag name="KSO_WM_UNIT_HIGHLIGHT" val="0"/>
  <p:tag name="KSO_WM_UNIT_COMPATIBLE" val="0"/>
  <p:tag name="KSO_WM_DIAGRAM_GROUP_CODE" val="l1-1"/>
  <p:tag name="KSO_WM_UNIT_TYPE" val="i"/>
  <p:tag name="KSO_WM_UNIT_INDEX" val="21"/>
  <p:tag name="KSO_WM_UNIT_ID" val="diagram20190634_5*i*21"/>
  <p:tag name="KSO_WM_TEMPLATE_CATEGORY" val="diagram"/>
  <p:tag name="KSO_WM_TEMPLATE_INDEX" val="20190634"/>
  <p:tag name="KSO_WM_UNIT_LAYERLEVEL" val="1"/>
  <p:tag name="KSO_WM_TAG_VERSION" val="1.0"/>
  <p:tag name="KSO_WM_BEAUTIFY_FLAG" val="#wm#"/>
  <p:tag name="KSO_WM_UNIT_DIAGRAM_ISNUMVISUAL" val="0"/>
  <p:tag name="KSO_WM_UNIT_DIAGRAM_ISREFERUNIT" val="0"/>
  <p:tag name="KSO_WM_UNIT_TEXT_FILL_FORE_SCHEMECOLOR_INDEX" val="13"/>
  <p:tag name="KSO_WM_UNIT_TEXT_FILL_TYPE" val="1"/>
  <p:tag name="KSO_WM_UNIT_USESOURCEFORMAT_APPLY" val="1"/>
</p:tagLst>
</file>

<file path=ppt/tags/tag1073.xml><?xml version="1.0" encoding="utf-8"?>
<p:tagLst xmlns:p="http://schemas.openxmlformats.org/presentationml/2006/main">
  <p:tag name="KSO_WM_UNIT_HIGHLIGHT" val="0"/>
  <p:tag name="KSO_WM_UNIT_COMPATIBLE" val="0"/>
  <p:tag name="KSO_WM_DIAGRAM_GROUP_CODE" val="l1-1"/>
  <p:tag name="KSO_WM_UNIT_TYPE" val="i"/>
  <p:tag name="KSO_WM_UNIT_INDEX" val="22"/>
  <p:tag name="KSO_WM_UNIT_ID" val="diagram20190634_5*i*22"/>
  <p:tag name="KSO_WM_TEMPLATE_CATEGORY" val="diagram"/>
  <p:tag name="KSO_WM_TEMPLATE_INDEX" val="20190634"/>
  <p:tag name="KSO_WM_UNIT_LAYERLEVEL" val="1"/>
  <p:tag name="KSO_WM_TAG_VERSION" val="1.0"/>
  <p:tag name="KSO_WM_BEAUTIFY_FLAG" val="#wm#"/>
  <p:tag name="KSO_WM_UNIT_DIAGRAM_ISNUMVISUAL" val="0"/>
  <p:tag name="KSO_WM_UNIT_DIAGRAM_ISREFERUNIT" val="0"/>
  <p:tag name="KSO_WM_UNIT_TEXT_FILL_FORE_SCHEMECOLOR_INDEX" val="13"/>
  <p:tag name="KSO_WM_UNIT_TEXT_FILL_TYPE" val="1"/>
  <p:tag name="KSO_WM_UNIT_USESOURCEFORMAT_APPLY" val="1"/>
</p:tagLst>
</file>

<file path=ppt/tags/tag1074.xml><?xml version="1.0" encoding="utf-8"?>
<p:tagLst xmlns:p="http://schemas.openxmlformats.org/presentationml/2006/main">
  <p:tag name="KSO_WM_UNIT_HIGHLIGHT" val="0"/>
  <p:tag name="KSO_WM_UNIT_COMPATIBLE" val="0"/>
  <p:tag name="KSO_WM_DIAGRAM_GROUP_CODE" val="l1-1"/>
  <p:tag name="KSO_WM_UNIT_TYPE" val="i"/>
  <p:tag name="KSO_WM_UNIT_INDEX" val="24"/>
  <p:tag name="KSO_WM_UNIT_ID" val="diagram20190634_5*i*24"/>
  <p:tag name="KSO_WM_TEMPLATE_CATEGORY" val="diagram"/>
  <p:tag name="KSO_WM_TEMPLATE_INDEX" val="20190634"/>
  <p:tag name="KSO_WM_UNIT_LAYERLEVEL" val="1"/>
  <p:tag name="KSO_WM_TAG_VERSION" val="1.0"/>
  <p:tag name="KSO_WM_BEAUTIFY_FLAG" val="#wm#"/>
  <p:tag name="KSO_WM_UNIT_DIAGRAM_ISNUMVISUAL" val="0"/>
  <p:tag name="KSO_WM_UNIT_DIAGRAM_ISREFERUNIT" val="0"/>
  <p:tag name="KSO_WM_UNIT_TEXT_FILL_FORE_SCHEMECOLOR_INDEX" val="13"/>
  <p:tag name="KSO_WM_UNIT_TEXT_FILL_TYPE" val="1"/>
  <p:tag name="KSO_WM_UNIT_USESOURCEFORMAT_APPLY" val="1"/>
</p:tagLst>
</file>

<file path=ppt/tags/tag1075.xml><?xml version="1.0" encoding="utf-8"?>
<p:tagLst xmlns:p="http://schemas.openxmlformats.org/presentationml/2006/main">
  <p:tag name="KSO_WM_UNIT_HIGHLIGHT" val="0"/>
  <p:tag name="KSO_WM_UNIT_COMPATIBLE" val="0"/>
  <p:tag name="KSO_WM_DIAGRAM_GROUP_CODE" val="l1-1"/>
  <p:tag name="KSO_WM_UNIT_TYPE" val="i"/>
  <p:tag name="KSO_WM_UNIT_INDEX" val="25"/>
  <p:tag name="KSO_WM_UNIT_ID" val="diagram20190634_5*i*25"/>
  <p:tag name="KSO_WM_TEMPLATE_CATEGORY" val="diagram"/>
  <p:tag name="KSO_WM_TEMPLATE_INDEX" val="20190634"/>
  <p:tag name="KSO_WM_UNIT_LAYERLEVEL" val="1"/>
  <p:tag name="KSO_WM_TAG_VERSION" val="1.0"/>
  <p:tag name="KSO_WM_BEAUTIFY_FLAG" val="#wm#"/>
  <p:tag name="KSO_WM_UNIT_DIAGRAM_ISNUMVISUAL" val="0"/>
  <p:tag name="KSO_WM_UNIT_DIAGRAM_ISREFERUNIT" val="0"/>
  <p:tag name="KSO_WM_UNIT_TEXT_FILL_FORE_SCHEMECOLOR_INDEX" val="13"/>
  <p:tag name="KSO_WM_UNIT_TEXT_FILL_TYPE" val="1"/>
  <p:tag name="KSO_WM_UNIT_USESOURCEFORMAT_APPLY" val="1"/>
</p:tagLst>
</file>

<file path=ppt/tags/tag1076.xml><?xml version="1.0" encoding="utf-8"?>
<p:tagLst xmlns:p="http://schemas.openxmlformats.org/presentationml/2006/main">
  <p:tag name="KSO_WM_UNIT_HIGHLIGHT" val="0"/>
  <p:tag name="KSO_WM_UNIT_COMPATIBLE" val="0"/>
  <p:tag name="KSO_WM_DIAGRAM_GROUP_CODE" val="l1-1"/>
  <p:tag name="KSO_WM_UNIT_TYPE" val="i"/>
  <p:tag name="KSO_WM_UNIT_INDEX" val="26"/>
  <p:tag name="KSO_WM_UNIT_ID" val="diagram20190634_5*i*26"/>
  <p:tag name="KSO_WM_TEMPLATE_CATEGORY" val="diagram"/>
  <p:tag name="KSO_WM_TEMPLATE_INDEX" val="20190634"/>
  <p:tag name="KSO_WM_UNIT_LAYERLEVEL" val="1"/>
  <p:tag name="KSO_WM_TAG_VERSION" val="1.0"/>
  <p:tag name="KSO_WM_BEAUTIFY_FLAG" val="#wm#"/>
  <p:tag name="KSO_WM_UNIT_DIAGRAM_ISNUMVISUAL" val="0"/>
  <p:tag name="KSO_WM_UNIT_DIAGRAM_ISREFERUNIT" val="0"/>
  <p:tag name="KSO_WM_UNIT_TEXT_FILL_FORE_SCHEMECOLOR_INDEX" val="13"/>
  <p:tag name="KSO_WM_UNIT_TEXT_FILL_TYPE" val="1"/>
  <p:tag name="KSO_WM_UNIT_USESOURCEFORMAT_APPLY" val="1"/>
</p:tagLst>
</file>

<file path=ppt/tags/tag1077.xml><?xml version="1.0" encoding="utf-8"?>
<p:tagLst xmlns:p="http://schemas.openxmlformats.org/presentationml/2006/main">
  <p:tag name="KSO_WM_UNIT_HIGHLIGHT" val="0"/>
  <p:tag name="KSO_WM_UNIT_COMPATIBLE" val="0"/>
  <p:tag name="KSO_WM_DIAGRAM_GROUP_CODE" val="l1-1"/>
  <p:tag name="KSO_WM_UNIT_TYPE" val="i"/>
  <p:tag name="KSO_WM_UNIT_INDEX" val="27"/>
  <p:tag name="KSO_WM_UNIT_ID" val="diagram20190634_5*i*27"/>
  <p:tag name="KSO_WM_TEMPLATE_CATEGORY" val="diagram"/>
  <p:tag name="KSO_WM_TEMPLATE_INDEX" val="20190634"/>
  <p:tag name="KSO_WM_UNIT_LAYERLEVEL" val="1"/>
  <p:tag name="KSO_WM_TAG_VERSION" val="1.0"/>
  <p:tag name="KSO_WM_BEAUTIFY_FLAG" val="#wm#"/>
  <p:tag name="KSO_WM_UNIT_DIAGRAM_ISNUMVISUAL" val="0"/>
  <p:tag name="KSO_WM_UNIT_DIAGRAM_ISREFERUNIT" val="0"/>
  <p:tag name="KSO_WM_UNIT_TEXT_FILL_FORE_SCHEMECOLOR_INDEX" val="13"/>
  <p:tag name="KSO_WM_UNIT_TEXT_FILL_TYPE" val="1"/>
  <p:tag name="KSO_WM_UNIT_USESOURCEFORMAT_APPLY" val="1"/>
</p:tagLst>
</file>

<file path=ppt/tags/tag1078.xml><?xml version="1.0" encoding="utf-8"?>
<p:tagLst xmlns:p="http://schemas.openxmlformats.org/presentationml/2006/main">
  <p:tag name="KSO_WM_UNIT_HIGHLIGHT" val="0"/>
  <p:tag name="KSO_WM_UNIT_COMPATIBLE" val="0"/>
  <p:tag name="KSO_WM_DIAGRAM_GROUP_CODE" val="l1-1"/>
  <p:tag name="KSO_WM_UNIT_TYPE" val="i"/>
  <p:tag name="KSO_WM_UNIT_INDEX" val="29"/>
  <p:tag name="KSO_WM_UNIT_ID" val="diagram20190634_5*i*29"/>
  <p:tag name="KSO_WM_TEMPLATE_CATEGORY" val="diagram"/>
  <p:tag name="KSO_WM_TEMPLATE_INDEX" val="20190634"/>
  <p:tag name="KSO_WM_UNIT_LAYERLEVEL" val="1"/>
  <p:tag name="KSO_WM_TAG_VERSION" val="1.0"/>
  <p:tag name="KSO_WM_BEAUTIFY_FLAG" val="#wm#"/>
  <p:tag name="KSO_WM_UNIT_DIAGRAM_ISNUMVISUAL" val="0"/>
  <p:tag name="KSO_WM_UNIT_DIAGRAM_ISREFERUNIT" val="0"/>
  <p:tag name="KSO_WM_UNIT_TEXT_FILL_FORE_SCHEMECOLOR_INDEX" val="13"/>
  <p:tag name="KSO_WM_UNIT_TEXT_FILL_TYPE" val="1"/>
  <p:tag name="KSO_WM_UNIT_USESOURCEFORMAT_APPLY" val="1"/>
</p:tagLst>
</file>

<file path=ppt/tags/tag1079.xml><?xml version="1.0" encoding="utf-8"?>
<p:tagLst xmlns:p="http://schemas.openxmlformats.org/presentationml/2006/main">
  <p:tag name="KSO_WM_UNIT_HIGHLIGHT" val="0"/>
  <p:tag name="KSO_WM_UNIT_COMPATIBLE" val="0"/>
  <p:tag name="KSO_WM_DIAGRAM_GROUP_CODE" val="l1-1"/>
  <p:tag name="KSO_WM_UNIT_TYPE" val="i"/>
  <p:tag name="KSO_WM_UNIT_INDEX" val="30"/>
  <p:tag name="KSO_WM_UNIT_ID" val="diagram20190634_5*i*30"/>
  <p:tag name="KSO_WM_TEMPLATE_CATEGORY" val="diagram"/>
  <p:tag name="KSO_WM_TEMPLATE_INDEX" val="20190634"/>
  <p:tag name="KSO_WM_UNIT_LAYERLEVEL" val="1"/>
  <p:tag name="KSO_WM_TAG_VERSION" val="1.0"/>
  <p:tag name="KSO_WM_BEAUTIFY_FLAG" val="#wm#"/>
  <p:tag name="KSO_WM_UNIT_DIAGRAM_ISNUMVISUAL" val="0"/>
  <p:tag name="KSO_WM_UNIT_DIAGRAM_ISREFERUNIT" val="0"/>
  <p:tag name="KSO_WM_UNIT_TEXT_FILL_FORE_SCHEMECOLOR_INDEX" val="13"/>
  <p:tag name="KSO_WM_UNIT_TEXT_FILL_TYPE" val="1"/>
  <p:tag name="KSO_WM_UNIT_USESOURCEFORMAT_APPLY" val="1"/>
</p:tagLst>
</file>

<file path=ppt/tags/tag1080.xml><?xml version="1.0" encoding="utf-8"?>
<p:tagLst xmlns:p="http://schemas.openxmlformats.org/presentationml/2006/main">
  <p:tag name="KSO_WM_UNIT_HIGHLIGHT" val="0"/>
  <p:tag name="KSO_WM_UNIT_COMPATIBLE" val="0"/>
  <p:tag name="KSO_WM_DIAGRAM_GROUP_CODE" val="l1-1"/>
  <p:tag name="KSO_WM_UNIT_TYPE" val="i"/>
  <p:tag name="KSO_WM_UNIT_INDEX" val="31"/>
  <p:tag name="KSO_WM_UNIT_ID" val="diagram20190634_5*i*31"/>
  <p:tag name="KSO_WM_TEMPLATE_CATEGORY" val="diagram"/>
  <p:tag name="KSO_WM_TEMPLATE_INDEX" val="20190634"/>
  <p:tag name="KSO_WM_UNIT_LAYERLEVEL" val="1"/>
  <p:tag name="KSO_WM_TAG_VERSION" val="1.0"/>
  <p:tag name="KSO_WM_BEAUTIFY_FLAG" val="#wm#"/>
  <p:tag name="KSO_WM_UNIT_DIAGRAM_ISNUMVISUAL" val="0"/>
  <p:tag name="KSO_WM_UNIT_DIAGRAM_ISREFERUNIT" val="0"/>
  <p:tag name="KSO_WM_UNIT_TEXT_FILL_FORE_SCHEMECOLOR_INDEX" val="13"/>
  <p:tag name="KSO_WM_UNIT_TEXT_FILL_TYPE" val="1"/>
  <p:tag name="KSO_WM_UNIT_USESOURCEFORMAT_APPLY" val="1"/>
</p:tagLst>
</file>

<file path=ppt/tags/tag1081.xml><?xml version="1.0" encoding="utf-8"?>
<p:tagLst xmlns:p="http://schemas.openxmlformats.org/presentationml/2006/main">
  <p:tag name="KSO_WM_UNIT_HIGHLIGHT" val="0"/>
  <p:tag name="KSO_WM_UNIT_COMPATIBLE" val="0"/>
  <p:tag name="KSO_WM_DIAGRAM_GROUP_CODE" val="l1-1"/>
  <p:tag name="KSO_WM_UNIT_TYPE" val="i"/>
  <p:tag name="KSO_WM_UNIT_INDEX" val="32"/>
  <p:tag name="KSO_WM_UNIT_ID" val="diagram20190634_5*i*32"/>
  <p:tag name="KSO_WM_TEMPLATE_CATEGORY" val="diagram"/>
  <p:tag name="KSO_WM_TEMPLATE_INDEX" val="20190634"/>
  <p:tag name="KSO_WM_UNIT_LAYERLEVEL" val="1"/>
  <p:tag name="KSO_WM_TAG_VERSION" val="1.0"/>
  <p:tag name="KSO_WM_BEAUTIFY_FLAG" val="#wm#"/>
  <p:tag name="KSO_WM_UNIT_DIAGRAM_ISNUMVISUAL" val="0"/>
  <p:tag name="KSO_WM_UNIT_DIAGRAM_ISREFERUNIT" val="0"/>
  <p:tag name="KSO_WM_UNIT_TEXT_FILL_FORE_SCHEMECOLOR_INDEX" val="13"/>
  <p:tag name="KSO_WM_UNIT_TEXT_FILL_TYPE" val="1"/>
  <p:tag name="KSO_WM_UNIT_USESOURCEFORMAT_APPLY" val="1"/>
</p:tagLst>
</file>

<file path=ppt/tags/tag1082.xml><?xml version="1.0" encoding="utf-8"?>
<p:tagLst xmlns:p="http://schemas.openxmlformats.org/presentationml/2006/main">
  <p:tag name="KSO_WM_UNIT_HIGHLIGHT" val="0"/>
  <p:tag name="KSO_WM_UNIT_COMPATIBLE" val="0"/>
  <p:tag name="KSO_WM_DIAGRAM_GROUP_CODE" val="l1-1"/>
  <p:tag name="KSO_WM_UNIT_TYPE" val="i"/>
  <p:tag name="KSO_WM_UNIT_INDEX" val="33"/>
  <p:tag name="KSO_WM_UNIT_ID" val="diagram20190634_5*i*33"/>
  <p:tag name="KSO_WM_TEMPLATE_CATEGORY" val="diagram"/>
  <p:tag name="KSO_WM_TEMPLATE_INDEX" val="20190634"/>
  <p:tag name="KSO_WM_UNIT_LAYERLEVEL" val="1"/>
  <p:tag name="KSO_WM_TAG_VERSION" val="1.0"/>
  <p:tag name="KSO_WM_BEAUTIFY_FLAG" val="#wm#"/>
  <p:tag name="KSO_WM_UNIT_DIAGRAM_ISNUMVISUAL" val="0"/>
  <p:tag name="KSO_WM_UNIT_DIAGRAM_ISREFERUNIT" val="0"/>
  <p:tag name="KSO_WM_UNIT_TEXT_FILL_FORE_SCHEMECOLOR_INDEX" val="13"/>
  <p:tag name="KSO_WM_UNIT_TEXT_FILL_TYPE" val="1"/>
  <p:tag name="KSO_WM_UNIT_USESOURCEFORMAT_APPLY" val="1"/>
</p:tagLst>
</file>

<file path=ppt/tags/tag1083.xml><?xml version="1.0" encoding="utf-8"?>
<p:tagLst xmlns:p="http://schemas.openxmlformats.org/presentationml/2006/main">
  <p:tag name="KSO_WM_UNIT_HIGHLIGHT" val="0"/>
  <p:tag name="KSO_WM_UNIT_COMPATIBLE" val="0"/>
  <p:tag name="KSO_WM_DIAGRAM_GROUP_CODE" val="l1-1"/>
  <p:tag name="KSO_WM_UNIT_TYPE" val="i"/>
  <p:tag name="KSO_WM_UNIT_INDEX" val="35"/>
  <p:tag name="KSO_WM_UNIT_ID" val="diagram20190634_5*i*35"/>
  <p:tag name="KSO_WM_TEMPLATE_CATEGORY" val="diagram"/>
  <p:tag name="KSO_WM_TEMPLATE_INDEX" val="20190634"/>
  <p:tag name="KSO_WM_UNIT_LAYERLEVEL" val="1"/>
  <p:tag name="KSO_WM_TAG_VERSION" val="1.0"/>
  <p:tag name="KSO_WM_BEAUTIFY_FLAG" val="#wm#"/>
  <p:tag name="KSO_WM_UNIT_DIAGRAM_ISNUMVISUAL" val="0"/>
  <p:tag name="KSO_WM_UNIT_DIAGRAM_ISREFERUNIT" val="0"/>
  <p:tag name="KSO_WM_UNIT_TEXT_FILL_FORE_SCHEMECOLOR_INDEX" val="13"/>
  <p:tag name="KSO_WM_UNIT_TEXT_FILL_TYPE" val="1"/>
  <p:tag name="KSO_WM_UNIT_USESOURCEFORMAT_APPLY" val="1"/>
</p:tagLst>
</file>

<file path=ppt/tags/tag1084.xml><?xml version="1.0" encoding="utf-8"?>
<p:tagLst xmlns:p="http://schemas.openxmlformats.org/presentationml/2006/main">
  <p:tag name="KSO_WM_UNIT_HIGHLIGHT" val="0"/>
  <p:tag name="KSO_WM_UNIT_COMPATIBLE" val="0"/>
  <p:tag name="KSO_WM_DIAGRAM_GROUP_CODE" val="l1-1"/>
  <p:tag name="KSO_WM_UNIT_TYPE" val="i"/>
  <p:tag name="KSO_WM_UNIT_INDEX" val="36"/>
  <p:tag name="KSO_WM_UNIT_ID" val="diagram20190634_5*i*36"/>
  <p:tag name="KSO_WM_TEMPLATE_CATEGORY" val="diagram"/>
  <p:tag name="KSO_WM_TEMPLATE_INDEX" val="20190634"/>
  <p:tag name="KSO_WM_UNIT_LAYERLEVEL" val="1"/>
  <p:tag name="KSO_WM_TAG_VERSION" val="1.0"/>
  <p:tag name="KSO_WM_BEAUTIFY_FLAG" val="#wm#"/>
  <p:tag name="KSO_WM_UNIT_DIAGRAM_ISNUMVISUAL" val="0"/>
  <p:tag name="KSO_WM_UNIT_DIAGRAM_ISREFERUNIT" val="0"/>
  <p:tag name="KSO_WM_UNIT_TEXT_FILL_FORE_SCHEMECOLOR_INDEX" val="13"/>
  <p:tag name="KSO_WM_UNIT_TEXT_FILL_TYPE" val="1"/>
  <p:tag name="KSO_WM_UNIT_USESOURCEFORMAT_APPLY" val="1"/>
</p:tagLst>
</file>

<file path=ppt/tags/tag1085.xml><?xml version="1.0" encoding="utf-8"?>
<p:tagLst xmlns:p="http://schemas.openxmlformats.org/presentationml/2006/main">
  <p:tag name="KSO_WM_UNIT_HIGHLIGHT" val="0"/>
  <p:tag name="KSO_WM_UNIT_COMPATIBLE" val="0"/>
  <p:tag name="KSO_WM_DIAGRAM_GROUP_CODE" val="l1-1"/>
  <p:tag name="KSO_WM_UNIT_TYPE" val="i"/>
  <p:tag name="KSO_WM_UNIT_INDEX" val="37"/>
  <p:tag name="KSO_WM_UNIT_ID" val="diagram20190634_5*i*37"/>
  <p:tag name="KSO_WM_TEMPLATE_CATEGORY" val="diagram"/>
  <p:tag name="KSO_WM_TEMPLATE_INDEX" val="20190634"/>
  <p:tag name="KSO_WM_UNIT_LAYERLEVEL" val="1"/>
  <p:tag name="KSO_WM_TAG_VERSION" val="1.0"/>
  <p:tag name="KSO_WM_BEAUTIFY_FLAG" val="#wm#"/>
  <p:tag name="KSO_WM_UNIT_DIAGRAM_ISNUMVISUAL" val="0"/>
  <p:tag name="KSO_WM_UNIT_DIAGRAM_ISREFERUNIT" val="0"/>
  <p:tag name="KSO_WM_UNIT_TEXT_FILL_FORE_SCHEMECOLOR_INDEX" val="13"/>
  <p:tag name="KSO_WM_UNIT_TEXT_FILL_TYPE" val="1"/>
  <p:tag name="KSO_WM_UNIT_USESOURCEFORMAT_APPLY" val="1"/>
</p:tagLst>
</file>

<file path=ppt/tags/tag1086.xml><?xml version="1.0" encoding="utf-8"?>
<p:tagLst xmlns:p="http://schemas.openxmlformats.org/presentationml/2006/main">
  <p:tag name="KSO_WM_UNIT_HIGHLIGHT" val="0"/>
  <p:tag name="KSO_WM_UNIT_COMPATIBLE" val="0"/>
  <p:tag name="KSO_WM_DIAGRAM_GROUP_CODE" val="l1-1"/>
  <p:tag name="KSO_WM_UNIT_TYPE" val="i"/>
  <p:tag name="KSO_WM_UNIT_INDEX" val="38"/>
  <p:tag name="KSO_WM_UNIT_ID" val="diagram20190634_5*i*38"/>
  <p:tag name="KSO_WM_TEMPLATE_CATEGORY" val="diagram"/>
  <p:tag name="KSO_WM_TEMPLATE_INDEX" val="20190634"/>
  <p:tag name="KSO_WM_UNIT_LAYERLEVEL" val="1"/>
  <p:tag name="KSO_WM_TAG_VERSION" val="1.0"/>
  <p:tag name="KSO_WM_BEAUTIFY_FLAG" val="#wm#"/>
  <p:tag name="KSO_WM_UNIT_DIAGRAM_ISNUMVISUAL" val="0"/>
  <p:tag name="KSO_WM_UNIT_DIAGRAM_ISREFERUNIT" val="0"/>
  <p:tag name="KSO_WM_UNIT_TEXT_FILL_FORE_SCHEMECOLOR_INDEX" val="13"/>
  <p:tag name="KSO_WM_UNIT_TEXT_FILL_TYPE" val="1"/>
  <p:tag name="KSO_WM_UNIT_USESOURCEFORMAT_APPLY" val="1"/>
</p:tagLst>
</file>

<file path=ppt/tags/tag1087.xml><?xml version="1.0" encoding="utf-8"?>
<p:tagLst xmlns:p="http://schemas.openxmlformats.org/presentationml/2006/main">
  <p:tag name="KSO_WM_UNIT_HIGHLIGHT" val="0"/>
  <p:tag name="KSO_WM_UNIT_COMPATIBLE" val="0"/>
  <p:tag name="KSO_WM_DIAGRAM_GROUP_CODE" val="l1-1"/>
  <p:tag name="KSO_WM_UNIT_TYPE" val="i"/>
  <p:tag name="KSO_WM_UNIT_INDEX" val="39"/>
  <p:tag name="KSO_WM_UNIT_ID" val="diagram20190634_5*i*39"/>
  <p:tag name="KSO_WM_TEMPLATE_CATEGORY" val="diagram"/>
  <p:tag name="KSO_WM_TEMPLATE_INDEX" val="20190634"/>
  <p:tag name="KSO_WM_UNIT_LAYERLEVEL" val="1"/>
  <p:tag name="KSO_WM_TAG_VERSION" val="1.0"/>
  <p:tag name="KSO_WM_BEAUTIFY_FLAG" val="#wm#"/>
  <p:tag name="KSO_WM_UNIT_DIAGRAM_ISNUMVISUAL" val="0"/>
  <p:tag name="KSO_WM_UNIT_DIAGRAM_ISREFERUNIT" val="0"/>
  <p:tag name="KSO_WM_UNIT_TEXT_FILL_FORE_SCHEMECOLOR_INDEX" val="13"/>
  <p:tag name="KSO_WM_UNIT_TEXT_FILL_TYPE" val="1"/>
  <p:tag name="KSO_WM_UNIT_USESOURCEFORMAT_APPLY" val="1"/>
</p:tagLst>
</file>

<file path=ppt/tags/tag1088.xml><?xml version="1.0" encoding="utf-8"?>
<p:tagLst xmlns:p="http://schemas.openxmlformats.org/presentationml/2006/main">
  <p:tag name="KSO_WM_UNIT_HIGHLIGHT" val="0"/>
  <p:tag name="KSO_WM_UNIT_COMPATIBLE" val="0"/>
  <p:tag name="KSO_WM_DIAGRAM_GROUP_CODE" val="l1-1"/>
  <p:tag name="KSO_WM_UNIT_TYPE" val="i"/>
  <p:tag name="KSO_WM_UNIT_INDEX" val="41"/>
  <p:tag name="KSO_WM_UNIT_ID" val="diagram20190634_5*i*41"/>
  <p:tag name="KSO_WM_TEMPLATE_CATEGORY" val="diagram"/>
  <p:tag name="KSO_WM_TEMPLATE_INDEX" val="20190634"/>
  <p:tag name="KSO_WM_UNIT_LAYERLEVEL" val="1"/>
  <p:tag name="KSO_WM_TAG_VERSION" val="1.0"/>
  <p:tag name="KSO_WM_BEAUTIFY_FLAG" val="#wm#"/>
  <p:tag name="KSO_WM_UNIT_DIAGRAM_ISNUMVISUAL" val="0"/>
  <p:tag name="KSO_WM_UNIT_DIAGRAM_ISREFERUNIT" val="0"/>
  <p:tag name="KSO_WM_UNIT_TEXT_FILL_FORE_SCHEMECOLOR_INDEX" val="13"/>
  <p:tag name="KSO_WM_UNIT_TEXT_FILL_TYPE" val="1"/>
  <p:tag name="KSO_WM_UNIT_USESOURCEFORMAT_APPLY" val="1"/>
</p:tagLst>
</file>

<file path=ppt/tags/tag1089.xml><?xml version="1.0" encoding="utf-8"?>
<p:tagLst xmlns:p="http://schemas.openxmlformats.org/presentationml/2006/main">
  <p:tag name="KSO_WM_UNIT_HIGHLIGHT" val="0"/>
  <p:tag name="KSO_WM_UNIT_COMPATIBLE" val="0"/>
  <p:tag name="KSO_WM_DIAGRAM_GROUP_CODE" val="l1-1"/>
  <p:tag name="KSO_WM_UNIT_TYPE" val="i"/>
  <p:tag name="KSO_WM_UNIT_INDEX" val="42"/>
  <p:tag name="KSO_WM_UNIT_ID" val="diagram20190634_5*i*42"/>
  <p:tag name="KSO_WM_TEMPLATE_CATEGORY" val="diagram"/>
  <p:tag name="KSO_WM_TEMPLATE_INDEX" val="20190634"/>
  <p:tag name="KSO_WM_UNIT_LAYERLEVEL" val="1"/>
  <p:tag name="KSO_WM_TAG_VERSION" val="1.0"/>
  <p:tag name="KSO_WM_BEAUTIFY_FLAG" val="#wm#"/>
  <p:tag name="KSO_WM_UNIT_DIAGRAM_ISNUMVISUAL" val="0"/>
  <p:tag name="KSO_WM_UNIT_DIAGRAM_ISREFERUNIT" val="0"/>
  <p:tag name="KSO_WM_UNIT_TEXT_FILL_FORE_SCHEMECOLOR_INDEX" val="13"/>
  <p:tag name="KSO_WM_UNIT_TEXT_FILL_TYPE" val="1"/>
  <p:tag name="KSO_WM_UNIT_USESOURCEFORMAT_APPLY" val="1"/>
</p:tagLst>
</file>

<file path=ppt/tags/tag1090.xml><?xml version="1.0" encoding="utf-8"?>
<p:tagLst xmlns:p="http://schemas.openxmlformats.org/presentationml/2006/main">
  <p:tag name="KSO_WM_UNIT_HIGHLIGHT" val="0"/>
  <p:tag name="KSO_WM_UNIT_COMPATIBLE" val="0"/>
  <p:tag name="KSO_WM_DIAGRAM_GROUP_CODE" val="l1-1"/>
  <p:tag name="KSO_WM_UNIT_TYPE" val="i"/>
  <p:tag name="KSO_WM_UNIT_INDEX" val="43"/>
  <p:tag name="KSO_WM_UNIT_ID" val="diagram20190634_5*i*43"/>
  <p:tag name="KSO_WM_TEMPLATE_CATEGORY" val="diagram"/>
  <p:tag name="KSO_WM_TEMPLATE_INDEX" val="20190634"/>
  <p:tag name="KSO_WM_UNIT_LAYERLEVEL" val="1"/>
  <p:tag name="KSO_WM_TAG_VERSION" val="1.0"/>
  <p:tag name="KSO_WM_BEAUTIFY_FLAG" val="#wm#"/>
  <p:tag name="KSO_WM_UNIT_DIAGRAM_ISNUMVISUAL" val="0"/>
  <p:tag name="KSO_WM_UNIT_DIAGRAM_ISREFERUNIT" val="0"/>
  <p:tag name="KSO_WM_UNIT_TEXT_FILL_FORE_SCHEMECOLOR_INDEX" val="13"/>
  <p:tag name="KSO_WM_UNIT_TEXT_FILL_TYPE" val="1"/>
  <p:tag name="KSO_WM_UNIT_USESOURCEFORMAT_APPLY" val="1"/>
</p:tagLst>
</file>

<file path=ppt/tags/tag1091.xml><?xml version="1.0" encoding="utf-8"?>
<p:tagLst xmlns:p="http://schemas.openxmlformats.org/presentationml/2006/main">
  <p:tag name="KSO_WM_UNIT_HIGHLIGHT" val="0"/>
  <p:tag name="KSO_WM_UNIT_COMPATIBLE" val="0"/>
  <p:tag name="KSO_WM_DIAGRAM_GROUP_CODE" val="l1-1"/>
  <p:tag name="KSO_WM_UNIT_TYPE" val="i"/>
  <p:tag name="KSO_WM_UNIT_INDEX" val="44"/>
  <p:tag name="KSO_WM_UNIT_ID" val="diagram20190634_5*i*44"/>
  <p:tag name="KSO_WM_TEMPLATE_CATEGORY" val="diagram"/>
  <p:tag name="KSO_WM_TEMPLATE_INDEX" val="20190634"/>
  <p:tag name="KSO_WM_UNIT_LAYERLEVEL" val="1"/>
  <p:tag name="KSO_WM_TAG_VERSION" val="1.0"/>
  <p:tag name="KSO_WM_BEAUTIFY_FLAG" val="#wm#"/>
  <p:tag name="KSO_WM_UNIT_DIAGRAM_ISNUMVISUAL" val="0"/>
  <p:tag name="KSO_WM_UNIT_DIAGRAM_ISREFERUNIT" val="0"/>
  <p:tag name="KSO_WM_UNIT_TEXT_FILL_FORE_SCHEMECOLOR_INDEX" val="13"/>
  <p:tag name="KSO_WM_UNIT_TEXT_FILL_TYPE" val="1"/>
  <p:tag name="KSO_WM_UNIT_USESOURCEFORMAT_APPLY" val="1"/>
</p:tagLst>
</file>

<file path=ppt/tags/tag1092.xml><?xml version="1.0" encoding="utf-8"?>
<p:tagLst xmlns:p="http://schemas.openxmlformats.org/presentationml/2006/main">
  <p:tag name="KSO_WM_UNIT_HIGHLIGHT" val="0"/>
  <p:tag name="KSO_WM_UNIT_COMPATIBLE" val="0"/>
  <p:tag name="KSO_WM_DIAGRAM_GROUP_CODE" val="l1-1"/>
  <p:tag name="KSO_WM_UNIT_TYPE" val="i"/>
  <p:tag name="KSO_WM_UNIT_INDEX" val="46"/>
  <p:tag name="KSO_WM_UNIT_ID" val="diagram20190634_5*i*46"/>
  <p:tag name="KSO_WM_TEMPLATE_CATEGORY" val="diagram"/>
  <p:tag name="KSO_WM_TEMPLATE_INDEX" val="20190634"/>
  <p:tag name="KSO_WM_UNIT_LAYERLEVEL" val="1"/>
  <p:tag name="KSO_WM_TAG_VERSION" val="1.0"/>
  <p:tag name="KSO_WM_BEAUTIFY_FLAG" val="#wm#"/>
  <p:tag name="KSO_WM_UNIT_DIAGRAM_ISNUMVISUAL" val="0"/>
  <p:tag name="KSO_WM_UNIT_DIAGRAM_ISREFERUNIT" val="0"/>
  <p:tag name="KSO_WM_UNIT_TEXT_FILL_FORE_SCHEMECOLOR_INDEX" val="13"/>
  <p:tag name="KSO_WM_UNIT_TEXT_FILL_TYPE" val="1"/>
  <p:tag name="KSO_WM_UNIT_USESOURCEFORMAT_APPLY" val="1"/>
</p:tagLst>
</file>

<file path=ppt/tags/tag1093.xml><?xml version="1.0" encoding="utf-8"?>
<p:tagLst xmlns:p="http://schemas.openxmlformats.org/presentationml/2006/main">
  <p:tag name="KSO_WM_UNIT_HIGHLIGHT" val="0"/>
  <p:tag name="KSO_WM_UNIT_COMPATIBLE" val="0"/>
  <p:tag name="KSO_WM_DIAGRAM_GROUP_CODE" val="l1-1"/>
  <p:tag name="KSO_WM_UNIT_TYPE" val="i"/>
  <p:tag name="KSO_WM_UNIT_INDEX" val="47"/>
  <p:tag name="KSO_WM_UNIT_ID" val="diagram20190634_5*i*47"/>
  <p:tag name="KSO_WM_TEMPLATE_CATEGORY" val="diagram"/>
  <p:tag name="KSO_WM_TEMPLATE_INDEX" val="20190634"/>
  <p:tag name="KSO_WM_UNIT_LAYERLEVEL" val="1"/>
  <p:tag name="KSO_WM_TAG_VERSION" val="1.0"/>
  <p:tag name="KSO_WM_BEAUTIFY_FLAG" val="#wm#"/>
  <p:tag name="KSO_WM_UNIT_DIAGRAM_ISNUMVISUAL" val="0"/>
  <p:tag name="KSO_WM_UNIT_DIAGRAM_ISREFERUNIT" val="0"/>
  <p:tag name="KSO_WM_UNIT_TEXT_FILL_FORE_SCHEMECOLOR_INDEX" val="13"/>
  <p:tag name="KSO_WM_UNIT_TEXT_FILL_TYPE" val="1"/>
  <p:tag name="KSO_WM_UNIT_USESOURCEFORMAT_APPLY" val="1"/>
</p:tagLst>
</file>

<file path=ppt/tags/tag1094.xml><?xml version="1.0" encoding="utf-8"?>
<p:tagLst xmlns:p="http://schemas.openxmlformats.org/presentationml/2006/main">
  <p:tag name="KSO_WM_UNIT_HIGHLIGHT" val="0"/>
  <p:tag name="KSO_WM_UNIT_COMPATIBLE" val="0"/>
  <p:tag name="KSO_WM_DIAGRAM_GROUP_CODE" val="l1-1"/>
  <p:tag name="KSO_WM_UNIT_TYPE" val="i"/>
  <p:tag name="KSO_WM_UNIT_INDEX" val="48"/>
  <p:tag name="KSO_WM_UNIT_ID" val="diagram20190634_5*i*48"/>
  <p:tag name="KSO_WM_TEMPLATE_CATEGORY" val="diagram"/>
  <p:tag name="KSO_WM_TEMPLATE_INDEX" val="20190634"/>
  <p:tag name="KSO_WM_UNIT_LAYERLEVEL" val="1"/>
  <p:tag name="KSO_WM_TAG_VERSION" val="1.0"/>
  <p:tag name="KSO_WM_BEAUTIFY_FLAG" val="#wm#"/>
  <p:tag name="KSO_WM_UNIT_DIAGRAM_ISNUMVISUAL" val="0"/>
  <p:tag name="KSO_WM_UNIT_DIAGRAM_ISREFERUNIT" val="0"/>
  <p:tag name="KSO_WM_UNIT_TEXT_FILL_FORE_SCHEMECOLOR_INDEX" val="13"/>
  <p:tag name="KSO_WM_UNIT_TEXT_FILL_TYPE" val="1"/>
  <p:tag name="KSO_WM_UNIT_USESOURCEFORMAT_APPLY" val="1"/>
</p:tagLst>
</file>

<file path=ppt/tags/tag1095.xml><?xml version="1.0" encoding="utf-8"?>
<p:tagLst xmlns:p="http://schemas.openxmlformats.org/presentationml/2006/main">
  <p:tag name="KSO_WM_UNIT_HIGHLIGHT" val="0"/>
  <p:tag name="KSO_WM_UNIT_COMPATIBLE" val="0"/>
  <p:tag name="KSO_WM_DIAGRAM_GROUP_CODE" val="l1-1"/>
  <p:tag name="KSO_WM_UNIT_TYPE" val="i"/>
  <p:tag name="KSO_WM_UNIT_INDEX" val="49"/>
  <p:tag name="KSO_WM_UNIT_ID" val="diagram20190634_5*i*49"/>
  <p:tag name="KSO_WM_TEMPLATE_CATEGORY" val="diagram"/>
  <p:tag name="KSO_WM_TEMPLATE_INDEX" val="20190634"/>
  <p:tag name="KSO_WM_UNIT_LAYERLEVEL" val="1"/>
  <p:tag name="KSO_WM_TAG_VERSION" val="1.0"/>
  <p:tag name="KSO_WM_BEAUTIFY_FLAG" val="#wm#"/>
  <p:tag name="KSO_WM_UNIT_DIAGRAM_ISNUMVISUAL" val="0"/>
  <p:tag name="KSO_WM_UNIT_DIAGRAM_ISREFERUNIT" val="0"/>
  <p:tag name="KSO_WM_UNIT_TEXT_FILL_FORE_SCHEMECOLOR_INDEX" val="13"/>
  <p:tag name="KSO_WM_UNIT_TEXT_FILL_TYPE" val="1"/>
  <p:tag name="KSO_WM_UNIT_USESOURCEFORMAT_APPLY" val="1"/>
</p:tagLst>
</file>

<file path=ppt/tags/tag1096.xml><?xml version="1.0" encoding="utf-8"?>
<p:tagLst xmlns:p="http://schemas.openxmlformats.org/presentationml/2006/main">
  <p:tag name="KSO_WM_UNIT_HIGHLIGHT" val="0"/>
  <p:tag name="KSO_WM_UNIT_COMPATIBLE" val="0"/>
  <p:tag name="KSO_WM_DIAGRAM_GROUP_CODE" val="l1-1"/>
  <p:tag name="KSO_WM_UNIT_TYPE" val="i"/>
  <p:tag name="KSO_WM_UNIT_INDEX" val="50"/>
  <p:tag name="KSO_WM_UNIT_ID" val="diagram20190634_5*i*50"/>
  <p:tag name="KSO_WM_TEMPLATE_CATEGORY" val="diagram"/>
  <p:tag name="KSO_WM_TEMPLATE_INDEX" val="20190634"/>
  <p:tag name="KSO_WM_UNIT_LAYERLEVEL" val="1"/>
  <p:tag name="KSO_WM_TAG_VERSION" val="1.0"/>
  <p:tag name="KSO_WM_BEAUTIFY_FLAG" val="#wm#"/>
  <p:tag name="KSO_WM_UNIT_DIAGRAM_ISNUMVISUAL" val="0"/>
  <p:tag name="KSO_WM_UNIT_DIAGRAM_ISREFERUNIT" val="0"/>
  <p:tag name="KSO_WM_UNIT_TEXT_FILL_FORE_SCHEMECOLOR_INDEX" val="13"/>
  <p:tag name="KSO_WM_UNIT_TEXT_FILL_TYPE" val="1"/>
  <p:tag name="KSO_WM_UNIT_USESOURCEFORMAT_APPLY" val="1"/>
</p:tagLst>
</file>

<file path=ppt/tags/tag1097.xml><?xml version="1.0" encoding="utf-8"?>
<p:tagLst xmlns:p="http://schemas.openxmlformats.org/presentationml/2006/main">
  <p:tag name="KSO_WM_UNIT_HIGHLIGHT" val="0"/>
  <p:tag name="KSO_WM_UNIT_COMPATIBLE" val="0"/>
  <p:tag name="KSO_WM_DIAGRAM_GROUP_CODE" val="l1-1"/>
  <p:tag name="KSO_WM_UNIT_TYPE" val="i"/>
  <p:tag name="KSO_WM_UNIT_INDEX" val="51"/>
  <p:tag name="KSO_WM_UNIT_ID" val="diagram20190634_5*i*51"/>
  <p:tag name="KSO_WM_TEMPLATE_CATEGORY" val="diagram"/>
  <p:tag name="KSO_WM_TEMPLATE_INDEX" val="20190634"/>
  <p:tag name="KSO_WM_UNIT_LAYERLEVEL" val="1"/>
  <p:tag name="KSO_WM_TAG_VERSION" val="1.0"/>
  <p:tag name="KSO_WM_BEAUTIFY_FLAG" val="#wm#"/>
  <p:tag name="KSO_WM_UNIT_DIAGRAM_ISNUMVISUAL" val="0"/>
  <p:tag name="KSO_WM_UNIT_DIAGRAM_ISREFERUNIT" val="0"/>
  <p:tag name="KSO_WM_UNIT_TEXT_FILL_FORE_SCHEMECOLOR_INDEX" val="13"/>
  <p:tag name="KSO_WM_UNIT_TEXT_FILL_TYPE" val="1"/>
  <p:tag name="KSO_WM_UNIT_USESOURCEFORMAT_APPLY" val="1"/>
</p:tagLst>
</file>

<file path=ppt/tags/tag1098.xml><?xml version="1.0" encoding="utf-8"?>
<p:tagLst xmlns:p="http://schemas.openxmlformats.org/presentationml/2006/main">
  <p:tag name="KSO_WM_UNIT_HIGHLIGHT" val="0"/>
  <p:tag name="KSO_WM_UNIT_COMPATIBLE" val="0"/>
  <p:tag name="KSO_WM_DIAGRAM_GROUP_CODE" val="l1-1"/>
  <p:tag name="KSO_WM_UNIT_TYPE" val="i"/>
  <p:tag name="KSO_WM_UNIT_INDEX" val="53"/>
  <p:tag name="KSO_WM_UNIT_ID" val="diagram20190634_5*i*53"/>
  <p:tag name="KSO_WM_TEMPLATE_CATEGORY" val="diagram"/>
  <p:tag name="KSO_WM_TEMPLATE_INDEX" val="20190634"/>
  <p:tag name="KSO_WM_UNIT_LAYERLEVEL" val="1"/>
  <p:tag name="KSO_WM_TAG_VERSION" val="1.0"/>
  <p:tag name="KSO_WM_BEAUTIFY_FLAG" val="#wm#"/>
  <p:tag name="KSO_WM_UNIT_DIAGRAM_ISNUMVISUAL" val="0"/>
  <p:tag name="KSO_WM_UNIT_DIAGRAM_ISREFERUNIT" val="0"/>
  <p:tag name="KSO_WM_UNIT_TEXT_FILL_FORE_SCHEMECOLOR_INDEX" val="13"/>
  <p:tag name="KSO_WM_UNIT_TEXT_FILL_TYPE" val="1"/>
  <p:tag name="KSO_WM_UNIT_USESOURCEFORMAT_APPLY" val="1"/>
</p:tagLst>
</file>

<file path=ppt/tags/tag1099.xml><?xml version="1.0" encoding="utf-8"?>
<p:tagLst xmlns:p="http://schemas.openxmlformats.org/presentationml/2006/main">
  <p:tag name="KSO_WM_UNIT_HIGHLIGHT" val="0"/>
  <p:tag name="KSO_WM_UNIT_COMPATIBLE" val="0"/>
  <p:tag name="KSO_WM_DIAGRAM_GROUP_CODE" val="l1-1"/>
  <p:tag name="KSO_WM_UNIT_TYPE" val="i"/>
  <p:tag name="KSO_WM_UNIT_INDEX" val="54"/>
  <p:tag name="KSO_WM_UNIT_ID" val="diagram20190634_5*i*54"/>
  <p:tag name="KSO_WM_TEMPLATE_CATEGORY" val="diagram"/>
  <p:tag name="KSO_WM_TEMPLATE_INDEX" val="20190634"/>
  <p:tag name="KSO_WM_UNIT_LAYERLEVEL" val="1"/>
  <p:tag name="KSO_WM_TAG_VERSION" val="1.0"/>
  <p:tag name="KSO_WM_BEAUTIFY_FLAG" val="#wm#"/>
  <p:tag name="KSO_WM_UNIT_DIAGRAM_ISNUMVISUAL" val="0"/>
  <p:tag name="KSO_WM_UNIT_DIAGRAM_ISREFERUNIT" val="0"/>
  <p:tag name="KSO_WM_UNIT_TEXT_FILL_FORE_SCHEMECOLOR_INDEX" val="13"/>
  <p:tag name="KSO_WM_UNIT_TEXT_FILL_TYPE" val="1"/>
  <p:tag name="KSO_WM_UNIT_USESOURCEFORMAT_APPLY" val="1"/>
</p:tagLst>
</file>

<file path=ppt/tags/tag1100.xml><?xml version="1.0" encoding="utf-8"?>
<p:tagLst xmlns:p="http://schemas.openxmlformats.org/presentationml/2006/main">
  <p:tag name="KSO_WM_UNIT_HIGHLIGHT" val="0"/>
  <p:tag name="KSO_WM_UNIT_COMPATIBLE" val="0"/>
  <p:tag name="KSO_WM_DIAGRAM_GROUP_CODE" val="l1-1"/>
  <p:tag name="KSO_WM_UNIT_TYPE" val="i"/>
  <p:tag name="KSO_WM_UNIT_INDEX" val="55"/>
  <p:tag name="KSO_WM_UNIT_ID" val="diagram20190634_5*i*55"/>
  <p:tag name="KSO_WM_TEMPLATE_CATEGORY" val="diagram"/>
  <p:tag name="KSO_WM_TEMPLATE_INDEX" val="20190634"/>
  <p:tag name="KSO_WM_UNIT_LAYERLEVEL" val="1"/>
  <p:tag name="KSO_WM_TAG_VERSION" val="1.0"/>
  <p:tag name="KSO_WM_BEAUTIFY_FLAG" val="#wm#"/>
  <p:tag name="KSO_WM_UNIT_DIAGRAM_ISNUMVISUAL" val="0"/>
  <p:tag name="KSO_WM_UNIT_DIAGRAM_ISREFERUNIT" val="0"/>
  <p:tag name="KSO_WM_UNIT_TEXT_FILL_FORE_SCHEMECOLOR_INDEX" val="13"/>
  <p:tag name="KSO_WM_UNIT_TEXT_FILL_TYPE" val="1"/>
  <p:tag name="KSO_WM_UNIT_USESOURCEFORMAT_APPLY" val="1"/>
</p:tagLst>
</file>

<file path=ppt/tags/tag1101.xml><?xml version="1.0" encoding="utf-8"?>
<p:tagLst xmlns:p="http://schemas.openxmlformats.org/presentationml/2006/main">
  <p:tag name="KSO_WM_UNIT_HIGHLIGHT" val="0"/>
  <p:tag name="KSO_WM_UNIT_COMPATIBLE" val="0"/>
  <p:tag name="KSO_WM_DIAGRAM_GROUP_CODE" val="l1-1"/>
  <p:tag name="KSO_WM_UNIT_TYPE" val="i"/>
  <p:tag name="KSO_WM_UNIT_INDEX" val="57"/>
  <p:tag name="KSO_WM_UNIT_ID" val="diagram20190634_5*i*57"/>
  <p:tag name="KSO_WM_TEMPLATE_CATEGORY" val="diagram"/>
  <p:tag name="KSO_WM_TEMPLATE_INDEX" val="20190634"/>
  <p:tag name="KSO_WM_UNIT_LAYERLEVEL" val="1"/>
  <p:tag name="KSO_WM_TAG_VERSION" val="1.0"/>
  <p:tag name="KSO_WM_BEAUTIFY_FLAG" val="#wm#"/>
  <p:tag name="KSO_WM_UNIT_DIAGRAM_ISNUMVISUAL" val="0"/>
  <p:tag name="KSO_WM_UNIT_DIAGRAM_ISREFERUNIT" val="0"/>
  <p:tag name="KSO_WM_UNIT_TEXT_FILL_FORE_SCHEMECOLOR_INDEX" val="13"/>
  <p:tag name="KSO_WM_UNIT_TEXT_FILL_TYPE" val="1"/>
  <p:tag name="KSO_WM_UNIT_USESOURCEFORMAT_APPLY" val="1"/>
</p:tagLst>
</file>

<file path=ppt/tags/tag1102.xml><?xml version="1.0" encoding="utf-8"?>
<p:tagLst xmlns:p="http://schemas.openxmlformats.org/presentationml/2006/main">
  <p:tag name="KSO_WM_UNIT_HIGHLIGHT" val="0"/>
  <p:tag name="KSO_WM_UNIT_COMPATIBLE" val="0"/>
  <p:tag name="KSO_WM_DIAGRAM_GROUP_CODE" val="l1-1"/>
  <p:tag name="KSO_WM_UNIT_TYPE" val="i"/>
  <p:tag name="KSO_WM_UNIT_INDEX" val="58"/>
  <p:tag name="KSO_WM_UNIT_ID" val="diagram20190634_5*i*58"/>
  <p:tag name="KSO_WM_TEMPLATE_CATEGORY" val="diagram"/>
  <p:tag name="KSO_WM_TEMPLATE_INDEX" val="20190634"/>
  <p:tag name="KSO_WM_UNIT_LAYERLEVEL" val="1"/>
  <p:tag name="KSO_WM_TAG_VERSION" val="1.0"/>
  <p:tag name="KSO_WM_BEAUTIFY_FLAG" val="#wm#"/>
  <p:tag name="KSO_WM_UNIT_DIAGRAM_ISNUMVISUAL" val="0"/>
  <p:tag name="KSO_WM_UNIT_DIAGRAM_ISREFERUNIT" val="0"/>
  <p:tag name="KSO_WM_UNIT_TEXT_FILL_FORE_SCHEMECOLOR_INDEX" val="13"/>
  <p:tag name="KSO_WM_UNIT_TEXT_FILL_TYPE" val="1"/>
  <p:tag name="KSO_WM_UNIT_USESOURCEFORMAT_APPLY" val="1"/>
</p:tagLst>
</file>

<file path=ppt/tags/tag1103.xml><?xml version="1.0" encoding="utf-8"?>
<p:tagLst xmlns:p="http://schemas.openxmlformats.org/presentationml/2006/main">
  <p:tag name="KSO_WM_UNIT_HIGHLIGHT" val="0"/>
  <p:tag name="KSO_WM_UNIT_COMPATIBLE" val="0"/>
  <p:tag name="KSO_WM_DIAGRAM_GROUP_CODE" val="l1-1"/>
  <p:tag name="KSO_WM_UNIT_TYPE" val="i"/>
  <p:tag name="KSO_WM_UNIT_INDEX" val="59"/>
  <p:tag name="KSO_WM_UNIT_ID" val="diagram20190634_5*i*59"/>
  <p:tag name="KSO_WM_TEMPLATE_CATEGORY" val="diagram"/>
  <p:tag name="KSO_WM_TEMPLATE_INDEX" val="20190634"/>
  <p:tag name="KSO_WM_UNIT_LAYERLEVEL" val="1"/>
  <p:tag name="KSO_WM_TAG_VERSION" val="1.0"/>
  <p:tag name="KSO_WM_BEAUTIFY_FLAG" val="#wm#"/>
  <p:tag name="KSO_WM_UNIT_DIAGRAM_ISNUMVISUAL" val="0"/>
  <p:tag name="KSO_WM_UNIT_DIAGRAM_ISREFERUNIT" val="0"/>
  <p:tag name="KSO_WM_UNIT_TEXT_FILL_FORE_SCHEMECOLOR_INDEX" val="13"/>
  <p:tag name="KSO_WM_UNIT_TEXT_FILL_TYPE" val="1"/>
  <p:tag name="KSO_WM_UNIT_USESOURCEFORMAT_APPLY" val="1"/>
</p:tagLst>
</file>

<file path=ppt/tags/tag1104.xml><?xml version="1.0" encoding="utf-8"?>
<p:tagLst xmlns:p="http://schemas.openxmlformats.org/presentationml/2006/main">
  <p:tag name="KSO_WM_UNIT_HIGHLIGHT" val="0"/>
  <p:tag name="KSO_WM_UNIT_COMPATIBLE" val="0"/>
  <p:tag name="KSO_WM_DIAGRAM_GROUP_CODE" val="l1-1"/>
  <p:tag name="KSO_WM_UNIT_TYPE" val="i"/>
  <p:tag name="KSO_WM_UNIT_INDEX" val="60"/>
  <p:tag name="KSO_WM_UNIT_ID" val="diagram20190634_5*i*60"/>
  <p:tag name="KSO_WM_TEMPLATE_CATEGORY" val="diagram"/>
  <p:tag name="KSO_WM_TEMPLATE_INDEX" val="20190634"/>
  <p:tag name="KSO_WM_UNIT_LAYERLEVEL" val="1"/>
  <p:tag name="KSO_WM_TAG_VERSION" val="1.0"/>
  <p:tag name="KSO_WM_BEAUTIFY_FLAG" val="#wm#"/>
  <p:tag name="KSO_WM_UNIT_DIAGRAM_ISNUMVISUAL" val="0"/>
  <p:tag name="KSO_WM_UNIT_DIAGRAM_ISREFERUNIT" val="0"/>
  <p:tag name="KSO_WM_UNIT_TEXT_FILL_FORE_SCHEMECOLOR_INDEX" val="13"/>
  <p:tag name="KSO_WM_UNIT_TEXT_FILL_TYPE" val="1"/>
  <p:tag name="KSO_WM_UNIT_USESOURCEFORMAT_APPLY" val="1"/>
</p:tagLst>
</file>

<file path=ppt/tags/tag1105.xml><?xml version="1.0" encoding="utf-8"?>
<p:tagLst xmlns:p="http://schemas.openxmlformats.org/presentationml/2006/main">
  <p:tag name="KSO_WM_UNIT_HIGHLIGHT" val="0"/>
  <p:tag name="KSO_WM_UNIT_COMPATIBLE" val="0"/>
  <p:tag name="KSO_WM_DIAGRAM_GROUP_CODE" val="l1-1"/>
  <p:tag name="KSO_WM_UNIT_TYPE" val="i"/>
  <p:tag name="KSO_WM_UNIT_INDEX" val="61"/>
  <p:tag name="KSO_WM_UNIT_ID" val="diagram20190634_5*i*61"/>
  <p:tag name="KSO_WM_TEMPLATE_CATEGORY" val="diagram"/>
  <p:tag name="KSO_WM_TEMPLATE_INDEX" val="20190634"/>
  <p:tag name="KSO_WM_UNIT_LAYERLEVEL" val="1"/>
  <p:tag name="KSO_WM_TAG_VERSION" val="1.0"/>
  <p:tag name="KSO_WM_BEAUTIFY_FLAG" val="#wm#"/>
  <p:tag name="KSO_WM_UNIT_DIAGRAM_ISNUMVISUAL" val="0"/>
  <p:tag name="KSO_WM_UNIT_DIAGRAM_ISREFERUNIT" val="0"/>
  <p:tag name="KSO_WM_UNIT_TEXT_FILL_FORE_SCHEMECOLOR_INDEX" val="13"/>
  <p:tag name="KSO_WM_UNIT_TEXT_FILL_TYPE" val="1"/>
  <p:tag name="KSO_WM_UNIT_USESOURCEFORMAT_APPLY" val="1"/>
</p:tagLst>
</file>

<file path=ppt/tags/tag1106.xml><?xml version="1.0" encoding="utf-8"?>
<p:tagLst xmlns:p="http://schemas.openxmlformats.org/presentationml/2006/main">
  <p:tag name="KSO_WM_UNIT_HIGHLIGHT" val="0"/>
  <p:tag name="KSO_WM_UNIT_COMPATIBLE" val="0"/>
  <p:tag name="KSO_WM_DIAGRAM_GROUP_CODE" val="l1-1"/>
  <p:tag name="KSO_WM_UNIT_TYPE" val="i"/>
  <p:tag name="KSO_WM_UNIT_INDEX" val="62"/>
  <p:tag name="KSO_WM_UNIT_ID" val="diagram20190634_5*i*62"/>
  <p:tag name="KSO_WM_TEMPLATE_CATEGORY" val="diagram"/>
  <p:tag name="KSO_WM_TEMPLATE_INDEX" val="20190634"/>
  <p:tag name="KSO_WM_UNIT_LAYERLEVEL" val="1"/>
  <p:tag name="KSO_WM_TAG_VERSION" val="1.0"/>
  <p:tag name="KSO_WM_BEAUTIFY_FLAG" val="#wm#"/>
  <p:tag name="KSO_WM_UNIT_DIAGRAM_ISNUMVISUAL" val="0"/>
  <p:tag name="KSO_WM_UNIT_DIAGRAM_ISREFERUNIT" val="0"/>
  <p:tag name="KSO_WM_UNIT_TEXT_FILL_FORE_SCHEMECOLOR_INDEX" val="13"/>
  <p:tag name="KSO_WM_UNIT_TEXT_FILL_TYPE" val="1"/>
  <p:tag name="KSO_WM_UNIT_USESOURCEFORMAT_APPLY" val="1"/>
</p:tagLst>
</file>

<file path=ppt/tags/tag1107.xml><?xml version="1.0" encoding="utf-8"?>
<p:tagLst xmlns:p="http://schemas.openxmlformats.org/presentationml/2006/main">
  <p:tag name="KSO_WM_UNIT_HIGHLIGHT" val="0"/>
  <p:tag name="KSO_WM_UNIT_COMPATIBLE" val="0"/>
  <p:tag name="KSO_WM_DIAGRAM_GROUP_CODE" val="l1-1"/>
  <p:tag name="KSO_WM_UNIT_TYPE" val="i"/>
  <p:tag name="KSO_WM_UNIT_INDEX" val="63"/>
  <p:tag name="KSO_WM_UNIT_ID" val="diagram20190634_5*i*63"/>
  <p:tag name="KSO_WM_TEMPLATE_CATEGORY" val="diagram"/>
  <p:tag name="KSO_WM_TEMPLATE_INDEX" val="20190634"/>
  <p:tag name="KSO_WM_UNIT_LAYERLEVEL" val="1"/>
  <p:tag name="KSO_WM_TAG_VERSION" val="1.0"/>
  <p:tag name="KSO_WM_BEAUTIFY_FLAG" val="#wm#"/>
  <p:tag name="KSO_WM_UNIT_DIAGRAM_ISNUMVISUAL" val="0"/>
  <p:tag name="KSO_WM_UNIT_DIAGRAM_ISREFERUNIT" val="0"/>
  <p:tag name="KSO_WM_UNIT_FILL_FORE_SCHEMECOLOR_INDEX" val="13"/>
  <p:tag name="KSO_WM_UNIT_FILL_TYPE" val="1"/>
  <p:tag name="KSO_WM_UNIT_TEXT_FILL_FORE_SCHEMECOLOR_INDEX" val="13"/>
  <p:tag name="KSO_WM_UNIT_TEXT_FILL_TYPE" val="1"/>
  <p:tag name="KSO_WM_UNIT_USESOURCEFORMAT_APPLY" val="1"/>
</p:tagLst>
</file>

<file path=ppt/tags/tag1108.xml><?xml version="1.0" encoding="utf-8"?>
<p:tagLst xmlns:p="http://schemas.openxmlformats.org/presentationml/2006/main">
  <p:tag name="KSO_WM_UNIT_HIGHLIGHT" val="0"/>
  <p:tag name="KSO_WM_UNIT_COMPATIBLE" val="0"/>
  <p:tag name="KSO_WM_DIAGRAM_GROUP_CODE" val="l1-1"/>
  <p:tag name="KSO_WM_UNIT_TYPE" val="i"/>
  <p:tag name="KSO_WM_UNIT_INDEX" val="65"/>
  <p:tag name="KSO_WM_UNIT_ID" val="diagram20190634_5*i*65"/>
  <p:tag name="KSO_WM_TEMPLATE_CATEGORY" val="diagram"/>
  <p:tag name="KSO_WM_TEMPLATE_INDEX" val="20190634"/>
  <p:tag name="KSO_WM_UNIT_LAYERLEVEL" val="1"/>
  <p:tag name="KSO_WM_TAG_VERSION" val="1.0"/>
  <p:tag name="KSO_WM_BEAUTIFY_FLAG" val="#wm#"/>
  <p:tag name="KSO_WM_UNIT_DIAGRAM_ISNUMVISUAL" val="0"/>
  <p:tag name="KSO_WM_UNIT_DIAGRAM_ISREFERUNIT" val="0"/>
  <p:tag name="KSO_WM_UNIT_FILL_FORE_SCHEMECOLOR_INDEX" val="14"/>
  <p:tag name="KSO_WM_UNIT_FILL_TYPE" val="1"/>
  <p:tag name="KSO_WM_UNIT_TEXT_FILL_FORE_SCHEMECOLOR_INDEX" val="13"/>
  <p:tag name="KSO_WM_UNIT_TEXT_FILL_TYPE" val="1"/>
  <p:tag name="KSO_WM_UNIT_USESOURCEFORMAT_APPLY" val="1"/>
</p:tagLst>
</file>

<file path=ppt/tags/tag1109.xml><?xml version="1.0" encoding="utf-8"?>
<p:tagLst xmlns:p="http://schemas.openxmlformats.org/presentationml/2006/main">
  <p:tag name="KSO_WM_UNIT_HIGHLIGHT" val="0"/>
  <p:tag name="KSO_WM_UNIT_COMPATIBLE" val="0"/>
  <p:tag name="KSO_WM_DIAGRAM_GROUP_CODE" val="l1-1"/>
  <p:tag name="KSO_WM_UNIT_TYPE" val="i"/>
  <p:tag name="KSO_WM_UNIT_INDEX" val="66"/>
  <p:tag name="KSO_WM_UNIT_ID" val="diagram20190634_5*i*66"/>
  <p:tag name="KSO_WM_TEMPLATE_CATEGORY" val="diagram"/>
  <p:tag name="KSO_WM_TEMPLATE_INDEX" val="20190634"/>
  <p:tag name="KSO_WM_UNIT_LAYERLEVEL" val="1"/>
  <p:tag name="KSO_WM_TAG_VERSION" val="1.0"/>
  <p:tag name="KSO_WM_BEAUTIFY_FLAG" val="#wm#"/>
  <p:tag name="KSO_WM_UNIT_DIAGRAM_ISNUMVISUAL" val="0"/>
  <p:tag name="KSO_WM_UNIT_DIAGRAM_ISREFERUNIT" val="0"/>
  <p:tag name="KSO_WM_UNIT_FILL_FORE_SCHEMECOLOR_INDEX" val="13"/>
  <p:tag name="KSO_WM_UNIT_FILL_TYPE" val="1"/>
  <p:tag name="KSO_WM_UNIT_TEXT_FILL_FORE_SCHEMECOLOR_INDEX" val="13"/>
  <p:tag name="KSO_WM_UNIT_TEXT_FILL_TYPE" val="1"/>
  <p:tag name="KSO_WM_UNIT_USESOURCEFORMAT_APPLY" val="1"/>
</p:tagLst>
</file>

<file path=ppt/tags/tag1110.xml><?xml version="1.0" encoding="utf-8"?>
<p:tagLst xmlns:p="http://schemas.openxmlformats.org/presentationml/2006/main">
  <p:tag name="KSO_WM_UNIT_HIGHLIGHT" val="0"/>
  <p:tag name="KSO_WM_UNIT_COMPATIBLE" val="0"/>
  <p:tag name="KSO_WM_DIAGRAM_GROUP_CODE" val="l1-1"/>
  <p:tag name="KSO_WM_UNIT_TYPE" val="i"/>
  <p:tag name="KSO_WM_UNIT_INDEX" val="68"/>
  <p:tag name="KSO_WM_UNIT_ID" val="diagram20190634_5*i*68"/>
  <p:tag name="KSO_WM_TEMPLATE_CATEGORY" val="diagram"/>
  <p:tag name="KSO_WM_TEMPLATE_INDEX" val="20190634"/>
  <p:tag name="KSO_WM_UNIT_LAYERLEVEL" val="1"/>
  <p:tag name="KSO_WM_TAG_VERSION" val="1.0"/>
  <p:tag name="KSO_WM_BEAUTIFY_FLAG" val="#wm#"/>
  <p:tag name="KSO_WM_UNIT_DIAGRAM_ISNUMVISUAL" val="0"/>
  <p:tag name="KSO_WM_UNIT_DIAGRAM_ISREFERUNIT" val="0"/>
  <p:tag name="KSO_WM_UNIT_FILL_FORE_SCHEMECOLOR_INDEX" val="14"/>
  <p:tag name="KSO_WM_UNIT_FILL_TYPE" val="1"/>
  <p:tag name="KSO_WM_UNIT_TEXT_FILL_FORE_SCHEMECOLOR_INDEX" val="13"/>
  <p:tag name="KSO_WM_UNIT_TEXT_FILL_TYPE" val="1"/>
  <p:tag name="KSO_WM_UNIT_USESOURCEFORMAT_APPLY" val="1"/>
</p:tagLst>
</file>

<file path=ppt/tags/tag1111.xml><?xml version="1.0" encoding="utf-8"?>
<p:tagLst xmlns:p="http://schemas.openxmlformats.org/presentationml/2006/main">
  <p:tag name="KSO_WM_UNIT_HIGHLIGHT" val="0"/>
  <p:tag name="KSO_WM_UNIT_COMPATIBLE" val="0"/>
  <p:tag name="KSO_WM_DIAGRAM_GROUP_CODE" val="l1-1"/>
  <p:tag name="KSO_WM_UNIT_TYPE" val="i"/>
  <p:tag name="KSO_WM_UNIT_INDEX" val="69"/>
  <p:tag name="KSO_WM_UNIT_ID" val="diagram20190634_5*i*69"/>
  <p:tag name="KSO_WM_TEMPLATE_CATEGORY" val="diagram"/>
  <p:tag name="KSO_WM_TEMPLATE_INDEX" val="20190634"/>
  <p:tag name="KSO_WM_UNIT_LAYERLEVEL" val="1"/>
  <p:tag name="KSO_WM_TAG_VERSION" val="1.0"/>
  <p:tag name="KSO_WM_BEAUTIFY_FLAG" val="#wm#"/>
  <p:tag name="KSO_WM_UNIT_DIAGRAM_ISNUMVISUAL" val="0"/>
  <p:tag name="KSO_WM_UNIT_DIAGRAM_ISREFERUNIT" val="0"/>
  <p:tag name="KSO_WM_UNIT_TEXT_FILL_FORE_SCHEMECOLOR_INDEX" val="13"/>
  <p:tag name="KSO_WM_UNIT_TEXT_FILL_TYPE" val="1"/>
  <p:tag name="KSO_WM_UNIT_USESOURCEFORMAT_APPLY" val="1"/>
</p:tagLst>
</file>

<file path=ppt/tags/tag1112.xml><?xml version="1.0" encoding="utf-8"?>
<p:tagLst xmlns:p="http://schemas.openxmlformats.org/presentationml/2006/main">
  <p:tag name="KSO_WM_UNIT_HIGHLIGHT" val="0"/>
  <p:tag name="KSO_WM_UNIT_COMPATIBLE" val="0"/>
  <p:tag name="KSO_WM_DIAGRAM_GROUP_CODE" val="l1-1"/>
  <p:tag name="KSO_WM_UNIT_TYPE" val="i"/>
  <p:tag name="KSO_WM_UNIT_INDEX" val="70"/>
  <p:tag name="KSO_WM_UNIT_ID" val="diagram20190634_5*i*70"/>
  <p:tag name="KSO_WM_TEMPLATE_CATEGORY" val="diagram"/>
  <p:tag name="KSO_WM_TEMPLATE_INDEX" val="20190634"/>
  <p:tag name="KSO_WM_UNIT_LAYERLEVEL" val="1"/>
  <p:tag name="KSO_WM_TAG_VERSION" val="1.0"/>
  <p:tag name="KSO_WM_BEAUTIFY_FLAG" val="#wm#"/>
  <p:tag name="KSO_WM_UNIT_DIAGRAM_ISNUMVISUAL" val="0"/>
  <p:tag name="KSO_WM_UNIT_DIAGRAM_ISREFERUNIT" val="0"/>
  <p:tag name="KSO_WM_UNIT_TEXT_FILL_FORE_SCHEMECOLOR_INDEX" val="13"/>
  <p:tag name="KSO_WM_UNIT_TEXT_FILL_TYPE" val="1"/>
  <p:tag name="KSO_WM_UNIT_USESOURCEFORMAT_APPLY" val="1"/>
</p:tagLst>
</file>

<file path=ppt/tags/tag1113.xml><?xml version="1.0" encoding="utf-8"?>
<p:tagLst xmlns:p="http://schemas.openxmlformats.org/presentationml/2006/main">
  <p:tag name="KSO_WM_UNIT_HIGHLIGHT" val="0"/>
  <p:tag name="KSO_WM_UNIT_COMPATIBLE" val="0"/>
  <p:tag name="KSO_WM_DIAGRAM_GROUP_CODE" val="l1-1"/>
  <p:tag name="KSO_WM_UNIT_TYPE" val="i"/>
  <p:tag name="KSO_WM_UNIT_INDEX" val="71"/>
  <p:tag name="KSO_WM_UNIT_ID" val="diagram20190634_5*i*71"/>
  <p:tag name="KSO_WM_TEMPLATE_CATEGORY" val="diagram"/>
  <p:tag name="KSO_WM_TEMPLATE_INDEX" val="20190634"/>
  <p:tag name="KSO_WM_UNIT_LAYERLEVEL" val="1"/>
  <p:tag name="KSO_WM_TAG_VERSION" val="1.0"/>
  <p:tag name="KSO_WM_BEAUTIFY_FLAG" val="#wm#"/>
  <p:tag name="KSO_WM_UNIT_DIAGRAM_ISNUMVISUAL" val="0"/>
  <p:tag name="KSO_WM_UNIT_DIAGRAM_ISREFERUNIT" val="0"/>
  <p:tag name="KSO_WM_UNIT_TEXT_FILL_FORE_SCHEMECOLOR_INDEX" val="13"/>
  <p:tag name="KSO_WM_UNIT_TEXT_FILL_TYPE" val="1"/>
  <p:tag name="KSO_WM_UNIT_USESOURCEFORMAT_APPLY" val="1"/>
</p:tagLst>
</file>

<file path=ppt/tags/tag1114.xml><?xml version="1.0" encoding="utf-8"?>
<p:tagLst xmlns:p="http://schemas.openxmlformats.org/presentationml/2006/main">
  <p:tag name="KSO_WM_UNIT_HIGHLIGHT" val="0"/>
  <p:tag name="KSO_WM_UNIT_COMPATIBLE" val="0"/>
  <p:tag name="KSO_WM_DIAGRAM_GROUP_CODE" val="l1-1"/>
  <p:tag name="KSO_WM_UNIT_TYPE" val="i"/>
  <p:tag name="KSO_WM_UNIT_INDEX" val="72"/>
  <p:tag name="KSO_WM_UNIT_ID" val="diagram20190634_5*i*72"/>
  <p:tag name="KSO_WM_TEMPLATE_CATEGORY" val="diagram"/>
  <p:tag name="KSO_WM_TEMPLATE_INDEX" val="20190634"/>
  <p:tag name="KSO_WM_UNIT_LAYERLEVEL" val="1"/>
  <p:tag name="KSO_WM_TAG_VERSION" val="1.0"/>
  <p:tag name="KSO_WM_BEAUTIFY_FLAG" val="#wm#"/>
  <p:tag name="KSO_WM_UNIT_DIAGRAM_ISNUMVISUAL" val="0"/>
  <p:tag name="KSO_WM_UNIT_DIAGRAM_ISREFERUNIT" val="0"/>
  <p:tag name="KSO_WM_UNIT_TEXT_FILL_FORE_SCHEMECOLOR_INDEX" val="13"/>
  <p:tag name="KSO_WM_UNIT_TEXT_FILL_TYPE" val="1"/>
  <p:tag name="KSO_WM_UNIT_USESOURCEFORMAT_APPLY" val="1"/>
</p:tagLst>
</file>

<file path=ppt/tags/tag1115.xml><?xml version="1.0" encoding="utf-8"?>
<p:tagLst xmlns:p="http://schemas.openxmlformats.org/presentationml/2006/main">
  <p:tag name="KSO_WM_UNIT_HIGHLIGHT" val="0"/>
  <p:tag name="KSO_WM_UNIT_COMPATIBLE" val="0"/>
  <p:tag name="KSO_WM_DIAGRAM_GROUP_CODE" val="l1-1"/>
  <p:tag name="KSO_WM_UNIT_TYPE" val="i"/>
  <p:tag name="KSO_WM_UNIT_INDEX" val="73"/>
  <p:tag name="KSO_WM_UNIT_ID" val="diagram20190634_5*i*73"/>
  <p:tag name="KSO_WM_TEMPLATE_CATEGORY" val="diagram"/>
  <p:tag name="KSO_WM_TEMPLATE_INDEX" val="20190634"/>
  <p:tag name="KSO_WM_UNIT_LAYERLEVEL" val="1"/>
  <p:tag name="KSO_WM_TAG_VERSION" val="1.0"/>
  <p:tag name="KSO_WM_BEAUTIFY_FLAG" val="#wm#"/>
  <p:tag name="KSO_WM_UNIT_DIAGRAM_ISNUMVISUAL" val="0"/>
  <p:tag name="KSO_WM_UNIT_DIAGRAM_ISREFERUNIT" val="0"/>
  <p:tag name="KSO_WM_UNIT_TEXT_FILL_FORE_SCHEMECOLOR_INDEX" val="13"/>
  <p:tag name="KSO_WM_UNIT_TEXT_FILL_TYPE" val="1"/>
  <p:tag name="KSO_WM_UNIT_USESOURCEFORMAT_APPLY" val="1"/>
</p:tagLst>
</file>

<file path=ppt/tags/tag1116.xml><?xml version="1.0" encoding="utf-8"?>
<p:tagLst xmlns:p="http://schemas.openxmlformats.org/presentationml/2006/main">
  <p:tag name="KSO_WM_UNIT_HIGHLIGHT" val="0"/>
  <p:tag name="KSO_WM_UNIT_COMPATIBLE" val="0"/>
  <p:tag name="KSO_WM_DIAGRAM_GROUP_CODE" val="l1-1"/>
  <p:tag name="KSO_WM_UNIT_TYPE" val="i"/>
  <p:tag name="KSO_WM_UNIT_INDEX" val="74"/>
  <p:tag name="KSO_WM_UNIT_ID" val="diagram20190634_5*i*74"/>
  <p:tag name="KSO_WM_TEMPLATE_CATEGORY" val="diagram"/>
  <p:tag name="KSO_WM_TEMPLATE_INDEX" val="20190634"/>
  <p:tag name="KSO_WM_UNIT_LAYERLEVEL" val="1"/>
  <p:tag name="KSO_WM_TAG_VERSION" val="1.0"/>
  <p:tag name="KSO_WM_BEAUTIFY_FLAG" val="#wm#"/>
  <p:tag name="KSO_WM_UNIT_DIAGRAM_ISNUMVISUAL" val="0"/>
  <p:tag name="KSO_WM_UNIT_DIAGRAM_ISREFERUNIT" val="0"/>
  <p:tag name="KSO_WM_UNIT_TEXT_FILL_FORE_SCHEMECOLOR_INDEX" val="13"/>
  <p:tag name="KSO_WM_UNIT_TEXT_FILL_TYPE" val="1"/>
  <p:tag name="KSO_WM_UNIT_USESOURCEFORMAT_APPLY" val="1"/>
</p:tagLst>
</file>

<file path=ppt/tags/tag1117.xml><?xml version="1.0" encoding="utf-8"?>
<p:tagLst xmlns:p="http://schemas.openxmlformats.org/presentationml/2006/main">
  <p:tag name="KSO_WM_UNIT_HIGHLIGHT" val="0"/>
  <p:tag name="KSO_WM_UNIT_COMPATIBLE" val="0"/>
  <p:tag name="KSO_WM_DIAGRAM_GROUP_CODE" val="l1-1"/>
  <p:tag name="KSO_WM_UNIT_TYPE" val="i"/>
  <p:tag name="KSO_WM_UNIT_INDEX" val="75"/>
  <p:tag name="KSO_WM_UNIT_ID" val="diagram20190634_5*i*75"/>
  <p:tag name="KSO_WM_TEMPLATE_CATEGORY" val="diagram"/>
  <p:tag name="KSO_WM_TEMPLATE_INDEX" val="20190634"/>
  <p:tag name="KSO_WM_UNIT_LAYERLEVEL" val="1"/>
  <p:tag name="KSO_WM_TAG_VERSION" val="1.0"/>
  <p:tag name="KSO_WM_BEAUTIFY_FLAG" val="#wm#"/>
  <p:tag name="KSO_WM_UNIT_DIAGRAM_ISNUMVISUAL" val="0"/>
  <p:tag name="KSO_WM_UNIT_DIAGRAM_ISREFERUNIT" val="0"/>
  <p:tag name="KSO_WM_UNIT_TEXT_FILL_FORE_SCHEMECOLOR_INDEX" val="13"/>
  <p:tag name="KSO_WM_UNIT_TEXT_FILL_TYPE" val="1"/>
  <p:tag name="KSO_WM_UNIT_USESOURCEFORMAT_APPLY" val="1"/>
</p:tagLst>
</file>

<file path=ppt/tags/tag1118.xml><?xml version="1.0" encoding="utf-8"?>
<p:tagLst xmlns:p="http://schemas.openxmlformats.org/presentationml/2006/main">
  <p:tag name="KSO_WM_UNIT_HIGHLIGHT" val="0"/>
  <p:tag name="KSO_WM_UNIT_COMPATIBLE" val="0"/>
  <p:tag name="KSO_WM_DIAGRAM_GROUP_CODE" val="l1-1"/>
  <p:tag name="KSO_WM_UNIT_TYPE" val="l_h_i"/>
  <p:tag name="KSO_WM_UNIT_INDEX" val="1_3_2"/>
  <p:tag name="KSO_WM_UNIT_ID" val="diagram20190634_2*l_h_i*1_3_2"/>
  <p:tag name="KSO_WM_TEMPLATE_CATEGORY" val="diagram"/>
  <p:tag name="KSO_WM_TEMPLATE_INDEX" val="20190634"/>
  <p:tag name="KSO_WM_UNIT_LAYERLEVEL" val="1_1_1"/>
  <p:tag name="KSO_WM_TAG_VERSION" val="1.0"/>
  <p:tag name="KSO_WM_BEAUTIFY_FLAG" val="#wm#"/>
  <p:tag name="KSO_WM_UNIT_DIAGRAM_ISNUMVISUAL" val="0"/>
  <p:tag name="KSO_WM_UNIT_DIAGRAM_ISREFERUNIT" val="0"/>
  <p:tag name="KSO_WM_UNIT_FILL_FORE_SCHEMECOLOR_INDEX" val="7"/>
  <p:tag name="KSO_WM_UNIT_FILL_TYPE" val="1"/>
  <p:tag name="KSO_WM_UNIT_TEXT_FILL_FORE_SCHEMECOLOR_INDEX" val="2"/>
  <p:tag name="KSO_WM_UNIT_TEXT_FILL_TYPE" val="1"/>
  <p:tag name="KSO_WM_UNIT_USESOURCEFORMAT_APPLY" val="1"/>
</p:tagLst>
</file>

<file path=ppt/tags/tag1119.xml><?xml version="1.0" encoding="utf-8"?>
<p:tagLst xmlns:p="http://schemas.openxmlformats.org/presentationml/2006/main">
  <p:tag name="KSO_WM_UNIT_HIGHLIGHT" val="0"/>
  <p:tag name="KSO_WM_UNIT_COMPATIBLE" val="0"/>
  <p:tag name="KSO_WM_DIAGRAM_GROUP_CODE" val="l1-1"/>
  <p:tag name="KSO_WM_UNIT_TYPE" val="l_h_i"/>
  <p:tag name="KSO_WM_UNIT_INDEX" val="1_3_1"/>
  <p:tag name="KSO_WM_UNIT_ID" val="diagram20190634_2*l_h_i*1_3_1"/>
  <p:tag name="KSO_WM_TEMPLATE_CATEGORY" val="diagram"/>
  <p:tag name="KSO_WM_TEMPLATE_INDEX" val="20190634"/>
  <p:tag name="KSO_WM_UNIT_LAYERLEVEL" val="1_1_1"/>
  <p:tag name="KSO_WM_TAG_VERSION" val="1.0"/>
  <p:tag name="KSO_WM_BEAUTIFY_FLAG" val="#wm#"/>
  <p:tag name="KSO_WM_UNIT_DIAGRAM_ISNUMVISUAL" val="0"/>
  <p:tag name="KSO_WM_UNIT_DIAGRAM_ISREFERUNIT" val="0"/>
  <p:tag name="KSO_WM_UNIT_FILL_FORE_SCHEMECOLOR_INDEX" val="14"/>
  <p:tag name="KSO_WM_UNIT_FILL_TYPE" val="1"/>
  <p:tag name="KSO_WM_UNIT_TEXT_FILL_FORE_SCHEMECOLOR_INDEX" val="13"/>
  <p:tag name="KSO_WM_UNIT_TEXT_FILL_TYPE" val="1"/>
  <p:tag name="KSO_WM_UNIT_USESOURCEFORMAT_APPLY" val="1"/>
</p:tagLst>
</file>

<file path=ppt/tags/tag1120.xml><?xml version="1.0" encoding="utf-8"?>
<p:tagLst xmlns:p="http://schemas.openxmlformats.org/presentationml/2006/main">
  <p:tag name="KSO_WM_UNIT_HIGHLIGHT" val="0"/>
  <p:tag name="KSO_WM_UNIT_COMPATIBLE" val="0"/>
  <p:tag name="KSO_WM_DIAGRAM_GROUP_CODE" val="l1-1"/>
  <p:tag name="KSO_WM_UNIT_TYPE" val="l_h_f"/>
  <p:tag name="KSO_WM_UNIT_INDEX" val="1_3_1"/>
  <p:tag name="KSO_WM_UNIT_ID" val="diagram20190634_2*l_h_f*1_3_1"/>
  <p:tag name="KSO_WM_TEMPLATE_CATEGORY" val="diagram"/>
  <p:tag name="KSO_WM_TEMPLATE_INDEX" val="20190634"/>
  <p:tag name="KSO_WM_UNIT_LAYERLEVEL" val="1_1_1"/>
  <p:tag name="KSO_WM_TAG_VERSION" val="1.0"/>
  <p:tag name="KSO_WM_BEAUTIFY_FLAG" val="#wm#"/>
  <p:tag name="KSO_WM_UNIT_PRESET_TEXT" val="单击此处添加文本具体内容"/>
  <p:tag name="KSO_WM_UNIT_VALUE" val="52"/>
  <p:tag name="KSO_WM_UNIT_NOCLEAR" val="0"/>
  <p:tag name="KSO_WM_UNIT_DIAGRAM_ISNUMVISUAL" val="0"/>
  <p:tag name="KSO_WM_UNIT_DIAGRAM_ISREFERUNIT" val="0"/>
  <p:tag name="KSO_WM_UNIT_FILL_FORE_SCHEMECOLOR_INDEX" val="14"/>
  <p:tag name="KSO_WM_UNIT_FILL_TYPE" val="1"/>
  <p:tag name="KSO_WM_UNIT_TEXT_FILL_FORE_SCHEMECOLOR_INDEX" val="13"/>
  <p:tag name="KSO_WM_UNIT_TEXT_FILL_TYPE" val="1"/>
  <p:tag name="KSO_WM_UNIT_USESOURCEFORMAT_APPLY" val="1"/>
</p:tagLst>
</file>

<file path=ppt/tags/tag1121.xml><?xml version="1.0" encoding="utf-8"?>
<p:tagLst xmlns:p="http://schemas.openxmlformats.org/presentationml/2006/main">
  <p:tag name="KSO_WM_UNIT_HIGHLIGHT" val="0"/>
  <p:tag name="KSO_WM_UNIT_COMPATIBLE" val="0"/>
  <p:tag name="KSO_WM_DIAGRAM_GROUP_CODE" val="l1-1"/>
  <p:tag name="KSO_WM_UNIT_TYPE" val="l_i"/>
  <p:tag name="KSO_WM_UNIT_INDEX" val="1_1"/>
  <p:tag name="KSO_WM_UNIT_ID" val="diagram20190634_2*l_i*1_1"/>
  <p:tag name="KSO_WM_TEMPLATE_CATEGORY" val="diagram"/>
  <p:tag name="KSO_WM_TEMPLATE_INDEX" val="20190634"/>
  <p:tag name="KSO_WM_UNIT_LAYERLEVEL" val="1_1"/>
  <p:tag name="KSO_WM_TAG_VERSION" val="1.0"/>
  <p:tag name="KSO_WM_BEAUTIFY_FLAG" val="#wm#"/>
  <p:tag name="KSO_WM_UNIT_DIAGRAM_ISNUMVISUAL" val="0"/>
  <p:tag name="KSO_WM_UNIT_DIAGRAM_ISREFERUNIT" val="0"/>
  <p:tag name="KSO_WM_UNIT_LINE_FORE_SCHEMECOLOR_INDEX" val="14"/>
  <p:tag name="KSO_WM_UNIT_LINE_FILL_TYPE" val="2"/>
  <p:tag name="KSO_WM_UNIT_USESOURCEFORMAT_APPLY" val="1"/>
</p:tagLst>
</file>

<file path=ppt/tags/tag1122.xml><?xml version="1.0" encoding="utf-8"?>
<p:tagLst xmlns:p="http://schemas.openxmlformats.org/presentationml/2006/main">
  <p:tag name="KSO_WM_UNIT_HIGHLIGHT" val="0"/>
  <p:tag name="KSO_WM_UNIT_COMPATIBLE" val="0"/>
  <p:tag name="KSO_WM_DIAGRAM_GROUP_CODE" val="l1-1"/>
  <p:tag name="KSO_WM_UNIT_TYPE" val="l_i"/>
  <p:tag name="KSO_WM_UNIT_INDEX" val="1_2"/>
  <p:tag name="KSO_WM_UNIT_ID" val="diagram20190634_2*l_i*1_2"/>
  <p:tag name="KSO_WM_TEMPLATE_CATEGORY" val="diagram"/>
  <p:tag name="KSO_WM_TEMPLATE_INDEX" val="20190634"/>
  <p:tag name="KSO_WM_UNIT_LAYERLEVEL" val="1_1"/>
  <p:tag name="KSO_WM_TAG_VERSION" val="1.0"/>
  <p:tag name="KSO_WM_BEAUTIFY_FLAG" val="#wm#"/>
  <p:tag name="KSO_WM_UNIT_DIAGRAM_ISNUMVISUAL" val="0"/>
  <p:tag name="KSO_WM_UNIT_DIAGRAM_ISREFERUNIT" val="0"/>
  <p:tag name="KSO_WM_UNIT_LINE_FORE_SCHEMECOLOR_INDEX" val="14"/>
  <p:tag name="KSO_WM_UNIT_LINE_FILL_TYPE" val="2"/>
  <p:tag name="KSO_WM_UNIT_USESOURCEFORMAT_APPLY" val="1"/>
</p:tagLst>
</file>

<file path=ppt/tags/tag1123.xml><?xml version="1.0" encoding="utf-8"?>
<p:tagLst xmlns:p="http://schemas.openxmlformats.org/presentationml/2006/main">
  <p:tag name="KSO_WM_UNIT_HIGHLIGHT" val="0"/>
  <p:tag name="KSO_WM_UNIT_COMPATIBLE" val="0"/>
  <p:tag name="KSO_WM_DIAGRAM_GROUP_CODE" val="l1-1"/>
  <p:tag name="KSO_WM_UNIT_TYPE" val="l_h_f"/>
  <p:tag name="KSO_WM_UNIT_INDEX" val="1_2_1"/>
  <p:tag name="KSO_WM_UNIT_ID" val="diagram20190634_2*l_h_f*1_2_1"/>
  <p:tag name="KSO_WM_TEMPLATE_CATEGORY" val="diagram"/>
  <p:tag name="KSO_WM_TEMPLATE_INDEX" val="20190634"/>
  <p:tag name="KSO_WM_UNIT_LAYERLEVEL" val="1_1_1"/>
  <p:tag name="KSO_WM_TAG_VERSION" val="1.0"/>
  <p:tag name="KSO_WM_BEAUTIFY_FLAG" val="#wm#"/>
  <p:tag name="KSO_WM_UNIT_PRESET_TEXT" val="单击此处添加文本具体内容"/>
  <p:tag name="KSO_WM_UNIT_VALUE" val="52"/>
  <p:tag name="KSO_WM_UNIT_NOCLEAR" val="0"/>
  <p:tag name="KSO_WM_UNIT_DIAGRAM_ISNUMVISUAL" val="0"/>
  <p:tag name="KSO_WM_UNIT_DIAGRAM_ISREFERUNIT" val="0"/>
  <p:tag name="KSO_WM_UNIT_FILL_FORE_SCHEMECOLOR_INDEX" val="14"/>
  <p:tag name="KSO_WM_UNIT_FILL_TYPE" val="1"/>
  <p:tag name="KSO_WM_UNIT_TEXT_FILL_FORE_SCHEMECOLOR_INDEX" val="13"/>
  <p:tag name="KSO_WM_UNIT_TEXT_FILL_TYPE" val="1"/>
  <p:tag name="KSO_WM_UNIT_USESOURCEFORMAT_APPLY" val="1"/>
</p:tagLst>
</file>

<file path=ppt/tags/tag1124.xml><?xml version="1.0" encoding="utf-8"?>
<p:tagLst xmlns:p="http://schemas.openxmlformats.org/presentationml/2006/main">
  <p:tag name="KSO_WM_UNIT_HIGHLIGHT" val="0"/>
  <p:tag name="KSO_WM_UNIT_COMPATIBLE" val="0"/>
  <p:tag name="KSO_WM_DIAGRAM_GROUP_CODE" val="l1-1"/>
  <p:tag name="KSO_WM_UNIT_TYPE" val="l_h_i"/>
  <p:tag name="KSO_WM_UNIT_INDEX" val="1_2_2"/>
  <p:tag name="KSO_WM_UNIT_ID" val="diagram20190634_2*l_h_i*1_2_2"/>
  <p:tag name="KSO_WM_TEMPLATE_CATEGORY" val="diagram"/>
  <p:tag name="KSO_WM_TEMPLATE_INDEX" val="20190634"/>
  <p:tag name="KSO_WM_UNIT_LAYERLEVEL" val="1_1_1"/>
  <p:tag name="KSO_WM_TAG_VERSION" val="1.0"/>
  <p:tag name="KSO_WM_BEAUTIFY_FLAG" val="#wm#"/>
  <p:tag name="KSO_WM_UNIT_DIAGRAM_ISNUMVISUAL" val="0"/>
  <p:tag name="KSO_WM_UNIT_DIAGRAM_ISREFERUNIT" val="0"/>
  <p:tag name="KSO_WM_UNIT_FILL_FORE_SCHEMECOLOR_INDEX" val="6"/>
  <p:tag name="KSO_WM_UNIT_FILL_TYPE" val="1"/>
  <p:tag name="KSO_WM_UNIT_TEXT_FILL_FORE_SCHEMECOLOR_INDEX" val="2"/>
  <p:tag name="KSO_WM_UNIT_TEXT_FILL_TYPE" val="1"/>
  <p:tag name="KSO_WM_UNIT_USESOURCEFORMAT_APPLY" val="1"/>
</p:tagLst>
</file>

<file path=ppt/tags/tag1125.xml><?xml version="1.0" encoding="utf-8"?>
<p:tagLst xmlns:p="http://schemas.openxmlformats.org/presentationml/2006/main">
  <p:tag name="KSO_WM_UNIT_HIGHLIGHT" val="0"/>
  <p:tag name="KSO_WM_UNIT_COMPATIBLE" val="0"/>
  <p:tag name="KSO_WM_DIAGRAM_GROUP_CODE" val="l1-1"/>
  <p:tag name="KSO_WM_UNIT_TYPE" val="l_h_i"/>
  <p:tag name="KSO_WM_UNIT_INDEX" val="1_2_1"/>
  <p:tag name="KSO_WM_UNIT_ID" val="diagram20190634_2*l_h_i*1_2_1"/>
  <p:tag name="KSO_WM_TEMPLATE_CATEGORY" val="diagram"/>
  <p:tag name="KSO_WM_TEMPLATE_INDEX" val="20190634"/>
  <p:tag name="KSO_WM_UNIT_LAYERLEVEL" val="1_1_1"/>
  <p:tag name="KSO_WM_TAG_VERSION" val="1.0"/>
  <p:tag name="KSO_WM_BEAUTIFY_FLAG" val="#wm#"/>
  <p:tag name="KSO_WM_UNIT_DIAGRAM_ISNUMVISUAL" val="0"/>
  <p:tag name="KSO_WM_UNIT_DIAGRAM_ISREFERUNIT" val="0"/>
  <p:tag name="KSO_WM_UNIT_FILL_FORE_SCHEMECOLOR_INDEX" val="14"/>
  <p:tag name="KSO_WM_UNIT_FILL_TYPE" val="1"/>
  <p:tag name="KSO_WM_UNIT_TEXT_FILL_FORE_SCHEMECOLOR_INDEX" val="13"/>
  <p:tag name="KSO_WM_UNIT_TEXT_FILL_TYPE" val="1"/>
  <p:tag name="KSO_WM_UNIT_USESOURCEFORMAT_APPLY" val="1"/>
</p:tagLst>
</file>

<file path=ppt/tags/tag1126.xml><?xml version="1.0" encoding="utf-8"?>
<p:tagLst xmlns:p="http://schemas.openxmlformats.org/presentationml/2006/main">
  <p:tag name="KSO_WM_UNIT_HIGHLIGHT" val="0"/>
  <p:tag name="KSO_WM_UNIT_COMPATIBLE" val="0"/>
  <p:tag name="KSO_WM_DIAGRAM_GROUP_CODE" val="l1-1"/>
  <p:tag name="KSO_WM_UNIT_TYPE" val="l_h_f"/>
  <p:tag name="KSO_WM_UNIT_INDEX" val="1_1_1"/>
  <p:tag name="KSO_WM_UNIT_ID" val="diagram20190634_2*l_h_f*1_1_1"/>
  <p:tag name="KSO_WM_TEMPLATE_CATEGORY" val="diagram"/>
  <p:tag name="KSO_WM_TEMPLATE_INDEX" val="20190634"/>
  <p:tag name="KSO_WM_UNIT_LAYERLEVEL" val="1_1_1"/>
  <p:tag name="KSO_WM_TAG_VERSION" val="1.0"/>
  <p:tag name="KSO_WM_BEAUTIFY_FLAG" val="#wm#"/>
  <p:tag name="KSO_WM_UNIT_PRESET_TEXT" val="单击此处添加文本具体内容"/>
  <p:tag name="KSO_WM_UNIT_VALUE" val="52"/>
  <p:tag name="KSO_WM_UNIT_NOCLEAR" val="0"/>
  <p:tag name="KSO_WM_UNIT_DIAGRAM_ISNUMVISUAL" val="0"/>
  <p:tag name="KSO_WM_UNIT_DIAGRAM_ISREFERUNIT" val="0"/>
  <p:tag name="KSO_WM_UNIT_FILL_FORE_SCHEMECOLOR_INDEX" val="14"/>
  <p:tag name="KSO_WM_UNIT_FILL_TYPE" val="1"/>
  <p:tag name="KSO_WM_UNIT_TEXT_FILL_FORE_SCHEMECOLOR_INDEX" val="13"/>
  <p:tag name="KSO_WM_UNIT_TEXT_FILL_TYPE" val="1"/>
  <p:tag name="KSO_WM_UNIT_USESOURCEFORMAT_APPLY" val="1"/>
</p:tagLst>
</file>

<file path=ppt/tags/tag1127.xml><?xml version="1.0" encoding="utf-8"?>
<p:tagLst xmlns:p="http://schemas.openxmlformats.org/presentationml/2006/main">
  <p:tag name="KSO_WM_UNIT_HIGHLIGHT" val="0"/>
  <p:tag name="KSO_WM_UNIT_COMPATIBLE" val="0"/>
  <p:tag name="KSO_WM_DIAGRAM_GROUP_CODE" val="l1-1"/>
  <p:tag name="KSO_WM_UNIT_TYPE" val="l_h_i"/>
  <p:tag name="KSO_WM_UNIT_INDEX" val="1_1_2"/>
  <p:tag name="KSO_WM_UNIT_ID" val="diagram20190634_2*l_h_i*1_1_2"/>
  <p:tag name="KSO_WM_TEMPLATE_CATEGORY" val="diagram"/>
  <p:tag name="KSO_WM_TEMPLATE_INDEX" val="20190634"/>
  <p:tag name="KSO_WM_UNIT_LAYERLEVEL" val="1_1_1"/>
  <p:tag name="KSO_WM_TAG_VERSION" val="1.0"/>
  <p:tag name="KSO_WM_BEAUTIFY_FLAG" val="#wm#"/>
  <p:tag name="KSO_WM_UNIT_DIAGRAM_ISNUMVISUAL" val="0"/>
  <p:tag name="KSO_WM_UNIT_DIAGRAM_ISREFERUNIT" val="0"/>
  <p:tag name="KSO_WM_UNIT_FILL_FORE_SCHEMECOLOR_INDEX" val="5"/>
  <p:tag name="KSO_WM_UNIT_FILL_TYPE" val="1"/>
  <p:tag name="KSO_WM_UNIT_TEXT_FILL_FORE_SCHEMECOLOR_INDEX" val="2"/>
  <p:tag name="KSO_WM_UNIT_TEXT_FILL_TYPE" val="1"/>
  <p:tag name="KSO_WM_UNIT_USESOURCEFORMAT_APPLY" val="1"/>
</p:tagLst>
</file>

<file path=ppt/tags/tag1128.xml><?xml version="1.0" encoding="utf-8"?>
<p:tagLst xmlns:p="http://schemas.openxmlformats.org/presentationml/2006/main">
  <p:tag name="KSO_WM_UNIT_HIGHLIGHT" val="0"/>
  <p:tag name="KSO_WM_UNIT_COMPATIBLE" val="0"/>
  <p:tag name="KSO_WM_DIAGRAM_GROUP_CODE" val="l1-1"/>
  <p:tag name="KSO_WM_UNIT_TYPE" val="l_h_i"/>
  <p:tag name="KSO_WM_UNIT_INDEX" val="1_1_1"/>
  <p:tag name="KSO_WM_UNIT_ID" val="diagram20190634_2*l_h_i*1_1_1"/>
  <p:tag name="KSO_WM_TEMPLATE_CATEGORY" val="diagram"/>
  <p:tag name="KSO_WM_TEMPLATE_INDEX" val="20190634"/>
  <p:tag name="KSO_WM_UNIT_LAYERLEVEL" val="1_1_1"/>
  <p:tag name="KSO_WM_TAG_VERSION" val="1.0"/>
  <p:tag name="KSO_WM_BEAUTIFY_FLAG" val="#wm#"/>
  <p:tag name="KSO_WM_UNIT_DIAGRAM_ISNUMVISUAL" val="0"/>
  <p:tag name="KSO_WM_UNIT_DIAGRAM_ISREFERUNIT" val="0"/>
  <p:tag name="KSO_WM_UNIT_FILL_FORE_SCHEMECOLOR_INDEX" val="14"/>
  <p:tag name="KSO_WM_UNIT_FILL_TYPE" val="1"/>
  <p:tag name="KSO_WM_UNIT_TEXT_FILL_FORE_SCHEMECOLOR_INDEX" val="13"/>
  <p:tag name="KSO_WM_UNIT_TEXT_FILL_TYPE" val="1"/>
  <p:tag name="KSO_WM_UNIT_USESOURCEFORMAT_APPLY" val="1"/>
</p:tagLst>
</file>

<file path=ppt/tags/tag1129.xml><?xml version="1.0" encoding="utf-8"?>
<p:tagLst xmlns:p="http://schemas.openxmlformats.org/presentationml/2006/main">
  <p:tag name="KSO_WM_BEAUTIFY_FLAG" val="#wm#"/>
  <p:tag name="KSO_WM_TEMPLATE_CATEGORY" val="diagram"/>
  <p:tag name="KSO_WM_TEMPLATE_INDEX" val="20190634"/>
  <p:tag name="KSO_WM_SLIDE_ID" val="diagram20190634_5"/>
  <p:tag name="KSO_WM_SLIDE_ITEM_CNT" val="3"/>
  <p:tag name="KSO_WM_SLIDE_INDEX" val="5"/>
  <p:tag name="KSO_WM_TAG_VERSION" val="1.0"/>
  <p:tag name="KSO_WM_DIAGRAM_GROUP_CODE" val="l1-1"/>
  <p:tag name="KSO_WM_SLIDE_LAYOUT" val="l"/>
  <p:tag name="KSO_WM_SLIDE_LAYOUT_CNT" val="1"/>
  <p:tag name="KSO_WM_SLIDE_TYPE" val="text"/>
  <p:tag name="KSO_WM_SLIDE_SUBTYPE" val="diag"/>
  <p:tag name="KSO_WM_SLIDE_SIZE" val="455.679*369.692"/>
  <p:tag name="KSO_WM_SLIDE_POSITION" val="451.321*101.154"/>
  <p:tag name="KSO_WM_SLIDE_DIAGTYPE" val="l"/>
  <p:tag name="KSO_WM_TEMPLATE_SUBCATEGORY" val="0"/>
</p:tagLst>
</file>

<file path=ppt/tags/tag1130.xml><?xml version="1.0" encoding="utf-8"?>
<p:tagLst xmlns:p="http://schemas.openxmlformats.org/presentationml/2006/main">
  <p:tag name="KSO_WM_BEAUTIFY_FLAG" val="#wm#"/>
  <p:tag name="KSO_WM_TEMPLATE_CATEGORY" val="diagram"/>
  <p:tag name="KSO_WM_TEMPLATE_INDEX" val="20187725"/>
</p:tagLst>
</file>

<file path=ppt/tags/tag1131.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n1-1"/>
  <p:tag name="KSO_WM_UNIT_TYPE" val="i"/>
  <p:tag name="KSO_WM_UNIT_INDEX" val="1"/>
  <p:tag name="KSO_WM_UNIT_ID" val="diagram20188036_2*i*1"/>
  <p:tag name="KSO_WM_TEMPLATE_CATEGORY" val="diagram"/>
  <p:tag name="KSO_WM_TEMPLATE_INDEX" val="20188036"/>
  <p:tag name="KSO_WM_UNIT_LAYERLEVEL" val="1"/>
  <p:tag name="KSO_WM_TAG_VERSION" val="1.0"/>
  <p:tag name="KSO_WM_BEAUTIFY_FLAG" val="#wm#"/>
  <p:tag name="KSO_WM_UNIT_COLOR_SCHEME_SHAPE_ID" val="58"/>
  <p:tag name="KSO_WM_UNIT_COLOR_SCHEME_PARENT_PAGE" val="0_5"/>
  <p:tag name="KSO_WM_UNIT_TEXT_FILL_FORE_SCHEMECOLOR_INDEX" val="13"/>
  <p:tag name="KSO_WM_UNIT_TEXT_FILL_TYPE" val="1"/>
  <p:tag name="KSO_WM_UNIT_USESOURCEFORMAT_APPLY" val="1"/>
</p:tagLst>
</file>

<file path=ppt/tags/tag1132.xml><?xml version="1.0" encoding="utf-8"?>
<p:tagLst xmlns:p="http://schemas.openxmlformats.org/presentationml/2006/main">
  <p:tag name="KSO_WM_UNIT_PRESET_TEXT" val="单击此处添加文本具体内容，简明扼要的阐述您的观点。根据需要可酌情增减文字，以便观者准确的理解您传达的思想。"/>
  <p:tag name="KSO_WM_UNIT_VALUE" val="119"/>
  <p:tag name="KSO_WM_UNIT_HIGHLIGHT" val="0"/>
  <p:tag name="KSO_WM_UNIT_COMPATIBLE" val="0"/>
  <p:tag name="KSO_WM_UNIT_DIAGRAM_ISNUMVISUAL" val="0"/>
  <p:tag name="KSO_WM_UNIT_DIAGRAM_ISREFERUNIT" val="0"/>
  <p:tag name="KSO_WM_DIAGRAM_GROUP_CODE" val="n1-1"/>
  <p:tag name="KSO_WM_UNIT_TYPE" val="f"/>
  <p:tag name="KSO_WM_UNIT_INDEX" val="1"/>
  <p:tag name="KSO_WM_UNIT_ID" val="diagram20188036_2*f*1"/>
  <p:tag name="KSO_WM_TEMPLATE_CATEGORY" val="diagram"/>
  <p:tag name="KSO_WM_TEMPLATE_INDEX" val="20188036"/>
  <p:tag name="KSO_WM_UNIT_LAYERLEVEL" val="1"/>
  <p:tag name="KSO_WM_TAG_VERSION" val="1.0"/>
  <p:tag name="KSO_WM_BEAUTIFY_FLAG" val="#wm#"/>
  <p:tag name="KSO_WM_UNIT_NOCLEAR" val="0"/>
  <p:tag name="KSO_WM_UNIT_COLOR_SCHEME_SHAPE_ID" val="60"/>
  <p:tag name="KSO_WM_UNIT_COLOR_SCHEME_PARENT_PAGE" val="0_5"/>
  <p:tag name="KSO_WM_UNIT_TEXT_FILL_FORE_SCHEMECOLOR_INDEX" val="13"/>
  <p:tag name="KSO_WM_UNIT_TEXT_FILL_TYPE" val="1"/>
  <p:tag name="KSO_WM_UNIT_USESOURCEFORMAT_APPLY" val="1"/>
</p:tagLst>
</file>

<file path=ppt/tags/tag1133.xml><?xml version="1.0" encoding="utf-8"?>
<p:tagLst xmlns:p="http://schemas.openxmlformats.org/presentationml/2006/main">
  <p:tag name="KSO_WM_UNIT_ISCONTENTSTITLE" val="0"/>
  <p:tag name="KSO_WM_UNIT_PRESET_TEXT" val="单击此处添加标题"/>
  <p:tag name="KSO_WM_UNIT_VALUE" val="12"/>
  <p:tag name="KSO_WM_UNIT_HIGHLIGHT" val="0"/>
  <p:tag name="KSO_WM_UNIT_COMPATIBLE" val="0"/>
  <p:tag name="KSO_WM_UNIT_DIAGRAM_ISNUMVISUAL" val="0"/>
  <p:tag name="KSO_WM_UNIT_DIAGRAM_ISREFERUNIT" val="0"/>
  <p:tag name="KSO_WM_DIAGRAM_GROUP_CODE" val="n1-1"/>
  <p:tag name="KSO_WM_UNIT_TYPE" val="a"/>
  <p:tag name="KSO_WM_UNIT_INDEX" val="1"/>
  <p:tag name="KSO_WM_UNIT_ID" val="diagram20188036_2*a*1"/>
  <p:tag name="KSO_WM_TEMPLATE_CATEGORY" val="diagram"/>
  <p:tag name="KSO_WM_TEMPLATE_INDEX" val="20188036"/>
  <p:tag name="KSO_WM_UNIT_LAYERLEVEL" val="1"/>
  <p:tag name="KSO_WM_TAG_VERSION" val="1.0"/>
  <p:tag name="KSO_WM_BEAUTIFY_FLAG" val="#wm#"/>
  <p:tag name="KSO_WM_UNIT_NOCLEAR" val="0"/>
  <p:tag name="KSO_WM_UNIT_COLOR_SCHEME_SHAPE_ID" val="39"/>
  <p:tag name="KSO_WM_UNIT_COLOR_SCHEME_PARENT_PAGE" val="0_5"/>
  <p:tag name="KSO_WM_UNIT_TEXT_FILL_FORE_SCHEMECOLOR_INDEX" val="13"/>
  <p:tag name="KSO_WM_UNIT_TEXT_FILL_TYPE" val="1"/>
  <p:tag name="KSO_WM_UNIT_USESOURCEFORMAT_APPLY" val="1"/>
</p:tagLst>
</file>

<file path=ppt/tags/tag1134.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n1-1"/>
  <p:tag name="KSO_WM_UNIT_ID" val="diagram20188036_3*n_i*1_6"/>
  <p:tag name="KSO_WM_TEMPLATE_CATEGORY" val="diagram"/>
  <p:tag name="KSO_WM_TEMPLATE_INDEX" val="20188036"/>
  <p:tag name="KSO_WM_UNIT_LAYERLEVEL" val="1_1"/>
  <p:tag name="KSO_WM_TAG_VERSION" val="1.0"/>
  <p:tag name="KSO_WM_BEAUTIFY_FLAG" val="#wm#"/>
  <p:tag name="KSO_WM_UNIT_TYPE" val="n_i"/>
  <p:tag name="KSO_WM_UNIT_INDEX" val="1_6"/>
  <p:tag name="KSO_WM_UNIT_COLOR_SCHEME_SHAPE_ID" val="42"/>
  <p:tag name="KSO_WM_UNIT_COLOR_SCHEME_PARENT_PAGE" val="0_5"/>
  <p:tag name="KSO_WM_UNIT_DECOLORIZATION" val="1"/>
  <p:tag name="KSO_WM_UNIT_LINE_FORE_SCHEMECOLOR_INDEX" val="13"/>
  <p:tag name="KSO_WM_UNIT_LINE_FILL_TYPE" val="2"/>
  <p:tag name="KSO_WM_UNIT_USESOURCEFORMAT_APPLY" val="1"/>
</p:tagLst>
</file>

<file path=ppt/tags/tag1135.xml><?xml version="1.0" encoding="utf-8"?>
<p:tagLst xmlns:p="http://schemas.openxmlformats.org/presentationml/2006/main">
  <p:tag name="KSO_WM_UNIT_ISCONTENTSTITLE" val="0"/>
  <p:tag name="KSO_WM_UNIT_HIGHLIGHT" val="0"/>
  <p:tag name="KSO_WM_UNIT_COMPATIBLE" val="0"/>
  <p:tag name="KSO_WM_UNIT_DIAGRAM_ISNUMVISUAL" val="0"/>
  <p:tag name="KSO_WM_UNIT_DIAGRAM_ISREFERUNIT" val="0"/>
  <p:tag name="KSO_WM_DIAGRAM_GROUP_CODE" val="n1-1"/>
  <p:tag name="KSO_WM_UNIT_TYPE" val="n_h_i"/>
  <p:tag name="KSO_WM_UNIT_INDEX" val="1_1_1"/>
  <p:tag name="KSO_WM_UNIT_ID" val="diagram20188036_3*n_h_i*1_1_1"/>
  <p:tag name="KSO_WM_TEMPLATE_CATEGORY" val="diagram"/>
  <p:tag name="KSO_WM_TEMPLATE_INDEX" val="20188036"/>
  <p:tag name="KSO_WM_UNIT_LAYERLEVEL" val="1_1_1"/>
  <p:tag name="KSO_WM_TAG_VERSION" val="1.0"/>
  <p:tag name="KSO_WM_BEAUTIFY_FLAG" val="#wm#"/>
  <p:tag name="KSO_WM_UNIT_COLOR_SCHEME_SHAPE_ID" val="5"/>
  <p:tag name="KSO_WM_UNIT_COLOR_SCHEME_PARENT_PAGE" val="0_5"/>
  <p:tag name="KSO_WM_UNIT_FILL_FORE_SCHEMECOLOR_INDEX" val="14"/>
  <p:tag name="KSO_WM_UNIT_FILL_TYPE" val="1"/>
  <p:tag name="KSO_WM_UNIT_LINE_FORE_SCHEMECOLOR_INDEX" val="5"/>
  <p:tag name="KSO_WM_UNIT_LINE_FILL_TYPE" val="2"/>
  <p:tag name="KSO_WM_UNIT_TEXT_FILL_FORE_SCHEMECOLOR_INDEX" val="13"/>
  <p:tag name="KSO_WM_UNIT_TEXT_FILL_TYPE" val="1"/>
  <p:tag name="KSO_WM_UNIT_USESOURCEFORMAT_APPLY" val="1"/>
</p:tagLst>
</file>

<file path=ppt/tags/tag1136.xml><?xml version="1.0" encoding="utf-8"?>
<p:tagLst xmlns:p="http://schemas.openxmlformats.org/presentationml/2006/main">
  <p:tag name="KSO_WM_UNIT_ISCONTENTSTITLE" val="0"/>
  <p:tag name="KSO_WM_UNIT_PRESET_TEXT" val="添加标题"/>
  <p:tag name="KSO_WM_UNIT_VALUE" val="6"/>
  <p:tag name="KSO_WM_UNIT_HIGHLIGHT" val="0"/>
  <p:tag name="KSO_WM_UNIT_COMPATIBLE" val="0"/>
  <p:tag name="KSO_WM_UNIT_DIAGRAM_ISNUMVISUAL" val="0"/>
  <p:tag name="KSO_WM_UNIT_DIAGRAM_ISREFERUNIT" val="0"/>
  <p:tag name="KSO_WM_DIAGRAM_GROUP_CODE" val="n1-1"/>
  <p:tag name="KSO_WM_UNIT_TYPE" val="n_h_f"/>
  <p:tag name="KSO_WM_UNIT_INDEX" val="1_1_1"/>
  <p:tag name="KSO_WM_UNIT_ID" val="diagram20188036_3*n_h_f*1_1_1"/>
  <p:tag name="KSO_WM_TEMPLATE_CATEGORY" val="diagram"/>
  <p:tag name="KSO_WM_TEMPLATE_INDEX" val="20188036"/>
  <p:tag name="KSO_WM_UNIT_LAYERLEVEL" val="1_1_1"/>
  <p:tag name="KSO_WM_TAG_VERSION" val="1.0"/>
  <p:tag name="KSO_WM_BEAUTIFY_FLAG" val="#wm#"/>
  <p:tag name="KSO_WM_UNIT_NOCLEAR" val="0"/>
  <p:tag name="KSO_WM_UNIT_COLOR_SCHEME_SHAPE_ID" val="8"/>
  <p:tag name="KSO_WM_UNIT_COLOR_SCHEME_PARENT_PAGE" val="0_5"/>
  <p:tag name="KSO_WM_UNIT_TEXT_FILL_FORE_SCHEMECOLOR_INDEX" val="13"/>
  <p:tag name="KSO_WM_UNIT_TEXT_FILL_TYPE" val="1"/>
  <p:tag name="KSO_WM_UNIT_USESOURCEFORMAT_APPLY" val="1"/>
</p:tagLst>
</file>

<file path=ppt/tags/tag1137.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n1-1"/>
  <p:tag name="KSO_WM_UNIT_ID" val="diagram20188036_3*n_i*1_2"/>
  <p:tag name="KSO_WM_TEMPLATE_CATEGORY" val="diagram"/>
  <p:tag name="KSO_WM_TEMPLATE_INDEX" val="20188036"/>
  <p:tag name="KSO_WM_UNIT_LAYERLEVEL" val="1_1"/>
  <p:tag name="KSO_WM_TAG_VERSION" val="1.0"/>
  <p:tag name="KSO_WM_BEAUTIFY_FLAG" val="#wm#"/>
  <p:tag name="KSO_WM_UNIT_TYPE" val="n_i"/>
  <p:tag name="KSO_WM_UNIT_INDEX" val="1_2"/>
  <p:tag name="KSO_WM_UNIT_COLOR_SCHEME_SHAPE_ID" val="64"/>
  <p:tag name="KSO_WM_UNIT_COLOR_SCHEME_PARENT_PAGE" val="0_5"/>
  <p:tag name="KSO_WM_UNIT_DECOLORIZATION" val="1"/>
  <p:tag name="KSO_WM_UNIT_LINE_FORE_SCHEMECOLOR_INDEX" val="13"/>
  <p:tag name="KSO_WM_UNIT_LINE_FILL_TYPE" val="2"/>
  <p:tag name="KSO_WM_UNIT_USESOURCEFORMAT_APPLY" val="1"/>
</p:tagLst>
</file>

<file path=ppt/tags/tag1138.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n1-1"/>
  <p:tag name="KSO_WM_UNIT_ID" val="diagram20188036_3*n_i*1_3"/>
  <p:tag name="KSO_WM_TEMPLATE_CATEGORY" val="diagram"/>
  <p:tag name="KSO_WM_TEMPLATE_INDEX" val="20188036"/>
  <p:tag name="KSO_WM_UNIT_LAYERLEVEL" val="1_1"/>
  <p:tag name="KSO_WM_TAG_VERSION" val="1.0"/>
  <p:tag name="KSO_WM_BEAUTIFY_FLAG" val="#wm#"/>
  <p:tag name="KSO_WM_UNIT_TYPE" val="n_i"/>
  <p:tag name="KSO_WM_UNIT_INDEX" val="1_3"/>
  <p:tag name="KSO_WM_UNIT_COLOR_SCHEME_SHAPE_ID" val="63"/>
  <p:tag name="KSO_WM_UNIT_COLOR_SCHEME_PARENT_PAGE" val="0_5"/>
  <p:tag name="KSO_WM_UNIT_DECOLORIZATION" val="1"/>
  <p:tag name="KSO_WM_UNIT_LINE_FORE_SCHEMECOLOR_INDEX" val="13"/>
  <p:tag name="KSO_WM_UNIT_LINE_FILL_TYPE" val="2"/>
  <p:tag name="KSO_WM_UNIT_USESOURCEFORMAT_APPLY" val="1"/>
</p:tagLst>
</file>

<file path=ppt/tags/tag1139.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n1-1"/>
  <p:tag name="KSO_WM_UNIT_ID" val="diagram20188036_3*n_i*1_4"/>
  <p:tag name="KSO_WM_TEMPLATE_CATEGORY" val="diagram"/>
  <p:tag name="KSO_WM_TEMPLATE_INDEX" val="20188036"/>
  <p:tag name="KSO_WM_UNIT_LAYERLEVEL" val="1_1"/>
  <p:tag name="KSO_WM_TAG_VERSION" val="1.0"/>
  <p:tag name="KSO_WM_BEAUTIFY_FLAG" val="#wm#"/>
  <p:tag name="KSO_WM_UNIT_TYPE" val="n_i"/>
  <p:tag name="KSO_WM_UNIT_INDEX" val="1_4"/>
  <p:tag name="KSO_WM_UNIT_COLOR_SCHEME_SHAPE_ID" val="62"/>
  <p:tag name="KSO_WM_UNIT_COLOR_SCHEME_PARENT_PAGE" val="0_5"/>
  <p:tag name="KSO_WM_UNIT_DECOLORIZATION" val="1"/>
  <p:tag name="KSO_WM_UNIT_LINE_FORE_SCHEMECOLOR_INDEX" val="13"/>
  <p:tag name="KSO_WM_UNIT_LINE_FILL_TYPE" val="2"/>
  <p:tag name="KSO_WM_UNIT_USESOURCEFORMAT_APPLY" val="1"/>
</p:tagLst>
</file>

<file path=ppt/tags/tag1140.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n1-1"/>
  <p:tag name="KSO_WM_UNIT_ID" val="diagram20188036_3*n_i*1_5"/>
  <p:tag name="KSO_WM_TEMPLATE_CATEGORY" val="diagram"/>
  <p:tag name="KSO_WM_TEMPLATE_INDEX" val="20188036"/>
  <p:tag name="KSO_WM_UNIT_LAYERLEVEL" val="1_1"/>
  <p:tag name="KSO_WM_TAG_VERSION" val="1.0"/>
  <p:tag name="KSO_WM_BEAUTIFY_FLAG" val="#wm#"/>
  <p:tag name="KSO_WM_UNIT_TYPE" val="n_i"/>
  <p:tag name="KSO_WM_UNIT_INDEX" val="1_5"/>
  <p:tag name="KSO_WM_UNIT_COLOR_SCHEME_SHAPE_ID" val="61"/>
  <p:tag name="KSO_WM_UNIT_COLOR_SCHEME_PARENT_PAGE" val="0_5"/>
  <p:tag name="KSO_WM_UNIT_DECOLORIZATION" val="1"/>
  <p:tag name="KSO_WM_UNIT_LINE_FORE_SCHEMECOLOR_INDEX" val="13"/>
  <p:tag name="KSO_WM_UNIT_LINE_FILL_TYPE" val="2"/>
  <p:tag name="KSO_WM_UNIT_USESOURCEFORMAT_APPLY" val="1"/>
</p:tagLst>
</file>

<file path=ppt/tags/tag1141.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n1-1"/>
  <p:tag name="KSO_WM_UNIT_TYPE" val="n_h_h_i"/>
  <p:tag name="KSO_WM_UNIT_INDEX" val="1_2_1_2"/>
  <p:tag name="KSO_WM_UNIT_ID" val="diagram20188036_3*n_h_h_i*1_2_1_2"/>
  <p:tag name="KSO_WM_TEMPLATE_CATEGORY" val="diagram"/>
  <p:tag name="KSO_WM_TEMPLATE_INDEX" val="20188036"/>
  <p:tag name="KSO_WM_UNIT_LAYERLEVEL" val="1_1_1_1"/>
  <p:tag name="KSO_WM_TAG_VERSION" val="1.0"/>
  <p:tag name="KSO_WM_BEAUTIFY_FLAG" val="#wm#"/>
  <p:tag name="KSO_WM_UNIT_COLOR_SCHEME_SHAPE_ID" val="18"/>
  <p:tag name="KSO_WM_UNIT_COLOR_SCHEME_PARENT_PAGE" val="0_5"/>
  <p:tag name="KSO_WM_UNIT_FILL_FORE_SCHEMECOLOR_INDEX" val="5"/>
  <p:tag name="KSO_WM_UNIT_FILL_TYPE" val="1"/>
  <p:tag name="KSO_WM_UNIT_LINE_FORE_SCHEMECOLOR_INDEX" val="14"/>
  <p:tag name="KSO_WM_UNIT_LINE_FILL_TYPE" val="2"/>
  <p:tag name="KSO_WM_UNIT_TEXT_FILL_FORE_SCHEMECOLOR_INDEX" val="2"/>
  <p:tag name="KSO_WM_UNIT_TEXT_FILL_TYPE" val="1"/>
  <p:tag name="KSO_WM_UNIT_USESOURCEFORMAT_APPLY" val="1"/>
</p:tagLst>
</file>

<file path=ppt/tags/tag114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n1-1"/>
  <p:tag name="KSO_WM_UNIT_TYPE" val="n_h_h_i"/>
  <p:tag name="KSO_WM_UNIT_INDEX" val="1_2_4_4"/>
  <p:tag name="KSO_WM_UNIT_ID" val="diagram20188036_3*n_h_h_i*1_2_4_4"/>
  <p:tag name="KSO_WM_TEMPLATE_CATEGORY" val="diagram"/>
  <p:tag name="KSO_WM_TEMPLATE_INDEX" val="20188036"/>
  <p:tag name="KSO_WM_UNIT_LAYERLEVEL" val="1_1_1_1"/>
  <p:tag name="KSO_WM_TAG_VERSION" val="1.0"/>
  <p:tag name="KSO_WM_BEAUTIFY_FLAG" val="#wm#"/>
  <p:tag name="KSO_WM_UNIT_COLOR_SCHEME_SHAPE_ID" val="16"/>
  <p:tag name="KSO_WM_UNIT_COLOR_SCHEME_PARENT_PAGE" val="0_5"/>
  <p:tag name="KSO_WM_UNIT_FILL_FORE_SCHEMECOLOR_INDEX" val="8"/>
  <p:tag name="KSO_WM_UNIT_FILL_TYPE" val="1"/>
  <p:tag name="KSO_WM_UNIT_LINE_FORE_SCHEMECOLOR_INDEX" val="14"/>
  <p:tag name="KSO_WM_UNIT_LINE_FILL_TYPE" val="2"/>
  <p:tag name="KSO_WM_UNIT_TEXT_FILL_FORE_SCHEMECOLOR_INDEX" val="2"/>
  <p:tag name="KSO_WM_UNIT_TEXT_FILL_TYPE" val="1"/>
  <p:tag name="KSO_WM_UNIT_USESOURCEFORMAT_APPLY" val="1"/>
</p:tagLst>
</file>

<file path=ppt/tags/tag1143.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n1-1"/>
  <p:tag name="KSO_WM_UNIT_ID" val="diagram20188036_3*n_h_h_a*1_2_1_1"/>
  <p:tag name="KSO_WM_TEMPLATE_CATEGORY" val="diagram"/>
  <p:tag name="KSO_WM_TEMPLATE_INDEX" val="20188036"/>
  <p:tag name="KSO_WM_UNIT_LAYERLEVEL" val="1_1_1_1"/>
  <p:tag name="KSO_WM_TAG_VERSION" val="1.0"/>
  <p:tag name="KSO_WM_BEAUTIFY_FLAG" val="#wm#"/>
  <p:tag name="KSO_WM_UNIT_ISCONTENTSTITLE" val="0"/>
  <p:tag name="KSO_WM_UNIT_PRESET_TEXT" val="添加标题"/>
  <p:tag name="KSO_WM_UNIT_VALUE" val="10"/>
  <p:tag name="KSO_WM_UNIT_TYPE" val="n_h_h_a"/>
  <p:tag name="KSO_WM_UNIT_INDEX" val="1_2_1_1"/>
  <p:tag name="KSO_WM_UNIT_NOCLEAR" val="0"/>
  <p:tag name="KSO_WM_UNIT_COLOR_SCHEME_SHAPE_ID" val="7"/>
  <p:tag name="KSO_WM_UNIT_COLOR_SCHEME_PARENT_PAGE" val="0_5"/>
  <p:tag name="KSO_WM_UNIT_TEXT_FILL_FORE_SCHEMECOLOR_INDEX" val="5"/>
  <p:tag name="KSO_WM_UNIT_TEXT_FILL_TYPE" val="1"/>
  <p:tag name="KSO_WM_UNIT_USESOURCEFORMAT_APPLY" val="1"/>
</p:tagLst>
</file>

<file path=ppt/tags/tag1144.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n1-1"/>
  <p:tag name="KSO_WM_UNIT_ID" val="diagram20188036_3*n_h_h_a*1_2_4_1"/>
  <p:tag name="KSO_WM_TEMPLATE_CATEGORY" val="diagram"/>
  <p:tag name="KSO_WM_TEMPLATE_INDEX" val="20188036"/>
  <p:tag name="KSO_WM_UNIT_LAYERLEVEL" val="1_1_1_1"/>
  <p:tag name="KSO_WM_TAG_VERSION" val="1.0"/>
  <p:tag name="KSO_WM_BEAUTIFY_FLAG" val="#wm#"/>
  <p:tag name="KSO_WM_UNIT_ISCONTENTSTITLE" val="0"/>
  <p:tag name="KSO_WM_UNIT_PRESET_TEXT" val="添加标题"/>
  <p:tag name="KSO_WM_UNIT_VALUE" val="10"/>
  <p:tag name="KSO_WM_UNIT_TYPE" val="n_h_h_a"/>
  <p:tag name="KSO_WM_UNIT_INDEX" val="1_2_4_1"/>
  <p:tag name="KSO_WM_UNIT_NOCLEAR" val="0"/>
  <p:tag name="KSO_WM_UNIT_COLOR_SCHEME_SHAPE_ID" val="29"/>
  <p:tag name="KSO_WM_UNIT_COLOR_SCHEME_PARENT_PAGE" val="0_5"/>
  <p:tag name="KSO_WM_UNIT_TEXT_FILL_FORE_SCHEMECOLOR_INDEX" val="8"/>
  <p:tag name="KSO_WM_UNIT_TEXT_FILL_TYPE" val="1"/>
  <p:tag name="KSO_WM_UNIT_USESOURCEFORMAT_APPLY" val="1"/>
</p:tagLst>
</file>

<file path=ppt/tags/tag1145.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n1-1"/>
  <p:tag name="KSO_WM_UNIT_ID" val="diagram20188036_3*n_h_h_i*1_2_1_1"/>
  <p:tag name="KSO_WM_TEMPLATE_CATEGORY" val="diagram"/>
  <p:tag name="KSO_WM_TEMPLATE_INDEX" val="20188036"/>
  <p:tag name="KSO_WM_UNIT_LAYERLEVEL" val="1_1_1_1"/>
  <p:tag name="KSO_WM_TAG_VERSION" val="1.0"/>
  <p:tag name="KSO_WM_BEAUTIFY_FLAG" val="#wm#"/>
  <p:tag name="KSO_WM_UNIT_TYPE" val="n_h_h_i"/>
  <p:tag name="KSO_WM_UNIT_INDEX" val="1_2_1_1"/>
  <p:tag name="KSO_WM_UNIT_COLOR_SCHEME_SHAPE_ID" val="33"/>
  <p:tag name="KSO_WM_UNIT_COLOR_SCHEME_PARENT_PAGE" val="0_5"/>
  <p:tag name="KSO_WM_UNIT_DECOLORIZATION" val="1"/>
  <p:tag name="KSO_WM_UNIT_LINE_FORE_SCHEMECOLOR_INDEX" val="13"/>
  <p:tag name="KSO_WM_UNIT_LINE_FILL_TYPE" val="2"/>
  <p:tag name="KSO_WM_UNIT_USESOURCEFORMAT_APPLY" val="1"/>
</p:tagLst>
</file>

<file path=ppt/tags/tag1146.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n1-1"/>
  <p:tag name="KSO_WM_UNIT_TYPE" val="n_h_h_i"/>
  <p:tag name="KSO_WM_UNIT_INDEX" val="1_2_2_1"/>
  <p:tag name="KSO_WM_UNIT_ID" val="diagram20188036_3*n_h_h_i*1_2_2_1"/>
  <p:tag name="KSO_WM_TEMPLATE_CATEGORY" val="diagram"/>
  <p:tag name="KSO_WM_TEMPLATE_INDEX" val="20188036"/>
  <p:tag name="KSO_WM_UNIT_LAYERLEVEL" val="1_1_1_1"/>
  <p:tag name="KSO_WM_TAG_VERSION" val="1.0"/>
  <p:tag name="KSO_WM_BEAUTIFY_FLAG" val="#wm#"/>
  <p:tag name="KSO_WM_UNIT_COLOR_SCHEME_SHAPE_ID" val="41"/>
  <p:tag name="KSO_WM_UNIT_COLOR_SCHEME_PARENT_PAGE" val="0_5"/>
  <p:tag name="KSO_WM_UNIT_FILL_FORE_SCHEMECOLOR_INDEX" val="6"/>
  <p:tag name="KSO_WM_UNIT_FILL_TYPE" val="1"/>
  <p:tag name="KSO_WM_UNIT_LINE_FORE_SCHEMECOLOR_INDEX" val="14"/>
  <p:tag name="KSO_WM_UNIT_LINE_FILL_TYPE" val="2"/>
  <p:tag name="KSO_WM_UNIT_TEXT_FILL_FORE_SCHEMECOLOR_INDEX" val="2"/>
  <p:tag name="KSO_WM_UNIT_TEXT_FILL_TYPE" val="1"/>
  <p:tag name="KSO_WM_UNIT_USESOURCEFORMAT_APPLY" val="1"/>
</p:tagLst>
</file>

<file path=ppt/tags/tag1147.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n1-1"/>
  <p:tag name="KSO_WM_UNIT_ID" val="diagram20188036_3*n_h_h_i*1_2_2_2"/>
  <p:tag name="KSO_WM_TEMPLATE_CATEGORY" val="diagram"/>
  <p:tag name="KSO_WM_TEMPLATE_INDEX" val="20188036"/>
  <p:tag name="KSO_WM_UNIT_LAYERLEVEL" val="1_1_1_1"/>
  <p:tag name="KSO_WM_TAG_VERSION" val="1.0"/>
  <p:tag name="KSO_WM_BEAUTIFY_FLAG" val="#wm#"/>
  <p:tag name="KSO_WM_UNIT_TYPE" val="n_h_h_i"/>
  <p:tag name="KSO_WM_UNIT_INDEX" val="1_2_2_2"/>
  <p:tag name="KSO_WM_UNIT_COLOR_SCHEME_SHAPE_ID" val="43"/>
  <p:tag name="KSO_WM_UNIT_COLOR_SCHEME_PARENT_PAGE" val="0_5"/>
  <p:tag name="KSO_WM_UNIT_DECOLORIZATION" val="1"/>
  <p:tag name="KSO_WM_UNIT_LINE_FORE_SCHEMECOLOR_INDEX" val="13"/>
  <p:tag name="KSO_WM_UNIT_LINE_FILL_TYPE" val="2"/>
  <p:tag name="KSO_WM_UNIT_USESOURCEFORMAT_APPLY" val="1"/>
</p:tagLst>
</file>

<file path=ppt/tags/tag1148.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n1-1"/>
  <p:tag name="KSO_WM_UNIT_ID" val="diagram20188036_3*n_h_h_a*1_2_3_1"/>
  <p:tag name="KSO_WM_TEMPLATE_CATEGORY" val="diagram"/>
  <p:tag name="KSO_WM_TEMPLATE_INDEX" val="20188036"/>
  <p:tag name="KSO_WM_UNIT_LAYERLEVEL" val="1_1_1_1"/>
  <p:tag name="KSO_WM_TAG_VERSION" val="1.0"/>
  <p:tag name="KSO_WM_BEAUTIFY_FLAG" val="#wm#"/>
  <p:tag name="KSO_WM_UNIT_ISCONTENTSTITLE" val="0"/>
  <p:tag name="KSO_WM_UNIT_PRESET_TEXT" val="添加标题"/>
  <p:tag name="KSO_WM_UNIT_VALUE" val="10"/>
  <p:tag name="KSO_WM_UNIT_TYPE" val="n_h_h_a"/>
  <p:tag name="KSO_WM_UNIT_INDEX" val="1_2_3_1"/>
  <p:tag name="KSO_WM_UNIT_NOCLEAR" val="0"/>
  <p:tag name="KSO_WM_UNIT_COLOR_SCHEME_SHAPE_ID" val="45"/>
  <p:tag name="KSO_WM_UNIT_COLOR_SCHEME_PARENT_PAGE" val="0_5"/>
  <p:tag name="KSO_WM_UNIT_TEXT_FILL_FORE_SCHEMECOLOR_INDEX" val="7"/>
  <p:tag name="KSO_WM_UNIT_TEXT_FILL_TYPE" val="1"/>
  <p:tag name="KSO_WM_UNIT_USESOURCEFORMAT_APPLY" val="1"/>
</p:tagLst>
</file>

<file path=ppt/tags/tag1149.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n1-1"/>
  <p:tag name="KSO_WM_UNIT_ID" val="diagram20188036_3*n_h_h_i*1_2_4_1"/>
  <p:tag name="KSO_WM_TEMPLATE_CATEGORY" val="diagram"/>
  <p:tag name="KSO_WM_TEMPLATE_INDEX" val="20188036"/>
  <p:tag name="KSO_WM_UNIT_LAYERLEVEL" val="1_1_1_1"/>
  <p:tag name="KSO_WM_TAG_VERSION" val="1.0"/>
  <p:tag name="KSO_WM_BEAUTIFY_FLAG" val="#wm#"/>
  <p:tag name="KSO_WM_UNIT_TYPE" val="n_h_h_i"/>
  <p:tag name="KSO_WM_UNIT_INDEX" val="1_2_4_1"/>
  <p:tag name="KSO_WM_UNIT_COLOR_SCHEME_SHAPE_ID" val="47"/>
  <p:tag name="KSO_WM_UNIT_COLOR_SCHEME_PARENT_PAGE" val="0_5"/>
  <p:tag name="KSO_WM_UNIT_DECOLORIZATION" val="1"/>
  <p:tag name="KSO_WM_UNIT_LINE_FORE_SCHEMECOLOR_INDEX" val="13"/>
  <p:tag name="KSO_WM_UNIT_LINE_FILL_TYPE" val="2"/>
  <p:tag name="KSO_WM_UNIT_USESOURCEFORMAT_APPLY" val="1"/>
</p:tagLst>
</file>

<file path=ppt/tags/tag1150.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n1-1"/>
  <p:tag name="KSO_WM_UNIT_TYPE" val="n_h_h_i"/>
  <p:tag name="KSO_WM_UNIT_INDEX" val="1_2_3_3"/>
  <p:tag name="KSO_WM_UNIT_ID" val="diagram20188036_3*n_h_h_i*1_2_3_3"/>
  <p:tag name="KSO_WM_TEMPLATE_CATEGORY" val="diagram"/>
  <p:tag name="KSO_WM_TEMPLATE_INDEX" val="20188036"/>
  <p:tag name="KSO_WM_UNIT_LAYERLEVEL" val="1_1_1_1"/>
  <p:tag name="KSO_WM_TAG_VERSION" val="1.0"/>
  <p:tag name="KSO_WM_BEAUTIFY_FLAG" val="#wm#"/>
  <p:tag name="KSO_WM_UNIT_COLOR_SCHEME_SHAPE_ID" val="48"/>
  <p:tag name="KSO_WM_UNIT_COLOR_SCHEME_PARENT_PAGE" val="0_5"/>
  <p:tag name="KSO_WM_UNIT_FILL_FORE_SCHEMECOLOR_INDEX" val="7"/>
  <p:tag name="KSO_WM_UNIT_FILL_TYPE" val="1"/>
  <p:tag name="KSO_WM_UNIT_LINE_FORE_SCHEMECOLOR_INDEX" val="14"/>
  <p:tag name="KSO_WM_UNIT_LINE_FILL_TYPE" val="2"/>
  <p:tag name="KSO_WM_UNIT_TEXT_FILL_FORE_SCHEMECOLOR_INDEX" val="2"/>
  <p:tag name="KSO_WM_UNIT_TEXT_FILL_TYPE" val="1"/>
  <p:tag name="KSO_WM_UNIT_USESOURCEFORMAT_APPLY" val="1"/>
</p:tagLst>
</file>

<file path=ppt/tags/tag1151.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n1-1"/>
  <p:tag name="KSO_WM_UNIT_ID" val="diagram20188036_3*n_h_h_i*1_2_3_1"/>
  <p:tag name="KSO_WM_TEMPLATE_CATEGORY" val="diagram"/>
  <p:tag name="KSO_WM_TEMPLATE_INDEX" val="20188036"/>
  <p:tag name="KSO_WM_UNIT_LAYERLEVEL" val="1_1_1_1"/>
  <p:tag name="KSO_WM_TAG_VERSION" val="1.0"/>
  <p:tag name="KSO_WM_BEAUTIFY_FLAG" val="#wm#"/>
  <p:tag name="KSO_WM_UNIT_TYPE" val="n_h_h_i"/>
  <p:tag name="KSO_WM_UNIT_INDEX" val="1_2_3_1"/>
  <p:tag name="KSO_WM_UNIT_COLOR_SCHEME_SHAPE_ID" val="50"/>
  <p:tag name="KSO_WM_UNIT_COLOR_SCHEME_PARENT_PAGE" val="0_5"/>
  <p:tag name="KSO_WM_UNIT_DECOLORIZATION" val="1"/>
  <p:tag name="KSO_WM_UNIT_LINE_FORE_SCHEMECOLOR_INDEX" val="13"/>
  <p:tag name="KSO_WM_UNIT_LINE_FILL_TYPE" val="2"/>
  <p:tag name="KSO_WM_UNIT_USESOURCEFORMAT_APPLY" val="1"/>
</p:tagLst>
</file>

<file path=ppt/tags/tag115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n1-1"/>
  <p:tag name="KSO_WM_UNIT_ID" val="diagram20188036_3*n_h_h_a*1_2_2_1"/>
  <p:tag name="KSO_WM_TEMPLATE_CATEGORY" val="diagram"/>
  <p:tag name="KSO_WM_TEMPLATE_INDEX" val="20188036"/>
  <p:tag name="KSO_WM_UNIT_LAYERLEVEL" val="1_1_1_1"/>
  <p:tag name="KSO_WM_TAG_VERSION" val="1.0"/>
  <p:tag name="KSO_WM_BEAUTIFY_FLAG" val="#wm#"/>
  <p:tag name="KSO_WM_UNIT_ISCONTENTSTITLE" val="0"/>
  <p:tag name="KSO_WM_UNIT_PRESET_TEXT" val="添加标题"/>
  <p:tag name="KSO_WM_UNIT_VALUE" val="10"/>
  <p:tag name="KSO_WM_UNIT_TYPE" val="n_h_h_a"/>
  <p:tag name="KSO_WM_UNIT_INDEX" val="1_2_2_1"/>
  <p:tag name="KSO_WM_UNIT_NOCLEAR" val="0"/>
  <p:tag name="KSO_WM_UNIT_COLOR_SCHEME_SHAPE_ID" val="55"/>
  <p:tag name="KSO_WM_UNIT_COLOR_SCHEME_PARENT_PAGE" val="0_5"/>
  <p:tag name="KSO_WM_UNIT_TEXT_FILL_FORE_SCHEMECOLOR_INDEX" val="6"/>
  <p:tag name="KSO_WM_UNIT_TEXT_FILL_TYPE" val="1"/>
  <p:tag name="KSO_WM_UNIT_USESOURCEFORMAT_APPLY" val="1"/>
</p:tagLst>
</file>

<file path=ppt/tags/tag1153.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n1-1"/>
  <p:tag name="KSO_WM_UNIT_TYPE" val="n_i"/>
  <p:tag name="KSO_WM_UNIT_INDEX" val="1_1"/>
  <p:tag name="KSO_WM_UNIT_ID" val="diagram20188036_3*n_i*1_1"/>
  <p:tag name="KSO_WM_TEMPLATE_CATEGORY" val="diagram"/>
  <p:tag name="KSO_WM_TEMPLATE_INDEX" val="20188036"/>
  <p:tag name="KSO_WM_UNIT_LAYERLEVEL" val="1_1"/>
  <p:tag name="KSO_WM_TAG_VERSION" val="1.0"/>
  <p:tag name="KSO_WM_BEAUTIFY_FLAG" val="#wm#"/>
  <p:tag name="KSO_WM_UNIT_COLOR_SCHEME_SHAPE_ID" val="12"/>
  <p:tag name="KSO_WM_UNIT_COLOR_SCHEME_PARENT_PAGE" val="0_5"/>
  <p:tag name="KSO_WM_UNIT_DECOLORIZATION" val="1"/>
  <p:tag name="KSO_WM_UNIT_LINE_FORE_SCHEMECOLOR_INDEX" val="14"/>
  <p:tag name="KSO_WM_UNIT_LINE_FILL_TYPE" val="2"/>
  <p:tag name="KSO_WM_UNIT_USESOURCEFORMAT_APPLY" val="1"/>
</p:tagLst>
</file>

<file path=ppt/tags/tag1154.xml><?xml version="1.0" encoding="utf-8"?>
<p:tagLst xmlns:p="http://schemas.openxmlformats.org/presentationml/2006/main">
  <p:tag name="KSO_WM_BEAUTIFY_FLAG" val="#wm#"/>
  <p:tag name="KSO_WM_TEMPLATE_CATEGORY" val="diagram"/>
  <p:tag name="KSO_WM_TEMPLATE_INDEX" val="20188036"/>
  <p:tag name="KSO_WM_SLIDE_ID" val="diagram20188036_2"/>
  <p:tag name="KSO_WM_SLIDE_TYPE" val="text"/>
  <p:tag name="KSO_WM_SLIDE_SUBTYPE" val="diag"/>
  <p:tag name="KSO_WM_SLIDE_ITEM_CNT" val="4"/>
  <p:tag name="KSO_WM_SLIDE_INDEX" val="2"/>
  <p:tag name="KSO_WM_DIAGRAM_GROUP_CODE" val="n1-1"/>
  <p:tag name="KSO_WM_SLIDE_DIAGTYPE" val="n"/>
  <p:tag name="KSO_WM_TAG_VERSION" val="1.0"/>
  <p:tag name="KSO_WM_SLIDE_LAYOUT" val="a_f_n"/>
  <p:tag name="KSO_WM_SLIDE_LAYOUT_CNT" val="1_1_1"/>
  <p:tag name="KSO_WM_SLIDE_SIZE" val="506.231*199.9"/>
  <p:tag name="KSO_WM_SLIDE_POSITION" val="385.069*173"/>
  <p:tag name="KSO_WM_TEMPLATE_SUBCATEGORY" val="0"/>
  <p:tag name="KSO_WM_SLIDE_COLORSCHEME_VERSION" val="3.2"/>
</p:tagLst>
</file>

<file path=ppt/tags/tag11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
  <p:tag name="KSO_WM_UNIT_ID" val="diagram20196613_1*i*4"/>
  <p:tag name="KSO_WM_TEMPLATE_CATEGORY" val="diagram"/>
  <p:tag name="KSO_WM_TEMPLATE_INDEX" val="20196613"/>
  <p:tag name="KSO_WM_UNIT_LAYERLEVEL" val="1"/>
  <p:tag name="KSO_WM_TAG_VERSION" val="1.0"/>
  <p:tag name="KSO_WM_BEAUTIFY_FLAG" val="#wm#"/>
  <p:tag name="KSO_WM_UNIT_FILL_FORE_SCHEMECOLOR_INDEX_BRIGHTNESS" val="0.8"/>
  <p:tag name="KSO_WM_UNIT_FILL_FORE_SCHEMECOLOR_INDEX" val="15"/>
  <p:tag name="KSO_WM_UNIT_FILL_TYPE" val="1"/>
  <p:tag name="KSO_WM_UNIT_TEXT_FILL_FORE_SCHEMECOLOR_INDEX_BRIGHTNESS" val="0"/>
  <p:tag name="KSO_WM_UNIT_TEXT_FILL_FORE_SCHEMECOLOR_INDEX" val="14"/>
  <p:tag name="KSO_WM_UNIT_TEXT_FILL_TYPE" val="1"/>
</p:tagLst>
</file>

<file path=ppt/tags/tag11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196613_1*i*1"/>
  <p:tag name="KSO_WM_TEMPLATE_CATEGORY" val="diagram"/>
  <p:tag name="KSO_WM_TEMPLATE_INDEX" val="20196613"/>
  <p:tag name="KSO_WM_UNIT_LAYERLEVEL" val="1"/>
  <p:tag name="KSO_WM_TAG_VERSION" val="1.0"/>
  <p:tag name="KSO_WM_BEAUTIFY_FLAG" val="#wm#"/>
  <p:tag name="KSO_WM_UNIT_FILL_FORE_SCHEMECOLOR_INDEX_BRIGHTNESS" val="0.8"/>
  <p:tag name="KSO_WM_UNIT_FILL_FORE_SCHEMECOLOR_INDEX" val="15"/>
  <p:tag name="KSO_WM_UNIT_FILL_TYPE" val="1"/>
  <p:tag name="KSO_WM_UNIT_TEXT_FILL_FORE_SCHEMECOLOR_INDEX_BRIGHTNESS" val="0"/>
  <p:tag name="KSO_WM_UNIT_TEXT_FILL_FORE_SCHEMECOLOR_INDEX" val="14"/>
  <p:tag name="KSO_WM_UNIT_TEXT_FILL_TYPE" val="1"/>
</p:tagLst>
</file>

<file path=ppt/tags/tag11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diagram20196613_1*i*3"/>
  <p:tag name="KSO_WM_TEMPLATE_CATEGORY" val="diagram"/>
  <p:tag name="KSO_WM_TEMPLATE_INDEX" val="20196613"/>
  <p:tag name="KSO_WM_UNIT_LAYERLEVEL" val="1"/>
  <p:tag name="KSO_WM_TAG_VERSION" val="1.0"/>
  <p:tag name="KSO_WM_BEAUTIFY_FLAG" val="#wm#"/>
  <p:tag name="KSO_WM_UNIT_FILL_FORE_SCHEMECOLOR_INDEX_BRIGHTNESS" val="0.8"/>
  <p:tag name="KSO_WM_UNIT_FILL_FORE_SCHEMECOLOR_INDEX" val="15"/>
  <p:tag name="KSO_WM_UNIT_FILL_TYPE" val="1"/>
  <p:tag name="KSO_WM_UNIT_TEXT_FILL_FORE_SCHEMECOLOR_INDEX_BRIGHTNESS" val="0"/>
  <p:tag name="KSO_WM_UNIT_TEXT_FILL_FORE_SCHEMECOLOR_INDEX" val="14"/>
  <p:tag name="KSO_WM_UNIT_TEXT_FILL_TYPE" val="1"/>
</p:tagLst>
</file>

<file path=ppt/tags/tag11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5"/>
  <p:tag name="KSO_WM_UNIT_ID" val="diagram20196613_1*i*5"/>
  <p:tag name="KSO_WM_TEMPLATE_CATEGORY" val="diagram"/>
  <p:tag name="KSO_WM_TEMPLATE_INDEX" val="20196613"/>
  <p:tag name="KSO_WM_UNIT_LAYERLEVEL" val="1"/>
  <p:tag name="KSO_WM_TAG_VERSION" val="1.0"/>
  <p:tag name="KSO_WM_BEAUTIFY_FLAG" val="#wm#"/>
  <p:tag name="KSO_WM_UNIT_FILL_FORE_SCHEMECOLOR_INDEX_BRIGHTNESS" val="0.4"/>
  <p:tag name="KSO_WM_UNIT_FILL_FORE_SCHEMECOLOR_INDEX" val="5"/>
  <p:tag name="KSO_WM_UNIT_FILL_TYPE" val="1"/>
  <p:tag name="KSO_WM_UNIT_TEXT_FILL_FORE_SCHEMECOLOR_INDEX_BRIGHTNESS" val="0"/>
  <p:tag name="KSO_WM_UNIT_TEXT_FILL_FORE_SCHEMECOLOR_INDEX" val="14"/>
  <p:tag name="KSO_WM_UNIT_TEXT_FILL_TYPE" val="1"/>
</p:tagLst>
</file>

<file path=ppt/tags/tag11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6"/>
  <p:tag name="KSO_WM_UNIT_ID" val="diagram20196613_1*i*6"/>
  <p:tag name="KSO_WM_TEMPLATE_CATEGORY" val="diagram"/>
  <p:tag name="KSO_WM_TEMPLATE_INDEX" val="20196613"/>
  <p:tag name="KSO_WM_UNIT_LAYERLEVEL" val="1"/>
  <p:tag name="KSO_WM_TAG_VERSION" val="1.0"/>
  <p:tag name="KSO_WM_BEAUTIFY_FLAG" val="#wm#"/>
  <p:tag name="KSO_WM_UNIT_FILL_FORE_SCHEMECOLOR_INDEX_BRIGHTNESS" val="-0.05"/>
  <p:tag name="KSO_WM_UNIT_FILL_FORE_SCHEMECOLOR_INDEX" val="16"/>
  <p:tag name="KSO_WM_UNIT_FILL_TYPE" val="1"/>
  <p:tag name="KSO_WM_UNIT_TEXT_FILL_FORE_SCHEMECOLOR_INDEX_BRIGHTNESS" val="0"/>
  <p:tag name="KSO_WM_UNIT_TEXT_FILL_FORE_SCHEMECOLOR_INDEX" val="14"/>
  <p:tag name="KSO_WM_UNIT_TEXT_FILL_TYPE" val="1"/>
</p:tagLst>
</file>

<file path=ppt/tags/tag11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7"/>
  <p:tag name="KSO_WM_UNIT_ID" val="diagram20196613_1*i*7"/>
  <p:tag name="KSO_WM_TEMPLATE_CATEGORY" val="diagram"/>
  <p:tag name="KSO_WM_TEMPLATE_INDEX" val="20196613"/>
  <p:tag name="KSO_WM_UNIT_LAYERLEVEL" val="1"/>
  <p:tag name="KSO_WM_TAG_VERSION" val="1.0"/>
  <p:tag name="KSO_WM_BEAUTIFY_FLAG" val="#wm#"/>
  <p:tag name="KSO_WM_UNIT_FILL_FORE_SCHEMECOLOR_INDEX_BRIGHTNESS" val="0"/>
  <p:tag name="KSO_WM_UNIT_FILL_FORE_SCHEMECOLOR_INDEX" val="16"/>
  <p:tag name="KSO_WM_UNIT_FILL_TYPE" val="1"/>
  <p:tag name="KSO_WM_UNIT_LINE_FORE_SCHEMECOLOR_INDEX_BRIGHTNESS" val="0"/>
  <p:tag name="KSO_WM_UNIT_LINE_FORE_SCHEMECOLOR_INDEX" val="7"/>
  <p:tag name="KSO_WM_UNIT_LINE_FILL_TYPE" val="2"/>
  <p:tag name="KSO_WM_UNIT_TEXT_FILL_FORE_SCHEMECOLOR_INDEX_BRIGHTNESS" val="0"/>
  <p:tag name="KSO_WM_UNIT_TEXT_FILL_FORE_SCHEMECOLOR_INDEX" val="14"/>
  <p:tag name="KSO_WM_UNIT_TEXT_FILL_TYPE" val="1"/>
</p:tagLst>
</file>

<file path=ppt/tags/tag1161.xml><?xml version="1.0" encoding="utf-8"?>
<p:tagLst xmlns:p="http://schemas.openxmlformats.org/presentationml/2006/main">
  <p:tag name="KSO_WM_UNIT_TEXT_PART_ID_V2" val="d-4-2"/>
  <p:tag name="KSO_WM_UNIT_PRESET_TEXT" val="户外拓展训练通常利用崇山峻岭、翰海大川等自然环境，通过精心设计的活动达到&quot;磨练意志、陶冶情操、完善人格、熔炼团队&quot;的拓展培训目的。"/>
  <p:tag name="KSO_WM_UNIT_NOCLEAR" val="1"/>
  <p:tag name="KSO_WM_UNIT_VALUE" val="260"/>
  <p:tag name="KSO_WM_UNIT_HIGHLIGHT" val="0"/>
  <p:tag name="KSO_WM_UNIT_COMPATIBLE" val="0"/>
  <p:tag name="KSO_WM_UNIT_DIAGRAM_ISNUMVISUAL" val="0"/>
  <p:tag name="KSO_WM_UNIT_DIAGRAM_ISREFERUNIT" val="0"/>
  <p:tag name="KSO_WM_UNIT_TYPE" val="f"/>
  <p:tag name="KSO_WM_UNIT_INDEX" val="1"/>
  <p:tag name="KSO_WM_UNIT_ID" val="diagram20196613_1*f*1"/>
  <p:tag name="KSO_WM_TEMPLATE_CATEGORY" val="diagram"/>
  <p:tag name="KSO_WM_TEMPLATE_INDEX" val="20196613"/>
  <p:tag name="KSO_WM_UNIT_LAYERLEVEL" val="1"/>
  <p:tag name="KSO_WM_TAG_VERSION" val="1.0"/>
  <p:tag name="KSO_WM_BEAUTIFY_FLAG" val="#wm#"/>
  <p:tag name="KSO_WM_UNIT_TEXT_FILL_FORE_SCHEMECOLOR_INDEX_BRIGHTNESS" val="0.25"/>
  <p:tag name="KSO_WM_UNIT_TEXT_FILL_FORE_SCHEMECOLOR_INDEX" val="13"/>
  <p:tag name="KSO_WM_UNIT_TEXT_FILL_TYPE" val="1"/>
</p:tagLst>
</file>

<file path=ppt/tags/tag1162.xml><?xml version="1.0" encoding="utf-8"?>
<p:tagLst xmlns:p="http://schemas.openxmlformats.org/presentationml/2006/main">
  <p:tag name="KSO_WM_UNIT_TEXT_PART_ID_V2" val="a-4-1"/>
  <p:tag name="KSO_WM_UNIT_ISCONTENTSTITLE" val="0"/>
  <p:tag name="KSO_WM_UNIT_PRESET_TEXT" val="户外拓展训练目的"/>
  <p:tag name="KSO_WM_UNIT_TEXT_PART_ID" val="3-X"/>
  <p:tag name="KSO_WM_UNIT_TEXT_PART_SIZE" val="49.2*832"/>
  <p:tag name="KSO_WM_UNIT_NOCLEAR" val="0"/>
  <p:tag name="KSO_WM_UNIT_VALUE" val="26"/>
  <p:tag name="KSO_WM_UNIT_HIGHLIGHT" val="0"/>
  <p:tag name="KSO_WM_UNIT_COMPATIBLE" val="0"/>
  <p:tag name="KSO_WM_UNIT_DIAGRAM_ISNUMVISUAL" val="0"/>
  <p:tag name="KSO_WM_UNIT_DIAGRAM_ISREFERUNIT" val="0"/>
  <p:tag name="KSO_WM_UNIT_TYPE" val="a"/>
  <p:tag name="KSO_WM_UNIT_INDEX" val="1"/>
  <p:tag name="KSO_WM_UNIT_ID" val="diagram20196613_1*a*1"/>
  <p:tag name="KSO_WM_TEMPLATE_CATEGORY" val="diagram"/>
  <p:tag name="KSO_WM_TEMPLATE_INDEX" val="20196613"/>
  <p:tag name="KSO_WM_UNIT_LAYERLEVEL" val="1"/>
  <p:tag name="KSO_WM_TAG_VERSION" val="1.0"/>
  <p:tag name="KSO_WM_BEAUTIFY_FLAG" val="#wm#"/>
  <p:tag name="KSO_WM_UNIT_TEXT_FILL_FORE_SCHEMECOLOR_INDEX_BRIGHTNESS" val="0"/>
  <p:tag name="KSO_WM_UNIT_TEXT_FILL_FORE_SCHEMECOLOR_INDEX" val="14"/>
  <p:tag name="KSO_WM_UNIT_TEXT_FILL_TYPE" val="1"/>
</p:tagLst>
</file>

<file path=ppt/tags/tag116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8"/>
  <p:tag name="KSO_WM_UNIT_ID" val="diagram20196613_1*i*8"/>
  <p:tag name="KSO_WM_TEMPLATE_CATEGORY" val="diagram"/>
  <p:tag name="KSO_WM_TEMPLATE_INDEX" val="20196613"/>
  <p:tag name="KSO_WM_UNIT_LAYERLEVEL" val="1"/>
  <p:tag name="KSO_WM_TAG_VERSION" val="1.0"/>
  <p:tag name="KSO_WM_BEAUTIFY_FLAG" val="#wm#"/>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116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9"/>
  <p:tag name="KSO_WM_UNIT_ID" val="diagram20196613_1*i*9"/>
  <p:tag name="KSO_WM_TEMPLATE_CATEGORY" val="diagram"/>
  <p:tag name="KSO_WM_TEMPLATE_INDEX" val="20196613"/>
  <p:tag name="KSO_WM_UNIT_LAYERLEVEL" val="1"/>
  <p:tag name="KSO_WM_TAG_VERSION" val="1.0"/>
  <p:tag name="KSO_WM_BEAUTIFY_FLAG" val="#wm#"/>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11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0"/>
  <p:tag name="KSO_WM_UNIT_ID" val="diagram20196613_1*i*10"/>
  <p:tag name="KSO_WM_TEMPLATE_CATEGORY" val="diagram"/>
  <p:tag name="KSO_WM_TEMPLATE_INDEX" val="20196613"/>
  <p:tag name="KSO_WM_UNIT_LAYERLEVEL" val="1"/>
  <p:tag name="KSO_WM_TAG_VERSION" val="1.0"/>
  <p:tag name="KSO_WM_BEAUTIFY_FLAG" val="#wm#"/>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11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1"/>
  <p:tag name="KSO_WM_UNIT_ID" val="diagram20196613_1*i*11"/>
  <p:tag name="KSO_WM_TEMPLATE_CATEGORY" val="diagram"/>
  <p:tag name="KSO_WM_TEMPLATE_INDEX" val="20196613"/>
  <p:tag name="KSO_WM_UNIT_LAYERLEVEL" val="1"/>
  <p:tag name="KSO_WM_TAG_VERSION" val="1.0"/>
  <p:tag name="KSO_WM_BEAUTIFY_FLAG" val="#wm#"/>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1167.xml><?xml version="1.0" encoding="utf-8"?>
<p:tagLst xmlns:p="http://schemas.openxmlformats.org/presentationml/2006/main">
  <p:tag name="KSO_WM_BEAUTIFY_FLAG" val="#wm#"/>
  <p:tag name="KSO_WM_TEMPLATE_CATEGORY" val="diagram"/>
  <p:tag name="KSO_WM_TEMPLATE_INDEX" val="20196613"/>
  <p:tag name="KSO_WM_SLIDE_ID" val="diagram20196613_1"/>
  <p:tag name="KSO_WM_TEMPLATE_SUBCATEGORY" val="0"/>
  <p:tag name="KSO_WM_TEMPLATE_MASTER_TYPE" val="0"/>
  <p:tag name="KSO_WM_TEMPLATE_COLOR_TYPE" val="1"/>
  <p:tag name="KSO_WM_SLIDE_TYPE" val="text"/>
  <p:tag name="KSO_WM_SLIDE_SUBTYPE" val="pureTxt"/>
  <p:tag name="KSO_WM_SLIDE_ITEM_CNT" val="0"/>
  <p:tag name="KSO_WM_SLIDE_INDEX" val="1"/>
  <p:tag name="KSO_WM_SLIDE_SIZE" val="960*539"/>
  <p:tag name="KSO_WM_SLIDE_POSITION" val="0*0"/>
  <p:tag name="KSO_WM_TAG_VERSION" val="1.0"/>
  <p:tag name="KSO_WM_SLIDE_LAYOUT" val="a_f"/>
  <p:tag name="KSO_WM_SLIDE_LAYOUT_CNT" val="1_1"/>
  <p:tag name="KSO_WM_SLIDE_BK_DARK_LIGHT" val="2"/>
  <p:tag name="KSO_WM_SLIDE_BACKGROUND_TYPE" val="general"/>
</p:tagLst>
</file>

<file path=ppt/tags/tag1168.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1"/>
  <p:tag name="KSO_WM_UNIT_ID" val="diagram20187714_4*l_h_i*1_1_1"/>
  <p:tag name="KSO_WM_TEMPLATE_CATEGORY" val="diagram"/>
  <p:tag name="KSO_WM_TEMPLATE_INDEX" val="20187714"/>
  <p:tag name="KSO_WM_UNIT_LAYERLEVEL" val="1_1_1"/>
  <p:tag name="KSO_WM_TAG_VERSION" val="1.0"/>
  <p:tag name="KSO_WM_BEAUTIFY_FLAG" val="#wm#"/>
  <p:tag name="KSO_WM_UNIT_FILL_FORE_SCHEMECOLOR_INDEX" val="5"/>
  <p:tag name="KSO_WM_UNIT_FILL_TYPE" val="1"/>
  <p:tag name="KSO_WM_UNIT_LINE_FORE_SCHEMECOLOR_INDEX" val="6"/>
  <p:tag name="KSO_WM_UNIT_LINE_FILL_TYPE" val="2"/>
  <p:tag name="KSO_WM_UNIT_TEXT_FILL_FORE_SCHEMECOLOR_INDEX" val="13"/>
  <p:tag name="KSO_WM_UNIT_TEXT_FILL_TYPE" val="1"/>
  <p:tag name="KSO_WM_UNIT_USESOURCEFORMAT_APPLY" val="1"/>
  <p:tag name="KSO_WM_UNIT_DIAGRAM_SCHEMECOLOR_ID" val="0"/>
</p:tagLst>
</file>

<file path=ppt/tags/tag1169.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3_1"/>
  <p:tag name="KSO_WM_UNIT_ID" val="diagram20187714_4*l_h_i*1_3_1"/>
  <p:tag name="KSO_WM_TEMPLATE_CATEGORY" val="diagram"/>
  <p:tag name="KSO_WM_TEMPLATE_INDEX" val="20187714"/>
  <p:tag name="KSO_WM_UNIT_LAYERLEVEL" val="1_1_1"/>
  <p:tag name="KSO_WM_TAG_VERSION" val="1.0"/>
  <p:tag name="KSO_WM_BEAUTIFY_FLAG" val="#wm#"/>
  <p:tag name="KSO_WM_UNIT_FILL_FORE_SCHEMECOLOR_INDEX" val="7"/>
  <p:tag name="KSO_WM_UNIT_FILL_TYPE" val="1"/>
  <p:tag name="KSO_WM_UNIT_LINE_FORE_SCHEMECOLOR_INDEX" val="7"/>
  <p:tag name="KSO_WM_UNIT_LINE_FILL_TYPE" val="2"/>
  <p:tag name="KSO_WM_UNIT_TEXT_FILL_FORE_SCHEMECOLOR_INDEX" val="13"/>
  <p:tag name="KSO_WM_UNIT_TEXT_FILL_TYPE" val="1"/>
  <p:tag name="KSO_WM_UNIT_USESOURCEFORMAT_APPLY" val="1"/>
  <p:tag name="KSO_WM_UNIT_DIAGRAM_SCHEMECOLOR_ID" val="0"/>
</p:tagLst>
</file>

<file path=ppt/tags/tag1170.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2_1"/>
  <p:tag name="KSO_WM_UNIT_ID" val="diagram20187714_4*l_h_i*1_2_1"/>
  <p:tag name="KSO_WM_TEMPLATE_CATEGORY" val="diagram"/>
  <p:tag name="KSO_WM_TEMPLATE_INDEX" val="20187714"/>
  <p:tag name="KSO_WM_UNIT_LAYERLEVEL" val="1_1_1"/>
  <p:tag name="KSO_WM_TAG_VERSION" val="1.0"/>
  <p:tag name="KSO_WM_BEAUTIFY_FLAG" val="#wm#"/>
  <p:tag name="KSO_WM_UNIT_FILL_FORE_SCHEMECOLOR_INDEX" val="6"/>
  <p:tag name="KSO_WM_UNIT_FILL_TYPE" val="1"/>
  <p:tag name="KSO_WM_UNIT_LINE_FORE_SCHEMECOLOR_INDEX" val="5"/>
  <p:tag name="KSO_WM_UNIT_LINE_FILL_TYPE" val="2"/>
  <p:tag name="KSO_WM_UNIT_USESOURCEFORMAT_APPLY" val="1"/>
  <p:tag name="KSO_WM_UNIT_DIAGRAM_SCHEMECOLOR_ID" val="0"/>
</p:tagLst>
</file>

<file path=ppt/tags/tag1171.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4_1"/>
  <p:tag name="KSO_WM_UNIT_ID" val="diagram20187714_4*l_h_i*1_4_1"/>
  <p:tag name="KSO_WM_TEMPLATE_CATEGORY" val="diagram"/>
  <p:tag name="KSO_WM_TEMPLATE_INDEX" val="20187714"/>
  <p:tag name="KSO_WM_UNIT_LAYERLEVEL" val="1_1_1"/>
  <p:tag name="KSO_WM_TAG_VERSION" val="1.0"/>
  <p:tag name="KSO_WM_BEAUTIFY_FLAG" val="#wm#"/>
  <p:tag name="KSO_WM_UNIT_FILL_FORE_SCHEMECOLOR_INDEX" val="8"/>
  <p:tag name="KSO_WM_UNIT_FILL_TYPE" val="1"/>
  <p:tag name="KSO_WM_UNIT_LINE_FORE_SCHEMECOLOR_INDEX" val="8"/>
  <p:tag name="KSO_WM_UNIT_LINE_FILL_TYPE" val="2"/>
  <p:tag name="KSO_WM_UNIT_TEXT_FILL_FORE_SCHEMECOLOR_INDEX" val="13"/>
  <p:tag name="KSO_WM_UNIT_TEXT_FILL_TYPE" val="1"/>
  <p:tag name="KSO_WM_UNIT_USESOURCEFORMAT_APPLY" val="1"/>
  <p:tag name="KSO_WM_UNIT_DIAGRAM_SCHEMECOLOR_ID" val="0"/>
</p:tagLst>
</file>

<file path=ppt/tags/tag117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5_1"/>
  <p:tag name="KSO_WM_UNIT_ID" val="diagram20187714_4*l_h_i*1_5_1"/>
  <p:tag name="KSO_WM_TEMPLATE_CATEGORY" val="diagram"/>
  <p:tag name="KSO_WM_TEMPLATE_INDEX" val="20187714"/>
  <p:tag name="KSO_WM_UNIT_LAYERLEVEL" val="1_1_1"/>
  <p:tag name="KSO_WM_TAG_VERSION" val="1.0"/>
  <p:tag name="KSO_WM_BEAUTIFY_FLAG" val="#wm#"/>
  <p:tag name="KSO_WM_UNIT_FILL_FORE_SCHEMECOLOR_INDEX" val="9"/>
  <p:tag name="KSO_WM_UNIT_FILL_TYPE" val="1"/>
  <p:tag name="KSO_WM_UNIT_LINE_FORE_SCHEMECOLOR_INDEX" val="9"/>
  <p:tag name="KSO_WM_UNIT_LINE_FILL_TYPE" val="2"/>
  <p:tag name="KSO_WM_UNIT_TEXT_FILL_FORE_SCHEMECOLOR_INDEX" val="13"/>
  <p:tag name="KSO_WM_UNIT_TEXT_FILL_TYPE" val="1"/>
  <p:tag name="KSO_WM_UNIT_USESOURCEFORMAT_APPLY" val="1"/>
  <p:tag name="KSO_WM_UNIT_DIAGRAM_SCHEMECOLOR_ID" val="0"/>
</p:tagLst>
</file>

<file path=ppt/tags/tag1173.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i"/>
  <p:tag name="KSO_WM_UNIT_INDEX" val="1_15"/>
  <p:tag name="KSO_WM_UNIT_ID" val="diagram20187714_4*l_i*1_15"/>
  <p:tag name="KSO_WM_TEMPLATE_CATEGORY" val="diagram"/>
  <p:tag name="KSO_WM_TEMPLATE_INDEX" val="20187714"/>
  <p:tag name="KSO_WM_UNIT_LAYERLEVEL" val="1_1"/>
  <p:tag name="KSO_WM_TAG_VERSION" val="1.0"/>
  <p:tag name="KSO_WM_BEAUTIFY_FLAG" val="#wm#"/>
  <p:tag name="KSO_WM_UNIT_FILL_FORE_SCHEMECOLOR_INDEX" val="13"/>
  <p:tag name="KSO_WM_UNIT_FILL_TYPE" val="1"/>
  <p:tag name="KSO_WM_UNIT_TEXT_FILL_FORE_SCHEMECOLOR_INDEX" val="13"/>
  <p:tag name="KSO_WM_UNIT_TEXT_FILL_TYPE" val="1"/>
  <p:tag name="KSO_WM_UNIT_USESOURCEFORMAT_APPLY" val="1"/>
  <p:tag name="KSO_WM_UNIT_DIAGRAM_SCHEMECOLOR_ID" val="0"/>
</p:tagLst>
</file>

<file path=ppt/tags/tag1174.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i"/>
  <p:tag name="KSO_WM_UNIT_INDEX" val="1_1"/>
  <p:tag name="KSO_WM_UNIT_ID" val="diagram20187714_4*l_i*1_1"/>
  <p:tag name="KSO_WM_TEMPLATE_CATEGORY" val="diagram"/>
  <p:tag name="KSO_WM_TEMPLATE_INDEX" val="20187714"/>
  <p:tag name="KSO_WM_UNIT_LAYERLEVEL" val="1_1"/>
  <p:tag name="KSO_WM_TAG_VERSION" val="1.0"/>
  <p:tag name="KSO_WM_BEAUTIFY_FLAG" val="#wm#"/>
  <p:tag name="KSO_WM_UNIT_LINE_FORE_SCHEMECOLOR_INDEX" val="13"/>
  <p:tag name="KSO_WM_UNIT_LINE_FILL_TYPE" val="2"/>
  <p:tag name="KSO_WM_UNIT_USESOURCEFORMAT_APPLY" val="1"/>
  <p:tag name="KSO_WM_UNIT_DIAGRAM_SCHEMECOLOR_ID" val="0"/>
</p:tagLst>
</file>

<file path=ppt/tags/tag1175.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i"/>
  <p:tag name="KSO_WM_UNIT_INDEX" val="1_3"/>
  <p:tag name="KSO_WM_UNIT_ID" val="diagram20187714_4*l_i*1_3"/>
  <p:tag name="KSO_WM_TEMPLATE_CATEGORY" val="diagram"/>
  <p:tag name="KSO_WM_TEMPLATE_INDEX" val="20187714"/>
  <p:tag name="KSO_WM_UNIT_LAYERLEVEL" val="1_1"/>
  <p:tag name="KSO_WM_TAG_VERSION" val="1.0"/>
  <p:tag name="KSO_WM_BEAUTIFY_FLAG" val="#wm#"/>
  <p:tag name="KSO_WM_UNIT_LINE_FORE_SCHEMECOLOR_INDEX" val="13"/>
  <p:tag name="KSO_WM_UNIT_LINE_FILL_TYPE" val="2"/>
  <p:tag name="KSO_WM_UNIT_USESOURCEFORMAT_APPLY" val="1"/>
  <p:tag name="KSO_WM_UNIT_DIAGRAM_SCHEMECOLOR_ID" val="0"/>
</p:tagLst>
</file>

<file path=ppt/tags/tag1176.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i"/>
  <p:tag name="KSO_WM_UNIT_INDEX" val="1_14"/>
  <p:tag name="KSO_WM_UNIT_ID" val="diagram20187714_4*l_i*1_14"/>
  <p:tag name="KSO_WM_TEMPLATE_CATEGORY" val="diagram"/>
  <p:tag name="KSO_WM_TEMPLATE_INDEX" val="20187714"/>
  <p:tag name="KSO_WM_UNIT_LAYERLEVEL" val="1_1"/>
  <p:tag name="KSO_WM_TAG_VERSION" val="1.0"/>
  <p:tag name="KSO_WM_BEAUTIFY_FLAG" val="#wm#"/>
  <p:tag name="KSO_WM_UNIT_LINE_FORE_SCHEMECOLOR_INDEX" val="13"/>
  <p:tag name="KSO_WM_UNIT_LINE_FILL_TYPE" val="2"/>
  <p:tag name="KSO_WM_UNIT_USESOURCEFORMAT_APPLY" val="1"/>
  <p:tag name="KSO_WM_UNIT_DIAGRAM_SCHEMECOLOR_ID" val="0"/>
</p:tagLst>
</file>

<file path=ppt/tags/tag1177.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i"/>
  <p:tag name="KSO_WM_UNIT_INDEX" val="1_5"/>
  <p:tag name="KSO_WM_UNIT_ID" val="diagram20187714_4*l_i*1_5"/>
  <p:tag name="KSO_WM_TEMPLATE_CATEGORY" val="diagram"/>
  <p:tag name="KSO_WM_TEMPLATE_INDEX" val="20187714"/>
  <p:tag name="KSO_WM_UNIT_LAYERLEVEL" val="1_1"/>
  <p:tag name="KSO_WM_TAG_VERSION" val="1.0"/>
  <p:tag name="KSO_WM_BEAUTIFY_FLAG" val="#wm#"/>
  <p:tag name="KSO_WM_UNIT_LINE_FORE_SCHEMECOLOR_INDEX" val="13"/>
  <p:tag name="KSO_WM_UNIT_LINE_FILL_TYPE" val="2"/>
  <p:tag name="KSO_WM_UNIT_USESOURCEFORMAT_APPLY" val="1"/>
  <p:tag name="KSO_WM_UNIT_DIAGRAM_SCHEMECOLOR_ID" val="0"/>
</p:tagLst>
</file>

<file path=ppt/tags/tag1178.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i"/>
  <p:tag name="KSO_WM_UNIT_INDEX" val="1_7"/>
  <p:tag name="KSO_WM_UNIT_ID" val="diagram20187714_4*l_i*1_7"/>
  <p:tag name="KSO_WM_TEMPLATE_CATEGORY" val="diagram"/>
  <p:tag name="KSO_WM_TEMPLATE_INDEX" val="20187714"/>
  <p:tag name="KSO_WM_UNIT_LAYERLEVEL" val="1_1"/>
  <p:tag name="KSO_WM_TAG_VERSION" val="1.0"/>
  <p:tag name="KSO_WM_BEAUTIFY_FLAG" val="#wm#"/>
  <p:tag name="KSO_WM_UNIT_LINE_FORE_SCHEMECOLOR_INDEX" val="13"/>
  <p:tag name="KSO_WM_UNIT_LINE_FILL_TYPE" val="2"/>
  <p:tag name="KSO_WM_UNIT_USESOURCEFORMAT_APPLY" val="1"/>
  <p:tag name="KSO_WM_UNIT_DIAGRAM_SCHEMECOLOR_ID" val="0"/>
</p:tagLst>
</file>

<file path=ppt/tags/tag1179.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i"/>
  <p:tag name="KSO_WM_UNIT_INDEX" val="1_8"/>
  <p:tag name="KSO_WM_UNIT_ID" val="diagram20187714_4*l_i*1_8"/>
  <p:tag name="KSO_WM_TEMPLATE_CATEGORY" val="diagram"/>
  <p:tag name="KSO_WM_TEMPLATE_INDEX" val="20187714"/>
  <p:tag name="KSO_WM_UNIT_LAYERLEVEL" val="1_1"/>
  <p:tag name="KSO_WM_TAG_VERSION" val="1.0"/>
  <p:tag name="KSO_WM_BEAUTIFY_FLAG" val="#wm#"/>
  <p:tag name="KSO_WM_UNIT_LINE_FORE_SCHEMECOLOR_INDEX" val="13"/>
  <p:tag name="KSO_WM_UNIT_LINE_FILL_TYPE" val="2"/>
  <p:tag name="KSO_WM_UNIT_USESOURCEFORMAT_APPLY" val="1"/>
  <p:tag name="KSO_WM_UNIT_DIAGRAM_SCHEMECOLOR_ID" val="0"/>
</p:tagLst>
</file>

<file path=ppt/tags/tag1180.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i"/>
  <p:tag name="KSO_WM_UNIT_INDEX" val="1_10"/>
  <p:tag name="KSO_WM_UNIT_ID" val="diagram20187714_4*l_i*1_10"/>
  <p:tag name="KSO_WM_TEMPLATE_CATEGORY" val="diagram"/>
  <p:tag name="KSO_WM_TEMPLATE_INDEX" val="20187714"/>
  <p:tag name="KSO_WM_UNIT_LAYERLEVEL" val="1_1"/>
  <p:tag name="KSO_WM_TAG_VERSION" val="1.0"/>
  <p:tag name="KSO_WM_BEAUTIFY_FLAG" val="#wm#"/>
  <p:tag name="KSO_WM_UNIT_LINE_FORE_SCHEMECOLOR_INDEX" val="13"/>
  <p:tag name="KSO_WM_UNIT_LINE_FILL_TYPE" val="2"/>
  <p:tag name="KSO_WM_UNIT_USESOURCEFORMAT_APPLY" val="1"/>
  <p:tag name="KSO_WM_UNIT_DIAGRAM_SCHEMECOLOR_ID" val="0"/>
</p:tagLst>
</file>

<file path=ppt/tags/tag1181.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i"/>
  <p:tag name="KSO_WM_UNIT_INDEX" val="1_12"/>
  <p:tag name="KSO_WM_UNIT_ID" val="diagram20187714_4*l_i*1_12"/>
  <p:tag name="KSO_WM_TEMPLATE_CATEGORY" val="diagram"/>
  <p:tag name="KSO_WM_TEMPLATE_INDEX" val="20187714"/>
  <p:tag name="KSO_WM_UNIT_LAYERLEVEL" val="1_1"/>
  <p:tag name="KSO_WM_TAG_VERSION" val="1.0"/>
  <p:tag name="KSO_WM_BEAUTIFY_FLAG" val="#wm#"/>
  <p:tag name="KSO_WM_UNIT_LINE_FORE_SCHEMECOLOR_INDEX" val="13"/>
  <p:tag name="KSO_WM_UNIT_LINE_FILL_TYPE" val="2"/>
  <p:tag name="KSO_WM_UNIT_USESOURCEFORMAT_APPLY" val="1"/>
  <p:tag name="KSO_WM_UNIT_DIAGRAM_SCHEMECOLOR_ID" val="0"/>
</p:tagLst>
</file>

<file path=ppt/tags/tag118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h_i"/>
  <p:tag name="KSO_WM_UNIT_INDEX" val="1_1_1_1"/>
  <p:tag name="KSO_WM_UNIT_ID" val="diagram20187714_4*l_h_h_i*1_1_1_1"/>
  <p:tag name="KSO_WM_TEMPLATE_CATEGORY" val="diagram"/>
  <p:tag name="KSO_WM_TEMPLATE_INDEX" val="20187714"/>
  <p:tag name="KSO_WM_UNIT_LAYERLEVEL" val="1_1_1_1"/>
  <p:tag name="KSO_WM_TAG_VERSION" val="1.0"/>
  <p:tag name="KSO_WM_BEAUTIFY_FLAG" val="#wm#"/>
  <p:tag name="KSO_WM_UNIT_FILL_FORE_SCHEMECOLOR_INDEX" val="5"/>
  <p:tag name="KSO_WM_UNIT_FILL_TYPE" val="1"/>
  <p:tag name="KSO_WM_UNIT_LINE_FORE_SCHEMECOLOR_INDEX" val="6"/>
  <p:tag name="KSO_WM_UNIT_LINE_FILL_TYPE" val="2"/>
  <p:tag name="KSO_WM_UNIT_TEXT_FILL_FORE_SCHEMECOLOR_INDEX" val="13"/>
  <p:tag name="KSO_WM_UNIT_TEXT_FILL_TYPE" val="1"/>
  <p:tag name="KSO_WM_UNIT_USESOURCEFORMAT_APPLY" val="1"/>
  <p:tag name="KSO_WM_UNIT_DIAGRAM_SCHEMECOLOR_ID" val="0"/>
</p:tagLst>
</file>

<file path=ppt/tags/tag1183.xml><?xml version="1.0" encoding="utf-8"?>
<p:tagLst xmlns:p="http://schemas.openxmlformats.org/presentationml/2006/main">
  <p:tag name="KSO_WM_UNIT_VALUE" val="75*75"/>
  <p:tag name="KSO_WM_UNIT_HIGHLIGHT" val="0"/>
  <p:tag name="KSO_WM_UNIT_COMPATIBLE" val="0"/>
  <p:tag name="KSO_WM_UNIT_DIAGRAM_ISNUMVISUAL" val="0"/>
  <p:tag name="KSO_WM_UNIT_DIAGRAM_ISREFERUNIT" val="0"/>
  <p:tag name="KSO_WM_DIAGRAM_GROUP_CODE" val="l1-1"/>
  <p:tag name="KSO_WM_UNIT_TYPE" val="l_h_h_x"/>
  <p:tag name="KSO_WM_UNIT_INDEX" val="1_1_1_1"/>
  <p:tag name="KSO_WM_UNIT_ID" val="diagram20187714_4*l_h_h_x*1_1_1_1"/>
  <p:tag name="KSO_WM_TEMPLATE_CATEGORY" val="diagram"/>
  <p:tag name="KSO_WM_TEMPLATE_INDEX" val="20187714"/>
  <p:tag name="KSO_WM_UNIT_LAYERLEVEL" val="1_1_1_1"/>
  <p:tag name="KSO_WM_TAG_VERSION" val="1.0"/>
  <p:tag name="KSO_WM_BEAUTIFY_FLAG" val="#wm#"/>
  <p:tag name="KSO_WM_UNIT_FILL_FORE_SCHEMECOLOR_INDEX" val="14"/>
  <p:tag name="KSO_WM_UNIT_FILL_TYPE" val="1"/>
  <p:tag name="KSO_WM_UNIT_TEXT_FILL_FORE_SCHEMECOLOR_INDEX" val="13"/>
  <p:tag name="KSO_WM_UNIT_TEXT_FILL_TYPE" val="1"/>
  <p:tag name="KSO_WM_UNIT_USESOURCEFORMAT_APPLY" val="1"/>
  <p:tag name="KSO_WM_UNIT_DIAGRAM_SCHEMECOLOR_ID" val="0"/>
</p:tagLst>
</file>

<file path=ppt/tags/tag1184.xml><?xml version="1.0" encoding="utf-8"?>
<p:tagLst xmlns:p="http://schemas.openxmlformats.org/presentationml/2006/main">
  <p:tag name="KSO_WM_UNIT_NOCLEAR" val="0"/>
  <p:tag name="KSO_WM_UNIT_VALUE" val="40"/>
  <p:tag name="KSO_WM_UNIT_HIGHLIGHT" val="0"/>
  <p:tag name="KSO_WM_UNIT_COMPATIBLE" val="0"/>
  <p:tag name="KSO_WM_UNIT_DIAGRAM_ISNUMVISUAL" val="0"/>
  <p:tag name="KSO_WM_UNIT_DIAGRAM_ISREFERUNIT" val="0"/>
  <p:tag name="KSO_WM_DIAGRAM_GROUP_CODE" val="l1-1"/>
  <p:tag name="KSO_WM_UNIT_TYPE" val="l_h_h_f"/>
  <p:tag name="KSO_WM_UNIT_INDEX" val="1_1_1_1"/>
  <p:tag name="KSO_WM_UNIT_ID" val="diagram20187714_4*l_h_h_f*1_1_1_1"/>
  <p:tag name="KSO_WM_TEMPLATE_CATEGORY" val="diagram"/>
  <p:tag name="KSO_WM_TEMPLATE_INDEX" val="20187714"/>
  <p:tag name="KSO_WM_UNIT_LAYERLEVEL" val="1_1_1_1"/>
  <p:tag name="KSO_WM_TAG_VERSION" val="1.0"/>
  <p:tag name="KSO_WM_BEAUTIFY_FLAG" val="#wm#"/>
  <p:tag name="KSO_WM_UNIT_PRESET_TEXT" val="单击此处添加文本"/>
  <p:tag name="KSO_WM_UNIT_TEXT_FILL_FORE_SCHEMECOLOR_INDEX" val="1"/>
  <p:tag name="KSO_WM_UNIT_TEXT_FILL_TYPE" val="1"/>
  <p:tag name="KSO_WM_UNIT_USESOURCEFORMAT_APPLY" val="1"/>
  <p:tag name="KSO_WM_UNIT_DIAGRAM_SCHEMECOLOR_ID" val="0"/>
</p:tagLst>
</file>

<file path=ppt/tags/tag1185.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h_i"/>
  <p:tag name="KSO_WM_UNIT_INDEX" val="1_2_1_1"/>
  <p:tag name="KSO_WM_UNIT_ID" val="diagram20187714_4*l_h_h_i*1_2_1_1"/>
  <p:tag name="KSO_WM_TEMPLATE_CATEGORY" val="diagram"/>
  <p:tag name="KSO_WM_TEMPLATE_INDEX" val="20187714"/>
  <p:tag name="KSO_WM_UNIT_LAYERLEVEL" val="1_1_1_1"/>
  <p:tag name="KSO_WM_TAG_VERSION" val="1.0"/>
  <p:tag name="KSO_WM_BEAUTIFY_FLAG" val="#wm#"/>
  <p:tag name="KSO_WM_UNIT_FILL_FORE_SCHEMECOLOR_INDEX" val="6"/>
  <p:tag name="KSO_WM_UNIT_FILL_TYPE" val="1"/>
  <p:tag name="KSO_WM_UNIT_LINE_FORE_SCHEMECOLOR_INDEX" val="5"/>
  <p:tag name="KSO_WM_UNIT_LINE_FILL_TYPE" val="2"/>
  <p:tag name="KSO_WM_UNIT_TEXT_FILL_FORE_SCHEMECOLOR_INDEX" val="13"/>
  <p:tag name="KSO_WM_UNIT_TEXT_FILL_TYPE" val="1"/>
  <p:tag name="KSO_WM_UNIT_USESOURCEFORMAT_APPLY" val="1"/>
  <p:tag name="KSO_WM_UNIT_DIAGRAM_SCHEMECOLOR_ID" val="0"/>
</p:tagLst>
</file>

<file path=ppt/tags/tag1186.xml><?xml version="1.0" encoding="utf-8"?>
<p:tagLst xmlns:p="http://schemas.openxmlformats.org/presentationml/2006/main">
  <p:tag name="KSO_WM_UNIT_VALUE" val="75*75"/>
  <p:tag name="KSO_WM_UNIT_HIGHLIGHT" val="0"/>
  <p:tag name="KSO_WM_UNIT_COMPATIBLE" val="0"/>
  <p:tag name="KSO_WM_UNIT_DIAGRAM_ISNUMVISUAL" val="0"/>
  <p:tag name="KSO_WM_UNIT_DIAGRAM_ISREFERUNIT" val="0"/>
  <p:tag name="KSO_WM_DIAGRAM_GROUP_CODE" val="l1-1"/>
  <p:tag name="KSO_WM_UNIT_TYPE" val="l_h_h_x"/>
  <p:tag name="KSO_WM_UNIT_INDEX" val="1_2_1_1"/>
  <p:tag name="KSO_WM_UNIT_ID" val="diagram20187714_4*l_h_h_x*1_2_1_1"/>
  <p:tag name="KSO_WM_TEMPLATE_CATEGORY" val="diagram"/>
  <p:tag name="KSO_WM_TEMPLATE_INDEX" val="20187714"/>
  <p:tag name="KSO_WM_UNIT_LAYERLEVEL" val="1_1_1_1"/>
  <p:tag name="KSO_WM_TAG_VERSION" val="1.0"/>
  <p:tag name="KSO_WM_BEAUTIFY_FLAG" val="#wm#"/>
  <p:tag name="KSO_WM_UNIT_FILL_FORE_SCHEMECOLOR_INDEX" val="14"/>
  <p:tag name="KSO_WM_UNIT_FILL_TYPE" val="1"/>
  <p:tag name="KSO_WM_UNIT_TEXT_FILL_FORE_SCHEMECOLOR_INDEX" val="13"/>
  <p:tag name="KSO_WM_UNIT_TEXT_FILL_TYPE" val="1"/>
  <p:tag name="KSO_WM_UNIT_USESOURCEFORMAT_APPLY" val="1"/>
  <p:tag name="KSO_WM_UNIT_DIAGRAM_SCHEMECOLOR_ID" val="0"/>
</p:tagLst>
</file>

<file path=ppt/tags/tag1187.xml><?xml version="1.0" encoding="utf-8"?>
<p:tagLst xmlns:p="http://schemas.openxmlformats.org/presentationml/2006/main">
  <p:tag name="KSO_WM_UNIT_NOCLEAR" val="0"/>
  <p:tag name="KSO_WM_UNIT_VALUE" val="40"/>
  <p:tag name="KSO_WM_UNIT_HIGHLIGHT" val="0"/>
  <p:tag name="KSO_WM_UNIT_COMPATIBLE" val="0"/>
  <p:tag name="KSO_WM_UNIT_DIAGRAM_ISNUMVISUAL" val="0"/>
  <p:tag name="KSO_WM_UNIT_DIAGRAM_ISREFERUNIT" val="0"/>
  <p:tag name="KSO_WM_DIAGRAM_GROUP_CODE" val="l1-1"/>
  <p:tag name="KSO_WM_UNIT_TYPE" val="l_h_h_f"/>
  <p:tag name="KSO_WM_UNIT_INDEX" val="1_2_1_1"/>
  <p:tag name="KSO_WM_UNIT_ID" val="diagram20187714_4*l_h_h_f*1_2_1_1"/>
  <p:tag name="KSO_WM_TEMPLATE_CATEGORY" val="diagram"/>
  <p:tag name="KSO_WM_TEMPLATE_INDEX" val="20187714"/>
  <p:tag name="KSO_WM_UNIT_LAYERLEVEL" val="1_1_1_1"/>
  <p:tag name="KSO_WM_TAG_VERSION" val="1.0"/>
  <p:tag name="KSO_WM_BEAUTIFY_FLAG" val="#wm#"/>
  <p:tag name="KSO_WM_UNIT_PRESET_TEXT" val="单击此处添加文本"/>
  <p:tag name="KSO_WM_UNIT_TEXT_FILL_FORE_SCHEMECOLOR_INDEX" val="1"/>
  <p:tag name="KSO_WM_UNIT_TEXT_FILL_TYPE" val="1"/>
  <p:tag name="KSO_WM_UNIT_USESOURCEFORMAT_APPLY" val="1"/>
  <p:tag name="KSO_WM_UNIT_DIAGRAM_SCHEMECOLOR_ID" val="0"/>
</p:tagLst>
</file>

<file path=ppt/tags/tag1188.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h_i"/>
  <p:tag name="KSO_WM_UNIT_INDEX" val="1_3_1_1"/>
  <p:tag name="KSO_WM_UNIT_ID" val="diagram20187714_4*l_h_h_i*1_3_1_1"/>
  <p:tag name="KSO_WM_TEMPLATE_CATEGORY" val="diagram"/>
  <p:tag name="KSO_WM_TEMPLATE_INDEX" val="20187714"/>
  <p:tag name="KSO_WM_UNIT_LAYERLEVEL" val="1_1_1_1"/>
  <p:tag name="KSO_WM_TAG_VERSION" val="1.0"/>
  <p:tag name="KSO_WM_BEAUTIFY_FLAG" val="#wm#"/>
  <p:tag name="KSO_WM_UNIT_FILL_FORE_SCHEMECOLOR_INDEX" val="7"/>
  <p:tag name="KSO_WM_UNIT_FILL_TYPE" val="1"/>
  <p:tag name="KSO_WM_UNIT_LINE_FORE_SCHEMECOLOR_INDEX" val="7"/>
  <p:tag name="KSO_WM_UNIT_LINE_FILL_TYPE" val="2"/>
  <p:tag name="KSO_WM_UNIT_TEXT_FILL_FORE_SCHEMECOLOR_INDEX" val="13"/>
  <p:tag name="KSO_WM_UNIT_TEXT_FILL_TYPE" val="1"/>
  <p:tag name="KSO_WM_UNIT_USESOURCEFORMAT_APPLY" val="1"/>
  <p:tag name="KSO_WM_UNIT_DIAGRAM_SCHEMECOLOR_ID" val="0"/>
</p:tagLst>
</file>

<file path=ppt/tags/tag1189.xml><?xml version="1.0" encoding="utf-8"?>
<p:tagLst xmlns:p="http://schemas.openxmlformats.org/presentationml/2006/main">
  <p:tag name="KSO_WM_UNIT_VALUE" val="75*75"/>
  <p:tag name="KSO_WM_UNIT_HIGHLIGHT" val="0"/>
  <p:tag name="KSO_WM_UNIT_COMPATIBLE" val="0"/>
  <p:tag name="KSO_WM_UNIT_DIAGRAM_ISNUMVISUAL" val="0"/>
  <p:tag name="KSO_WM_UNIT_DIAGRAM_ISREFERUNIT" val="0"/>
  <p:tag name="KSO_WM_DIAGRAM_GROUP_CODE" val="l1-1"/>
  <p:tag name="KSO_WM_UNIT_TYPE" val="l_h_h_x"/>
  <p:tag name="KSO_WM_UNIT_INDEX" val="1_3_1_1"/>
  <p:tag name="KSO_WM_UNIT_ID" val="diagram20187714_4*l_h_h_x*1_3_1_1"/>
  <p:tag name="KSO_WM_TEMPLATE_CATEGORY" val="diagram"/>
  <p:tag name="KSO_WM_TEMPLATE_INDEX" val="20187714"/>
  <p:tag name="KSO_WM_UNIT_LAYERLEVEL" val="1_1_1_1"/>
  <p:tag name="KSO_WM_TAG_VERSION" val="1.0"/>
  <p:tag name="KSO_WM_BEAUTIFY_FLAG" val="#wm#"/>
  <p:tag name="KSO_WM_UNIT_FILL_FORE_SCHEMECOLOR_INDEX" val="14"/>
  <p:tag name="KSO_WM_UNIT_FILL_TYPE" val="1"/>
  <p:tag name="KSO_WM_UNIT_TEXT_FILL_FORE_SCHEMECOLOR_INDEX" val="13"/>
  <p:tag name="KSO_WM_UNIT_TEXT_FILL_TYPE" val="1"/>
  <p:tag name="KSO_WM_UNIT_USESOURCEFORMAT_APPLY" val="1"/>
  <p:tag name="KSO_WM_UNIT_DIAGRAM_SCHEMECOLOR_ID" val="0"/>
</p:tagLst>
</file>

<file path=ppt/tags/tag1190.xml><?xml version="1.0" encoding="utf-8"?>
<p:tagLst xmlns:p="http://schemas.openxmlformats.org/presentationml/2006/main">
  <p:tag name="KSO_WM_UNIT_NOCLEAR" val="0"/>
  <p:tag name="KSO_WM_UNIT_VALUE" val="40"/>
  <p:tag name="KSO_WM_UNIT_HIGHLIGHT" val="0"/>
  <p:tag name="KSO_WM_UNIT_COMPATIBLE" val="0"/>
  <p:tag name="KSO_WM_UNIT_DIAGRAM_ISNUMVISUAL" val="0"/>
  <p:tag name="KSO_WM_UNIT_DIAGRAM_ISREFERUNIT" val="0"/>
  <p:tag name="KSO_WM_DIAGRAM_GROUP_CODE" val="l1-1"/>
  <p:tag name="KSO_WM_UNIT_TYPE" val="l_h_h_f"/>
  <p:tag name="KSO_WM_UNIT_INDEX" val="1_3_1_1"/>
  <p:tag name="KSO_WM_UNIT_ID" val="diagram20187714_4*l_h_h_f*1_3_1_1"/>
  <p:tag name="KSO_WM_TEMPLATE_CATEGORY" val="diagram"/>
  <p:tag name="KSO_WM_TEMPLATE_INDEX" val="20187714"/>
  <p:tag name="KSO_WM_UNIT_LAYERLEVEL" val="1_1_1_1"/>
  <p:tag name="KSO_WM_TAG_VERSION" val="1.0"/>
  <p:tag name="KSO_WM_BEAUTIFY_FLAG" val="#wm#"/>
  <p:tag name="KSO_WM_UNIT_PRESET_TEXT" val="单击此处添加文本"/>
  <p:tag name="KSO_WM_UNIT_TEXT_FILL_FORE_SCHEMECOLOR_INDEX" val="1"/>
  <p:tag name="KSO_WM_UNIT_TEXT_FILL_TYPE" val="1"/>
  <p:tag name="KSO_WM_UNIT_USESOURCEFORMAT_APPLY" val="1"/>
  <p:tag name="KSO_WM_UNIT_DIAGRAM_SCHEMECOLOR_ID" val="0"/>
</p:tagLst>
</file>

<file path=ppt/tags/tag1191.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h_i"/>
  <p:tag name="KSO_WM_UNIT_INDEX" val="1_4_1_1"/>
  <p:tag name="KSO_WM_UNIT_ID" val="diagram20187714_4*l_h_h_i*1_4_1_1"/>
  <p:tag name="KSO_WM_TEMPLATE_CATEGORY" val="diagram"/>
  <p:tag name="KSO_WM_TEMPLATE_INDEX" val="20187714"/>
  <p:tag name="KSO_WM_UNIT_LAYERLEVEL" val="1_1_1_1"/>
  <p:tag name="KSO_WM_TAG_VERSION" val="1.0"/>
  <p:tag name="KSO_WM_BEAUTIFY_FLAG" val="#wm#"/>
  <p:tag name="KSO_WM_UNIT_FILL_FORE_SCHEMECOLOR_INDEX" val="8"/>
  <p:tag name="KSO_WM_UNIT_FILL_TYPE" val="1"/>
  <p:tag name="KSO_WM_UNIT_LINE_FORE_SCHEMECOLOR_INDEX" val="8"/>
  <p:tag name="KSO_WM_UNIT_LINE_FILL_TYPE" val="2"/>
  <p:tag name="KSO_WM_UNIT_TEXT_FILL_FORE_SCHEMECOLOR_INDEX" val="13"/>
  <p:tag name="KSO_WM_UNIT_TEXT_FILL_TYPE" val="1"/>
  <p:tag name="KSO_WM_UNIT_USESOURCEFORMAT_APPLY" val="1"/>
  <p:tag name="KSO_WM_UNIT_DIAGRAM_SCHEMECOLOR_ID" val="0"/>
</p:tagLst>
</file>

<file path=ppt/tags/tag1192.xml><?xml version="1.0" encoding="utf-8"?>
<p:tagLst xmlns:p="http://schemas.openxmlformats.org/presentationml/2006/main">
  <p:tag name="KSO_WM_UNIT_NOCLEAR" val="0"/>
  <p:tag name="KSO_WM_UNIT_VALUE" val="40"/>
  <p:tag name="KSO_WM_UNIT_HIGHLIGHT" val="0"/>
  <p:tag name="KSO_WM_UNIT_COMPATIBLE" val="0"/>
  <p:tag name="KSO_WM_UNIT_DIAGRAM_ISNUMVISUAL" val="0"/>
  <p:tag name="KSO_WM_UNIT_DIAGRAM_ISREFERUNIT" val="0"/>
  <p:tag name="KSO_WM_DIAGRAM_GROUP_CODE" val="l1-1"/>
  <p:tag name="KSO_WM_UNIT_TYPE" val="l_h_h_f"/>
  <p:tag name="KSO_WM_UNIT_INDEX" val="1_4_1_1"/>
  <p:tag name="KSO_WM_UNIT_ID" val="diagram20187714_4*l_h_h_f*1_4_1_1"/>
  <p:tag name="KSO_WM_TEMPLATE_CATEGORY" val="diagram"/>
  <p:tag name="KSO_WM_TEMPLATE_INDEX" val="20187714"/>
  <p:tag name="KSO_WM_UNIT_LAYERLEVEL" val="1_1_1_1"/>
  <p:tag name="KSO_WM_TAG_VERSION" val="1.0"/>
  <p:tag name="KSO_WM_BEAUTIFY_FLAG" val="#wm#"/>
  <p:tag name="KSO_WM_UNIT_PRESET_TEXT" val="单击此处添加文本"/>
  <p:tag name="KSO_WM_UNIT_TEXT_FILL_FORE_SCHEMECOLOR_INDEX" val="1"/>
  <p:tag name="KSO_WM_UNIT_TEXT_FILL_TYPE" val="1"/>
  <p:tag name="KSO_WM_UNIT_USESOURCEFORMAT_APPLY" val="1"/>
  <p:tag name="KSO_WM_UNIT_DIAGRAM_SCHEMECOLOR_ID" val="0"/>
</p:tagLst>
</file>

<file path=ppt/tags/tag1193.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h_i"/>
  <p:tag name="KSO_WM_UNIT_INDEX" val="1_5_1_1"/>
  <p:tag name="KSO_WM_UNIT_ID" val="diagram20187714_4*l_h_h_i*1_5_1_1"/>
  <p:tag name="KSO_WM_TEMPLATE_CATEGORY" val="diagram"/>
  <p:tag name="KSO_WM_TEMPLATE_INDEX" val="20187714"/>
  <p:tag name="KSO_WM_UNIT_LAYERLEVEL" val="1_1_1_1"/>
  <p:tag name="KSO_WM_TAG_VERSION" val="1.0"/>
  <p:tag name="KSO_WM_BEAUTIFY_FLAG" val="#wm#"/>
  <p:tag name="KSO_WM_UNIT_FILL_FORE_SCHEMECOLOR_INDEX" val="9"/>
  <p:tag name="KSO_WM_UNIT_FILL_TYPE" val="1"/>
  <p:tag name="KSO_WM_UNIT_LINE_FORE_SCHEMECOLOR_INDEX" val="9"/>
  <p:tag name="KSO_WM_UNIT_LINE_FILL_TYPE" val="2"/>
  <p:tag name="KSO_WM_UNIT_TEXT_FILL_FORE_SCHEMECOLOR_INDEX" val="13"/>
  <p:tag name="KSO_WM_UNIT_TEXT_FILL_TYPE" val="1"/>
  <p:tag name="KSO_WM_UNIT_USESOURCEFORMAT_APPLY" val="1"/>
  <p:tag name="KSO_WM_UNIT_DIAGRAM_SCHEMECOLOR_ID" val="0"/>
</p:tagLst>
</file>

<file path=ppt/tags/tag1194.xml><?xml version="1.0" encoding="utf-8"?>
<p:tagLst xmlns:p="http://schemas.openxmlformats.org/presentationml/2006/main">
  <p:tag name="KSO_WM_UNIT_NOCLEAR" val="0"/>
  <p:tag name="KSO_WM_UNIT_VALUE" val="40"/>
  <p:tag name="KSO_WM_UNIT_HIGHLIGHT" val="0"/>
  <p:tag name="KSO_WM_UNIT_COMPATIBLE" val="0"/>
  <p:tag name="KSO_WM_UNIT_DIAGRAM_ISNUMVISUAL" val="0"/>
  <p:tag name="KSO_WM_UNIT_DIAGRAM_ISREFERUNIT" val="0"/>
  <p:tag name="KSO_WM_DIAGRAM_GROUP_CODE" val="l1-1"/>
  <p:tag name="KSO_WM_UNIT_TYPE" val="l_h_h_f"/>
  <p:tag name="KSO_WM_UNIT_INDEX" val="1_5_1_1"/>
  <p:tag name="KSO_WM_UNIT_ID" val="diagram20187714_4*l_h_h_f*1_5_1_1"/>
  <p:tag name="KSO_WM_TEMPLATE_CATEGORY" val="diagram"/>
  <p:tag name="KSO_WM_TEMPLATE_INDEX" val="20187714"/>
  <p:tag name="KSO_WM_UNIT_LAYERLEVEL" val="1_1_1_1"/>
  <p:tag name="KSO_WM_TAG_VERSION" val="1.0"/>
  <p:tag name="KSO_WM_BEAUTIFY_FLAG" val="#wm#"/>
  <p:tag name="KSO_WM_UNIT_PRESET_TEXT" val="单击此处添加文本"/>
  <p:tag name="KSO_WM_UNIT_TEXT_FILL_FORE_SCHEMECOLOR_INDEX" val="1"/>
  <p:tag name="KSO_WM_UNIT_TEXT_FILL_TYPE" val="1"/>
  <p:tag name="KSO_WM_UNIT_USESOURCEFORMAT_APPLY" val="1"/>
  <p:tag name="KSO_WM_UNIT_DIAGRAM_SCHEMECOLOR_ID" val="0"/>
</p:tagLst>
</file>

<file path=ppt/tags/tag1195.xml><?xml version="1.0" encoding="utf-8"?>
<p:tagLst xmlns:p="http://schemas.openxmlformats.org/presentationml/2006/main">
  <p:tag name="KSO_WM_UNIT_ISCONTENTSTITLE" val="0"/>
  <p:tag name="KSO_WM_UNIT_NOCLEAR" val="0"/>
  <p:tag name="KSO_WM_UNIT_VALUE" val="6"/>
  <p:tag name="KSO_WM_UNIT_HIGHLIGHT" val="0"/>
  <p:tag name="KSO_WM_UNIT_COMPATIBLE" val="0"/>
  <p:tag name="KSO_WM_UNIT_DIAGRAM_ISNUMVISUAL" val="0"/>
  <p:tag name="KSO_WM_UNIT_DIAGRAM_ISREFERUNIT" val="0"/>
  <p:tag name="KSO_WM_DIAGRAM_GROUP_CODE" val="l1-1"/>
  <p:tag name="KSO_WM_UNIT_TYPE" val="l_h_a"/>
  <p:tag name="KSO_WM_UNIT_INDEX" val="1_1_1"/>
  <p:tag name="KSO_WM_UNIT_ID" val="diagram20187714_4*l_h_a*1_1_1"/>
  <p:tag name="KSO_WM_TEMPLATE_CATEGORY" val="diagram"/>
  <p:tag name="KSO_WM_TEMPLATE_INDEX" val="20187714"/>
  <p:tag name="KSO_WM_UNIT_LAYERLEVEL" val="1_1_1"/>
  <p:tag name="KSO_WM_TAG_VERSION" val="1.0"/>
  <p:tag name="KSO_WM_BEAUTIFY_FLAG" val="#wm#"/>
  <p:tag name="KSO_WM_UNIT_PRESET_TEXT" val="添加标题"/>
  <p:tag name="KSO_WM_UNIT_TEXT_FILL_FORE_SCHEMECOLOR_INDEX" val="14"/>
  <p:tag name="KSO_WM_UNIT_TEXT_FILL_TYPE" val="1"/>
  <p:tag name="KSO_WM_UNIT_USESOURCEFORMAT_APPLY" val="1"/>
  <p:tag name="KSO_WM_UNIT_DIAGRAM_SCHEMECOLOR_ID" val="0"/>
</p:tagLst>
</file>

<file path=ppt/tags/tag1196.xml><?xml version="1.0" encoding="utf-8"?>
<p:tagLst xmlns:p="http://schemas.openxmlformats.org/presentationml/2006/main">
  <p:tag name="KSO_WM_UNIT_NOCLEAR" val="0"/>
  <p:tag name="KSO_WM_UNIT_VALUE" val="48"/>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20187714_4*l_h_f*1_1_1"/>
  <p:tag name="KSO_WM_TEMPLATE_CATEGORY" val="diagram"/>
  <p:tag name="KSO_WM_TEMPLATE_INDEX" val="20187714"/>
  <p:tag name="KSO_WM_UNIT_LAYERLEVEL" val="1_1_1"/>
  <p:tag name="KSO_WM_TAG_VERSION" val="1.0"/>
  <p:tag name="KSO_WM_BEAUTIFY_FLAG" val="#wm#"/>
  <p:tag name="KSO_WM_UNIT_PRESET_TEXT" val="单击此处添加文本"/>
  <p:tag name="KSO_WM_UNIT_TEXT_FILL_FORE_SCHEMECOLOR_INDEX" val="13"/>
  <p:tag name="KSO_WM_UNIT_TEXT_FILL_TYPE" val="1"/>
  <p:tag name="KSO_WM_UNIT_USESOURCEFORMAT_APPLY" val="1"/>
  <p:tag name="KSO_WM_UNIT_DIAGRAM_SCHEMECOLOR_ID" val="0"/>
</p:tagLst>
</file>

<file path=ppt/tags/tag1197.xml><?xml version="1.0" encoding="utf-8"?>
<p:tagLst xmlns:p="http://schemas.openxmlformats.org/presentationml/2006/main">
  <p:tag name="KSO_WM_UNIT_ISCONTENTSTITLE" val="0"/>
  <p:tag name="KSO_WM_UNIT_NOCLEAR" val="0"/>
  <p:tag name="KSO_WM_UNIT_VALUE" val="6"/>
  <p:tag name="KSO_WM_UNIT_HIGHLIGHT" val="0"/>
  <p:tag name="KSO_WM_UNIT_COMPATIBLE" val="0"/>
  <p:tag name="KSO_WM_UNIT_DIAGRAM_ISNUMVISUAL" val="0"/>
  <p:tag name="KSO_WM_UNIT_DIAGRAM_ISREFERUNIT" val="0"/>
  <p:tag name="KSO_WM_DIAGRAM_GROUP_CODE" val="l1-1"/>
  <p:tag name="KSO_WM_UNIT_TYPE" val="l_h_a"/>
  <p:tag name="KSO_WM_UNIT_INDEX" val="1_3_1"/>
  <p:tag name="KSO_WM_UNIT_ID" val="diagram20187714_4*l_h_a*1_3_1"/>
  <p:tag name="KSO_WM_TEMPLATE_CATEGORY" val="diagram"/>
  <p:tag name="KSO_WM_TEMPLATE_INDEX" val="20187714"/>
  <p:tag name="KSO_WM_UNIT_LAYERLEVEL" val="1_1_1"/>
  <p:tag name="KSO_WM_TAG_VERSION" val="1.0"/>
  <p:tag name="KSO_WM_BEAUTIFY_FLAG" val="#wm#"/>
  <p:tag name="KSO_WM_UNIT_PRESET_TEXT" val="添加标题"/>
  <p:tag name="KSO_WM_UNIT_TEXT_FILL_FORE_SCHEMECOLOR_INDEX" val="14"/>
  <p:tag name="KSO_WM_UNIT_TEXT_FILL_TYPE" val="1"/>
  <p:tag name="KSO_WM_UNIT_USESOURCEFORMAT_APPLY" val="1"/>
  <p:tag name="KSO_WM_UNIT_DIAGRAM_SCHEMECOLOR_ID" val="0"/>
</p:tagLst>
</file>

<file path=ppt/tags/tag1198.xml><?xml version="1.0" encoding="utf-8"?>
<p:tagLst xmlns:p="http://schemas.openxmlformats.org/presentationml/2006/main">
  <p:tag name="KSO_WM_UNIT_NOCLEAR" val="0"/>
  <p:tag name="KSO_WM_UNIT_VALUE" val="48"/>
  <p:tag name="KSO_WM_UNIT_HIGHLIGHT" val="0"/>
  <p:tag name="KSO_WM_UNIT_COMPATIBLE" val="0"/>
  <p:tag name="KSO_WM_UNIT_DIAGRAM_ISNUMVISUAL" val="0"/>
  <p:tag name="KSO_WM_UNIT_DIAGRAM_ISREFERUNIT" val="0"/>
  <p:tag name="KSO_WM_DIAGRAM_GROUP_CODE" val="l1-1"/>
  <p:tag name="KSO_WM_UNIT_TYPE" val="l_h_f"/>
  <p:tag name="KSO_WM_UNIT_INDEX" val="1_3_1"/>
  <p:tag name="KSO_WM_UNIT_ID" val="diagram20187714_4*l_h_f*1_3_1"/>
  <p:tag name="KSO_WM_TEMPLATE_CATEGORY" val="diagram"/>
  <p:tag name="KSO_WM_TEMPLATE_INDEX" val="20187714"/>
  <p:tag name="KSO_WM_UNIT_LAYERLEVEL" val="1_1_1"/>
  <p:tag name="KSO_WM_TAG_VERSION" val="1.0"/>
  <p:tag name="KSO_WM_BEAUTIFY_FLAG" val="#wm#"/>
  <p:tag name="KSO_WM_UNIT_PRESET_TEXT" val="单击此处添加文本"/>
  <p:tag name="KSO_WM_UNIT_TEXT_FILL_FORE_SCHEMECOLOR_INDEX" val="13"/>
  <p:tag name="KSO_WM_UNIT_TEXT_FILL_TYPE" val="1"/>
  <p:tag name="KSO_WM_UNIT_USESOURCEFORMAT_APPLY" val="1"/>
  <p:tag name="KSO_WM_UNIT_DIAGRAM_SCHEMECOLOR_ID" val="0"/>
</p:tagLst>
</file>

<file path=ppt/tags/tag1199.xml><?xml version="1.0" encoding="utf-8"?>
<p:tagLst xmlns:p="http://schemas.openxmlformats.org/presentationml/2006/main">
  <p:tag name="KSO_WM_UNIT_ISCONTENTSTITLE" val="0"/>
  <p:tag name="KSO_WM_UNIT_NOCLEAR" val="0"/>
  <p:tag name="KSO_WM_UNIT_VALUE" val="6"/>
  <p:tag name="KSO_WM_UNIT_HIGHLIGHT" val="0"/>
  <p:tag name="KSO_WM_UNIT_COMPATIBLE" val="0"/>
  <p:tag name="KSO_WM_UNIT_DIAGRAM_ISNUMVISUAL" val="0"/>
  <p:tag name="KSO_WM_UNIT_DIAGRAM_ISREFERUNIT" val="0"/>
  <p:tag name="KSO_WM_DIAGRAM_GROUP_CODE" val="l1-1"/>
  <p:tag name="KSO_WM_UNIT_TYPE" val="l_h_a"/>
  <p:tag name="KSO_WM_UNIT_INDEX" val="1_2_1"/>
  <p:tag name="KSO_WM_UNIT_ID" val="diagram20187714_4*l_h_a*1_2_1"/>
  <p:tag name="KSO_WM_TEMPLATE_CATEGORY" val="diagram"/>
  <p:tag name="KSO_WM_TEMPLATE_INDEX" val="20187714"/>
  <p:tag name="KSO_WM_UNIT_LAYERLEVEL" val="1_1_1"/>
  <p:tag name="KSO_WM_TAG_VERSION" val="1.0"/>
  <p:tag name="KSO_WM_BEAUTIFY_FLAG" val="#wm#"/>
  <p:tag name="KSO_WM_UNIT_PRESET_TEXT" val="添加标题"/>
  <p:tag name="KSO_WM_UNIT_TEXT_FILL_FORE_SCHEMECOLOR_INDEX" val="14"/>
  <p:tag name="KSO_WM_UNIT_TEXT_FILL_TYPE" val="1"/>
  <p:tag name="KSO_WM_UNIT_USESOURCEFORMAT_APPLY" val="1"/>
  <p:tag name="KSO_WM_UNIT_DIAGRAM_SCHEMECOLOR_ID" val="0"/>
</p:tagLst>
</file>

<file path=ppt/tags/tag1200.xml><?xml version="1.0" encoding="utf-8"?>
<p:tagLst xmlns:p="http://schemas.openxmlformats.org/presentationml/2006/main">
  <p:tag name="KSO_WM_UNIT_NOCLEAR" val="0"/>
  <p:tag name="KSO_WM_UNIT_VALUE" val="45"/>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diagram20187714_4*l_h_f*1_2_1"/>
  <p:tag name="KSO_WM_TEMPLATE_CATEGORY" val="diagram"/>
  <p:tag name="KSO_WM_TEMPLATE_INDEX" val="20187714"/>
  <p:tag name="KSO_WM_UNIT_LAYERLEVEL" val="1_1_1"/>
  <p:tag name="KSO_WM_TAG_VERSION" val="1.0"/>
  <p:tag name="KSO_WM_BEAUTIFY_FLAG" val="#wm#"/>
  <p:tag name="KSO_WM_UNIT_PRESET_TEXT" val="单击此处添加文本"/>
  <p:tag name="KSO_WM_UNIT_TEXT_FILL_FORE_SCHEMECOLOR_INDEX" val="13"/>
  <p:tag name="KSO_WM_UNIT_TEXT_FILL_TYPE" val="1"/>
  <p:tag name="KSO_WM_UNIT_USESOURCEFORMAT_APPLY" val="1"/>
  <p:tag name="KSO_WM_UNIT_DIAGRAM_SCHEMECOLOR_ID" val="0"/>
</p:tagLst>
</file>

<file path=ppt/tags/tag1201.xml><?xml version="1.0" encoding="utf-8"?>
<p:tagLst xmlns:p="http://schemas.openxmlformats.org/presentationml/2006/main">
  <p:tag name="KSO_WM_UNIT_ISCONTENTSTITLE" val="0"/>
  <p:tag name="KSO_WM_UNIT_NOCLEAR" val="0"/>
  <p:tag name="KSO_WM_UNIT_VALUE" val="6"/>
  <p:tag name="KSO_WM_UNIT_HIGHLIGHT" val="0"/>
  <p:tag name="KSO_WM_UNIT_COMPATIBLE" val="0"/>
  <p:tag name="KSO_WM_UNIT_DIAGRAM_ISNUMVISUAL" val="0"/>
  <p:tag name="KSO_WM_UNIT_DIAGRAM_ISREFERUNIT" val="0"/>
  <p:tag name="KSO_WM_DIAGRAM_GROUP_CODE" val="l1-1"/>
  <p:tag name="KSO_WM_UNIT_TYPE" val="l_h_a"/>
  <p:tag name="KSO_WM_UNIT_INDEX" val="1_4_1"/>
  <p:tag name="KSO_WM_UNIT_ID" val="diagram20187714_4*l_h_a*1_4_1"/>
  <p:tag name="KSO_WM_TEMPLATE_CATEGORY" val="diagram"/>
  <p:tag name="KSO_WM_TEMPLATE_INDEX" val="20187714"/>
  <p:tag name="KSO_WM_UNIT_LAYERLEVEL" val="1_1_1"/>
  <p:tag name="KSO_WM_TAG_VERSION" val="1.0"/>
  <p:tag name="KSO_WM_BEAUTIFY_FLAG" val="#wm#"/>
  <p:tag name="KSO_WM_UNIT_PRESET_TEXT" val="添加标题"/>
  <p:tag name="KSO_WM_UNIT_TEXT_FILL_FORE_SCHEMECOLOR_INDEX" val="14"/>
  <p:tag name="KSO_WM_UNIT_TEXT_FILL_TYPE" val="1"/>
  <p:tag name="KSO_WM_UNIT_USESOURCEFORMAT_APPLY" val="1"/>
  <p:tag name="KSO_WM_UNIT_DIAGRAM_SCHEMECOLOR_ID" val="0"/>
</p:tagLst>
</file>

<file path=ppt/tags/tag1202.xml><?xml version="1.0" encoding="utf-8"?>
<p:tagLst xmlns:p="http://schemas.openxmlformats.org/presentationml/2006/main">
  <p:tag name="KSO_WM_UNIT_NOCLEAR" val="0"/>
  <p:tag name="KSO_WM_UNIT_VALUE" val="45"/>
  <p:tag name="KSO_WM_UNIT_HIGHLIGHT" val="0"/>
  <p:tag name="KSO_WM_UNIT_COMPATIBLE" val="0"/>
  <p:tag name="KSO_WM_UNIT_DIAGRAM_ISNUMVISUAL" val="0"/>
  <p:tag name="KSO_WM_UNIT_DIAGRAM_ISREFERUNIT" val="0"/>
  <p:tag name="KSO_WM_DIAGRAM_GROUP_CODE" val="l1-1"/>
  <p:tag name="KSO_WM_UNIT_TYPE" val="l_h_f"/>
  <p:tag name="KSO_WM_UNIT_INDEX" val="1_4_1"/>
  <p:tag name="KSO_WM_UNIT_ID" val="diagram20187714_4*l_h_f*1_4_1"/>
  <p:tag name="KSO_WM_TEMPLATE_CATEGORY" val="diagram"/>
  <p:tag name="KSO_WM_TEMPLATE_INDEX" val="20187714"/>
  <p:tag name="KSO_WM_UNIT_LAYERLEVEL" val="1_1_1"/>
  <p:tag name="KSO_WM_TAG_VERSION" val="1.0"/>
  <p:tag name="KSO_WM_BEAUTIFY_FLAG" val="#wm#"/>
  <p:tag name="KSO_WM_UNIT_PRESET_TEXT" val="单击此处添加文本"/>
  <p:tag name="KSO_WM_UNIT_TEXT_FILL_FORE_SCHEMECOLOR_INDEX" val="13"/>
  <p:tag name="KSO_WM_UNIT_TEXT_FILL_TYPE" val="1"/>
  <p:tag name="KSO_WM_UNIT_USESOURCEFORMAT_APPLY" val="1"/>
  <p:tag name="KSO_WM_UNIT_DIAGRAM_SCHEMECOLOR_ID" val="0"/>
</p:tagLst>
</file>

<file path=ppt/tags/tag1203.xml><?xml version="1.0" encoding="utf-8"?>
<p:tagLst xmlns:p="http://schemas.openxmlformats.org/presentationml/2006/main">
  <p:tag name="KSO_WM_UNIT_ISCONTENTSTITLE" val="0"/>
  <p:tag name="KSO_WM_UNIT_NOCLEAR" val="0"/>
  <p:tag name="KSO_WM_UNIT_VALUE" val="6"/>
  <p:tag name="KSO_WM_UNIT_HIGHLIGHT" val="0"/>
  <p:tag name="KSO_WM_UNIT_COMPATIBLE" val="0"/>
  <p:tag name="KSO_WM_UNIT_DIAGRAM_ISNUMVISUAL" val="0"/>
  <p:tag name="KSO_WM_UNIT_DIAGRAM_ISREFERUNIT" val="0"/>
  <p:tag name="KSO_WM_DIAGRAM_GROUP_CODE" val="l1-1"/>
  <p:tag name="KSO_WM_UNIT_TYPE" val="l_h_a"/>
  <p:tag name="KSO_WM_UNIT_INDEX" val="1_5_1"/>
  <p:tag name="KSO_WM_UNIT_ID" val="diagram20187714_4*l_h_a*1_5_1"/>
  <p:tag name="KSO_WM_TEMPLATE_CATEGORY" val="diagram"/>
  <p:tag name="KSO_WM_TEMPLATE_INDEX" val="20187714"/>
  <p:tag name="KSO_WM_UNIT_LAYERLEVEL" val="1_1_1"/>
  <p:tag name="KSO_WM_TAG_VERSION" val="1.0"/>
  <p:tag name="KSO_WM_BEAUTIFY_FLAG" val="#wm#"/>
  <p:tag name="KSO_WM_UNIT_PRESET_TEXT" val="添加标题"/>
  <p:tag name="KSO_WM_UNIT_TEXT_FILL_FORE_SCHEMECOLOR_INDEX" val="14"/>
  <p:tag name="KSO_WM_UNIT_TEXT_FILL_TYPE" val="1"/>
  <p:tag name="KSO_WM_UNIT_USESOURCEFORMAT_APPLY" val="1"/>
  <p:tag name="KSO_WM_UNIT_DIAGRAM_SCHEMECOLOR_ID" val="0"/>
</p:tagLst>
</file>

<file path=ppt/tags/tag1204.xml><?xml version="1.0" encoding="utf-8"?>
<p:tagLst xmlns:p="http://schemas.openxmlformats.org/presentationml/2006/main">
  <p:tag name="KSO_WM_UNIT_NOCLEAR" val="0"/>
  <p:tag name="KSO_WM_UNIT_VALUE" val="48"/>
  <p:tag name="KSO_WM_UNIT_HIGHLIGHT" val="0"/>
  <p:tag name="KSO_WM_UNIT_COMPATIBLE" val="0"/>
  <p:tag name="KSO_WM_UNIT_DIAGRAM_ISNUMVISUAL" val="0"/>
  <p:tag name="KSO_WM_UNIT_DIAGRAM_ISREFERUNIT" val="0"/>
  <p:tag name="KSO_WM_DIAGRAM_GROUP_CODE" val="l1-1"/>
  <p:tag name="KSO_WM_UNIT_TYPE" val="l_h_f"/>
  <p:tag name="KSO_WM_UNIT_INDEX" val="1_5_1"/>
  <p:tag name="KSO_WM_UNIT_ID" val="diagram20187714_4*l_h_f*1_5_1"/>
  <p:tag name="KSO_WM_TEMPLATE_CATEGORY" val="diagram"/>
  <p:tag name="KSO_WM_TEMPLATE_INDEX" val="20187714"/>
  <p:tag name="KSO_WM_UNIT_LAYERLEVEL" val="1_1_1"/>
  <p:tag name="KSO_WM_TAG_VERSION" val="1.0"/>
  <p:tag name="KSO_WM_BEAUTIFY_FLAG" val="#wm#"/>
  <p:tag name="KSO_WM_UNIT_PRESET_TEXT" val="单击此处添加文本"/>
  <p:tag name="KSO_WM_UNIT_TEXT_FILL_FORE_SCHEMECOLOR_INDEX" val="13"/>
  <p:tag name="KSO_WM_UNIT_TEXT_FILL_TYPE" val="1"/>
  <p:tag name="KSO_WM_UNIT_USESOURCEFORMAT_APPLY" val="1"/>
  <p:tag name="KSO_WM_UNIT_DIAGRAM_SCHEMECOLOR_ID" val="0"/>
</p:tagLst>
</file>

<file path=ppt/tags/tag1205.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i"/>
  <p:tag name="KSO_WM_UNIT_INDEX" val="1_16"/>
  <p:tag name="KSO_WM_UNIT_ID" val="diagram20187714_4*l_i*1_16"/>
  <p:tag name="KSO_WM_TEMPLATE_CATEGORY" val="diagram"/>
  <p:tag name="KSO_WM_TEMPLATE_INDEX" val="20187714"/>
  <p:tag name="KSO_WM_UNIT_LAYERLEVEL" val="1_1"/>
  <p:tag name="KSO_WM_TAG_VERSION" val="1.0"/>
  <p:tag name="KSO_WM_BEAUTIFY_FLAG" val="#wm#"/>
  <p:tag name="KSO_WM_UNIT_FILL_FORE_SCHEMECOLOR_INDEX" val="13"/>
  <p:tag name="KSO_WM_UNIT_FILL_TYPE" val="1"/>
  <p:tag name="KSO_WM_UNIT_TEXT_FILL_FORE_SCHEMECOLOR_INDEX" val="13"/>
  <p:tag name="KSO_WM_UNIT_TEXT_FILL_TYPE" val="1"/>
  <p:tag name="KSO_WM_UNIT_USESOURCEFORMAT_APPLY" val="1"/>
  <p:tag name="KSO_WM_UNIT_DIAGRAM_SCHEMECOLOR_ID" val="0"/>
</p:tagLst>
</file>

<file path=ppt/tags/tag1206.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i"/>
  <p:tag name="KSO_WM_UNIT_INDEX" val="1_2"/>
  <p:tag name="KSO_WM_UNIT_ID" val="diagram20187714_4*l_i*1_2"/>
  <p:tag name="KSO_WM_TEMPLATE_CATEGORY" val="diagram"/>
  <p:tag name="KSO_WM_TEMPLATE_INDEX" val="20187714"/>
  <p:tag name="KSO_WM_UNIT_LAYERLEVEL" val="1_1"/>
  <p:tag name="KSO_WM_TAG_VERSION" val="1.0"/>
  <p:tag name="KSO_WM_BEAUTIFY_FLAG" val="#wm#"/>
  <p:tag name="KSO_WM_UNIT_FILL_FORE_SCHEMECOLOR_INDEX" val="13"/>
  <p:tag name="KSO_WM_UNIT_FILL_TYPE" val="1"/>
  <p:tag name="KSO_WM_UNIT_TEXT_FILL_FORE_SCHEMECOLOR_INDEX" val="13"/>
  <p:tag name="KSO_WM_UNIT_TEXT_FILL_TYPE" val="1"/>
  <p:tag name="KSO_WM_UNIT_USESOURCEFORMAT_APPLY" val="1"/>
  <p:tag name="KSO_WM_UNIT_DIAGRAM_SCHEMECOLOR_ID" val="0"/>
</p:tagLst>
</file>

<file path=ppt/tags/tag1207.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i"/>
  <p:tag name="KSO_WM_UNIT_INDEX" val="1_4"/>
  <p:tag name="KSO_WM_UNIT_ID" val="diagram20187714_4*l_i*1_4"/>
  <p:tag name="KSO_WM_TEMPLATE_CATEGORY" val="diagram"/>
  <p:tag name="KSO_WM_TEMPLATE_INDEX" val="20187714"/>
  <p:tag name="KSO_WM_UNIT_LAYERLEVEL" val="1_1"/>
  <p:tag name="KSO_WM_TAG_VERSION" val="1.0"/>
  <p:tag name="KSO_WM_BEAUTIFY_FLAG" val="#wm#"/>
  <p:tag name="KSO_WM_UNIT_FILL_FORE_SCHEMECOLOR_INDEX" val="13"/>
  <p:tag name="KSO_WM_UNIT_FILL_TYPE" val="1"/>
  <p:tag name="KSO_WM_UNIT_TEXT_FILL_FORE_SCHEMECOLOR_INDEX" val="13"/>
  <p:tag name="KSO_WM_UNIT_TEXT_FILL_TYPE" val="1"/>
  <p:tag name="KSO_WM_UNIT_USESOURCEFORMAT_APPLY" val="1"/>
  <p:tag name="KSO_WM_UNIT_DIAGRAM_SCHEMECOLOR_ID" val="0"/>
</p:tagLst>
</file>

<file path=ppt/tags/tag1208.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i"/>
  <p:tag name="KSO_WM_UNIT_INDEX" val="1_6"/>
  <p:tag name="KSO_WM_UNIT_ID" val="diagram20187714_4*l_i*1_6"/>
  <p:tag name="KSO_WM_TEMPLATE_CATEGORY" val="diagram"/>
  <p:tag name="KSO_WM_TEMPLATE_INDEX" val="20187714"/>
  <p:tag name="KSO_WM_UNIT_LAYERLEVEL" val="1_1"/>
  <p:tag name="KSO_WM_TAG_VERSION" val="1.0"/>
  <p:tag name="KSO_WM_BEAUTIFY_FLAG" val="#wm#"/>
  <p:tag name="KSO_WM_UNIT_FILL_FORE_SCHEMECOLOR_INDEX" val="13"/>
  <p:tag name="KSO_WM_UNIT_FILL_TYPE" val="1"/>
  <p:tag name="KSO_WM_UNIT_TEXT_FILL_FORE_SCHEMECOLOR_INDEX" val="13"/>
  <p:tag name="KSO_WM_UNIT_TEXT_FILL_TYPE" val="1"/>
  <p:tag name="KSO_WM_UNIT_USESOURCEFORMAT_APPLY" val="1"/>
  <p:tag name="KSO_WM_UNIT_DIAGRAM_SCHEMECOLOR_ID" val="0"/>
</p:tagLst>
</file>

<file path=ppt/tags/tag1209.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i"/>
  <p:tag name="KSO_WM_UNIT_INDEX" val="1_9"/>
  <p:tag name="KSO_WM_UNIT_ID" val="diagram20187714_4*l_i*1_9"/>
  <p:tag name="KSO_WM_TEMPLATE_CATEGORY" val="diagram"/>
  <p:tag name="KSO_WM_TEMPLATE_INDEX" val="20187714"/>
  <p:tag name="KSO_WM_UNIT_LAYERLEVEL" val="1_1"/>
  <p:tag name="KSO_WM_TAG_VERSION" val="1.0"/>
  <p:tag name="KSO_WM_BEAUTIFY_FLAG" val="#wm#"/>
  <p:tag name="KSO_WM_UNIT_FILL_FORE_SCHEMECOLOR_INDEX" val="13"/>
  <p:tag name="KSO_WM_UNIT_FILL_TYPE" val="1"/>
  <p:tag name="KSO_WM_UNIT_TEXT_FILL_FORE_SCHEMECOLOR_INDEX" val="13"/>
  <p:tag name="KSO_WM_UNIT_TEXT_FILL_TYPE" val="1"/>
  <p:tag name="KSO_WM_UNIT_USESOURCEFORMAT_APPLY" val="1"/>
  <p:tag name="KSO_WM_UNIT_DIAGRAM_SCHEMECOLOR_ID" val="0"/>
</p:tagLst>
</file>

<file path=ppt/tags/tag1210.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i"/>
  <p:tag name="KSO_WM_UNIT_INDEX" val="1_11"/>
  <p:tag name="KSO_WM_UNIT_ID" val="diagram20187714_4*l_i*1_11"/>
  <p:tag name="KSO_WM_TEMPLATE_CATEGORY" val="diagram"/>
  <p:tag name="KSO_WM_TEMPLATE_INDEX" val="20187714"/>
  <p:tag name="KSO_WM_UNIT_LAYERLEVEL" val="1_1"/>
  <p:tag name="KSO_WM_TAG_VERSION" val="1.0"/>
  <p:tag name="KSO_WM_BEAUTIFY_FLAG" val="#wm#"/>
  <p:tag name="KSO_WM_UNIT_FILL_FORE_SCHEMECOLOR_INDEX" val="14"/>
  <p:tag name="KSO_WM_UNIT_FILL_TYPE" val="1"/>
  <p:tag name="KSO_WM_UNIT_TEXT_FILL_FORE_SCHEMECOLOR_INDEX" val="13"/>
  <p:tag name="KSO_WM_UNIT_TEXT_FILL_TYPE" val="1"/>
  <p:tag name="KSO_WM_UNIT_USESOURCEFORMAT_APPLY" val="1"/>
  <p:tag name="KSO_WM_UNIT_DIAGRAM_SCHEMECOLOR_ID" val="0"/>
</p:tagLst>
</file>

<file path=ppt/tags/tag1211.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i"/>
  <p:tag name="KSO_WM_UNIT_INDEX" val="1_13"/>
  <p:tag name="KSO_WM_UNIT_ID" val="diagram20187714_4*l_i*1_13"/>
  <p:tag name="KSO_WM_TEMPLATE_CATEGORY" val="diagram"/>
  <p:tag name="KSO_WM_TEMPLATE_INDEX" val="20187714"/>
  <p:tag name="KSO_WM_UNIT_LAYERLEVEL" val="1_1"/>
  <p:tag name="KSO_WM_TAG_VERSION" val="1.0"/>
  <p:tag name="KSO_WM_BEAUTIFY_FLAG" val="#wm#"/>
  <p:tag name="KSO_WM_UNIT_FILL_FORE_SCHEMECOLOR_INDEX" val="14"/>
  <p:tag name="KSO_WM_UNIT_FILL_TYPE" val="1"/>
  <p:tag name="KSO_WM_UNIT_TEXT_FILL_FORE_SCHEMECOLOR_INDEX" val="13"/>
  <p:tag name="KSO_WM_UNIT_TEXT_FILL_TYPE" val="1"/>
  <p:tag name="KSO_WM_UNIT_USESOURCEFORMAT_APPLY" val="1"/>
  <p:tag name="KSO_WM_UNIT_DIAGRAM_SCHEMECOLOR_ID" val="0"/>
</p:tagLst>
</file>

<file path=ppt/tags/tag1212.xml><?xml version="1.0" encoding="utf-8"?>
<p:tagLst xmlns:p="http://schemas.openxmlformats.org/presentationml/2006/main">
  <p:tag name="KSO_WM_UNIT_VALUE" val="75*75"/>
  <p:tag name="KSO_WM_UNIT_HIGHLIGHT" val="0"/>
  <p:tag name="KSO_WM_UNIT_COMPATIBLE" val="0"/>
  <p:tag name="KSO_WM_UNIT_DIAGRAM_ISNUMVISUAL" val="0"/>
  <p:tag name="KSO_WM_UNIT_DIAGRAM_ISREFERUNIT" val="0"/>
  <p:tag name="KSO_WM_DIAGRAM_GROUP_CODE" val="l1-1"/>
  <p:tag name="KSO_WM_UNIT_TYPE" val="l_h_h_x"/>
  <p:tag name="KSO_WM_UNIT_INDEX" val="1_4_1_1"/>
  <p:tag name="KSO_WM_UNIT_ID" val="diagram20187714_4*l_h_h_x*1_4_1_1"/>
  <p:tag name="KSO_WM_TEMPLATE_CATEGORY" val="diagram"/>
  <p:tag name="KSO_WM_TEMPLATE_INDEX" val="20187714"/>
  <p:tag name="KSO_WM_UNIT_LAYERLEVEL" val="1_1_1_1"/>
  <p:tag name="KSO_WM_TAG_VERSION" val="1.0"/>
  <p:tag name="KSO_WM_BEAUTIFY_FLAG" val="#wm#"/>
  <p:tag name="KSO_WM_UNIT_FILL_FORE_SCHEMECOLOR_INDEX" val="14"/>
  <p:tag name="KSO_WM_UNIT_FILL_TYPE" val="1"/>
  <p:tag name="KSO_WM_UNIT_TEXT_FILL_FORE_SCHEMECOLOR_INDEX" val="13"/>
  <p:tag name="KSO_WM_UNIT_TEXT_FILL_TYPE" val="1"/>
  <p:tag name="KSO_WM_UNIT_USESOURCEFORMAT_APPLY" val="1"/>
  <p:tag name="KSO_WM_UNIT_DIAGRAM_SCHEMECOLOR_ID" val="0"/>
</p:tagLst>
</file>

<file path=ppt/tags/tag1213.xml><?xml version="1.0" encoding="utf-8"?>
<p:tagLst xmlns:p="http://schemas.openxmlformats.org/presentationml/2006/main">
  <p:tag name="KSO_WM_UNIT_VALUE" val="70*75"/>
  <p:tag name="KSO_WM_UNIT_HIGHLIGHT" val="0"/>
  <p:tag name="KSO_WM_UNIT_COMPATIBLE" val="0"/>
  <p:tag name="KSO_WM_UNIT_DIAGRAM_ISNUMVISUAL" val="0"/>
  <p:tag name="KSO_WM_UNIT_DIAGRAM_ISREFERUNIT" val="0"/>
  <p:tag name="KSO_WM_DIAGRAM_GROUP_CODE" val="l1-1"/>
  <p:tag name="KSO_WM_UNIT_TYPE" val="l_h_h_x"/>
  <p:tag name="KSO_WM_UNIT_INDEX" val="1_5_1_1"/>
  <p:tag name="KSO_WM_UNIT_ID" val="diagram20187714_4*l_h_h_x*1_5_1_1"/>
  <p:tag name="KSO_WM_TEMPLATE_CATEGORY" val="diagram"/>
  <p:tag name="KSO_WM_TEMPLATE_INDEX" val="20187714"/>
  <p:tag name="KSO_WM_UNIT_LAYERLEVEL" val="1_1_1_1"/>
  <p:tag name="KSO_WM_TAG_VERSION" val="1.0"/>
  <p:tag name="KSO_WM_BEAUTIFY_FLAG" val="#wm#"/>
  <p:tag name="KSO_WM_UNIT_FILL_FORE_SCHEMECOLOR_INDEX" val="14"/>
  <p:tag name="KSO_WM_UNIT_FILL_TYPE" val="1"/>
  <p:tag name="KSO_WM_UNIT_TEXT_FILL_FORE_SCHEMECOLOR_INDEX" val="13"/>
  <p:tag name="KSO_WM_UNIT_TEXT_FILL_TYPE" val="1"/>
  <p:tag name="KSO_WM_UNIT_USESOURCEFORMAT_APPLY" val="1"/>
  <p:tag name="KSO_WM_UNIT_DIAGRAM_SCHEMECOLOR_ID" val="0"/>
</p:tagLst>
</file>

<file path=ppt/tags/tag1214.xml><?xml version="1.0" encoding="utf-8"?>
<p:tagLst xmlns:p="http://schemas.openxmlformats.org/presentationml/2006/main">
  <p:tag name="KSO_WM_BEAUTIFY_FLAG" val="#wm#"/>
  <p:tag name="KSO_WM_TEMPLATE_CATEGORY" val="diagram"/>
  <p:tag name="KSO_WM_TEMPLATE_INDEX" val="20187714"/>
  <p:tag name="KSO_WM_SLIDE_ID" val="diagram20187714_4"/>
  <p:tag name="KSO_WM_TEMPLATE_SUBCATEGORY" val="0"/>
  <p:tag name="KSO_WM_TEMPLATE_MASTER_TYPE" val="0"/>
  <p:tag name="KSO_WM_TEMPLATE_COLOR_TYPE" val="1"/>
  <p:tag name="KSO_WM_SLIDE_TYPE" val="text"/>
  <p:tag name="KSO_WM_SLIDE_SUBTYPE" val="diag"/>
  <p:tag name="KSO_WM_SLIDE_ITEM_CNT" val="5"/>
  <p:tag name="KSO_WM_SLIDE_INDEX" val="4"/>
  <p:tag name="KSO_WM_SLIDE_SIZE" val="808.524*405.384"/>
  <p:tag name="KSO_WM_SLIDE_POSITION" val="98.6756*67.3078"/>
  <p:tag name="KSO_WM_DIAGRAM_GROUP_CODE" val="l1-1"/>
  <p:tag name="KSO_WM_SLIDE_DIAGTYPE" val="l"/>
  <p:tag name="KSO_WM_TAG_VERSION" val="1.0"/>
  <p:tag name="KSO_WM_SLIDE_LAYOUT" val="l"/>
  <p:tag name="KSO_WM_SLIDE_LAYOUT_CNT" val="1"/>
</p:tagLst>
</file>

<file path=ppt/tags/tag1215.xml><?xml version="1.0" encoding="utf-8"?>
<p:tagLst xmlns:p="http://schemas.openxmlformats.org/presentationml/2006/main">
  <p:tag name="KSO_WM_TAG_VERSION" val="1.0"/>
  <p:tag name="KSO_WM_TEMPLATE_CATEGORY" val="diagram"/>
  <p:tag name="KSO_WM_TEMPLATE_INDEX" val="20187904"/>
  <p:tag name="KSO_WM_UNIT_ID" val="diagram20187904_3*i*20"/>
  <p:tag name="KSO_WM_UNIT_LAYERLEVEL" val="1"/>
  <p:tag name="KSO_WM_BEAUTIFY_FLAG" val="#wm#"/>
  <p:tag name="KSO_WM_UNIT_HIGHLIGHT" val="0"/>
  <p:tag name="KSO_WM_UNIT_COMPATIBLE" val="0"/>
  <p:tag name="KSO_WM_DIAGRAM_GROUP_CODE" val="l1-1"/>
  <p:tag name="KSO_WM_UNIT_TYPE" val="i"/>
  <p:tag name="KSO_WM_UNIT_INDEX" val="20"/>
  <p:tag name="KSO_WM_UNIT_DIAGRAM_ISNUMVISUAL" val="0"/>
  <p:tag name="KSO_WM_UNIT_DIAGRAM_ISREFERUNIT" val="0"/>
  <p:tag name="KSO_WM_UNIT_TEXT_FILL_FORE_SCHEMECOLOR_INDEX" val="13"/>
  <p:tag name="KSO_WM_UNIT_TEXT_FILL_TYPE" val="1"/>
  <p:tag name="KSO_WM_UNIT_USESOURCEFORMAT_APPLY" val="1"/>
</p:tagLst>
</file>

<file path=ppt/tags/tag1216.xml><?xml version="1.0" encoding="utf-8"?>
<p:tagLst xmlns:p="http://schemas.openxmlformats.org/presentationml/2006/main">
  <p:tag name="KSO_WM_TAG_VERSION" val="1.0"/>
  <p:tag name="KSO_WM_TEMPLATE_CATEGORY" val="diagram"/>
  <p:tag name="KSO_WM_TEMPLATE_INDEX" val="20187904"/>
  <p:tag name="KSO_WM_UNIT_ID" val="diagram20187904_3*i*9"/>
  <p:tag name="KSO_WM_UNIT_LAYERLEVEL" val="1"/>
  <p:tag name="KSO_WM_BEAUTIFY_FLAG" val="#wm#"/>
  <p:tag name="KSO_WM_UNIT_HIGHLIGHT" val="0"/>
  <p:tag name="KSO_WM_UNIT_COMPATIBLE" val="0"/>
  <p:tag name="KSO_WM_DIAGRAM_GROUP_CODE" val="l1-1"/>
  <p:tag name="KSO_WM_UNIT_TYPE" val="i"/>
  <p:tag name="KSO_WM_UNIT_INDEX" val="9"/>
  <p:tag name="KSO_WM_UNIT_DIAGRAM_ISNUMVISUAL" val="0"/>
  <p:tag name="KSO_WM_UNIT_DIAGRAM_ISREFERUNIT" val="0"/>
  <p:tag name="KSO_WM_UNIT_TEXT_FILL_FORE_SCHEMECOLOR_INDEX" val="13"/>
  <p:tag name="KSO_WM_UNIT_TEXT_FILL_TYPE" val="1"/>
  <p:tag name="KSO_WM_UNIT_USESOURCEFORMAT_APPLY" val="1"/>
</p:tagLst>
</file>

<file path=ppt/tags/tag1217.xml><?xml version="1.0" encoding="utf-8"?>
<p:tagLst xmlns:p="http://schemas.openxmlformats.org/presentationml/2006/main">
  <p:tag name="KSO_WM_TAG_VERSION" val="1.0"/>
  <p:tag name="KSO_WM_TEMPLATE_CATEGORY" val="diagram"/>
  <p:tag name="KSO_WM_TEMPLATE_INDEX" val="20187904"/>
  <p:tag name="KSO_WM_UNIT_ID" val="diagram20187904_3*i*8"/>
  <p:tag name="KSO_WM_UNIT_LAYERLEVEL" val="1"/>
  <p:tag name="KSO_WM_BEAUTIFY_FLAG" val="#wm#"/>
  <p:tag name="KSO_WM_UNIT_HIGHLIGHT" val="0"/>
  <p:tag name="KSO_WM_UNIT_COMPATIBLE" val="0"/>
  <p:tag name="KSO_WM_DIAGRAM_GROUP_CODE" val="l1-1"/>
  <p:tag name="KSO_WM_UNIT_TYPE" val="i"/>
  <p:tag name="KSO_WM_UNIT_INDEX" val="8"/>
  <p:tag name="KSO_WM_UNIT_DIAGRAM_ISNUMVISUAL" val="0"/>
  <p:tag name="KSO_WM_UNIT_DIAGRAM_ISREFERUNIT" val="0"/>
  <p:tag name="KSO_WM_UNIT_TEXT_FILL_FORE_SCHEMECOLOR_INDEX" val="13"/>
  <p:tag name="KSO_WM_UNIT_TEXT_FILL_TYPE" val="1"/>
  <p:tag name="KSO_WM_UNIT_USESOURCEFORMAT_APPLY" val="1"/>
</p:tagLst>
</file>

<file path=ppt/tags/tag1218.xml><?xml version="1.0" encoding="utf-8"?>
<p:tagLst xmlns:p="http://schemas.openxmlformats.org/presentationml/2006/main">
  <p:tag name="KSO_WM_TAG_VERSION" val="1.0"/>
  <p:tag name="KSO_WM_TEMPLATE_CATEGORY" val="diagram"/>
  <p:tag name="KSO_WM_TEMPLATE_INDEX" val="20187904"/>
  <p:tag name="KSO_WM_UNIT_ID" val="diagram20187904_3*i*7"/>
  <p:tag name="KSO_WM_UNIT_LAYERLEVEL" val="1"/>
  <p:tag name="KSO_WM_BEAUTIFY_FLAG" val="#wm#"/>
  <p:tag name="KSO_WM_UNIT_HIGHLIGHT" val="0"/>
  <p:tag name="KSO_WM_UNIT_COMPATIBLE" val="0"/>
  <p:tag name="KSO_WM_DIAGRAM_GROUP_CODE" val="l1-1"/>
  <p:tag name="KSO_WM_UNIT_TYPE" val="i"/>
  <p:tag name="KSO_WM_UNIT_INDEX" val="7"/>
  <p:tag name="KSO_WM_UNIT_DIAGRAM_ISNUMVISUAL" val="0"/>
  <p:tag name="KSO_WM_UNIT_DIAGRAM_ISREFERUNIT" val="0"/>
  <p:tag name="KSO_WM_UNIT_TEXT_FILL_FORE_SCHEMECOLOR_INDEX" val="13"/>
  <p:tag name="KSO_WM_UNIT_TEXT_FILL_TYPE" val="1"/>
  <p:tag name="KSO_WM_UNIT_USESOURCEFORMAT_APPLY" val="1"/>
</p:tagLst>
</file>

<file path=ppt/tags/tag1219.xml><?xml version="1.0" encoding="utf-8"?>
<p:tagLst xmlns:p="http://schemas.openxmlformats.org/presentationml/2006/main">
  <p:tag name="KSO_WM_TAG_VERSION" val="1.0"/>
  <p:tag name="KSO_WM_TEMPLATE_CATEGORY" val="diagram"/>
  <p:tag name="KSO_WM_TEMPLATE_INDEX" val="20187904"/>
  <p:tag name="KSO_WM_UNIT_ID" val="diagram20187904_3*i*6"/>
  <p:tag name="KSO_WM_UNIT_LAYERLEVEL" val="1"/>
  <p:tag name="KSO_WM_BEAUTIFY_FLAG" val="#wm#"/>
  <p:tag name="KSO_WM_UNIT_HIGHLIGHT" val="0"/>
  <p:tag name="KSO_WM_UNIT_COMPATIBLE" val="0"/>
  <p:tag name="KSO_WM_DIAGRAM_GROUP_CODE" val="l1-1"/>
  <p:tag name="KSO_WM_UNIT_TYPE" val="i"/>
  <p:tag name="KSO_WM_UNIT_INDEX" val="6"/>
  <p:tag name="KSO_WM_UNIT_DIAGRAM_ISNUMVISUAL" val="0"/>
  <p:tag name="KSO_WM_UNIT_DIAGRAM_ISREFERUNIT" val="0"/>
  <p:tag name="KSO_WM_UNIT_TEXT_FILL_FORE_SCHEMECOLOR_INDEX" val="13"/>
  <p:tag name="KSO_WM_UNIT_TEXT_FILL_TYPE" val="1"/>
  <p:tag name="KSO_WM_UNIT_USESOURCEFORMAT_APPLY" val="1"/>
</p:tagLst>
</file>

<file path=ppt/tags/tag1220.xml><?xml version="1.0" encoding="utf-8"?>
<p:tagLst xmlns:p="http://schemas.openxmlformats.org/presentationml/2006/main">
  <p:tag name="KSO_WM_TAG_VERSION" val="1.0"/>
  <p:tag name="KSO_WM_TEMPLATE_CATEGORY" val="diagram"/>
  <p:tag name="KSO_WM_TEMPLATE_INDEX" val="20187904"/>
  <p:tag name="KSO_WM_UNIT_ID" val="diagram20187904_3*i*5"/>
  <p:tag name="KSO_WM_UNIT_LAYERLEVEL" val="1"/>
  <p:tag name="KSO_WM_BEAUTIFY_FLAG" val="#wm#"/>
  <p:tag name="KSO_WM_UNIT_HIGHLIGHT" val="0"/>
  <p:tag name="KSO_WM_UNIT_COMPATIBLE" val="0"/>
  <p:tag name="KSO_WM_DIAGRAM_GROUP_CODE" val="l1-1"/>
  <p:tag name="KSO_WM_UNIT_TYPE" val="i"/>
  <p:tag name="KSO_WM_UNIT_INDEX" val="5"/>
  <p:tag name="KSO_WM_UNIT_DIAGRAM_ISNUMVISUAL" val="0"/>
  <p:tag name="KSO_WM_UNIT_DIAGRAM_ISREFERUNIT" val="0"/>
  <p:tag name="KSO_WM_UNIT_TEXT_FILL_FORE_SCHEMECOLOR_INDEX" val="13"/>
  <p:tag name="KSO_WM_UNIT_TEXT_FILL_TYPE" val="1"/>
  <p:tag name="KSO_WM_UNIT_USESOURCEFORMAT_APPLY" val="1"/>
</p:tagLst>
</file>

<file path=ppt/tags/tag1221.xml><?xml version="1.0" encoding="utf-8"?>
<p:tagLst xmlns:p="http://schemas.openxmlformats.org/presentationml/2006/main">
  <p:tag name="KSO_WM_TAG_VERSION" val="1.0"/>
  <p:tag name="KSO_WM_TEMPLATE_CATEGORY" val="diagram"/>
  <p:tag name="KSO_WM_TEMPLATE_INDEX" val="20187904"/>
  <p:tag name="KSO_WM_UNIT_ID" val="diagram20187904_3*i*4"/>
  <p:tag name="KSO_WM_UNIT_LAYERLEVEL" val="1"/>
  <p:tag name="KSO_WM_BEAUTIFY_FLAG" val="#wm#"/>
  <p:tag name="KSO_WM_UNIT_HIGHLIGHT" val="0"/>
  <p:tag name="KSO_WM_UNIT_COMPATIBLE" val="0"/>
  <p:tag name="KSO_WM_DIAGRAM_GROUP_CODE" val="l1-1"/>
  <p:tag name="KSO_WM_UNIT_TYPE" val="i"/>
  <p:tag name="KSO_WM_UNIT_INDEX" val="4"/>
  <p:tag name="KSO_WM_UNIT_DIAGRAM_ISNUMVISUAL" val="0"/>
  <p:tag name="KSO_WM_UNIT_DIAGRAM_ISREFERUNIT" val="0"/>
  <p:tag name="KSO_WM_UNIT_TEXT_FILL_FORE_SCHEMECOLOR_INDEX" val="13"/>
  <p:tag name="KSO_WM_UNIT_TEXT_FILL_TYPE" val="1"/>
  <p:tag name="KSO_WM_UNIT_USESOURCEFORMAT_APPLY" val="1"/>
</p:tagLst>
</file>

<file path=ppt/tags/tag1222.xml><?xml version="1.0" encoding="utf-8"?>
<p:tagLst xmlns:p="http://schemas.openxmlformats.org/presentationml/2006/main">
  <p:tag name="KSO_WM_TAG_VERSION" val="1.0"/>
  <p:tag name="KSO_WM_TEMPLATE_CATEGORY" val="diagram"/>
  <p:tag name="KSO_WM_TEMPLATE_INDEX" val="20187904"/>
  <p:tag name="KSO_WM_UNIT_ID" val="diagram20187904_3*i*3"/>
  <p:tag name="KSO_WM_UNIT_LAYERLEVEL" val="1"/>
  <p:tag name="KSO_WM_BEAUTIFY_FLAG" val="#wm#"/>
  <p:tag name="KSO_WM_UNIT_HIGHLIGHT" val="0"/>
  <p:tag name="KSO_WM_UNIT_COMPATIBLE" val="0"/>
  <p:tag name="KSO_WM_DIAGRAM_GROUP_CODE" val="l1-1"/>
  <p:tag name="KSO_WM_UNIT_TYPE" val="i"/>
  <p:tag name="KSO_WM_UNIT_INDEX" val="3"/>
  <p:tag name="KSO_WM_UNIT_DIAGRAM_ISNUMVISUAL" val="0"/>
  <p:tag name="KSO_WM_UNIT_DIAGRAM_ISREFERUNIT" val="0"/>
  <p:tag name="KSO_WM_UNIT_TEXT_FILL_FORE_SCHEMECOLOR_INDEX" val="13"/>
  <p:tag name="KSO_WM_UNIT_TEXT_FILL_TYPE" val="1"/>
  <p:tag name="KSO_WM_UNIT_USESOURCEFORMAT_APPLY" val="1"/>
</p:tagLst>
</file>

<file path=ppt/tags/tag1223.xml><?xml version="1.0" encoding="utf-8"?>
<p:tagLst xmlns:p="http://schemas.openxmlformats.org/presentationml/2006/main">
  <p:tag name="KSO_WM_TAG_VERSION" val="1.0"/>
  <p:tag name="KSO_WM_TEMPLATE_CATEGORY" val="diagram"/>
  <p:tag name="KSO_WM_TEMPLATE_INDEX" val="20187904"/>
  <p:tag name="KSO_WM_UNIT_ID" val="diagram20187904_3*i*2"/>
  <p:tag name="KSO_WM_UNIT_LAYERLEVEL" val="1"/>
  <p:tag name="KSO_WM_BEAUTIFY_FLAG" val="#wm#"/>
  <p:tag name="KSO_WM_UNIT_HIGHLIGHT" val="0"/>
  <p:tag name="KSO_WM_UNIT_COMPATIBLE" val="0"/>
  <p:tag name="KSO_WM_DIAGRAM_GROUP_CODE" val="l1-1"/>
  <p:tag name="KSO_WM_UNIT_TYPE" val="i"/>
  <p:tag name="KSO_WM_UNIT_INDEX" val="2"/>
  <p:tag name="KSO_WM_UNIT_DIAGRAM_ISNUMVISUAL" val="0"/>
  <p:tag name="KSO_WM_UNIT_DIAGRAM_ISREFERUNIT" val="0"/>
  <p:tag name="KSO_WM_UNIT_TEXT_FILL_FORE_SCHEMECOLOR_INDEX" val="13"/>
  <p:tag name="KSO_WM_UNIT_TEXT_FILL_TYPE" val="1"/>
  <p:tag name="KSO_WM_UNIT_USESOURCEFORMAT_APPLY" val="1"/>
</p:tagLst>
</file>

<file path=ppt/tags/tag1224.xml><?xml version="1.0" encoding="utf-8"?>
<p:tagLst xmlns:p="http://schemas.openxmlformats.org/presentationml/2006/main">
  <p:tag name="KSO_WM_TAG_VERSION" val="1.0"/>
  <p:tag name="KSO_WM_TEMPLATE_CATEGORY" val="diagram"/>
  <p:tag name="KSO_WM_TEMPLATE_INDEX" val="20187904"/>
  <p:tag name="KSO_WM_UNIT_ID" val="diagram20187904_3*i*19"/>
  <p:tag name="KSO_WM_UNIT_LAYERLEVEL" val="1"/>
  <p:tag name="KSO_WM_BEAUTIFY_FLAG" val="#wm#"/>
  <p:tag name="KSO_WM_UNIT_HIGHLIGHT" val="0"/>
  <p:tag name="KSO_WM_UNIT_COMPATIBLE" val="0"/>
  <p:tag name="KSO_WM_DIAGRAM_GROUP_CODE" val="l1-1"/>
  <p:tag name="KSO_WM_UNIT_TYPE" val="i"/>
  <p:tag name="KSO_WM_UNIT_INDEX" val="19"/>
  <p:tag name="KSO_WM_UNIT_DIAGRAM_ISNUMVISUAL" val="0"/>
  <p:tag name="KSO_WM_UNIT_DIAGRAM_ISREFERUNIT" val="0"/>
  <p:tag name="KSO_WM_UNIT_TEXT_FILL_FORE_SCHEMECOLOR_INDEX" val="13"/>
  <p:tag name="KSO_WM_UNIT_TEXT_FILL_TYPE" val="1"/>
  <p:tag name="KSO_WM_UNIT_USESOURCEFORMAT_APPLY" val="1"/>
</p:tagLst>
</file>

<file path=ppt/tags/tag1225.xml><?xml version="1.0" encoding="utf-8"?>
<p:tagLst xmlns:p="http://schemas.openxmlformats.org/presentationml/2006/main">
  <p:tag name="KSO_WM_TAG_VERSION" val="1.0"/>
  <p:tag name="KSO_WM_TEMPLATE_CATEGORY" val="diagram"/>
  <p:tag name="KSO_WM_TEMPLATE_INDEX" val="20187904"/>
  <p:tag name="KSO_WM_UNIT_ID" val="diagram20187904_3*i*18"/>
  <p:tag name="KSO_WM_UNIT_LAYERLEVEL" val="1"/>
  <p:tag name="KSO_WM_BEAUTIFY_FLAG" val="#wm#"/>
  <p:tag name="KSO_WM_UNIT_HIGHLIGHT" val="0"/>
  <p:tag name="KSO_WM_UNIT_COMPATIBLE" val="0"/>
  <p:tag name="KSO_WM_DIAGRAM_GROUP_CODE" val="l1-1"/>
  <p:tag name="KSO_WM_UNIT_TYPE" val="i"/>
  <p:tag name="KSO_WM_UNIT_INDEX" val="18"/>
  <p:tag name="KSO_WM_UNIT_DIAGRAM_ISNUMVISUAL" val="0"/>
  <p:tag name="KSO_WM_UNIT_DIAGRAM_ISREFERUNIT" val="0"/>
  <p:tag name="KSO_WM_UNIT_TEXT_FILL_FORE_SCHEMECOLOR_INDEX" val="13"/>
  <p:tag name="KSO_WM_UNIT_TEXT_FILL_TYPE" val="1"/>
  <p:tag name="KSO_WM_UNIT_USESOURCEFORMAT_APPLY" val="1"/>
</p:tagLst>
</file>

<file path=ppt/tags/tag1226.xml><?xml version="1.0" encoding="utf-8"?>
<p:tagLst xmlns:p="http://schemas.openxmlformats.org/presentationml/2006/main">
  <p:tag name="KSO_WM_TAG_VERSION" val="1.0"/>
  <p:tag name="KSO_WM_TEMPLATE_CATEGORY" val="diagram"/>
  <p:tag name="KSO_WM_TEMPLATE_INDEX" val="20187904"/>
  <p:tag name="KSO_WM_UNIT_ID" val="diagram20187904_3*i*17"/>
  <p:tag name="KSO_WM_UNIT_LAYERLEVEL" val="1"/>
  <p:tag name="KSO_WM_BEAUTIFY_FLAG" val="#wm#"/>
  <p:tag name="KSO_WM_UNIT_HIGHLIGHT" val="0"/>
  <p:tag name="KSO_WM_UNIT_COMPATIBLE" val="0"/>
  <p:tag name="KSO_WM_DIAGRAM_GROUP_CODE" val="l1-1"/>
  <p:tag name="KSO_WM_UNIT_TYPE" val="i"/>
  <p:tag name="KSO_WM_UNIT_INDEX" val="17"/>
  <p:tag name="KSO_WM_UNIT_DIAGRAM_ISNUMVISUAL" val="0"/>
  <p:tag name="KSO_WM_UNIT_DIAGRAM_ISREFERUNIT" val="0"/>
  <p:tag name="KSO_WM_UNIT_TEXT_FILL_FORE_SCHEMECOLOR_INDEX" val="13"/>
  <p:tag name="KSO_WM_UNIT_TEXT_FILL_TYPE" val="1"/>
  <p:tag name="KSO_WM_UNIT_USESOURCEFORMAT_APPLY" val="1"/>
</p:tagLst>
</file>

<file path=ppt/tags/tag1227.xml><?xml version="1.0" encoding="utf-8"?>
<p:tagLst xmlns:p="http://schemas.openxmlformats.org/presentationml/2006/main">
  <p:tag name="KSO_WM_TAG_VERSION" val="1.0"/>
  <p:tag name="KSO_WM_TEMPLATE_CATEGORY" val="diagram"/>
  <p:tag name="KSO_WM_TEMPLATE_INDEX" val="20187904"/>
  <p:tag name="KSO_WM_UNIT_ID" val="diagram20187904_3*i*16"/>
  <p:tag name="KSO_WM_UNIT_LAYERLEVEL" val="1"/>
  <p:tag name="KSO_WM_BEAUTIFY_FLAG" val="#wm#"/>
  <p:tag name="KSO_WM_UNIT_HIGHLIGHT" val="0"/>
  <p:tag name="KSO_WM_UNIT_COMPATIBLE" val="0"/>
  <p:tag name="KSO_WM_DIAGRAM_GROUP_CODE" val="l1-1"/>
  <p:tag name="KSO_WM_UNIT_TYPE" val="i"/>
  <p:tag name="KSO_WM_UNIT_INDEX" val="16"/>
  <p:tag name="KSO_WM_UNIT_DIAGRAM_ISNUMVISUAL" val="0"/>
  <p:tag name="KSO_WM_UNIT_DIAGRAM_ISREFERUNIT" val="0"/>
  <p:tag name="KSO_WM_UNIT_TEXT_FILL_FORE_SCHEMECOLOR_INDEX" val="13"/>
  <p:tag name="KSO_WM_UNIT_TEXT_FILL_TYPE" val="1"/>
  <p:tag name="KSO_WM_UNIT_USESOURCEFORMAT_APPLY" val="1"/>
</p:tagLst>
</file>

<file path=ppt/tags/tag1228.xml><?xml version="1.0" encoding="utf-8"?>
<p:tagLst xmlns:p="http://schemas.openxmlformats.org/presentationml/2006/main">
  <p:tag name="KSO_WM_TAG_VERSION" val="1.0"/>
  <p:tag name="KSO_WM_TEMPLATE_CATEGORY" val="diagram"/>
  <p:tag name="KSO_WM_TEMPLATE_INDEX" val="20187904"/>
  <p:tag name="KSO_WM_UNIT_ID" val="diagram20187904_3*i*15"/>
  <p:tag name="KSO_WM_UNIT_LAYERLEVEL" val="1"/>
  <p:tag name="KSO_WM_BEAUTIFY_FLAG" val="#wm#"/>
  <p:tag name="KSO_WM_UNIT_HIGHLIGHT" val="0"/>
  <p:tag name="KSO_WM_UNIT_COMPATIBLE" val="0"/>
  <p:tag name="KSO_WM_DIAGRAM_GROUP_CODE" val="l1-1"/>
  <p:tag name="KSO_WM_UNIT_TYPE" val="i"/>
  <p:tag name="KSO_WM_UNIT_INDEX" val="15"/>
  <p:tag name="KSO_WM_UNIT_DIAGRAM_ISNUMVISUAL" val="0"/>
  <p:tag name="KSO_WM_UNIT_DIAGRAM_ISREFERUNIT" val="0"/>
  <p:tag name="KSO_WM_UNIT_TEXT_FILL_FORE_SCHEMECOLOR_INDEX" val="13"/>
  <p:tag name="KSO_WM_UNIT_TEXT_FILL_TYPE" val="1"/>
  <p:tag name="KSO_WM_UNIT_USESOURCEFORMAT_APPLY" val="1"/>
</p:tagLst>
</file>

<file path=ppt/tags/tag1229.xml><?xml version="1.0" encoding="utf-8"?>
<p:tagLst xmlns:p="http://schemas.openxmlformats.org/presentationml/2006/main">
  <p:tag name="KSO_WM_TAG_VERSION" val="1.0"/>
  <p:tag name="KSO_WM_TEMPLATE_CATEGORY" val="diagram"/>
  <p:tag name="KSO_WM_TEMPLATE_INDEX" val="20187904"/>
  <p:tag name="KSO_WM_UNIT_ID" val="diagram20187904_3*i*14"/>
  <p:tag name="KSO_WM_UNIT_LAYERLEVEL" val="1"/>
  <p:tag name="KSO_WM_BEAUTIFY_FLAG" val="#wm#"/>
  <p:tag name="KSO_WM_UNIT_HIGHLIGHT" val="0"/>
  <p:tag name="KSO_WM_UNIT_COMPATIBLE" val="0"/>
  <p:tag name="KSO_WM_DIAGRAM_GROUP_CODE" val="l1-1"/>
  <p:tag name="KSO_WM_UNIT_TYPE" val="i"/>
  <p:tag name="KSO_WM_UNIT_INDEX" val="14"/>
  <p:tag name="KSO_WM_UNIT_DIAGRAM_ISNUMVISUAL" val="0"/>
  <p:tag name="KSO_WM_UNIT_DIAGRAM_ISREFERUNIT" val="0"/>
  <p:tag name="KSO_WM_UNIT_TEXT_FILL_FORE_SCHEMECOLOR_INDEX" val="13"/>
  <p:tag name="KSO_WM_UNIT_TEXT_FILL_TYPE" val="1"/>
  <p:tag name="KSO_WM_UNIT_USESOURCEFORMAT_APPLY" val="1"/>
</p:tagLst>
</file>

<file path=ppt/tags/tag1230.xml><?xml version="1.0" encoding="utf-8"?>
<p:tagLst xmlns:p="http://schemas.openxmlformats.org/presentationml/2006/main">
  <p:tag name="KSO_WM_TAG_VERSION" val="1.0"/>
  <p:tag name="KSO_WM_TEMPLATE_CATEGORY" val="diagram"/>
  <p:tag name="KSO_WM_TEMPLATE_INDEX" val="20187904"/>
  <p:tag name="KSO_WM_UNIT_ID" val="diagram20187904_3*i*13"/>
  <p:tag name="KSO_WM_UNIT_LAYERLEVEL" val="1"/>
  <p:tag name="KSO_WM_BEAUTIFY_FLAG" val="#wm#"/>
  <p:tag name="KSO_WM_UNIT_HIGHLIGHT" val="0"/>
  <p:tag name="KSO_WM_UNIT_COMPATIBLE" val="0"/>
  <p:tag name="KSO_WM_DIAGRAM_GROUP_CODE" val="l1-1"/>
  <p:tag name="KSO_WM_UNIT_TYPE" val="i"/>
  <p:tag name="KSO_WM_UNIT_INDEX" val="13"/>
  <p:tag name="KSO_WM_UNIT_DIAGRAM_ISNUMVISUAL" val="0"/>
  <p:tag name="KSO_WM_UNIT_DIAGRAM_ISREFERUNIT" val="0"/>
  <p:tag name="KSO_WM_UNIT_TEXT_FILL_FORE_SCHEMECOLOR_INDEX" val="13"/>
  <p:tag name="KSO_WM_UNIT_TEXT_FILL_TYPE" val="1"/>
  <p:tag name="KSO_WM_UNIT_USESOURCEFORMAT_APPLY" val="1"/>
</p:tagLst>
</file>

<file path=ppt/tags/tag1231.xml><?xml version="1.0" encoding="utf-8"?>
<p:tagLst xmlns:p="http://schemas.openxmlformats.org/presentationml/2006/main">
  <p:tag name="KSO_WM_TAG_VERSION" val="1.0"/>
  <p:tag name="KSO_WM_TEMPLATE_CATEGORY" val="diagram"/>
  <p:tag name="KSO_WM_TEMPLATE_INDEX" val="20187904"/>
  <p:tag name="KSO_WM_UNIT_ID" val="diagram20187904_3*i*12"/>
  <p:tag name="KSO_WM_UNIT_LAYERLEVEL" val="1"/>
  <p:tag name="KSO_WM_BEAUTIFY_FLAG" val="#wm#"/>
  <p:tag name="KSO_WM_UNIT_HIGHLIGHT" val="0"/>
  <p:tag name="KSO_WM_UNIT_COMPATIBLE" val="0"/>
  <p:tag name="KSO_WM_DIAGRAM_GROUP_CODE" val="l1-1"/>
  <p:tag name="KSO_WM_UNIT_TYPE" val="i"/>
  <p:tag name="KSO_WM_UNIT_INDEX" val="12"/>
  <p:tag name="KSO_WM_UNIT_DIAGRAM_ISNUMVISUAL" val="0"/>
  <p:tag name="KSO_WM_UNIT_DIAGRAM_ISREFERUNIT" val="0"/>
  <p:tag name="KSO_WM_UNIT_TEXT_FILL_FORE_SCHEMECOLOR_INDEX" val="13"/>
  <p:tag name="KSO_WM_UNIT_TEXT_FILL_TYPE" val="1"/>
  <p:tag name="KSO_WM_UNIT_USESOURCEFORMAT_APPLY" val="1"/>
</p:tagLst>
</file>

<file path=ppt/tags/tag1232.xml><?xml version="1.0" encoding="utf-8"?>
<p:tagLst xmlns:p="http://schemas.openxmlformats.org/presentationml/2006/main">
  <p:tag name="KSO_WM_TAG_VERSION" val="1.0"/>
  <p:tag name="KSO_WM_TEMPLATE_CATEGORY" val="diagram"/>
  <p:tag name="KSO_WM_TEMPLATE_INDEX" val="20187904"/>
  <p:tag name="KSO_WM_UNIT_ID" val="diagram20187904_3*i*11"/>
  <p:tag name="KSO_WM_UNIT_LAYERLEVEL" val="1"/>
  <p:tag name="KSO_WM_BEAUTIFY_FLAG" val="#wm#"/>
  <p:tag name="KSO_WM_UNIT_HIGHLIGHT" val="0"/>
  <p:tag name="KSO_WM_UNIT_COMPATIBLE" val="0"/>
  <p:tag name="KSO_WM_DIAGRAM_GROUP_CODE" val="l1-1"/>
  <p:tag name="KSO_WM_UNIT_TYPE" val="i"/>
  <p:tag name="KSO_WM_UNIT_INDEX" val="11"/>
  <p:tag name="KSO_WM_UNIT_DIAGRAM_ISNUMVISUAL" val="0"/>
  <p:tag name="KSO_WM_UNIT_DIAGRAM_ISREFERUNIT" val="0"/>
  <p:tag name="KSO_WM_UNIT_TEXT_FILL_FORE_SCHEMECOLOR_INDEX" val="13"/>
  <p:tag name="KSO_WM_UNIT_TEXT_FILL_TYPE" val="1"/>
  <p:tag name="KSO_WM_UNIT_USESOURCEFORMAT_APPLY" val="1"/>
</p:tagLst>
</file>

<file path=ppt/tags/tag1233.xml><?xml version="1.0" encoding="utf-8"?>
<p:tagLst xmlns:p="http://schemas.openxmlformats.org/presentationml/2006/main">
  <p:tag name="KSO_WM_TAG_VERSION" val="1.0"/>
  <p:tag name="KSO_WM_TEMPLATE_CATEGORY" val="diagram"/>
  <p:tag name="KSO_WM_TEMPLATE_INDEX" val="20187904"/>
  <p:tag name="KSO_WM_UNIT_ID" val="diagram20187904_3*i*10"/>
  <p:tag name="KSO_WM_UNIT_LAYERLEVEL" val="1"/>
  <p:tag name="KSO_WM_BEAUTIFY_FLAG" val="#wm#"/>
  <p:tag name="KSO_WM_UNIT_HIGHLIGHT" val="0"/>
  <p:tag name="KSO_WM_UNIT_COMPATIBLE" val="0"/>
  <p:tag name="KSO_WM_DIAGRAM_GROUP_CODE" val="l1-1"/>
  <p:tag name="KSO_WM_UNIT_TYPE" val="i"/>
  <p:tag name="KSO_WM_UNIT_INDEX" val="10"/>
  <p:tag name="KSO_WM_UNIT_DIAGRAM_ISNUMVISUAL" val="0"/>
  <p:tag name="KSO_WM_UNIT_DIAGRAM_ISREFERUNIT" val="0"/>
  <p:tag name="KSO_WM_UNIT_TEXT_FILL_FORE_SCHEMECOLOR_INDEX" val="13"/>
  <p:tag name="KSO_WM_UNIT_TEXT_FILL_TYPE" val="1"/>
  <p:tag name="KSO_WM_UNIT_USESOURCEFORMAT_APPLY" val="1"/>
</p:tagLst>
</file>

<file path=ppt/tags/tag1234.xml><?xml version="1.0" encoding="utf-8"?>
<p:tagLst xmlns:p="http://schemas.openxmlformats.org/presentationml/2006/main">
  <p:tag name="KSO_WM_TAG_VERSION" val="1.0"/>
  <p:tag name="KSO_WM_TEMPLATE_CATEGORY" val="diagram"/>
  <p:tag name="KSO_WM_TEMPLATE_INDEX" val="20187904"/>
  <p:tag name="KSO_WM_UNIT_ID" val="diagram20187904_3*i*1"/>
  <p:tag name="KSO_WM_UNIT_LAYERLEVEL" val="1"/>
  <p:tag name="KSO_WM_BEAUTIFY_FLAG" val="#wm#"/>
  <p:tag name="KSO_WM_UNIT_HIGHLIGHT" val="0"/>
  <p:tag name="KSO_WM_UNIT_COMPATIBLE" val="0"/>
  <p:tag name="KSO_WM_DIAGRAM_GROUP_CODE" val="l1-1"/>
  <p:tag name="KSO_WM_UNIT_TYPE" val="i"/>
  <p:tag name="KSO_WM_UNIT_INDEX" val="1"/>
  <p:tag name="KSO_WM_UNIT_DIAGRAM_ISNUMVISUAL" val="0"/>
  <p:tag name="KSO_WM_UNIT_DIAGRAM_ISREFERUNIT" val="0"/>
  <p:tag name="KSO_WM_UNIT_LINE_FORE_SCHEMECOLOR_INDEX" val="13"/>
  <p:tag name="KSO_WM_UNIT_LINE_FILL_TYPE" val="2"/>
  <p:tag name="KSO_WM_UNIT_USESOURCEFORMAT_APPLY" val="1"/>
</p:tagLst>
</file>

<file path=ppt/tags/tag1235.xml><?xml version="1.0" encoding="utf-8"?>
<p:tagLst xmlns:p="http://schemas.openxmlformats.org/presentationml/2006/main">
  <p:tag name="KSO_WM_TAG_VERSION" val="1.0"/>
  <p:tag name="KSO_WM_TEMPLATE_CATEGORY" val="diagram"/>
  <p:tag name="KSO_WM_TEMPLATE_INDEX" val="20187904"/>
  <p:tag name="KSO_WM_UNIT_TYPE" val="f"/>
  <p:tag name="KSO_WM_UNIT_INDEX" val="1"/>
  <p:tag name="KSO_WM_UNIT_ID" val="diagram20187904_3*f*1"/>
  <p:tag name="KSO_WM_UNIT_LAYERLEVEL" val="1"/>
  <p:tag name="KSO_WM_UNIT_VALUE" val="128"/>
  <p:tag name="KSO_WM_UNIT_HIGHLIGHT" val="0"/>
  <p:tag name="KSO_WM_UNIT_COMPATIBLE" val="0"/>
  <p:tag name="KSO_WM_BEAUTIFY_FLAG" val="#wm#"/>
  <p:tag name="KSO_WM_UNIT_PRESET_TEXT" val="单击此处添加文本具体内容，简明扼要的阐述您的观点。根据需要可酌情增减文字，以便观者准确的理解您传达的思想。"/>
  <p:tag name="KSO_WM_DIAGRAM_GROUP_CODE" val="l1-1"/>
  <p:tag name="KSO_WM_UNIT_DIAGRAM_ISNUMVISUAL" val="0"/>
  <p:tag name="KSO_WM_UNIT_DIAGRAM_ISREFERUNIT" val="0"/>
  <p:tag name="KSO_WM_UNIT_TEXT_FILL_FORE_SCHEMECOLOR_INDEX" val="13"/>
  <p:tag name="KSO_WM_UNIT_TEXT_FILL_TYPE" val="1"/>
  <p:tag name="KSO_WM_UNIT_USESOURCEFORMAT_APPLY" val="1"/>
</p:tagLst>
</file>

<file path=ppt/tags/tag1236.xml><?xml version="1.0" encoding="utf-8"?>
<p:tagLst xmlns:p="http://schemas.openxmlformats.org/presentationml/2006/main">
  <p:tag name="KSO_WM_TAG_VERSION" val="1.0"/>
  <p:tag name="KSO_WM_TEMPLATE_CATEGORY" val="diagram"/>
  <p:tag name="KSO_WM_TEMPLATE_INDEX" val="20187904"/>
  <p:tag name="KSO_WM_UNIT_TYPE" val="l_i"/>
  <p:tag name="KSO_WM_UNIT_INDEX" val="1_3"/>
  <p:tag name="KSO_WM_UNIT_ID" val="diagram20187904_3*l_i*1_3"/>
  <p:tag name="KSO_WM_UNIT_LAYERLEVEL" val="1_1"/>
  <p:tag name="KSO_WM_BEAUTIFY_FLAG" val="#wm#"/>
  <p:tag name="KSO_WM_UNIT_HIGHLIGHT" val="0"/>
  <p:tag name="KSO_WM_UNIT_COMPATIBLE" val="0"/>
  <p:tag name="KSO_WM_DIAGRAM_GROUP_CODE" val="l1-1"/>
  <p:tag name="KSO_WM_UNIT_DIAGRAM_ISNUMVISUAL" val="0"/>
  <p:tag name="KSO_WM_UNIT_DIAGRAM_ISREFERUNIT" val="0"/>
  <p:tag name="KSO_WM_UNIT_LINE_FORE_SCHEMECOLOR_INDEX" val="14"/>
  <p:tag name="KSO_WM_UNIT_LINE_FILL_TYPE" val="2"/>
  <p:tag name="KSO_WM_UNIT_USESOURCEFORMAT_APPLY" val="1"/>
  <p:tag name="KSO_WM_UNIT_DIAGRAM_SCHEMECOLOR_ID" val="0"/>
</p:tagLst>
</file>

<file path=ppt/tags/tag1237.xml><?xml version="1.0" encoding="utf-8"?>
<p:tagLst xmlns:p="http://schemas.openxmlformats.org/presentationml/2006/main">
  <p:tag name="KSO_WM_TAG_VERSION" val="1.0"/>
  <p:tag name="KSO_WM_TEMPLATE_CATEGORY" val="diagram"/>
  <p:tag name="KSO_WM_TEMPLATE_INDEX" val="20187904"/>
  <p:tag name="KSO_WM_UNIT_TYPE" val="l_h_a"/>
  <p:tag name="KSO_WM_UNIT_INDEX" val="1_1_1"/>
  <p:tag name="KSO_WM_UNIT_ID" val="diagram20187904_3*l_h_a*1_1_1"/>
  <p:tag name="KSO_WM_UNIT_LAYERLEVEL" val="1_1_1"/>
  <p:tag name="KSO_WM_UNIT_VALUE" val="11"/>
  <p:tag name="KSO_WM_UNIT_HIGHLIGHT" val="0"/>
  <p:tag name="KSO_WM_UNIT_COMPATIBLE" val="0"/>
  <p:tag name="KSO_WM_BEAUTIFY_FLAG" val="#wm#"/>
  <p:tag name="KSO_WM_UNIT_PRESET_TEXT" val="添加标题"/>
  <p:tag name="KSO_WM_UNIT_ISCONTENTSTITLE" val="0"/>
  <p:tag name="KSO_WM_DIAGRAM_GROUP_CODE" val="l1-1"/>
  <p:tag name="KSO_WM_UNIT_DIAGRAM_ISNUMVISUAL" val="0"/>
  <p:tag name="KSO_WM_UNIT_DIAGRAM_ISREFERUNIT" val="0"/>
  <p:tag name="KSO_WM_UNIT_TEXT_FILL_FORE_SCHEMECOLOR_INDEX" val="5"/>
  <p:tag name="KSO_WM_UNIT_TEXT_FILL_TYPE" val="1"/>
  <p:tag name="KSO_WM_UNIT_USESOURCEFORMAT_APPLY" val="1"/>
  <p:tag name="KSO_WM_UNIT_DIAGRAM_SCHEMECOLOR_ID" val="0"/>
</p:tagLst>
</file>

<file path=ppt/tags/tag1238.xml><?xml version="1.0" encoding="utf-8"?>
<p:tagLst xmlns:p="http://schemas.openxmlformats.org/presentationml/2006/main">
  <p:tag name="KSO_WM_TAG_VERSION" val="1.0"/>
  <p:tag name="KSO_WM_TEMPLATE_CATEGORY" val="diagram"/>
  <p:tag name="KSO_WM_TEMPLATE_INDEX" val="20187904"/>
  <p:tag name="KSO_WM_UNIT_TYPE" val="l_h_i"/>
  <p:tag name="KSO_WM_UNIT_INDEX" val="1_1_2"/>
  <p:tag name="KSO_WM_UNIT_ID" val="diagram20187904_3*l_h_i*1_1_2"/>
  <p:tag name="KSO_WM_UNIT_LAYERLEVEL" val="1_1_1"/>
  <p:tag name="KSO_WM_BEAUTIFY_FLAG" val="#wm#"/>
  <p:tag name="KSO_WM_UNIT_HIGHLIGHT" val="0"/>
  <p:tag name="KSO_WM_UNIT_COMPATIBLE" val="0"/>
  <p:tag name="KSO_WM_DIAGRAM_GROUP_CODE" val="l1-1"/>
  <p:tag name="KSO_WM_UNIT_DIAGRAM_ISNUMVISUAL" val="0"/>
  <p:tag name="KSO_WM_UNIT_DIAGRAM_ISREFERUNIT" val="0"/>
  <p:tag name="KSO_WM_UNIT_FILL_FORE_SCHEMECOLOR_INDEX" val="5"/>
  <p:tag name="KSO_WM_UNIT_FILL_TYPE" val="1"/>
  <p:tag name="KSO_WM_UNIT_TEXT_FILL_FORE_SCHEMECOLOR_INDEX" val="2"/>
  <p:tag name="KSO_WM_UNIT_TEXT_FILL_TYPE" val="1"/>
  <p:tag name="KSO_WM_UNIT_USESOURCEFORMAT_APPLY" val="1"/>
  <p:tag name="KSO_WM_UNIT_DIAGRAM_SCHEMECOLOR_ID" val="0"/>
</p:tagLst>
</file>

<file path=ppt/tags/tag1239.xml><?xml version="1.0" encoding="utf-8"?>
<p:tagLst xmlns:p="http://schemas.openxmlformats.org/presentationml/2006/main">
  <p:tag name="KSO_WM_TAG_VERSION" val="1.0"/>
  <p:tag name="KSO_WM_TEMPLATE_CATEGORY" val="diagram"/>
  <p:tag name="KSO_WM_TEMPLATE_INDEX" val="20187904"/>
  <p:tag name="KSO_WM_UNIT_TYPE" val="l_h_a"/>
  <p:tag name="KSO_WM_UNIT_INDEX" val="1_4_1"/>
  <p:tag name="KSO_WM_UNIT_ID" val="diagram20187904_3*l_h_a*1_4_1"/>
  <p:tag name="KSO_WM_UNIT_LAYERLEVEL" val="1_1_1"/>
  <p:tag name="KSO_WM_UNIT_VALUE" val="11"/>
  <p:tag name="KSO_WM_UNIT_HIGHLIGHT" val="0"/>
  <p:tag name="KSO_WM_UNIT_COMPATIBLE" val="0"/>
  <p:tag name="KSO_WM_BEAUTIFY_FLAG" val="#wm#"/>
  <p:tag name="KSO_WM_UNIT_PRESET_TEXT" val="添加标题"/>
  <p:tag name="KSO_WM_UNIT_ISCONTENTSTITLE" val="0"/>
  <p:tag name="KSO_WM_DIAGRAM_GROUP_CODE" val="l1-1"/>
  <p:tag name="KSO_WM_UNIT_DIAGRAM_ISNUMVISUAL" val="0"/>
  <p:tag name="KSO_WM_UNIT_DIAGRAM_ISREFERUNIT" val="0"/>
  <p:tag name="KSO_WM_UNIT_TEXT_FILL_FORE_SCHEMECOLOR_INDEX" val="7"/>
  <p:tag name="KSO_WM_UNIT_TEXT_FILL_TYPE" val="1"/>
  <p:tag name="KSO_WM_UNIT_USESOURCEFORMAT_APPLY" val="1"/>
  <p:tag name="KSO_WM_UNIT_DIAGRAM_SCHEMECOLOR_ID" val="0"/>
</p:tagLst>
</file>

<file path=ppt/tags/tag1240.xml><?xml version="1.0" encoding="utf-8"?>
<p:tagLst xmlns:p="http://schemas.openxmlformats.org/presentationml/2006/main">
  <p:tag name="KSO_WM_TAG_VERSION" val="1.0"/>
  <p:tag name="KSO_WM_TEMPLATE_CATEGORY" val="diagram"/>
  <p:tag name="KSO_WM_TEMPLATE_INDEX" val="20187904"/>
  <p:tag name="KSO_WM_UNIT_TYPE" val="l_h_i"/>
  <p:tag name="KSO_WM_UNIT_INDEX" val="1_4_2"/>
  <p:tag name="KSO_WM_UNIT_ID" val="diagram20187904_3*l_h_i*1_4_2"/>
  <p:tag name="KSO_WM_UNIT_LAYERLEVEL" val="1_1_1"/>
  <p:tag name="KSO_WM_BEAUTIFY_FLAG" val="#wm#"/>
  <p:tag name="KSO_WM_UNIT_HIGHLIGHT" val="0"/>
  <p:tag name="KSO_WM_UNIT_COMPATIBLE" val="0"/>
  <p:tag name="KSO_WM_DIAGRAM_GROUP_CODE" val="l1-1"/>
  <p:tag name="KSO_WM_UNIT_DIAGRAM_ISNUMVISUAL" val="0"/>
  <p:tag name="KSO_WM_UNIT_DIAGRAM_ISREFERUNIT" val="0"/>
  <p:tag name="KSO_WM_UNIT_FILL_FORE_SCHEMECOLOR_INDEX" val="7"/>
  <p:tag name="KSO_WM_UNIT_FILL_TYPE" val="1"/>
  <p:tag name="KSO_WM_UNIT_TEXT_FILL_FORE_SCHEMECOLOR_INDEX" val="7"/>
  <p:tag name="KSO_WM_UNIT_TEXT_FILL_TYPE" val="1"/>
  <p:tag name="KSO_WM_UNIT_USESOURCEFORMAT_APPLY" val="1"/>
  <p:tag name="KSO_WM_UNIT_DIAGRAM_SCHEMECOLOR_ID" val="0"/>
</p:tagLst>
</file>

<file path=ppt/tags/tag1241.xml><?xml version="1.0" encoding="utf-8"?>
<p:tagLst xmlns:p="http://schemas.openxmlformats.org/presentationml/2006/main">
  <p:tag name="KSO_WM_TAG_VERSION" val="1.0"/>
  <p:tag name="KSO_WM_TEMPLATE_CATEGORY" val="diagram"/>
  <p:tag name="KSO_WM_TEMPLATE_INDEX" val="20187904"/>
  <p:tag name="KSO_WM_UNIT_TYPE" val="l_i"/>
  <p:tag name="KSO_WM_UNIT_INDEX" val="1_2"/>
  <p:tag name="KSO_WM_UNIT_ID" val="diagram20187904_3*l_i*1_2"/>
  <p:tag name="KSO_WM_UNIT_LAYERLEVEL" val="1_1"/>
  <p:tag name="KSO_WM_BEAUTIFY_FLAG" val="#wm#"/>
  <p:tag name="KSO_WM_UNIT_HIGHLIGHT" val="0"/>
  <p:tag name="KSO_WM_UNIT_COMPATIBLE" val="0"/>
  <p:tag name="KSO_WM_DIAGRAM_GROUP_CODE" val="l1-1"/>
  <p:tag name="KSO_WM_UNIT_DIAGRAM_ISNUMVISUAL" val="0"/>
  <p:tag name="KSO_WM_UNIT_DIAGRAM_ISREFERUNIT" val="0"/>
  <p:tag name="KSO_WM_UNIT_LINE_FORE_SCHEMECOLOR_INDEX" val="14"/>
  <p:tag name="KSO_WM_UNIT_LINE_FILL_TYPE" val="2"/>
  <p:tag name="KSO_WM_UNIT_USESOURCEFORMAT_APPLY" val="1"/>
  <p:tag name="KSO_WM_UNIT_DIAGRAM_SCHEMECOLOR_ID" val="0"/>
</p:tagLst>
</file>

<file path=ppt/tags/tag1242.xml><?xml version="1.0" encoding="utf-8"?>
<p:tagLst xmlns:p="http://schemas.openxmlformats.org/presentationml/2006/main">
  <p:tag name="KSO_WM_TAG_VERSION" val="1.0"/>
  <p:tag name="KSO_WM_TEMPLATE_CATEGORY" val="diagram"/>
  <p:tag name="KSO_WM_TEMPLATE_INDEX" val="20187904"/>
  <p:tag name="KSO_WM_UNIT_TYPE" val="l_h_a"/>
  <p:tag name="KSO_WM_UNIT_INDEX" val="1_2_1"/>
  <p:tag name="KSO_WM_UNIT_ID" val="diagram20187904_3*l_h_a*1_2_1"/>
  <p:tag name="KSO_WM_UNIT_LAYERLEVEL" val="1_1_1"/>
  <p:tag name="KSO_WM_UNIT_VALUE" val="11"/>
  <p:tag name="KSO_WM_UNIT_HIGHLIGHT" val="0"/>
  <p:tag name="KSO_WM_UNIT_COMPATIBLE" val="0"/>
  <p:tag name="KSO_WM_BEAUTIFY_FLAG" val="#wm#"/>
  <p:tag name="KSO_WM_UNIT_PRESET_TEXT" val="添加标题"/>
  <p:tag name="KSO_WM_UNIT_ISCONTENTSTITLE" val="0"/>
  <p:tag name="KSO_WM_DIAGRAM_GROUP_CODE" val="l1-1"/>
  <p:tag name="KSO_WM_UNIT_DIAGRAM_ISNUMVISUAL" val="0"/>
  <p:tag name="KSO_WM_UNIT_DIAGRAM_ISREFERUNIT" val="0"/>
  <p:tag name="KSO_WM_UNIT_TEXT_FILL_FORE_SCHEMECOLOR_INDEX" val="6"/>
  <p:tag name="KSO_WM_UNIT_TEXT_FILL_TYPE" val="1"/>
  <p:tag name="KSO_WM_UNIT_USESOURCEFORMAT_APPLY" val="1"/>
  <p:tag name="KSO_WM_UNIT_DIAGRAM_SCHEMECOLOR_ID" val="0"/>
</p:tagLst>
</file>

<file path=ppt/tags/tag1243.xml><?xml version="1.0" encoding="utf-8"?>
<p:tagLst xmlns:p="http://schemas.openxmlformats.org/presentationml/2006/main">
  <p:tag name="KSO_WM_TAG_VERSION" val="1.0"/>
  <p:tag name="KSO_WM_TEMPLATE_CATEGORY" val="diagram"/>
  <p:tag name="KSO_WM_TEMPLATE_INDEX" val="20187904"/>
  <p:tag name="KSO_WM_UNIT_TYPE" val="l_h_i"/>
  <p:tag name="KSO_WM_UNIT_INDEX" val="1_2_2"/>
  <p:tag name="KSO_WM_UNIT_ID" val="diagram20187904_3*l_h_i*1_2_2"/>
  <p:tag name="KSO_WM_UNIT_LAYERLEVEL" val="1_1_1"/>
  <p:tag name="KSO_WM_BEAUTIFY_FLAG" val="#wm#"/>
  <p:tag name="KSO_WM_UNIT_HIGHLIGHT" val="0"/>
  <p:tag name="KSO_WM_UNIT_COMPATIBLE" val="0"/>
  <p:tag name="KSO_WM_DIAGRAM_GROUP_CODE" val="l1-1"/>
  <p:tag name="KSO_WM_UNIT_DIAGRAM_ISNUMVISUAL" val="0"/>
  <p:tag name="KSO_WM_UNIT_DIAGRAM_ISREFERUNIT" val="0"/>
  <p:tag name="KSO_WM_UNIT_FILL_FORE_SCHEMECOLOR_INDEX" val="6"/>
  <p:tag name="KSO_WM_UNIT_FILL_TYPE" val="1"/>
  <p:tag name="KSO_WM_UNIT_TEXT_FILL_FORE_SCHEMECOLOR_INDEX" val="2"/>
  <p:tag name="KSO_WM_UNIT_TEXT_FILL_TYPE" val="1"/>
  <p:tag name="KSO_WM_UNIT_USESOURCEFORMAT_APPLY" val="1"/>
  <p:tag name="KSO_WM_UNIT_DIAGRAM_SCHEMECOLOR_ID" val="0"/>
</p:tagLst>
</file>

<file path=ppt/tags/tag1244.xml><?xml version="1.0" encoding="utf-8"?>
<p:tagLst xmlns:p="http://schemas.openxmlformats.org/presentationml/2006/main">
  <p:tag name="KSO_WM_BEAUTIFY_FLAG" val="#wm#"/>
  <p:tag name="KSO_WM_TEMPLATE_CATEGORY" val="diagram"/>
  <p:tag name="KSO_WM_TEMPLATE_INDEX" val="20187904"/>
  <p:tag name="KSO_WM_TAG_VERSION" val="1.0"/>
  <p:tag name="KSO_WM_SLIDE_INDEX" val="3"/>
  <p:tag name="KSO_WM_SLIDE_ITEM_CNT" val="3"/>
  <p:tag name="KSO_WM_SLIDE_LAYOUT" val="f_l"/>
  <p:tag name="KSO_WM_SLIDE_LAYOUT_CNT" val="1_1"/>
  <p:tag name="KSO_WM_SLIDE_TYPE" val="text"/>
  <p:tag name="KSO_WM_SLIDE_SUBTYPE" val="diag"/>
  <p:tag name="KSO_WM_SLIDE_POSITION" val="293.402*221.376"/>
  <p:tag name="KSO_WM_SLIDE_SIZE" val="653.877*261.432"/>
  <p:tag name="KSO_WM_SLIDE_ID" val="diagram20187904_3"/>
  <p:tag name="KSO_WM_DIAGRAM_GROUP_CODE" val="l1-1"/>
  <p:tag name="KSO_WM_SLIDE_DIAGTYPE" val="l"/>
</p:tagLst>
</file>

<file path=ppt/tags/tag12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04026_1*i*1"/>
  <p:tag name="KSO_WM_TEMPLATE_CATEGORY" val="diagram"/>
  <p:tag name="KSO_WM_TEMPLATE_INDEX" val="20204026"/>
  <p:tag name="KSO_WM_UNIT_LAYERLEVEL" val="1"/>
  <p:tag name="KSO_WM_TAG_VERSION" val="1.0"/>
  <p:tag name="KSO_WM_BEAUTIFY_FLAG" val="#wm#"/>
  <p:tag name="KSO_WM_UNIT_LINE_FORE_SCHEMECOLOR_INDEX_BRIGHTNESS" val="0"/>
  <p:tag name="KSO_WM_UNIT_LINE_FORE_SCHEMECOLOR_INDEX" val="5"/>
  <p:tag name="KSO_WM_UNIT_LINE_FILL_TYPE" val="2"/>
</p:tagLst>
</file>

<file path=ppt/tags/tag12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diagram20204026_1*i*2"/>
  <p:tag name="KSO_WM_TEMPLATE_CATEGORY" val="diagram"/>
  <p:tag name="KSO_WM_TEMPLATE_INDEX" val="20204026"/>
  <p:tag name="KSO_WM_UNIT_LAYERLEVEL" val="1"/>
  <p:tag name="KSO_WM_TAG_VERSION" val="1.0"/>
  <p:tag name="KSO_WM_BEAUTIFY_FLAG" val="#wm#"/>
  <p:tag name="KSO_WM_UNIT_LINE_FORE_SCHEMECOLOR_INDEX_BRIGHTNESS" val="0"/>
  <p:tag name="KSO_WM_UNIT_LINE_FORE_SCHEMECOLOR_INDEX" val="5"/>
  <p:tag name="KSO_WM_UNIT_LINE_FILL_TYPE" val="2"/>
</p:tagLst>
</file>

<file path=ppt/tags/tag12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diagram20204026_1*i*3"/>
  <p:tag name="KSO_WM_TEMPLATE_CATEGORY" val="diagram"/>
  <p:tag name="KSO_WM_TEMPLATE_INDEX" val="20204026"/>
  <p:tag name="KSO_WM_UNIT_LAYERLEVEL" val="1"/>
  <p:tag name="KSO_WM_TAG_VERSION" val="1.0"/>
  <p:tag name="KSO_WM_BEAUTIFY_FLAG" val="#wm#"/>
  <p:tag name="KSO_WM_UNIT_LINE_FORE_SCHEMECOLOR_INDEX_BRIGHTNESS" val="0"/>
  <p:tag name="KSO_WM_UNIT_LINE_FORE_SCHEMECOLOR_INDEX" val="5"/>
  <p:tag name="KSO_WM_UNIT_LINE_FILL_TYPE" val="2"/>
</p:tagLst>
</file>

<file path=ppt/tags/tag12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
  <p:tag name="KSO_WM_UNIT_ID" val="diagram20204026_1*i*4"/>
  <p:tag name="KSO_WM_TEMPLATE_CATEGORY" val="diagram"/>
  <p:tag name="KSO_WM_TEMPLATE_INDEX" val="20204026"/>
  <p:tag name="KSO_WM_UNIT_LAYERLEVEL" val="1"/>
  <p:tag name="KSO_WM_TAG_VERSION" val="1.0"/>
  <p:tag name="KSO_WM_BEAUTIFY_FLAG" val="#wm#"/>
  <p:tag name="KSO_WM_UNIT_LINE_FORE_SCHEMECOLOR_INDEX_BRIGHTNESS" val="0"/>
  <p:tag name="KSO_WM_UNIT_LINE_FORE_SCHEMECOLOR_INDEX" val="5"/>
  <p:tag name="KSO_WM_UNIT_LINE_FILL_TYPE" val="2"/>
</p:tagLst>
</file>

<file path=ppt/tags/tag12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5"/>
  <p:tag name="KSO_WM_UNIT_ID" val="diagram20204026_1*i*5"/>
  <p:tag name="KSO_WM_TEMPLATE_CATEGORY" val="diagram"/>
  <p:tag name="KSO_WM_TEMPLATE_INDEX" val="20204026"/>
  <p:tag name="KSO_WM_UNIT_LAYERLEVEL" val="1"/>
  <p:tag name="KSO_WM_TAG_VERSION" val="1.0"/>
  <p:tag name="KSO_WM_BEAUTIFY_FLAG" val="#wm#"/>
  <p:tag name="KSO_WM_UNIT_FILL_FORE_SCHEMECOLOR_INDEX_BRIGHTNESS" val="0.6"/>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12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y"/>
  <p:tag name="KSO_WM_UNIT_INDEX" val="1"/>
  <p:tag name="KSO_WM_UNIT_ID" val="diagram20204026_1*y*1"/>
  <p:tag name="KSO_WM_TEMPLATE_CATEGORY" val="diagram"/>
  <p:tag name="KSO_WM_TEMPLATE_INDEX" val="20204026"/>
  <p:tag name="KSO_WM_UNIT_LAYERLEVEL" val="1"/>
  <p:tag name="KSO_WM_TAG_VERSION" val="1.0"/>
  <p:tag name="KSO_WM_BEAUTIFY_FLAG" val="#wm#"/>
  <p:tag name="KSO_WM_UNIT_FILL_FORE_SCHEMECOLOR_INDEX_BRIGHTNESS" val="0"/>
  <p:tag name="KSO_WM_UNIT_FILL_FORE_SCHEMECOLOR_INDEX" val="14"/>
  <p:tag name="KSO_WM_UNIT_FILL_TYPE" val="1"/>
  <p:tag name="KSO_WM_UNIT_LINE_FORE_SCHEMECOLOR_INDEX_BRIGHTNESS" val="0"/>
  <p:tag name="KSO_WM_UNIT_LINE_FORE_SCHEMECOLOR_INDEX" val="5"/>
  <p:tag name="KSO_WM_UNIT_LINE_FILL_TYPE" val="2"/>
  <p:tag name="KSO_WM_UNIT_TEXT_FILL_FORE_SCHEMECOLOR_INDEX_BRIGHTNESS" val="0"/>
  <p:tag name="KSO_WM_UNIT_TEXT_FILL_FORE_SCHEMECOLOR_INDEX" val="2"/>
  <p:tag name="KSO_WM_UNIT_TEXT_FILL_TYPE" val="1"/>
</p:tagLst>
</file>

<file path=ppt/tags/tag1251.xml><?xml version="1.0" encoding="utf-8"?>
<p:tagLst xmlns:p="http://schemas.openxmlformats.org/presentationml/2006/main">
  <p:tag name="KSO_WM_UNIT_ISCONTENTSTITLE" val="0"/>
  <p:tag name="KSO_WM_UNIT_NOCLEAR" val="0"/>
  <p:tag name="KSO_WM_UNIT_VALUE" val="19"/>
  <p:tag name="KSO_WM_UNIT_HIGHLIGHT" val="0"/>
  <p:tag name="KSO_WM_UNIT_COMPATIBLE" val="0"/>
  <p:tag name="KSO_WM_UNIT_DIAGRAM_ISNUMVISUAL" val="0"/>
  <p:tag name="KSO_WM_UNIT_DIAGRAM_ISREFERUNIT" val="0"/>
  <p:tag name="KSO_WM_UNIT_TYPE" val="a"/>
  <p:tag name="KSO_WM_UNIT_INDEX" val="1"/>
  <p:tag name="KSO_WM_UNIT_ID" val="diagram20204026_1*a*1"/>
  <p:tag name="KSO_WM_TEMPLATE_CATEGORY" val="diagram"/>
  <p:tag name="KSO_WM_TEMPLATE_INDEX" val="20204026"/>
  <p:tag name="KSO_WM_UNIT_LAYERLEVEL" val="1"/>
  <p:tag name="KSO_WM_TAG_VERSION" val="1.0"/>
  <p:tag name="KSO_WM_BEAUTIFY_FLAG" val="#wm#"/>
  <p:tag name="KSO_WM_UNIT_PRESET_TEXT" val="单击此处添加大标题"/>
  <p:tag name="KSO_WM_UNIT_TEXT_FILL_FORE_SCHEMECOLOR_INDEX_BRIGHTNESS" val="0.25"/>
  <p:tag name="KSO_WM_UNIT_TEXT_FILL_FORE_SCHEMECOLOR_INDEX" val="13"/>
  <p:tag name="KSO_WM_UNIT_TEXT_FILL_TYPE" val="1"/>
</p:tagLst>
</file>

<file path=ppt/tags/tag1252.xml><?xml version="1.0" encoding="utf-8"?>
<p:tagLst xmlns:p="http://schemas.openxmlformats.org/presentationml/2006/main">
  <p:tag name="KSO_WM_UNIT_NOCLEAR" val="0"/>
  <p:tag name="KSO_WM_UNIT_VALUE" val="304"/>
  <p:tag name="KSO_WM_UNIT_HIGHLIGHT" val="0"/>
  <p:tag name="KSO_WM_UNIT_COMPATIBLE" val="0"/>
  <p:tag name="KSO_WM_UNIT_DIAGRAM_ISNUMVISUAL" val="0"/>
  <p:tag name="KSO_WM_UNIT_DIAGRAM_ISREFERUNIT" val="0"/>
  <p:tag name="KSO_WM_UNIT_TYPE" val="f"/>
  <p:tag name="KSO_WM_UNIT_INDEX" val="1"/>
  <p:tag name="KSO_WM_UNIT_ID" val="diagram20204026_1*f*1"/>
  <p:tag name="KSO_WM_TEMPLATE_CATEGORY" val="diagram"/>
  <p:tag name="KSO_WM_TEMPLATE_INDEX" val="20204026"/>
  <p:tag name="KSO_WM_UNIT_LAYERLEVEL" val="1"/>
  <p:tag name="KSO_WM_TAG_VERSION" val="1.0"/>
  <p:tag name="KSO_WM_BEAUTIFY_FLAG" val="#wm#"/>
  <p:tag name="KSO_WM_UNIT_PRESET_TEXT" val="点击此处添加正文，文字是您思想的提炼，为了演示发布的良好效果，请言简意赅的阐述您的观点。&#10;您的正文已经经简明扼要，字字珠玑，但信息却千丝万缕、错综复杂，需要用更多的文字来表述；但请您尽可能提炼思想的精髓，否则容易造成观者的阅读压力，适得其反。&#10;恰如其分的表达观点，往往事半功倍。"/>
  <p:tag name="KSO_WM_UNIT_TEXT_FILL_FORE_SCHEMECOLOR_INDEX_BRIGHTNESS" val="0.25"/>
  <p:tag name="KSO_WM_UNIT_TEXT_FILL_FORE_SCHEMECOLOR_INDEX" val="13"/>
  <p:tag name="KSO_WM_UNIT_TEXT_FILL_TYPE" val="1"/>
</p:tagLst>
</file>

<file path=ppt/tags/tag1253.xml><?xml version="1.0" encoding="utf-8"?>
<p:tagLst xmlns:p="http://schemas.openxmlformats.org/presentationml/2006/main">
  <p:tag name="KSO_WM_BEAUTIFY_FLAG" val="#wm#"/>
  <p:tag name="KSO_WM_TEMPLATE_CATEGORY" val="diagram"/>
  <p:tag name="KSO_WM_TEMPLATE_INDEX" val="20204026"/>
  <p:tag name="KSO_WM_SLIDE_ID" val="diagram20204026_1"/>
  <p:tag name="KSO_WM_TEMPLATE_SUBCATEGORY" val="0"/>
  <p:tag name="KSO_WM_TEMPLATE_MASTER_TYPE" val="0"/>
  <p:tag name="KSO_WM_TEMPLATE_COLOR_TYPE" val="1"/>
  <p:tag name="KSO_WM_SLIDE_TYPE" val="text"/>
  <p:tag name="KSO_WM_SLIDE_SUBTYPE" val="pureTxt"/>
  <p:tag name="KSO_WM_SLIDE_ITEM_CNT" val="0"/>
  <p:tag name="KSO_WM_SLIDE_INDEX" val="1"/>
  <p:tag name="KSO_WM_SLIDE_SIZE" val="987*543"/>
  <p:tag name="KSO_WM_SLIDE_POSITION" val="-9*0"/>
  <p:tag name="KSO_WM_TAG_VERSION" val="1.0"/>
  <p:tag name="KSO_WM_SLIDE_LAYOUT" val="a_f_y"/>
  <p:tag name="KSO_WM_SLIDE_LAYOUT_CNT" val="1_1_1"/>
  <p:tag name="KSO_WM_SLIDE_BK_DARK_LIGHT" val="2"/>
  <p:tag name="KSO_WM_SLIDE_BACKGROUND_TYPE" val="general"/>
</p:tagLst>
</file>

<file path=ppt/tags/tag1254.xml><?xml version="1.0" encoding="utf-8"?>
<p:tagLst xmlns:p="http://schemas.openxmlformats.org/presentationml/2006/main">
  <p:tag name="KSO_WM_TEMPLATE_CATEGORY" val="diagram"/>
  <p:tag name="KSO_WM_TEMPLATE_INDEX" val="20187651"/>
  <p:tag name="KSO_WM_UNIT_TYPE" val="l_h_i"/>
  <p:tag name="KSO_WM_UNIT_INDEX" val="1_1_1"/>
  <p:tag name="KSO_WM_UNIT_ID" val="diagram20187651_2*l_h_i*1_1_1"/>
  <p:tag name="KSO_WM_UNIT_LAYERLEVEL" val="1_1_1"/>
  <p:tag name="KSO_WM_BEAUTIFY_FLAG" val="#wm#"/>
  <p:tag name="KSO_WM_TAG_VERSION" val="1.0"/>
  <p:tag name="KSO_WM_DIAGRAM_GROUP_CODE" val="l1-1"/>
  <p:tag name="KSO_WM_UNIT_HIGHLIGHT" val="0"/>
  <p:tag name="KSO_WM_UNIT_COMPATIBLE" val="0"/>
  <p:tag name="KSO_WM_UNIT_TEXT_FILL_FORE_SCHEMECOLOR_INDEX" val="13"/>
  <p:tag name="KSO_WM_UNIT_TEXT_FILL_TYPE" val="1"/>
  <p:tag name="KSO_WM_UNIT_USESOURCEFORMAT_APPLY" val="1"/>
  <p:tag name="KSO_WM_UNIT_DIAGRAM_SCHEMECOLOR_ID" val="0"/>
</p:tagLst>
</file>

<file path=ppt/tags/tag1255.xml><?xml version="1.0" encoding="utf-8"?>
<p:tagLst xmlns:p="http://schemas.openxmlformats.org/presentationml/2006/main">
  <p:tag name="KSO_WM_TEMPLATE_CATEGORY" val="diagram"/>
  <p:tag name="KSO_WM_TEMPLATE_INDEX" val="20187651"/>
  <p:tag name="KSO_WM_UNIT_TYPE" val="l_h_i"/>
  <p:tag name="KSO_WM_UNIT_INDEX" val="1_1_2"/>
  <p:tag name="KSO_WM_UNIT_ID" val="diagram20187651_2*l_h_i*1_1_2"/>
  <p:tag name="KSO_WM_UNIT_LAYERLEVEL" val="1_1_1"/>
  <p:tag name="KSO_WM_BEAUTIFY_FLAG" val="#wm#"/>
  <p:tag name="KSO_WM_TAG_VERSION" val="1.0"/>
  <p:tag name="KSO_WM_DIAGRAM_GROUP_CODE" val="l1-1"/>
  <p:tag name="KSO_WM_UNIT_HIGHLIGHT" val="0"/>
  <p:tag name="KSO_WM_UNIT_COMPATIBLE" val="0"/>
  <p:tag name="KSO_WM_UNIT_TEXT_FILL_FORE_SCHEMECOLOR_INDEX" val="13"/>
  <p:tag name="KSO_WM_UNIT_TEXT_FILL_TYPE" val="1"/>
  <p:tag name="KSO_WM_UNIT_USESOURCEFORMAT_APPLY" val="1"/>
  <p:tag name="KSO_WM_UNIT_DIAGRAM_SCHEMECOLOR_ID" val="0"/>
</p:tagLst>
</file>

<file path=ppt/tags/tag1256.xml><?xml version="1.0" encoding="utf-8"?>
<p:tagLst xmlns:p="http://schemas.openxmlformats.org/presentationml/2006/main">
  <p:tag name="KSO_WM_TEMPLATE_CATEGORY" val="diagram"/>
  <p:tag name="KSO_WM_TEMPLATE_INDEX" val="20187651"/>
  <p:tag name="KSO_WM_UNIT_TYPE" val="l_h_i"/>
  <p:tag name="KSO_WM_UNIT_INDEX" val="1_1_3"/>
  <p:tag name="KSO_WM_UNIT_ID" val="diagram20187651_2*l_h_i*1_1_3"/>
  <p:tag name="KSO_WM_UNIT_LAYERLEVEL" val="1_1_1"/>
  <p:tag name="KSO_WM_BEAUTIFY_FLAG" val="#wm#"/>
  <p:tag name="KSO_WM_TAG_VERSION" val="1.0"/>
  <p:tag name="KSO_WM_DIAGRAM_GROUP_CODE" val="l1-1"/>
  <p:tag name="KSO_WM_UNIT_HIGHLIGHT" val="0"/>
  <p:tag name="KSO_WM_UNIT_COMPATIBLE" val="0"/>
  <p:tag name="KSO_WM_UNIT_TEXT_FILL_FORE_SCHEMECOLOR_INDEX" val="13"/>
  <p:tag name="KSO_WM_UNIT_TEXT_FILL_TYPE" val="1"/>
  <p:tag name="KSO_WM_UNIT_USESOURCEFORMAT_APPLY" val="1"/>
  <p:tag name="KSO_WM_UNIT_DIAGRAM_SCHEMECOLOR_ID" val="0"/>
</p:tagLst>
</file>

<file path=ppt/tags/tag1257.xml><?xml version="1.0" encoding="utf-8"?>
<p:tagLst xmlns:p="http://schemas.openxmlformats.org/presentationml/2006/main">
  <p:tag name="KSO_WM_TEMPLATE_CATEGORY" val="diagram"/>
  <p:tag name="KSO_WM_TEMPLATE_INDEX" val="20187651"/>
  <p:tag name="KSO_WM_UNIT_TYPE" val="l_h_i"/>
  <p:tag name="KSO_WM_UNIT_INDEX" val="1_1_4"/>
  <p:tag name="KSO_WM_UNIT_ID" val="diagram20187651_2*l_h_i*1_1_4"/>
  <p:tag name="KSO_WM_UNIT_LAYERLEVEL" val="1_1_1"/>
  <p:tag name="KSO_WM_BEAUTIFY_FLAG" val="#wm#"/>
  <p:tag name="KSO_WM_TAG_VERSION" val="1.0"/>
  <p:tag name="KSO_WM_DIAGRAM_GROUP_CODE" val="l1-1"/>
  <p:tag name="KSO_WM_UNIT_HIGHLIGHT" val="0"/>
  <p:tag name="KSO_WM_UNIT_COMPATIBLE" val="0"/>
  <p:tag name="KSO_WM_UNIT_TEXT_FILL_FORE_SCHEMECOLOR_INDEX" val="13"/>
  <p:tag name="KSO_WM_UNIT_TEXT_FILL_TYPE" val="1"/>
  <p:tag name="KSO_WM_UNIT_USESOURCEFORMAT_APPLY" val="1"/>
  <p:tag name="KSO_WM_UNIT_DIAGRAM_SCHEMECOLOR_ID" val="0"/>
</p:tagLst>
</file>

<file path=ppt/tags/tag1258.xml><?xml version="1.0" encoding="utf-8"?>
<p:tagLst xmlns:p="http://schemas.openxmlformats.org/presentationml/2006/main">
  <p:tag name="KSO_WM_TEMPLATE_CATEGORY" val="diagram"/>
  <p:tag name="KSO_WM_TEMPLATE_INDEX" val="20187651"/>
  <p:tag name="KSO_WM_UNIT_TYPE" val="l_h_i"/>
  <p:tag name="KSO_WM_UNIT_INDEX" val="1_1_5"/>
  <p:tag name="KSO_WM_UNIT_ID" val="diagram20187651_2*l_h_i*1_1_5"/>
  <p:tag name="KSO_WM_UNIT_LAYERLEVEL" val="1_1_1"/>
  <p:tag name="KSO_WM_BEAUTIFY_FLAG" val="#wm#"/>
  <p:tag name="KSO_WM_TAG_VERSION" val="1.0"/>
  <p:tag name="KSO_WM_DIAGRAM_GROUP_CODE" val="l1-1"/>
  <p:tag name="KSO_WM_UNIT_HIGHLIGHT" val="0"/>
  <p:tag name="KSO_WM_UNIT_COMPATIBLE" val="0"/>
  <p:tag name="KSO_WM_UNIT_TEXT_FILL_FORE_SCHEMECOLOR_INDEX" val="13"/>
  <p:tag name="KSO_WM_UNIT_TEXT_FILL_TYPE" val="1"/>
  <p:tag name="KSO_WM_UNIT_USESOURCEFORMAT_APPLY" val="1"/>
  <p:tag name="KSO_WM_UNIT_DIAGRAM_SCHEMECOLOR_ID" val="0"/>
</p:tagLst>
</file>

<file path=ppt/tags/tag1259.xml><?xml version="1.0" encoding="utf-8"?>
<p:tagLst xmlns:p="http://schemas.openxmlformats.org/presentationml/2006/main">
  <p:tag name="KSO_WM_TEMPLATE_CATEGORY" val="diagram"/>
  <p:tag name="KSO_WM_TEMPLATE_INDEX" val="20187651"/>
  <p:tag name="KSO_WM_UNIT_TYPE" val="l_h_i"/>
  <p:tag name="KSO_WM_UNIT_INDEX" val="1_1_6"/>
  <p:tag name="KSO_WM_UNIT_ID" val="diagram20187651_2*l_h_i*1_1_6"/>
  <p:tag name="KSO_WM_UNIT_LAYERLEVEL" val="1_1_1"/>
  <p:tag name="KSO_WM_BEAUTIFY_FLAG" val="#wm#"/>
  <p:tag name="KSO_WM_TAG_VERSION" val="1.0"/>
  <p:tag name="KSO_WM_DIAGRAM_GROUP_CODE" val="l1-1"/>
  <p:tag name="KSO_WM_UNIT_HIGHLIGHT" val="0"/>
  <p:tag name="KSO_WM_UNIT_COMPATIBLE" val="0"/>
  <p:tag name="KSO_WM_UNIT_TEXT_FILL_FORE_SCHEMECOLOR_INDEX" val="13"/>
  <p:tag name="KSO_WM_UNIT_TEXT_FILL_TYPE" val="1"/>
  <p:tag name="KSO_WM_UNIT_USESOURCEFORMAT_APPLY" val="1"/>
  <p:tag name="KSO_WM_UNIT_DIAGRAM_SCHEMECOLOR_ID" val="0"/>
</p:tagLst>
</file>

<file path=ppt/tags/tag1260.xml><?xml version="1.0" encoding="utf-8"?>
<p:tagLst xmlns:p="http://schemas.openxmlformats.org/presentationml/2006/main">
  <p:tag name="KSO_WM_TEMPLATE_CATEGORY" val="diagram"/>
  <p:tag name="KSO_WM_TEMPLATE_INDEX" val="20187651"/>
  <p:tag name="KSO_WM_UNIT_TYPE" val="l_h_i"/>
  <p:tag name="KSO_WM_UNIT_INDEX" val="1_1_7"/>
  <p:tag name="KSO_WM_UNIT_ID" val="diagram20187651_2*l_h_i*1_1_7"/>
  <p:tag name="KSO_WM_UNIT_LAYERLEVEL" val="1_1_1"/>
  <p:tag name="KSO_WM_BEAUTIFY_FLAG" val="#wm#"/>
  <p:tag name="KSO_WM_TAG_VERSION" val="1.0"/>
  <p:tag name="KSO_WM_DIAGRAM_GROUP_CODE" val="l1-1"/>
  <p:tag name="KSO_WM_UNIT_HIGHLIGHT" val="0"/>
  <p:tag name="KSO_WM_UNIT_COMPATIBLE" val="0"/>
  <p:tag name="KSO_WM_UNIT_TEXT_FILL_FORE_SCHEMECOLOR_INDEX" val="13"/>
  <p:tag name="KSO_WM_UNIT_TEXT_FILL_TYPE" val="1"/>
  <p:tag name="KSO_WM_UNIT_USESOURCEFORMAT_APPLY" val="1"/>
  <p:tag name="KSO_WM_UNIT_DIAGRAM_SCHEMECOLOR_ID" val="0"/>
</p:tagLst>
</file>

<file path=ppt/tags/tag1261.xml><?xml version="1.0" encoding="utf-8"?>
<p:tagLst xmlns:p="http://schemas.openxmlformats.org/presentationml/2006/main">
  <p:tag name="KSO_WM_TEMPLATE_CATEGORY" val="diagram"/>
  <p:tag name="KSO_WM_TEMPLATE_INDEX" val="20187651"/>
  <p:tag name="KSO_WM_UNIT_TYPE" val="l_h_i"/>
  <p:tag name="KSO_WM_UNIT_INDEX" val="1_1_8"/>
  <p:tag name="KSO_WM_UNIT_ID" val="diagram20187651_2*l_h_i*1_1_8"/>
  <p:tag name="KSO_WM_UNIT_LAYERLEVEL" val="1_1_1"/>
  <p:tag name="KSO_WM_BEAUTIFY_FLAG" val="#wm#"/>
  <p:tag name="KSO_WM_TAG_VERSION" val="1.0"/>
  <p:tag name="KSO_WM_DIAGRAM_GROUP_CODE" val="l1-1"/>
  <p:tag name="KSO_WM_UNIT_HIGHLIGHT" val="0"/>
  <p:tag name="KSO_WM_UNIT_COMPATIBLE" val="0"/>
  <p:tag name="KSO_WM_UNIT_TEXT_FILL_FORE_SCHEMECOLOR_INDEX" val="13"/>
  <p:tag name="KSO_WM_UNIT_TEXT_FILL_TYPE" val="1"/>
  <p:tag name="KSO_WM_UNIT_USESOURCEFORMAT_APPLY" val="1"/>
  <p:tag name="KSO_WM_UNIT_DIAGRAM_SCHEMECOLOR_ID" val="0"/>
</p:tagLst>
</file>

<file path=ppt/tags/tag1262.xml><?xml version="1.0" encoding="utf-8"?>
<p:tagLst xmlns:p="http://schemas.openxmlformats.org/presentationml/2006/main">
  <p:tag name="KSO_WM_TEMPLATE_CATEGORY" val="diagram"/>
  <p:tag name="KSO_WM_TEMPLATE_INDEX" val="20187651"/>
  <p:tag name="KSO_WM_UNIT_TYPE" val="l_h_i"/>
  <p:tag name="KSO_WM_UNIT_INDEX" val="1_2_1"/>
  <p:tag name="KSO_WM_UNIT_ID" val="diagram20187651_2*l_h_i*1_2_1"/>
  <p:tag name="KSO_WM_UNIT_LAYERLEVEL" val="1_1_1"/>
  <p:tag name="KSO_WM_BEAUTIFY_FLAG" val="#wm#"/>
  <p:tag name="KSO_WM_TAG_VERSION" val="1.0"/>
  <p:tag name="KSO_WM_DIAGRAM_GROUP_CODE" val="l1-1"/>
  <p:tag name="KSO_WM_UNIT_HIGHLIGHT" val="0"/>
  <p:tag name="KSO_WM_UNIT_COMPATIBLE" val="0"/>
  <p:tag name="KSO_WM_UNIT_TEXT_FILL_FORE_SCHEMECOLOR_INDEX" val="13"/>
  <p:tag name="KSO_WM_UNIT_TEXT_FILL_TYPE" val="1"/>
  <p:tag name="KSO_WM_UNIT_USESOURCEFORMAT_APPLY" val="1"/>
  <p:tag name="KSO_WM_UNIT_DIAGRAM_SCHEMECOLOR_ID" val="0"/>
</p:tagLst>
</file>

<file path=ppt/tags/tag1263.xml><?xml version="1.0" encoding="utf-8"?>
<p:tagLst xmlns:p="http://schemas.openxmlformats.org/presentationml/2006/main">
  <p:tag name="KSO_WM_TEMPLATE_CATEGORY" val="diagram"/>
  <p:tag name="KSO_WM_TEMPLATE_INDEX" val="20187651"/>
  <p:tag name="KSO_WM_UNIT_TYPE" val="l_h_i"/>
  <p:tag name="KSO_WM_UNIT_INDEX" val="1_2_8"/>
  <p:tag name="KSO_WM_UNIT_ID" val="diagram20187651_2*l_h_i*1_2_8"/>
  <p:tag name="KSO_WM_UNIT_LAYERLEVEL" val="1_1_1"/>
  <p:tag name="KSO_WM_BEAUTIFY_FLAG" val="#wm#"/>
  <p:tag name="KSO_WM_TAG_VERSION" val="1.0"/>
  <p:tag name="KSO_WM_DIAGRAM_GROUP_CODE" val="l1-1"/>
  <p:tag name="KSO_WM_UNIT_HIGHLIGHT" val="0"/>
  <p:tag name="KSO_WM_UNIT_COMPATIBLE" val="0"/>
  <p:tag name="KSO_WM_UNIT_TEXT_FILL_FORE_SCHEMECOLOR_INDEX" val="13"/>
  <p:tag name="KSO_WM_UNIT_TEXT_FILL_TYPE" val="1"/>
  <p:tag name="KSO_WM_UNIT_USESOURCEFORMAT_APPLY" val="1"/>
  <p:tag name="KSO_WM_UNIT_DIAGRAM_SCHEMECOLOR_ID" val="0"/>
</p:tagLst>
</file>

<file path=ppt/tags/tag1264.xml><?xml version="1.0" encoding="utf-8"?>
<p:tagLst xmlns:p="http://schemas.openxmlformats.org/presentationml/2006/main">
  <p:tag name="KSO_WM_TEMPLATE_CATEGORY" val="diagram"/>
  <p:tag name="KSO_WM_TEMPLATE_INDEX" val="20187651"/>
  <p:tag name="KSO_WM_UNIT_TYPE" val="l_h_i"/>
  <p:tag name="KSO_WM_UNIT_INDEX" val="1_2_9"/>
  <p:tag name="KSO_WM_UNIT_ID" val="diagram20187651_2*l_h_i*1_2_9"/>
  <p:tag name="KSO_WM_UNIT_LAYERLEVEL" val="1_1_1"/>
  <p:tag name="KSO_WM_BEAUTIFY_FLAG" val="#wm#"/>
  <p:tag name="KSO_WM_TAG_VERSION" val="1.0"/>
  <p:tag name="KSO_WM_DIAGRAM_GROUP_CODE" val="l1-1"/>
  <p:tag name="KSO_WM_UNIT_HIGHLIGHT" val="0"/>
  <p:tag name="KSO_WM_UNIT_COMPATIBLE" val="0"/>
  <p:tag name="KSO_WM_UNIT_TEXT_FILL_FORE_SCHEMECOLOR_INDEX" val="13"/>
  <p:tag name="KSO_WM_UNIT_TEXT_FILL_TYPE" val="1"/>
  <p:tag name="KSO_WM_UNIT_USESOURCEFORMAT_APPLY" val="1"/>
  <p:tag name="KSO_WM_UNIT_DIAGRAM_SCHEMECOLOR_ID" val="0"/>
</p:tagLst>
</file>

<file path=ppt/tags/tag1265.xml><?xml version="1.0" encoding="utf-8"?>
<p:tagLst xmlns:p="http://schemas.openxmlformats.org/presentationml/2006/main">
  <p:tag name="KSO_WM_TEMPLATE_CATEGORY" val="diagram"/>
  <p:tag name="KSO_WM_TEMPLATE_INDEX" val="20187651"/>
  <p:tag name="KSO_WM_UNIT_TYPE" val="l_h_i"/>
  <p:tag name="KSO_WM_UNIT_INDEX" val="1_2_10"/>
  <p:tag name="KSO_WM_UNIT_ID" val="diagram20187651_2*l_h_i*1_2_10"/>
  <p:tag name="KSO_WM_UNIT_LAYERLEVEL" val="1_1_1"/>
  <p:tag name="KSO_WM_BEAUTIFY_FLAG" val="#wm#"/>
  <p:tag name="KSO_WM_TAG_VERSION" val="1.0"/>
  <p:tag name="KSO_WM_DIAGRAM_GROUP_CODE" val="l1-1"/>
  <p:tag name="KSO_WM_UNIT_HIGHLIGHT" val="0"/>
  <p:tag name="KSO_WM_UNIT_COMPATIBLE" val="0"/>
  <p:tag name="KSO_WM_UNIT_TEXT_FILL_FORE_SCHEMECOLOR_INDEX" val="13"/>
  <p:tag name="KSO_WM_UNIT_TEXT_FILL_TYPE" val="1"/>
  <p:tag name="KSO_WM_UNIT_USESOURCEFORMAT_APPLY" val="1"/>
  <p:tag name="KSO_WM_UNIT_DIAGRAM_SCHEMECOLOR_ID" val="0"/>
</p:tagLst>
</file>

<file path=ppt/tags/tag1266.xml><?xml version="1.0" encoding="utf-8"?>
<p:tagLst xmlns:p="http://schemas.openxmlformats.org/presentationml/2006/main">
  <p:tag name="KSO_WM_TEMPLATE_CATEGORY" val="diagram"/>
  <p:tag name="KSO_WM_TEMPLATE_INDEX" val="20187651"/>
  <p:tag name="KSO_WM_UNIT_TYPE" val="l_h_i"/>
  <p:tag name="KSO_WM_UNIT_INDEX" val="1_2_11"/>
  <p:tag name="KSO_WM_UNIT_ID" val="diagram20187651_2*l_h_i*1_2_11"/>
  <p:tag name="KSO_WM_UNIT_LAYERLEVEL" val="1_1_1"/>
  <p:tag name="KSO_WM_BEAUTIFY_FLAG" val="#wm#"/>
  <p:tag name="KSO_WM_TAG_VERSION" val="1.0"/>
  <p:tag name="KSO_WM_DIAGRAM_GROUP_CODE" val="l1-1"/>
  <p:tag name="KSO_WM_UNIT_HIGHLIGHT" val="0"/>
  <p:tag name="KSO_WM_UNIT_COMPATIBLE" val="0"/>
  <p:tag name="KSO_WM_UNIT_TEXT_FILL_FORE_SCHEMECOLOR_INDEX" val="13"/>
  <p:tag name="KSO_WM_UNIT_TEXT_FILL_TYPE" val="1"/>
  <p:tag name="KSO_WM_UNIT_USESOURCEFORMAT_APPLY" val="1"/>
  <p:tag name="KSO_WM_UNIT_DIAGRAM_SCHEMECOLOR_ID" val="0"/>
</p:tagLst>
</file>

<file path=ppt/tags/tag1267.xml><?xml version="1.0" encoding="utf-8"?>
<p:tagLst xmlns:p="http://schemas.openxmlformats.org/presentationml/2006/main">
  <p:tag name="KSO_WM_TEMPLATE_CATEGORY" val="diagram"/>
  <p:tag name="KSO_WM_TEMPLATE_INDEX" val="20187651"/>
  <p:tag name="KSO_WM_UNIT_TYPE" val="l_h_i"/>
  <p:tag name="KSO_WM_UNIT_INDEX" val="1_2_12"/>
  <p:tag name="KSO_WM_UNIT_ID" val="diagram20187651_2*l_h_i*1_2_12"/>
  <p:tag name="KSO_WM_UNIT_LAYERLEVEL" val="1_1_1"/>
  <p:tag name="KSO_WM_BEAUTIFY_FLAG" val="#wm#"/>
  <p:tag name="KSO_WM_TAG_VERSION" val="1.0"/>
  <p:tag name="KSO_WM_DIAGRAM_GROUP_CODE" val="l1-1"/>
  <p:tag name="KSO_WM_UNIT_HIGHLIGHT" val="0"/>
  <p:tag name="KSO_WM_UNIT_COMPATIBLE" val="0"/>
  <p:tag name="KSO_WM_UNIT_TEXT_FILL_FORE_SCHEMECOLOR_INDEX" val="13"/>
  <p:tag name="KSO_WM_UNIT_TEXT_FILL_TYPE" val="1"/>
  <p:tag name="KSO_WM_UNIT_USESOURCEFORMAT_APPLY" val="1"/>
  <p:tag name="KSO_WM_UNIT_DIAGRAM_SCHEMECOLOR_ID" val="0"/>
</p:tagLst>
</file>

<file path=ppt/tags/tag1268.xml><?xml version="1.0" encoding="utf-8"?>
<p:tagLst xmlns:p="http://schemas.openxmlformats.org/presentationml/2006/main">
  <p:tag name="KSO_WM_TEMPLATE_CATEGORY" val="diagram"/>
  <p:tag name="KSO_WM_TEMPLATE_INDEX" val="20187651"/>
  <p:tag name="KSO_WM_UNIT_TYPE" val="l_h_i"/>
  <p:tag name="KSO_WM_UNIT_INDEX" val="1_2_13"/>
  <p:tag name="KSO_WM_UNIT_ID" val="diagram20187651_2*l_h_i*1_2_13"/>
  <p:tag name="KSO_WM_UNIT_LAYERLEVEL" val="1_1_1"/>
  <p:tag name="KSO_WM_BEAUTIFY_FLAG" val="#wm#"/>
  <p:tag name="KSO_WM_TAG_VERSION" val="1.0"/>
  <p:tag name="KSO_WM_DIAGRAM_GROUP_CODE" val="l1-1"/>
  <p:tag name="KSO_WM_UNIT_HIGHLIGHT" val="0"/>
  <p:tag name="KSO_WM_UNIT_COMPATIBLE" val="0"/>
  <p:tag name="KSO_WM_UNIT_TEXT_FILL_FORE_SCHEMECOLOR_INDEX" val="13"/>
  <p:tag name="KSO_WM_UNIT_TEXT_FILL_TYPE" val="1"/>
  <p:tag name="KSO_WM_UNIT_USESOURCEFORMAT_APPLY" val="1"/>
  <p:tag name="KSO_WM_UNIT_DIAGRAM_SCHEMECOLOR_ID" val="0"/>
</p:tagLst>
</file>

<file path=ppt/tags/tag1269.xml><?xml version="1.0" encoding="utf-8"?>
<p:tagLst xmlns:p="http://schemas.openxmlformats.org/presentationml/2006/main">
  <p:tag name="KSO_WM_TEMPLATE_CATEGORY" val="diagram"/>
  <p:tag name="KSO_WM_TEMPLATE_INDEX" val="20187651"/>
  <p:tag name="KSO_WM_UNIT_TYPE" val="l_h_i"/>
  <p:tag name="KSO_WM_UNIT_INDEX" val="1_2_14"/>
  <p:tag name="KSO_WM_UNIT_ID" val="diagram20187651_2*l_h_i*1_2_14"/>
  <p:tag name="KSO_WM_UNIT_LAYERLEVEL" val="1_1_1"/>
  <p:tag name="KSO_WM_BEAUTIFY_FLAG" val="#wm#"/>
  <p:tag name="KSO_WM_TAG_VERSION" val="1.0"/>
  <p:tag name="KSO_WM_DIAGRAM_GROUP_CODE" val="l1-1"/>
  <p:tag name="KSO_WM_UNIT_HIGHLIGHT" val="0"/>
  <p:tag name="KSO_WM_UNIT_COMPATIBLE" val="0"/>
  <p:tag name="KSO_WM_UNIT_TEXT_FILL_FORE_SCHEMECOLOR_INDEX" val="13"/>
  <p:tag name="KSO_WM_UNIT_TEXT_FILL_TYPE" val="1"/>
  <p:tag name="KSO_WM_UNIT_USESOURCEFORMAT_APPLY" val="1"/>
  <p:tag name="KSO_WM_UNIT_DIAGRAM_SCHEMECOLOR_ID" val="0"/>
</p:tagLst>
</file>

<file path=ppt/tags/tag1270.xml><?xml version="1.0" encoding="utf-8"?>
<p:tagLst xmlns:p="http://schemas.openxmlformats.org/presentationml/2006/main">
  <p:tag name="KSO_WM_TEMPLATE_CATEGORY" val="diagram"/>
  <p:tag name="KSO_WM_TEMPLATE_INDEX" val="20187651"/>
  <p:tag name="KSO_WM_UNIT_TYPE" val="l_h_i"/>
  <p:tag name="KSO_WM_UNIT_INDEX" val="1_2_15"/>
  <p:tag name="KSO_WM_UNIT_ID" val="diagram20187651_2*l_h_i*1_2_15"/>
  <p:tag name="KSO_WM_UNIT_LAYERLEVEL" val="1_1_1"/>
  <p:tag name="KSO_WM_BEAUTIFY_FLAG" val="#wm#"/>
  <p:tag name="KSO_WM_TAG_VERSION" val="1.0"/>
  <p:tag name="KSO_WM_DIAGRAM_GROUP_CODE" val="l1-1"/>
  <p:tag name="KSO_WM_UNIT_HIGHLIGHT" val="0"/>
  <p:tag name="KSO_WM_UNIT_COMPATIBLE" val="0"/>
  <p:tag name="KSO_WM_UNIT_TEXT_FILL_FORE_SCHEMECOLOR_INDEX" val="13"/>
  <p:tag name="KSO_WM_UNIT_TEXT_FILL_TYPE" val="1"/>
  <p:tag name="KSO_WM_UNIT_USESOURCEFORMAT_APPLY" val="1"/>
  <p:tag name="KSO_WM_UNIT_DIAGRAM_SCHEMECOLOR_ID" val="0"/>
</p:tagLst>
</file>

<file path=ppt/tags/tag1271.xml><?xml version="1.0" encoding="utf-8"?>
<p:tagLst xmlns:p="http://schemas.openxmlformats.org/presentationml/2006/main">
  <p:tag name="KSO_WM_TEMPLATE_CATEGORY" val="diagram"/>
  <p:tag name="KSO_WM_TEMPLATE_INDEX" val="20187651"/>
  <p:tag name="KSO_WM_UNIT_TYPE" val="l_h_i"/>
  <p:tag name="KSO_WM_UNIT_INDEX" val="1_2_2"/>
  <p:tag name="KSO_WM_UNIT_ID" val="diagram20187651_2*l_h_i*1_2_2"/>
  <p:tag name="KSO_WM_UNIT_LAYERLEVEL" val="1_1_1"/>
  <p:tag name="KSO_WM_BEAUTIFY_FLAG" val="#wm#"/>
  <p:tag name="KSO_WM_TAG_VERSION" val="1.0"/>
  <p:tag name="KSO_WM_DIAGRAM_GROUP_CODE" val="l1-1"/>
  <p:tag name="KSO_WM_UNIT_HIGHLIGHT" val="0"/>
  <p:tag name="KSO_WM_UNIT_COMPATIBLE" val="0"/>
  <p:tag name="KSO_WM_UNIT_TEXT_FILL_FORE_SCHEMECOLOR_INDEX" val="13"/>
  <p:tag name="KSO_WM_UNIT_TEXT_FILL_TYPE" val="1"/>
  <p:tag name="KSO_WM_UNIT_USESOURCEFORMAT_APPLY" val="1"/>
  <p:tag name="KSO_WM_UNIT_DIAGRAM_SCHEMECOLOR_ID" val="0"/>
</p:tagLst>
</file>

<file path=ppt/tags/tag1272.xml><?xml version="1.0" encoding="utf-8"?>
<p:tagLst xmlns:p="http://schemas.openxmlformats.org/presentationml/2006/main">
  <p:tag name="KSO_WM_TEMPLATE_CATEGORY" val="diagram"/>
  <p:tag name="KSO_WM_TEMPLATE_INDEX" val="20187651"/>
  <p:tag name="KSO_WM_UNIT_TYPE" val="l_h_i"/>
  <p:tag name="KSO_WM_UNIT_INDEX" val="1_2_3"/>
  <p:tag name="KSO_WM_UNIT_ID" val="diagram20187651_2*l_h_i*1_2_3"/>
  <p:tag name="KSO_WM_UNIT_LAYERLEVEL" val="1_1_1"/>
  <p:tag name="KSO_WM_BEAUTIFY_FLAG" val="#wm#"/>
  <p:tag name="KSO_WM_TAG_VERSION" val="1.0"/>
  <p:tag name="KSO_WM_DIAGRAM_GROUP_CODE" val="l1-1"/>
  <p:tag name="KSO_WM_UNIT_HIGHLIGHT" val="0"/>
  <p:tag name="KSO_WM_UNIT_COMPATIBLE" val="0"/>
  <p:tag name="KSO_WM_UNIT_FILL_FORE_SCHEMECOLOR_INDEX" val="6"/>
  <p:tag name="KSO_WM_UNIT_FILL_TYPE" val="1"/>
  <p:tag name="KSO_WM_UNIT_TEXT_FILL_FORE_SCHEMECOLOR_INDEX" val="13"/>
  <p:tag name="KSO_WM_UNIT_TEXT_FILL_TYPE" val="1"/>
  <p:tag name="KSO_WM_UNIT_USESOURCEFORMAT_APPLY" val="1"/>
  <p:tag name="KSO_WM_UNIT_DIAGRAM_SCHEMECOLOR_ID" val="0"/>
</p:tagLst>
</file>

<file path=ppt/tags/tag1273.xml><?xml version="1.0" encoding="utf-8"?>
<p:tagLst xmlns:p="http://schemas.openxmlformats.org/presentationml/2006/main">
  <p:tag name="KSO_WM_TEMPLATE_CATEGORY" val="diagram"/>
  <p:tag name="KSO_WM_TEMPLATE_INDEX" val="20187651"/>
  <p:tag name="KSO_WM_UNIT_TYPE" val="l_h_i"/>
  <p:tag name="KSO_WM_UNIT_INDEX" val="1_2_16"/>
  <p:tag name="KSO_WM_UNIT_ID" val="diagram20187651_2*l_h_i*1_2_16"/>
  <p:tag name="KSO_WM_UNIT_LAYERLEVEL" val="1_1_1"/>
  <p:tag name="KSO_WM_BEAUTIFY_FLAG" val="#wm#"/>
  <p:tag name="KSO_WM_TAG_VERSION" val="1.0"/>
  <p:tag name="KSO_WM_DIAGRAM_GROUP_CODE" val="l1-1"/>
  <p:tag name="KSO_WM_UNIT_HIGHLIGHT" val="0"/>
  <p:tag name="KSO_WM_UNIT_COMPATIBLE" val="0"/>
  <p:tag name="KSO_WM_UNIT_FILL_FORE_SCHEMECOLOR_INDEX" val="6"/>
  <p:tag name="KSO_WM_UNIT_FILL_TYPE" val="1"/>
  <p:tag name="KSO_WM_UNIT_TEXT_FILL_FORE_SCHEMECOLOR_INDEX" val="13"/>
  <p:tag name="KSO_WM_UNIT_TEXT_FILL_TYPE" val="1"/>
  <p:tag name="KSO_WM_UNIT_USESOURCEFORMAT_APPLY" val="1"/>
  <p:tag name="KSO_WM_UNIT_DIAGRAM_SCHEMECOLOR_ID" val="0"/>
</p:tagLst>
</file>

<file path=ppt/tags/tag1274.xml><?xml version="1.0" encoding="utf-8"?>
<p:tagLst xmlns:p="http://schemas.openxmlformats.org/presentationml/2006/main">
  <p:tag name="KSO_WM_TEMPLATE_CATEGORY" val="diagram"/>
  <p:tag name="KSO_WM_TEMPLATE_INDEX" val="20187651"/>
  <p:tag name="KSO_WM_UNIT_TYPE" val="l_h_i"/>
  <p:tag name="KSO_WM_UNIT_INDEX" val="1_2_4"/>
  <p:tag name="KSO_WM_UNIT_ID" val="diagram20187651_2*l_h_i*1_2_4"/>
  <p:tag name="KSO_WM_UNIT_LAYERLEVEL" val="1_1_1"/>
  <p:tag name="KSO_WM_BEAUTIFY_FLAG" val="#wm#"/>
  <p:tag name="KSO_WM_TAG_VERSION" val="1.0"/>
  <p:tag name="KSO_WM_DIAGRAM_GROUP_CODE" val="l1-1"/>
  <p:tag name="KSO_WM_UNIT_HIGHLIGHT" val="0"/>
  <p:tag name="KSO_WM_UNIT_COMPATIBLE" val="0"/>
  <p:tag name="KSO_WM_UNIT_FILL_FORE_SCHEMECOLOR_INDEX" val="6"/>
  <p:tag name="KSO_WM_UNIT_FILL_TYPE" val="1"/>
  <p:tag name="KSO_WM_UNIT_TEXT_FILL_FORE_SCHEMECOLOR_INDEX" val="13"/>
  <p:tag name="KSO_WM_UNIT_TEXT_FILL_TYPE" val="1"/>
  <p:tag name="KSO_WM_UNIT_USESOURCEFORMAT_APPLY" val="1"/>
  <p:tag name="KSO_WM_UNIT_DIAGRAM_SCHEMECOLOR_ID" val="0"/>
</p:tagLst>
</file>

<file path=ppt/tags/tag1275.xml><?xml version="1.0" encoding="utf-8"?>
<p:tagLst xmlns:p="http://schemas.openxmlformats.org/presentationml/2006/main">
  <p:tag name="KSO_WM_TEMPLATE_CATEGORY" val="diagram"/>
  <p:tag name="KSO_WM_TEMPLATE_INDEX" val="20187651"/>
  <p:tag name="KSO_WM_UNIT_TYPE" val="l_h_i"/>
  <p:tag name="KSO_WM_UNIT_INDEX" val="1_2_5"/>
  <p:tag name="KSO_WM_UNIT_ID" val="diagram20187651_2*l_h_i*1_2_5"/>
  <p:tag name="KSO_WM_UNIT_LAYERLEVEL" val="1_1_1"/>
  <p:tag name="KSO_WM_BEAUTIFY_FLAG" val="#wm#"/>
  <p:tag name="KSO_WM_TAG_VERSION" val="1.0"/>
  <p:tag name="KSO_WM_DIAGRAM_GROUP_CODE" val="l1-1"/>
  <p:tag name="KSO_WM_UNIT_HIGHLIGHT" val="0"/>
  <p:tag name="KSO_WM_UNIT_COMPATIBLE" val="0"/>
  <p:tag name="KSO_WM_UNIT_FILL_FORE_SCHEMECOLOR_INDEX" val="6"/>
  <p:tag name="KSO_WM_UNIT_FILL_TYPE" val="1"/>
  <p:tag name="KSO_WM_UNIT_TEXT_FILL_FORE_SCHEMECOLOR_INDEX" val="13"/>
  <p:tag name="KSO_WM_UNIT_TEXT_FILL_TYPE" val="1"/>
  <p:tag name="KSO_WM_UNIT_USESOURCEFORMAT_APPLY" val="1"/>
  <p:tag name="KSO_WM_UNIT_DIAGRAM_SCHEMECOLOR_ID" val="0"/>
</p:tagLst>
</file>

<file path=ppt/tags/tag1276.xml><?xml version="1.0" encoding="utf-8"?>
<p:tagLst xmlns:p="http://schemas.openxmlformats.org/presentationml/2006/main">
  <p:tag name="KSO_WM_TEMPLATE_CATEGORY" val="diagram"/>
  <p:tag name="KSO_WM_TEMPLATE_INDEX" val="20187651"/>
  <p:tag name="KSO_WM_UNIT_TYPE" val="l_h_i"/>
  <p:tag name="KSO_WM_UNIT_INDEX" val="1_2_6"/>
  <p:tag name="KSO_WM_UNIT_ID" val="diagram20187651_2*l_h_i*1_2_6"/>
  <p:tag name="KSO_WM_UNIT_LAYERLEVEL" val="1_1_1"/>
  <p:tag name="KSO_WM_BEAUTIFY_FLAG" val="#wm#"/>
  <p:tag name="KSO_WM_TAG_VERSION" val="1.0"/>
  <p:tag name="KSO_WM_DIAGRAM_GROUP_CODE" val="l1-1"/>
  <p:tag name="KSO_WM_UNIT_HIGHLIGHT" val="0"/>
  <p:tag name="KSO_WM_UNIT_COMPATIBLE" val="0"/>
  <p:tag name="KSO_WM_UNIT_FILL_FORE_SCHEMECOLOR_INDEX" val="6"/>
  <p:tag name="KSO_WM_UNIT_FILL_TYPE" val="1"/>
  <p:tag name="KSO_WM_UNIT_TEXT_FILL_FORE_SCHEMECOLOR_INDEX" val="13"/>
  <p:tag name="KSO_WM_UNIT_TEXT_FILL_TYPE" val="1"/>
  <p:tag name="KSO_WM_UNIT_USESOURCEFORMAT_APPLY" val="1"/>
  <p:tag name="KSO_WM_UNIT_DIAGRAM_SCHEMECOLOR_ID" val="0"/>
</p:tagLst>
</file>

<file path=ppt/tags/tag1277.xml><?xml version="1.0" encoding="utf-8"?>
<p:tagLst xmlns:p="http://schemas.openxmlformats.org/presentationml/2006/main">
  <p:tag name="KSO_WM_TEMPLATE_CATEGORY" val="diagram"/>
  <p:tag name="KSO_WM_TEMPLATE_INDEX" val="20187651"/>
  <p:tag name="KSO_WM_UNIT_TYPE" val="l_h_i"/>
  <p:tag name="KSO_WM_UNIT_INDEX" val="1_2_7"/>
  <p:tag name="KSO_WM_UNIT_ID" val="diagram20187651_2*l_h_i*1_2_7"/>
  <p:tag name="KSO_WM_UNIT_LAYERLEVEL" val="1_1_1"/>
  <p:tag name="KSO_WM_BEAUTIFY_FLAG" val="#wm#"/>
  <p:tag name="KSO_WM_TAG_VERSION" val="1.0"/>
  <p:tag name="KSO_WM_DIAGRAM_GROUP_CODE" val="l1-1"/>
  <p:tag name="KSO_WM_UNIT_HIGHLIGHT" val="0"/>
  <p:tag name="KSO_WM_UNIT_COMPATIBLE" val="0"/>
  <p:tag name="KSO_WM_UNIT_FILL_FORE_SCHEMECOLOR_INDEX" val="14"/>
  <p:tag name="KSO_WM_UNIT_FILL_TYPE" val="1"/>
  <p:tag name="KSO_WM_UNIT_TEXT_FILL_FORE_SCHEMECOLOR_INDEX" val="13"/>
  <p:tag name="KSO_WM_UNIT_TEXT_FILL_TYPE" val="1"/>
  <p:tag name="KSO_WM_UNIT_USESOURCEFORMAT_APPLY" val="1"/>
  <p:tag name="KSO_WM_UNIT_DIAGRAM_SCHEMECOLOR_ID" val="0"/>
</p:tagLst>
</file>

<file path=ppt/tags/tag1278.xml><?xml version="1.0" encoding="utf-8"?>
<p:tagLst xmlns:p="http://schemas.openxmlformats.org/presentationml/2006/main">
  <p:tag name="KSO_WM_TEMPLATE_CATEGORY" val="diagram"/>
  <p:tag name="KSO_WM_TEMPLATE_INDEX" val="20187651"/>
  <p:tag name="KSO_WM_UNIT_TYPE" val="l_h_i"/>
  <p:tag name="KSO_WM_UNIT_INDEX" val="1_1_9"/>
  <p:tag name="KSO_WM_UNIT_ID" val="diagram20187651_2*l_h_i*1_1_9"/>
  <p:tag name="KSO_WM_UNIT_LAYERLEVEL" val="1_1_1"/>
  <p:tag name="KSO_WM_BEAUTIFY_FLAG" val="#wm#"/>
  <p:tag name="KSO_WM_TAG_VERSION" val="1.0"/>
  <p:tag name="KSO_WM_DIAGRAM_GROUP_CODE" val="l1-1"/>
  <p:tag name="KSO_WM_UNIT_HIGHLIGHT" val="0"/>
  <p:tag name="KSO_WM_UNIT_COMPATIBLE" val="0"/>
  <p:tag name="KSO_WM_UNIT_FILL_FORE_SCHEMECOLOR_INDEX" val="5"/>
  <p:tag name="KSO_WM_UNIT_FILL_TYPE" val="1"/>
  <p:tag name="KSO_WM_UNIT_TEXT_FILL_FORE_SCHEMECOLOR_INDEX" val="13"/>
  <p:tag name="KSO_WM_UNIT_TEXT_FILL_TYPE" val="1"/>
  <p:tag name="KSO_WM_UNIT_USESOURCEFORMAT_APPLY" val="1"/>
  <p:tag name="KSO_WM_UNIT_DIAGRAM_SCHEMECOLOR_ID" val="0"/>
</p:tagLst>
</file>

<file path=ppt/tags/tag1279.xml><?xml version="1.0" encoding="utf-8"?>
<p:tagLst xmlns:p="http://schemas.openxmlformats.org/presentationml/2006/main">
  <p:tag name="KSO_WM_TEMPLATE_CATEGORY" val="diagram"/>
  <p:tag name="KSO_WM_TEMPLATE_INDEX" val="20187651"/>
  <p:tag name="KSO_WM_UNIT_TYPE" val="l_h_i"/>
  <p:tag name="KSO_WM_UNIT_INDEX" val="1_1_10"/>
  <p:tag name="KSO_WM_UNIT_ID" val="diagram20187651_2*l_h_i*1_1_10"/>
  <p:tag name="KSO_WM_UNIT_LAYERLEVEL" val="1_1_1"/>
  <p:tag name="KSO_WM_BEAUTIFY_FLAG" val="#wm#"/>
  <p:tag name="KSO_WM_TAG_VERSION" val="1.0"/>
  <p:tag name="KSO_WM_DIAGRAM_GROUP_CODE" val="l1-1"/>
  <p:tag name="KSO_WM_UNIT_HIGHLIGHT" val="0"/>
  <p:tag name="KSO_WM_UNIT_COMPATIBLE" val="0"/>
  <p:tag name="KSO_WM_UNIT_FILL_FORE_SCHEMECOLOR_INDEX" val="5"/>
  <p:tag name="KSO_WM_UNIT_FILL_TYPE" val="1"/>
  <p:tag name="KSO_WM_UNIT_TEXT_FILL_FORE_SCHEMECOLOR_INDEX" val="13"/>
  <p:tag name="KSO_WM_UNIT_TEXT_FILL_TYPE" val="1"/>
  <p:tag name="KSO_WM_UNIT_USESOURCEFORMAT_APPLY" val="1"/>
  <p:tag name="KSO_WM_UNIT_DIAGRAM_SCHEMECOLOR_ID" val="0"/>
</p:tagLst>
</file>

<file path=ppt/tags/tag1280.xml><?xml version="1.0" encoding="utf-8"?>
<p:tagLst xmlns:p="http://schemas.openxmlformats.org/presentationml/2006/main">
  <p:tag name="KSO_WM_TEMPLATE_CATEGORY" val="diagram"/>
  <p:tag name="KSO_WM_TEMPLATE_INDEX" val="20187651"/>
  <p:tag name="KSO_WM_UNIT_TYPE" val="l_h_i"/>
  <p:tag name="KSO_WM_UNIT_INDEX" val="1_1_11"/>
  <p:tag name="KSO_WM_UNIT_ID" val="diagram20187651_2*l_h_i*1_1_11"/>
  <p:tag name="KSO_WM_UNIT_LAYERLEVEL" val="1_1_1"/>
  <p:tag name="KSO_WM_BEAUTIFY_FLAG" val="#wm#"/>
  <p:tag name="KSO_WM_TAG_VERSION" val="1.0"/>
  <p:tag name="KSO_WM_DIAGRAM_GROUP_CODE" val="l1-1"/>
  <p:tag name="KSO_WM_UNIT_HIGHLIGHT" val="0"/>
  <p:tag name="KSO_WM_UNIT_COMPATIBLE" val="0"/>
  <p:tag name="KSO_WM_UNIT_FILL_FORE_SCHEMECOLOR_INDEX" val="5"/>
  <p:tag name="KSO_WM_UNIT_FILL_TYPE" val="1"/>
  <p:tag name="KSO_WM_UNIT_TEXT_FILL_FORE_SCHEMECOLOR_INDEX" val="13"/>
  <p:tag name="KSO_WM_UNIT_TEXT_FILL_TYPE" val="1"/>
  <p:tag name="KSO_WM_UNIT_USESOURCEFORMAT_APPLY" val="1"/>
  <p:tag name="KSO_WM_UNIT_DIAGRAM_SCHEMECOLOR_ID" val="0"/>
</p:tagLst>
</file>

<file path=ppt/tags/tag1281.xml><?xml version="1.0" encoding="utf-8"?>
<p:tagLst xmlns:p="http://schemas.openxmlformats.org/presentationml/2006/main">
  <p:tag name="KSO_WM_TEMPLATE_CATEGORY" val="diagram"/>
  <p:tag name="KSO_WM_TEMPLATE_INDEX" val="20187651"/>
  <p:tag name="KSO_WM_UNIT_TYPE" val="l_h_i"/>
  <p:tag name="KSO_WM_UNIT_INDEX" val="1_1_12"/>
  <p:tag name="KSO_WM_UNIT_ID" val="diagram20187651_2*l_h_i*1_1_12"/>
  <p:tag name="KSO_WM_UNIT_LAYERLEVEL" val="1_1_1"/>
  <p:tag name="KSO_WM_BEAUTIFY_FLAG" val="#wm#"/>
  <p:tag name="KSO_WM_TAG_VERSION" val="1.0"/>
  <p:tag name="KSO_WM_DIAGRAM_GROUP_CODE" val="l1-1"/>
  <p:tag name="KSO_WM_UNIT_HIGHLIGHT" val="0"/>
  <p:tag name="KSO_WM_UNIT_COMPATIBLE" val="0"/>
  <p:tag name="KSO_WM_UNIT_FILL_FORE_SCHEMECOLOR_INDEX" val="5"/>
  <p:tag name="KSO_WM_UNIT_FILL_TYPE" val="1"/>
  <p:tag name="KSO_WM_UNIT_TEXT_FILL_FORE_SCHEMECOLOR_INDEX" val="13"/>
  <p:tag name="KSO_WM_UNIT_TEXT_FILL_TYPE" val="1"/>
  <p:tag name="KSO_WM_UNIT_USESOURCEFORMAT_APPLY" val="1"/>
  <p:tag name="KSO_WM_UNIT_DIAGRAM_SCHEMECOLOR_ID" val="0"/>
</p:tagLst>
</file>

<file path=ppt/tags/tag1282.xml><?xml version="1.0" encoding="utf-8"?>
<p:tagLst xmlns:p="http://schemas.openxmlformats.org/presentationml/2006/main">
  <p:tag name="KSO_WM_TEMPLATE_CATEGORY" val="diagram"/>
  <p:tag name="KSO_WM_TEMPLATE_INDEX" val="20187651"/>
  <p:tag name="KSO_WM_UNIT_TYPE" val="l_h_i"/>
  <p:tag name="KSO_WM_UNIT_INDEX" val="1_1_13"/>
  <p:tag name="KSO_WM_UNIT_ID" val="diagram20187651_2*l_h_i*1_1_13"/>
  <p:tag name="KSO_WM_UNIT_LAYERLEVEL" val="1_1_1"/>
  <p:tag name="KSO_WM_BEAUTIFY_FLAG" val="#wm#"/>
  <p:tag name="KSO_WM_TAG_VERSION" val="1.0"/>
  <p:tag name="KSO_WM_DIAGRAM_GROUP_CODE" val="l1-1"/>
  <p:tag name="KSO_WM_UNIT_HIGHLIGHT" val="0"/>
  <p:tag name="KSO_WM_UNIT_COMPATIBLE" val="0"/>
  <p:tag name="KSO_WM_UNIT_FILL_FORE_SCHEMECOLOR_INDEX" val="5"/>
  <p:tag name="KSO_WM_UNIT_FILL_TYPE" val="1"/>
  <p:tag name="KSO_WM_UNIT_TEXT_FILL_FORE_SCHEMECOLOR_INDEX" val="13"/>
  <p:tag name="KSO_WM_UNIT_TEXT_FILL_TYPE" val="1"/>
  <p:tag name="KSO_WM_UNIT_USESOURCEFORMAT_APPLY" val="1"/>
  <p:tag name="KSO_WM_UNIT_DIAGRAM_SCHEMECOLOR_ID" val="0"/>
</p:tagLst>
</file>

<file path=ppt/tags/tag1283.xml><?xml version="1.0" encoding="utf-8"?>
<p:tagLst xmlns:p="http://schemas.openxmlformats.org/presentationml/2006/main">
  <p:tag name="KSO_WM_TEMPLATE_CATEGORY" val="diagram"/>
  <p:tag name="KSO_WM_TEMPLATE_INDEX" val="20187651"/>
  <p:tag name="KSO_WM_UNIT_TYPE" val="l_h_i"/>
  <p:tag name="KSO_WM_UNIT_INDEX" val="1_1_14"/>
  <p:tag name="KSO_WM_UNIT_ID" val="diagram20187651_2*l_h_i*1_1_14"/>
  <p:tag name="KSO_WM_UNIT_LAYERLEVEL" val="1_1_1"/>
  <p:tag name="KSO_WM_BEAUTIFY_FLAG" val="#wm#"/>
  <p:tag name="KSO_WM_TAG_VERSION" val="1.0"/>
  <p:tag name="KSO_WM_DIAGRAM_GROUP_CODE" val="l1-1"/>
  <p:tag name="KSO_WM_UNIT_HIGHLIGHT" val="0"/>
  <p:tag name="KSO_WM_UNIT_COMPATIBLE" val="0"/>
  <p:tag name="KSO_WM_UNIT_FILL_FORE_SCHEMECOLOR_INDEX" val="14"/>
  <p:tag name="KSO_WM_UNIT_FILL_TYPE" val="1"/>
  <p:tag name="KSO_WM_UNIT_TEXT_FILL_FORE_SCHEMECOLOR_INDEX" val="13"/>
  <p:tag name="KSO_WM_UNIT_TEXT_FILL_TYPE" val="1"/>
  <p:tag name="KSO_WM_UNIT_USESOURCEFORMAT_APPLY" val="1"/>
  <p:tag name="KSO_WM_UNIT_DIAGRAM_SCHEMECOLOR_ID" val="0"/>
</p:tagLst>
</file>

<file path=ppt/tags/tag1284.xml><?xml version="1.0" encoding="utf-8"?>
<p:tagLst xmlns:p="http://schemas.openxmlformats.org/presentationml/2006/main">
  <p:tag name="KSO_WM_TEMPLATE_CATEGORY" val="diagram"/>
  <p:tag name="KSO_WM_TEMPLATE_INDEX" val="20187651"/>
  <p:tag name="KSO_WM_UNIT_TYPE" val="l_h_a"/>
  <p:tag name="KSO_WM_UNIT_INDEX" val="1_2_1"/>
  <p:tag name="KSO_WM_UNIT_ID" val="diagram20187651_2*l_h_a*1_2_1"/>
  <p:tag name="KSO_WM_UNIT_LAYERLEVEL" val="1_1_1"/>
  <p:tag name="KSO_WM_UNIT_VALUE" val="15"/>
  <p:tag name="KSO_WM_UNIT_HIGHLIGHT" val="0"/>
  <p:tag name="KSO_WM_UNIT_COMPATIBLE" val="0"/>
  <p:tag name="KSO_WM_BEAUTIFY_FLAG" val="#wm#"/>
  <p:tag name="KSO_WM_TAG_VERSION" val="1.0"/>
  <p:tag name="KSO_WM_DIAGRAM_GROUP_CODE" val="l1-1"/>
  <p:tag name="KSO_WM_UNIT_ISCONTENTSTITLE" val="0"/>
  <p:tag name="KSO_WM_UNIT_PRESET_TEXT" val="单击此处添加标题"/>
  <p:tag name="KSO_WM_UNIT_TEXT_FILL_FORE_SCHEMECOLOR_INDEX" val="6"/>
  <p:tag name="KSO_WM_UNIT_TEXT_FILL_TYPE" val="1"/>
  <p:tag name="KSO_WM_UNIT_USESOURCEFORMAT_APPLY" val="1"/>
  <p:tag name="KSO_WM_UNIT_DIAGRAM_SCHEMECOLOR_ID" val="0"/>
</p:tagLst>
</file>

<file path=ppt/tags/tag1285.xml><?xml version="1.0" encoding="utf-8"?>
<p:tagLst xmlns:p="http://schemas.openxmlformats.org/presentationml/2006/main">
  <p:tag name="KSO_WM_TEMPLATE_CATEGORY" val="diagram"/>
  <p:tag name="KSO_WM_TEMPLATE_INDEX" val="20187651"/>
  <p:tag name="KSO_WM_UNIT_TYPE" val="l_h_f"/>
  <p:tag name="KSO_WM_UNIT_INDEX" val="1_2_1"/>
  <p:tag name="KSO_WM_UNIT_ID" val="diagram20187651_2*l_h_f*1_2_1"/>
  <p:tag name="KSO_WM_UNIT_LAYERLEVEL" val="1_1_1"/>
  <p:tag name="KSO_WM_UNIT_VALUE" val="32"/>
  <p:tag name="KSO_WM_UNIT_HIGHLIGHT" val="0"/>
  <p:tag name="KSO_WM_UNIT_COMPATIBLE" val="0"/>
  <p:tag name="KSO_WM_BEAUTIFY_FLAG" val="#wm#"/>
  <p:tag name="KSO_WM_TAG_VERSION" val="1.0"/>
  <p:tag name="KSO_WM_DIAGRAM_GROUP_CODE" val="l1-1"/>
  <p:tag name="KSO_WM_UNIT_PRESET_TEXT" val="单击此处添加文本具体内容"/>
  <p:tag name="KSO_WM_UNIT_USESOURCEFORMAT_APPLY" val="1"/>
  <p:tag name="KSO_WM_UNIT_DIAGRAM_SCHEMECOLOR_ID" val="0"/>
</p:tagLst>
</file>

<file path=ppt/tags/tag1286.xml><?xml version="1.0" encoding="utf-8"?>
<p:tagLst xmlns:p="http://schemas.openxmlformats.org/presentationml/2006/main">
  <p:tag name="KSO_WM_TEMPLATE_CATEGORY" val="diagram"/>
  <p:tag name="KSO_WM_TEMPLATE_INDEX" val="20187651"/>
  <p:tag name="KSO_WM_UNIT_TYPE" val="l_h_a"/>
  <p:tag name="KSO_WM_UNIT_INDEX" val="1_1_1"/>
  <p:tag name="KSO_WM_UNIT_ID" val="diagram20187651_2*l_h_a*1_1_1"/>
  <p:tag name="KSO_WM_UNIT_LAYERLEVEL" val="1_1_1"/>
  <p:tag name="KSO_WM_UNIT_VALUE" val="15"/>
  <p:tag name="KSO_WM_UNIT_HIGHLIGHT" val="0"/>
  <p:tag name="KSO_WM_UNIT_COMPATIBLE" val="0"/>
  <p:tag name="KSO_WM_BEAUTIFY_FLAG" val="#wm#"/>
  <p:tag name="KSO_WM_TAG_VERSION" val="1.0"/>
  <p:tag name="KSO_WM_DIAGRAM_GROUP_CODE" val="l1-1"/>
  <p:tag name="KSO_WM_UNIT_ISCONTENTSTITLE" val="0"/>
  <p:tag name="KSO_WM_UNIT_PRESET_TEXT" val="单击此处添加标题"/>
  <p:tag name="KSO_WM_UNIT_TEXT_FILL_FORE_SCHEMECOLOR_INDEX" val="5"/>
  <p:tag name="KSO_WM_UNIT_TEXT_FILL_TYPE" val="1"/>
  <p:tag name="KSO_WM_UNIT_USESOURCEFORMAT_APPLY" val="1"/>
  <p:tag name="KSO_WM_UNIT_DIAGRAM_SCHEMECOLOR_ID" val="0"/>
</p:tagLst>
</file>

<file path=ppt/tags/tag1287.xml><?xml version="1.0" encoding="utf-8"?>
<p:tagLst xmlns:p="http://schemas.openxmlformats.org/presentationml/2006/main">
  <p:tag name="KSO_WM_TEMPLATE_CATEGORY" val="diagram"/>
  <p:tag name="KSO_WM_TEMPLATE_INDEX" val="20187651"/>
  <p:tag name="KSO_WM_UNIT_TYPE" val="l_h_f"/>
  <p:tag name="KSO_WM_UNIT_INDEX" val="1_1_1"/>
  <p:tag name="KSO_WM_UNIT_ID" val="diagram20187651_2*l_h_f*1_1_1"/>
  <p:tag name="KSO_WM_UNIT_LAYERLEVEL" val="1_1_1"/>
  <p:tag name="KSO_WM_UNIT_VALUE" val="32"/>
  <p:tag name="KSO_WM_UNIT_HIGHLIGHT" val="0"/>
  <p:tag name="KSO_WM_UNIT_COMPATIBLE" val="0"/>
  <p:tag name="KSO_WM_BEAUTIFY_FLAG" val="#wm#"/>
  <p:tag name="KSO_WM_TAG_VERSION" val="1.0"/>
  <p:tag name="KSO_WM_DIAGRAM_GROUP_CODE" val="l1-1"/>
  <p:tag name="KSO_WM_UNIT_PRESET_TEXT" val="单击此处添加文本具体内容"/>
  <p:tag name="KSO_WM_UNIT_USESOURCEFORMAT_APPLY" val="1"/>
  <p:tag name="KSO_WM_UNIT_DIAGRAM_SCHEMECOLOR_ID" val="0"/>
</p:tagLst>
</file>

<file path=ppt/tags/tag1288.xml><?xml version="1.0" encoding="utf-8"?>
<p:tagLst xmlns:p="http://schemas.openxmlformats.org/presentationml/2006/main">
  <p:tag name="KSO_WM_BEAUTIFY_FLAG" val="#wm#"/>
  <p:tag name="KSO_WM_TEMPLATE_CATEGORY" val="diagram"/>
  <p:tag name="KSO_WM_TEMPLATE_INDEX" val="20187651"/>
  <p:tag name="KSO_WM_SLIDE_ID" val="diagram20187651_1"/>
  <p:tag name="KSO_WM_SLIDE_TYPE" val="text"/>
  <p:tag name="KSO_WM_SLIDE_SUBTYPE" val="diag"/>
  <p:tag name="KSO_WM_SLIDE_ITEM_CNT" val="2"/>
  <p:tag name="KSO_WM_SLIDE_INDEX" val="1"/>
  <p:tag name="KSO_WM_SLIDE_SIZE" val="845.481*209.5"/>
  <p:tag name="KSO_WM_SLIDE_POSITION" val="57.2593*165.25"/>
  <p:tag name="KSO_WM_DIAGRAM_GROUP_CODE" val="l1-1"/>
  <p:tag name="KSO_WM_SLIDE_DIAGTYPE" val="l"/>
  <p:tag name="KSO_WM_TAG_VERSION" val="1.0"/>
  <p:tag name="KSO_WM_SLIDE_LAYOUT" val="l"/>
  <p:tag name="KSO_WM_SLIDE_LAYOUT_CNT" val="1"/>
</p:tagLst>
</file>

<file path=ppt/tags/tag1289.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1"/>
  <p:tag name="KSO_WM_UNIT_ID" val="diagram20198883_1*i*1"/>
  <p:tag name="KSO_WM_TEMPLATE_CATEGORY" val="diagram"/>
  <p:tag name="KSO_WM_TEMPLATE_INDEX" val="20198883"/>
  <p:tag name="KSO_WM_UNIT_LAYERLEVEL" val="1"/>
  <p:tag name="KSO_WM_TAG_VERSION" val="1.0"/>
  <p:tag name="KSO_WM_BEAUTIFY_FLAG" val="#wm#"/>
  <p:tag name="KSO_WM_UNIT_FILL_FORE_SCHEMECOLOR_INDEX" val="14"/>
  <p:tag name="KSO_WM_UNIT_FILL_TYPE" val="1"/>
  <p:tag name="KSO_WM_UNIT_USESOURCEFORMAT_APPLY" val="1"/>
</p:tagLst>
</file>

<file path=ppt/tags/tag1290.xml><?xml version="1.0" encoding="utf-8"?>
<p:tagLst xmlns:p="http://schemas.openxmlformats.org/presentationml/2006/main">
  <p:tag name="KSO_WM_UNIT_ISCONTENTSTITLE" val="0"/>
  <p:tag name="KSO_WM_UNIT_PRESET_TEXT" val="姓名"/>
  <p:tag name="KSO_WM_UNIT_NOCLEAR" val="0"/>
  <p:tag name="KSO_WM_UNIT_VALUE" val="2"/>
  <p:tag name="KSO_WM_UNIT_HIGHLIGHT" val="0"/>
  <p:tag name="KSO_WM_UNIT_COMPATIBLE" val="0"/>
  <p:tag name="KSO_WM_UNIT_DIAGRAM_ISNUMVISUAL" val="0"/>
  <p:tag name="KSO_WM_UNIT_DIAGRAM_ISREFERUNIT" val="0"/>
  <p:tag name="KSO_WM_DIAGRAM_GROUP_CODE" val="l1-1"/>
  <p:tag name="KSO_WM_UNIT_TYPE" val="a"/>
  <p:tag name="KSO_WM_UNIT_INDEX" val="1"/>
  <p:tag name="KSO_WM_UNIT_ID" val="diagram20198883_1*a*1"/>
  <p:tag name="KSO_WM_TEMPLATE_CATEGORY" val="diagram"/>
  <p:tag name="KSO_WM_TEMPLATE_INDEX" val="20198883"/>
  <p:tag name="KSO_WM_UNIT_LAYERLEVEL" val="1"/>
  <p:tag name="KSO_WM_TAG_VERSION" val="1.0"/>
  <p:tag name="KSO_WM_BEAUTIFY_FLAG" val="#wm#"/>
  <p:tag name="KSO_WM_UNIT_USESOURCEFORMAT_APPLY" val="1"/>
</p:tagLst>
</file>

<file path=ppt/tags/tag1291.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4"/>
  <p:tag name="KSO_WM_UNIT_ID" val="diagram20198883_1*i*4"/>
  <p:tag name="KSO_WM_TEMPLATE_CATEGORY" val="diagram"/>
  <p:tag name="KSO_WM_TEMPLATE_INDEX" val="20198883"/>
  <p:tag name="KSO_WM_UNIT_LAYERLEVEL" val="1"/>
  <p:tag name="KSO_WM_TAG_VERSION" val="1.0"/>
  <p:tag name="KSO_WM_BEAUTIFY_FLAG" val="#wm#"/>
  <p:tag name="KSO_WM_UNIT_TEXT_FILL_FORE_SCHEMECOLOR_INDEX" val="13"/>
  <p:tag name="KSO_WM_UNIT_TEXT_FILL_TYPE" val="1"/>
  <p:tag name="KSO_WM_UNIT_USESOURCEFORMAT_APPLY" val="1"/>
</p:tagLst>
</file>

<file path=ppt/tags/tag1292.xml><?xml version="1.0" encoding="utf-8"?>
<p:tagLst xmlns:p="http://schemas.openxmlformats.org/presentationml/2006/main">
  <p:tag name="KSO_WM_UNIT_PRESET_TEXT" val="添加个人主要标签&#10;此处添加个人主要标签&#10;请在此处添加个人主要标签"/>
  <p:tag name="KSO_WM_UNIT_NOCLEAR" val="0"/>
  <p:tag name="KSO_WM_UNIT_VALUE" val="55"/>
  <p:tag name="KSO_WM_UNIT_HIGHLIGHT" val="0"/>
  <p:tag name="KSO_WM_UNIT_COMPATIBLE" val="0"/>
  <p:tag name="KSO_WM_UNIT_DIAGRAM_ISNUMVISUAL" val="0"/>
  <p:tag name="KSO_WM_UNIT_DIAGRAM_ISREFERUNIT" val="0"/>
  <p:tag name="KSO_WM_DIAGRAM_GROUP_CODE" val="l1-1"/>
  <p:tag name="KSO_WM_UNIT_TYPE" val="f"/>
  <p:tag name="KSO_WM_UNIT_INDEX" val="1"/>
  <p:tag name="KSO_WM_UNIT_ID" val="diagram20198883_1*f*1"/>
  <p:tag name="KSO_WM_TEMPLATE_CATEGORY" val="diagram"/>
  <p:tag name="KSO_WM_TEMPLATE_INDEX" val="20198883"/>
  <p:tag name="KSO_WM_UNIT_LAYERLEVEL" val="1"/>
  <p:tag name="KSO_WM_TAG_VERSION" val="1.0"/>
  <p:tag name="KSO_WM_BEAUTIFY_FLAG" val="#wm#"/>
  <p:tag name="KSO_WM_UNIT_TEXT_FILL_FORE_SCHEMECOLOR_INDEX" val="13"/>
  <p:tag name="KSO_WM_UNIT_TEXT_FILL_TYPE" val="1"/>
  <p:tag name="KSO_WM_UNIT_USESOURCEFORMAT_APPLY" val="1"/>
</p:tagLst>
</file>

<file path=ppt/tags/tag1293.xml><?xml version="1.0" encoding="utf-8"?>
<p:tagLst xmlns:p="http://schemas.openxmlformats.org/presentationml/2006/main">
  <p:tag name="KSO_WM_UNIT_DIAGRAM_MODELTYPE" val="stripeEnum"/>
  <p:tag name="KSO_WM_UNIT_PRESET_TEXT" val="点击此处添加正文，文字是您思想的提炼，为了最终呈现发布的良好效果，请尽量言简意赅的阐述观点；根据需要可酌情增减文字，以便观者可以准确理解您所传达的信息。即便信息错综复杂，需要用更多的文字来表述，也请您尽可能提炼思想的精髓，恰如其分的表达观点，往往事半功倍。"/>
  <p:tag name="KSO_WM_UNIT_NOCLEAR" val="0"/>
  <p:tag name="KSO_WM_UNIT_VALUE" val="160"/>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20198883_1*l_h_f*1_1_1"/>
  <p:tag name="KSO_WM_TEMPLATE_CATEGORY" val="diagram"/>
  <p:tag name="KSO_WM_TEMPLATE_INDEX" val="20198883"/>
  <p:tag name="KSO_WM_UNIT_LAYERLEVEL" val="1_1_1"/>
  <p:tag name="KSO_WM_TAG_VERSION" val="1.0"/>
  <p:tag name="KSO_WM_BEAUTIFY_FLAG" val="#wm#"/>
  <p:tag name="KSO_WM_UNIT_TEXT_FILL_FORE_SCHEMECOLOR_INDEX" val="13"/>
  <p:tag name="KSO_WM_UNIT_TEXT_FILL_TYPE" val="1"/>
  <p:tag name="KSO_WM_UNIT_USESOURCEFORMAT_APPLY" val="1"/>
</p:tagLst>
</file>

<file path=ppt/tags/tag1294.xml><?xml version="1.0" encoding="utf-8"?>
<p:tagLst xmlns:p="http://schemas.openxmlformats.org/presentationml/2006/main">
  <p:tag name="KSO_WM_UNIT_DIAGRAM_MODELTYPE" val="stripeEnum"/>
  <p:tag name="KSO_WM_UNIT_ISCONTENTSTITLE" val="0"/>
  <p:tag name="KSO_WM_UNIT_PRESET_TEXT" val="主要职位"/>
  <p:tag name="KSO_WM_UNIT_NOCLEAR" val="0"/>
  <p:tag name="KSO_WM_UNIT_VALUE" val="10"/>
  <p:tag name="KSO_WM_UNIT_HIGHLIGHT" val="0"/>
  <p:tag name="KSO_WM_UNIT_COMPATIBLE" val="0"/>
  <p:tag name="KSO_WM_UNIT_DIAGRAM_ISNUMVISUAL" val="0"/>
  <p:tag name="KSO_WM_UNIT_DIAGRAM_ISREFERUNIT" val="0"/>
  <p:tag name="KSO_WM_DIAGRAM_GROUP_CODE" val="l1-1"/>
  <p:tag name="KSO_WM_UNIT_TYPE" val="l_h_a"/>
  <p:tag name="KSO_WM_UNIT_INDEX" val="1_1_1"/>
  <p:tag name="KSO_WM_UNIT_ID" val="diagram20198883_1*l_h_a*1_1_1"/>
  <p:tag name="KSO_WM_TEMPLATE_CATEGORY" val="diagram"/>
  <p:tag name="KSO_WM_TEMPLATE_INDEX" val="20198883"/>
  <p:tag name="KSO_WM_UNIT_LAYERLEVEL" val="1_1_1"/>
  <p:tag name="KSO_WM_TAG_VERSION" val="1.0"/>
  <p:tag name="KSO_WM_BEAUTIFY_FLAG" val="#wm#"/>
  <p:tag name="KSO_WM_UNIT_TEXT_FILL_FORE_SCHEMECOLOR_INDEX" val="8"/>
  <p:tag name="KSO_WM_UNIT_TEXT_FILL_TYPE" val="1"/>
  <p:tag name="KSO_WM_UNIT_USESOURCEFORMAT_APPLY" val="1"/>
</p:tagLst>
</file>

<file path=ppt/tags/tag1295.xml><?xml version="1.0" encoding="utf-8"?>
<p:tagLst xmlns:p="http://schemas.openxmlformats.org/presentationml/2006/main">
  <p:tag name="KSO_WM_UNIT_DIAGRAM_MODELTYPE" val="stripeEnum"/>
  <p:tag name="KSO_WM_UNIT_HIGHLIGHT" val="0"/>
  <p:tag name="KSO_WM_UNIT_COMPATIBLE" val="0"/>
  <p:tag name="KSO_WM_UNIT_DIAGRAM_ISNUMVISUAL" val="0"/>
  <p:tag name="KSO_WM_UNIT_DIAGRAM_ISREFERUNIT" val="0"/>
  <p:tag name="KSO_WM_DIAGRAM_GROUP_CODE" val="l1-1"/>
  <p:tag name="KSO_WM_UNIT_TYPE" val="l_h_i"/>
  <p:tag name="KSO_WM_UNIT_INDEX" val="1_1_1"/>
  <p:tag name="KSO_WM_UNIT_ID" val="diagram20198883_1*l_h_i*1_1_1"/>
  <p:tag name="KSO_WM_TEMPLATE_CATEGORY" val="diagram"/>
  <p:tag name="KSO_WM_TEMPLATE_INDEX" val="20198883"/>
  <p:tag name="KSO_WM_UNIT_LAYERLEVEL" val="1_1_1"/>
  <p:tag name="KSO_WM_TAG_VERSION" val="1.0"/>
  <p:tag name="KSO_WM_BEAUTIFY_FLAG" val="#wm#"/>
  <p:tag name="KSO_WM_UNIT_LINE_FORE_SCHEMECOLOR_INDEX" val="14"/>
  <p:tag name="KSO_WM_UNIT_LINE_FILL_TYPE" val="2"/>
  <p:tag name="KSO_WM_UNIT_USESOURCEFORMAT_APPLY" val="1"/>
</p:tagLst>
</file>

<file path=ppt/tags/tag1296.xml><?xml version="1.0" encoding="utf-8"?>
<p:tagLst xmlns:p="http://schemas.openxmlformats.org/presentationml/2006/main">
  <p:tag name="KSO_WM_UNIT_DIAGRAM_MODELTYPE" val="stripeEnum"/>
  <p:tag name="KSO_WM_UNIT_HIGHLIGHT" val="0"/>
  <p:tag name="KSO_WM_UNIT_COMPATIBLE" val="0"/>
  <p:tag name="KSO_WM_UNIT_DIAGRAM_ISNUMVISUAL" val="0"/>
  <p:tag name="KSO_WM_UNIT_DIAGRAM_ISREFERUNIT" val="0"/>
  <p:tag name="KSO_WM_DIAGRAM_GROUP_CODE" val="l1-1"/>
  <p:tag name="KSO_WM_UNIT_TYPE" val="l_h_i"/>
  <p:tag name="KSO_WM_UNIT_INDEX" val="1_1_2"/>
  <p:tag name="KSO_WM_UNIT_ID" val="diagram20198883_1*l_h_i*1_1_2"/>
  <p:tag name="KSO_WM_TEMPLATE_CATEGORY" val="diagram"/>
  <p:tag name="KSO_WM_TEMPLATE_INDEX" val="20198883"/>
  <p:tag name="KSO_WM_UNIT_LAYERLEVEL" val="1_1_1"/>
  <p:tag name="KSO_WM_TAG_VERSION" val="1.0"/>
  <p:tag name="KSO_WM_BEAUTIFY_FLAG" val="#wm#"/>
  <p:tag name="KSO_WM_UNIT_LINE_FORE_SCHEMECOLOR_INDEX" val="8"/>
  <p:tag name="KSO_WM_UNIT_LINE_FILL_TYPE" val="2"/>
  <p:tag name="KSO_WM_UNIT_USESOURCEFORMAT_APPLY" val="1"/>
</p:tagLst>
</file>

<file path=ppt/tags/tag1297.xml><?xml version="1.0" encoding="utf-8"?>
<p:tagLst xmlns:p="http://schemas.openxmlformats.org/presentationml/2006/main">
  <p:tag name="KSO_WM_UNIT_DIAGRAM_MODELTYPE" val="stripeEnum"/>
  <p:tag name="KSO_WM_UNIT_ISCONTENTSTITLE" val="0"/>
  <p:tag name="KSO_WM_UNIT_PRESET_TEXT" val="主要经历"/>
  <p:tag name="KSO_WM_UNIT_NOCLEAR" val="0"/>
  <p:tag name="KSO_WM_UNIT_VALUE" val="10"/>
  <p:tag name="KSO_WM_UNIT_HIGHLIGHT" val="0"/>
  <p:tag name="KSO_WM_UNIT_COMPATIBLE" val="0"/>
  <p:tag name="KSO_WM_UNIT_DIAGRAM_ISNUMVISUAL" val="0"/>
  <p:tag name="KSO_WM_UNIT_DIAGRAM_ISREFERUNIT" val="0"/>
  <p:tag name="KSO_WM_DIAGRAM_GROUP_CODE" val="l1-1"/>
  <p:tag name="KSO_WM_UNIT_TYPE" val="l_h_a"/>
  <p:tag name="KSO_WM_UNIT_INDEX" val="1_2_1"/>
  <p:tag name="KSO_WM_UNIT_ID" val="diagram20198883_1*l_h_a*1_2_1"/>
  <p:tag name="KSO_WM_TEMPLATE_CATEGORY" val="diagram"/>
  <p:tag name="KSO_WM_TEMPLATE_INDEX" val="20198883"/>
  <p:tag name="KSO_WM_UNIT_LAYERLEVEL" val="1_1_1"/>
  <p:tag name="KSO_WM_TAG_VERSION" val="1.0"/>
  <p:tag name="KSO_WM_BEAUTIFY_FLAG" val="#wm#"/>
  <p:tag name="KSO_WM_UNIT_TEXT_FILL_FORE_SCHEMECOLOR_INDEX" val="8"/>
  <p:tag name="KSO_WM_UNIT_TEXT_FILL_TYPE" val="1"/>
  <p:tag name="KSO_WM_UNIT_USESOURCEFORMAT_APPLY" val="1"/>
</p:tagLst>
</file>

<file path=ppt/tags/tag1298.xml><?xml version="1.0" encoding="utf-8"?>
<p:tagLst xmlns:p="http://schemas.openxmlformats.org/presentationml/2006/main">
  <p:tag name="KSO_WM_UNIT_DIAGRAM_MODELTYPE" val="stripeEnum"/>
  <p:tag name="KSO_WM_UNIT_HIGHLIGHT" val="0"/>
  <p:tag name="KSO_WM_UNIT_COMPATIBLE" val="0"/>
  <p:tag name="KSO_WM_UNIT_DIAGRAM_ISNUMVISUAL" val="0"/>
  <p:tag name="KSO_WM_UNIT_DIAGRAM_ISREFERUNIT" val="0"/>
  <p:tag name="KSO_WM_DIAGRAM_GROUP_CODE" val="l1-1"/>
  <p:tag name="KSO_WM_UNIT_TYPE" val="l_h_i"/>
  <p:tag name="KSO_WM_UNIT_INDEX" val="1_2_1"/>
  <p:tag name="KSO_WM_UNIT_ID" val="diagram20198883_1*l_h_i*1_2_1"/>
  <p:tag name="KSO_WM_TEMPLATE_CATEGORY" val="diagram"/>
  <p:tag name="KSO_WM_TEMPLATE_INDEX" val="20198883"/>
  <p:tag name="KSO_WM_UNIT_LAYERLEVEL" val="1_1_1"/>
  <p:tag name="KSO_WM_TAG_VERSION" val="1.0"/>
  <p:tag name="KSO_WM_BEAUTIFY_FLAG" val="#wm#"/>
  <p:tag name="KSO_WM_UNIT_LINE_FORE_SCHEMECOLOR_INDEX" val="14"/>
  <p:tag name="KSO_WM_UNIT_LINE_FILL_TYPE" val="2"/>
  <p:tag name="KSO_WM_UNIT_USESOURCEFORMAT_APPLY" val="1"/>
</p:tagLst>
</file>

<file path=ppt/tags/tag1299.xml><?xml version="1.0" encoding="utf-8"?>
<p:tagLst xmlns:p="http://schemas.openxmlformats.org/presentationml/2006/main">
  <p:tag name="KSO_WM_UNIT_DIAGRAM_MODELTYPE" val="stripeEnum"/>
  <p:tag name="KSO_WM_UNIT_HIGHLIGHT" val="0"/>
  <p:tag name="KSO_WM_UNIT_COMPATIBLE" val="0"/>
  <p:tag name="KSO_WM_UNIT_DIAGRAM_ISNUMVISUAL" val="0"/>
  <p:tag name="KSO_WM_UNIT_DIAGRAM_ISREFERUNIT" val="0"/>
  <p:tag name="KSO_WM_DIAGRAM_GROUP_CODE" val="l1-1"/>
  <p:tag name="KSO_WM_UNIT_TYPE" val="l_h_i"/>
  <p:tag name="KSO_WM_UNIT_INDEX" val="1_2_2"/>
  <p:tag name="KSO_WM_UNIT_ID" val="diagram20198883_1*l_h_i*1_2_2"/>
  <p:tag name="KSO_WM_TEMPLATE_CATEGORY" val="diagram"/>
  <p:tag name="KSO_WM_TEMPLATE_INDEX" val="20198883"/>
  <p:tag name="KSO_WM_UNIT_LAYERLEVEL" val="1_1_1"/>
  <p:tag name="KSO_WM_TAG_VERSION" val="1.0"/>
  <p:tag name="KSO_WM_BEAUTIFY_FLAG" val="#wm#"/>
  <p:tag name="KSO_WM_UNIT_LINE_FORE_SCHEMECOLOR_INDEX" val="8"/>
  <p:tag name="KSO_WM_UNIT_LINE_FILL_TYPE" val="2"/>
  <p:tag name="KSO_WM_UNIT_USESOURCEFORMAT_APPLY" val="1"/>
</p:tagLst>
</file>

<file path=ppt/tags/tag1300.xml><?xml version="1.0" encoding="utf-8"?>
<p:tagLst xmlns:p="http://schemas.openxmlformats.org/presentationml/2006/main">
  <p:tag name="KSO_WM_UNIT_DIAGRAM_MODELTYPE" val="stripeEnum"/>
  <p:tag name="KSO_WM_UNIT_PRESET_TEXT" val="点击此处添加正文，文字是您思想的提炼，为了最终演示发布的良好效果，请尽量言简意赅的阐述观点；根据需要可酌情增减文字，以便观者可以准确理解您所传达的信息。&#10;您的正文已经简明扼要，字字珠玑，但信息却千丝万缕、错综复杂，需要用更多的文字来表述；但请您尽可能提炼思想的精髓，恰如其分的表达观点，往往可以事半功倍。&#10;为了能让您有更直观的字数感受，您输入的文字到这里时，就是最佳视觉效果。"/>
  <p:tag name="KSO_WM_UNIT_NOCLEAR" val="0"/>
  <p:tag name="KSO_WM_UNIT_VALUE" val="280"/>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diagram20198883_1*l_h_f*1_2_1"/>
  <p:tag name="KSO_WM_TEMPLATE_CATEGORY" val="diagram"/>
  <p:tag name="KSO_WM_TEMPLATE_INDEX" val="20198883"/>
  <p:tag name="KSO_WM_UNIT_LAYERLEVEL" val="1_1_1"/>
  <p:tag name="KSO_WM_TAG_VERSION" val="1.0"/>
  <p:tag name="KSO_WM_BEAUTIFY_FLAG" val="#wm#"/>
  <p:tag name="KSO_WM_UNIT_TEXT_FILL_FORE_SCHEMECOLOR_INDEX" val="13"/>
  <p:tag name="KSO_WM_UNIT_TEXT_FILL_TYPE" val="1"/>
  <p:tag name="KSO_WM_UNIT_USESOURCEFORMAT_APPLY" val="1"/>
</p:tagLst>
</file>

<file path=ppt/tags/tag1301.xml><?xml version="1.0" encoding="utf-8"?>
<p:tagLst xmlns:p="http://schemas.openxmlformats.org/presentationml/2006/main">
  <p:tag name="KSO_WM_BEAUTIFY_FLAG" val="#wm#"/>
  <p:tag name="KSO_WM_TEMPLATE_CATEGORY" val="diagram"/>
  <p:tag name="KSO_WM_TEMPLATE_INDEX" val="20198883"/>
  <p:tag name="KSO_WM_TEMPLATE_THUMBS_INDEX" val="1"/>
  <p:tag name="KSO_WM_SLIDE_ID" val="diagram20198883_1"/>
  <p:tag name="KSO_WM_TEMPLATE_SUBCATEGORY" val="0"/>
  <p:tag name="KSO_WM_TEMPLATE_MASTER_TYPE" val="0"/>
  <p:tag name="KSO_WM_TEMPLATE_COLOR_TYPE" val="1"/>
  <p:tag name="KSO_WM_SLIDE_TYPE" val="text"/>
  <p:tag name="KSO_WM_SLIDE_SUBTYPE" val="diag"/>
  <p:tag name="KSO_WM_SLIDE_ITEM_CNT" val="2"/>
  <p:tag name="KSO_WM_SLIDE_INDEX" val="1"/>
  <p:tag name="KSO_WM_SLIDE_SIZE" val="579.075*296.285"/>
  <p:tag name="KSO_WM_SLIDE_POSITION" val="344.925*139.367"/>
  <p:tag name="KSO_WM_DIAGRAM_GROUP_CODE" val="l1-1"/>
  <p:tag name="KSO_WM_SLIDE_DIAGTYPE" val="l"/>
  <p:tag name="KSO_WM_TAG_VERSION" val="1.0"/>
  <p:tag name="KSO_WM_SLIDE_LAYOUT" val="a_d_f_l"/>
  <p:tag name="KSO_WM_SLIDE_LAYOUT_CNT" val="1_1_1_1"/>
</p:tagLst>
</file>

<file path=ppt/tags/tag1302.xml><?xml version="1.0" encoding="utf-8"?>
<p:tagLst xmlns:p="http://schemas.openxmlformats.org/presentationml/2006/main">
  <p:tag name="KSO_WM_TEMPLATE_CATEGORY" val="diagram"/>
  <p:tag name="KSO_WM_TEMPLATE_INDEX" val="20188729"/>
  <p:tag name="KSO_WM_UNIT_TYPE" val="n_h_i"/>
  <p:tag name="KSO_WM_UNIT_INDEX" val="1_1_1"/>
  <p:tag name="KSO_WM_UNIT_ID" val="diagram20188729_1*n_h_i*1_1_1"/>
  <p:tag name="KSO_WM_UNIT_LAYERLEVEL" val="1_1_1"/>
  <p:tag name="KSO_WM_BEAUTIFY_FLAG" val="#wm#"/>
  <p:tag name="KSO_WM_TAG_VERSION" val="1.0"/>
  <p:tag name="KSO_WM_DIAGRAM_GROUP_CODE" val="n1-1"/>
  <p:tag name="KSO_WM_UNIT_HIGHLIGHT" val="0"/>
  <p:tag name="KSO_WM_UNIT_COMPATIBLE" val="0"/>
  <p:tag name="KSO_WM_UNIT_DIAGRAM_ISNUMVISUAL" val="0"/>
  <p:tag name="KSO_WM_UNIT_DIAGRAM_ISREFERUNIT" val="0"/>
  <p:tag name="KSO_WM_UNIT_FILL_FORE_SCHEMECOLOR_INDEX" val="14"/>
  <p:tag name="KSO_WM_UNIT_FILL_TYPE" val="1"/>
  <p:tag name="KSO_WM_UNIT_TEXT_FILL_FORE_SCHEMECOLOR_INDEX" val="2"/>
  <p:tag name="KSO_WM_UNIT_TEXT_FILL_TYPE" val="1"/>
  <p:tag name="KSO_WM_UNIT_USESOURCEFORMAT_APPLY" val="1"/>
  <p:tag name="KSO_WM_UNIT_DIAGRAM_SCHEMECOLOR_ID" val="0"/>
</p:tagLst>
</file>

<file path=ppt/tags/tag1303.xml><?xml version="1.0" encoding="utf-8"?>
<p:tagLst xmlns:p="http://schemas.openxmlformats.org/presentationml/2006/main">
  <p:tag name="KSO_WM_TEMPLATE_CATEGORY" val="diagram"/>
  <p:tag name="KSO_WM_TEMPLATE_INDEX" val="20188729"/>
  <p:tag name="KSO_WM_UNIT_TYPE" val="n_h_i"/>
  <p:tag name="KSO_WM_UNIT_INDEX" val="1_1_2"/>
  <p:tag name="KSO_WM_UNIT_ID" val="diagram20188729_1*n_h_i*1_1_2"/>
  <p:tag name="KSO_WM_UNIT_LAYERLEVEL" val="1_1_1"/>
  <p:tag name="KSO_WM_BEAUTIFY_FLAG" val="#wm#"/>
  <p:tag name="KSO_WM_TAG_VERSION" val="1.0"/>
  <p:tag name="KSO_WM_DIAGRAM_GROUP_CODE" val="n1-1"/>
  <p:tag name="KSO_WM_UNIT_HIGHLIGHT" val="0"/>
  <p:tag name="KSO_WM_UNIT_COMPATIBLE" val="0"/>
  <p:tag name="KSO_WM_UNIT_DIAGRAM_ISNUMVISUAL" val="0"/>
  <p:tag name="KSO_WM_UNIT_DIAGRAM_ISREFERUNIT" val="0"/>
  <p:tag name="KSO_WM_UNIT_LINE_FORE_SCHEMECOLOR_INDEX" val="14"/>
  <p:tag name="KSO_WM_UNIT_LINE_FILL_TYPE" val="2"/>
  <p:tag name="KSO_WM_UNIT_TEXT_FILL_FORE_SCHEMECOLOR_INDEX" val="13"/>
  <p:tag name="KSO_WM_UNIT_TEXT_FILL_TYPE" val="1"/>
  <p:tag name="KSO_WM_UNIT_USESOURCEFORMAT_APPLY" val="1"/>
  <p:tag name="KSO_WM_UNIT_DIAGRAM_SCHEMECOLOR_ID" val="0"/>
</p:tagLst>
</file>

<file path=ppt/tags/tag1304.xml><?xml version="1.0" encoding="utf-8"?>
<p:tagLst xmlns:p="http://schemas.openxmlformats.org/presentationml/2006/main">
  <p:tag name="KSO_WM_TEMPLATE_CATEGORY" val="diagram"/>
  <p:tag name="KSO_WM_TEMPLATE_INDEX" val="20188729"/>
  <p:tag name="KSO_WM_UNIT_TYPE" val="n_h_i"/>
  <p:tag name="KSO_WM_UNIT_INDEX" val="1_1_3"/>
  <p:tag name="KSO_WM_UNIT_ID" val="diagram20188729_1*n_h_i*1_1_3"/>
  <p:tag name="KSO_WM_UNIT_LAYERLEVEL" val="1_1_1"/>
  <p:tag name="KSO_WM_BEAUTIFY_FLAG" val="#wm#"/>
  <p:tag name="KSO_WM_TAG_VERSION" val="1.0"/>
  <p:tag name="KSO_WM_DIAGRAM_GROUP_CODE" val="n1-1"/>
  <p:tag name="KSO_WM_UNIT_HIGHLIGHT" val="0"/>
  <p:tag name="KSO_WM_UNIT_COMPATIBLE" val="0"/>
  <p:tag name="KSO_WM_UNIT_DIAGRAM_ISNUMVISUAL" val="0"/>
  <p:tag name="KSO_WM_UNIT_DIAGRAM_ISREFERUNIT" val="0"/>
  <p:tag name="KSO_WM_UNIT_LINE_FORE_SCHEMECOLOR_INDEX" val="14"/>
  <p:tag name="KSO_WM_UNIT_LINE_FILL_TYPE" val="2"/>
  <p:tag name="KSO_WM_UNIT_TEXT_FILL_FORE_SCHEMECOLOR_INDEX" val="13"/>
  <p:tag name="KSO_WM_UNIT_TEXT_FILL_TYPE" val="1"/>
  <p:tag name="KSO_WM_UNIT_USESOURCEFORMAT_APPLY" val="1"/>
  <p:tag name="KSO_WM_UNIT_DIAGRAM_SCHEMECOLOR_ID" val="0"/>
</p:tagLst>
</file>

<file path=ppt/tags/tag1305.xml><?xml version="1.0" encoding="utf-8"?>
<p:tagLst xmlns:p="http://schemas.openxmlformats.org/presentationml/2006/main">
  <p:tag name="KSO_WM_TEMPLATE_CATEGORY" val="diagram"/>
  <p:tag name="KSO_WM_TEMPLATE_INDEX" val="20188729"/>
  <p:tag name="KSO_WM_UNIT_TYPE" val="n_h_i"/>
  <p:tag name="KSO_WM_UNIT_INDEX" val="1_1_4"/>
  <p:tag name="KSO_WM_UNIT_ID" val="diagram20188729_1*n_h_i*1_1_4"/>
  <p:tag name="KSO_WM_UNIT_LAYERLEVEL" val="1_1_1"/>
  <p:tag name="KSO_WM_BEAUTIFY_FLAG" val="#wm#"/>
  <p:tag name="KSO_WM_TAG_VERSION" val="1.0"/>
  <p:tag name="KSO_WM_DIAGRAM_GROUP_CODE" val="n1-1"/>
  <p:tag name="KSO_WM_UNIT_HIGHLIGHT" val="0"/>
  <p:tag name="KSO_WM_UNIT_COMPATIBLE" val="0"/>
  <p:tag name="KSO_WM_UNIT_DIAGRAM_ISNUMVISUAL" val="0"/>
  <p:tag name="KSO_WM_UNIT_DIAGRAM_ISREFERUNIT" val="0"/>
  <p:tag name="KSO_WM_UNIT_LINE_FORE_SCHEMECOLOR_INDEX" val="14"/>
  <p:tag name="KSO_WM_UNIT_LINE_FILL_TYPE" val="2"/>
  <p:tag name="KSO_WM_UNIT_TEXT_FILL_FORE_SCHEMECOLOR_INDEX" val="13"/>
  <p:tag name="KSO_WM_UNIT_TEXT_FILL_TYPE" val="1"/>
  <p:tag name="KSO_WM_UNIT_USESOURCEFORMAT_APPLY" val="1"/>
  <p:tag name="KSO_WM_UNIT_DIAGRAM_SCHEMECOLOR_ID" val="0"/>
</p:tagLst>
</file>

<file path=ppt/tags/tag1306.xml><?xml version="1.0" encoding="utf-8"?>
<p:tagLst xmlns:p="http://schemas.openxmlformats.org/presentationml/2006/main">
  <p:tag name="KSO_WM_TEMPLATE_CATEGORY" val="diagram"/>
  <p:tag name="KSO_WM_TEMPLATE_INDEX" val="20188729"/>
  <p:tag name="KSO_WM_UNIT_TYPE" val="n_h_i"/>
  <p:tag name="KSO_WM_UNIT_INDEX" val="1_1_5"/>
  <p:tag name="KSO_WM_UNIT_ID" val="diagram20188729_1*n_h_i*1_1_5"/>
  <p:tag name="KSO_WM_UNIT_LAYERLEVEL" val="1_1_1"/>
  <p:tag name="KSO_WM_BEAUTIFY_FLAG" val="#wm#"/>
  <p:tag name="KSO_WM_TAG_VERSION" val="1.0"/>
  <p:tag name="KSO_WM_DIAGRAM_GROUP_CODE" val="n1-1"/>
  <p:tag name="KSO_WM_UNIT_HIGHLIGHT" val="0"/>
  <p:tag name="KSO_WM_UNIT_COMPATIBLE" val="0"/>
  <p:tag name="KSO_WM_UNIT_DIAGRAM_ISNUMVISUAL" val="0"/>
  <p:tag name="KSO_WM_UNIT_DIAGRAM_ISREFERUNIT" val="0"/>
  <p:tag name="KSO_WM_UNIT_LINE_FORE_SCHEMECOLOR_INDEX" val="14"/>
  <p:tag name="KSO_WM_UNIT_LINE_FILL_TYPE" val="2"/>
  <p:tag name="KSO_WM_UNIT_TEXT_FILL_FORE_SCHEMECOLOR_INDEX" val="13"/>
  <p:tag name="KSO_WM_UNIT_TEXT_FILL_TYPE" val="1"/>
  <p:tag name="KSO_WM_UNIT_USESOURCEFORMAT_APPLY" val="1"/>
  <p:tag name="KSO_WM_UNIT_DIAGRAM_SCHEMECOLOR_ID" val="0"/>
</p:tagLst>
</file>

<file path=ppt/tags/tag1307.xml><?xml version="1.0" encoding="utf-8"?>
<p:tagLst xmlns:p="http://schemas.openxmlformats.org/presentationml/2006/main">
  <p:tag name="KSO_WM_TEMPLATE_CATEGORY" val="diagram"/>
  <p:tag name="KSO_WM_TEMPLATE_INDEX" val="20188729"/>
  <p:tag name="KSO_WM_UNIT_TYPE" val="n_h_i"/>
  <p:tag name="KSO_WM_UNIT_INDEX" val="1_1_6"/>
  <p:tag name="KSO_WM_UNIT_ID" val="diagram20188729_1*n_h_i*1_1_6"/>
  <p:tag name="KSO_WM_UNIT_LAYERLEVEL" val="1_1_1"/>
  <p:tag name="KSO_WM_BEAUTIFY_FLAG" val="#wm#"/>
  <p:tag name="KSO_WM_TAG_VERSION" val="1.0"/>
  <p:tag name="KSO_WM_DIAGRAM_GROUP_CODE" val="n1-1"/>
  <p:tag name="KSO_WM_UNIT_HIGHLIGHT" val="0"/>
  <p:tag name="KSO_WM_UNIT_COMPATIBLE" val="0"/>
  <p:tag name="KSO_WM_UNIT_DIAGRAM_ISNUMVISUAL" val="0"/>
  <p:tag name="KSO_WM_UNIT_DIAGRAM_ISREFERUNIT" val="0"/>
  <p:tag name="KSO_WM_UNIT_LINE_FORE_SCHEMECOLOR_INDEX" val="14"/>
  <p:tag name="KSO_WM_UNIT_LINE_FILL_TYPE" val="2"/>
  <p:tag name="KSO_WM_UNIT_TEXT_FILL_FORE_SCHEMECOLOR_INDEX" val="13"/>
  <p:tag name="KSO_WM_UNIT_TEXT_FILL_TYPE" val="1"/>
  <p:tag name="KSO_WM_UNIT_USESOURCEFORMAT_APPLY" val="1"/>
  <p:tag name="KSO_WM_UNIT_DIAGRAM_SCHEMECOLOR_ID" val="0"/>
</p:tagLst>
</file>

<file path=ppt/tags/tag1308.xml><?xml version="1.0" encoding="utf-8"?>
<p:tagLst xmlns:p="http://schemas.openxmlformats.org/presentationml/2006/main">
  <p:tag name="KSO_WM_TEMPLATE_CATEGORY" val="diagram"/>
  <p:tag name="KSO_WM_TEMPLATE_INDEX" val="20188729"/>
  <p:tag name="KSO_WM_UNIT_TYPE" val="n_h_i"/>
  <p:tag name="KSO_WM_UNIT_INDEX" val="1_1_7"/>
  <p:tag name="KSO_WM_UNIT_ID" val="diagram20188729_1*n_h_i*1_1_7"/>
  <p:tag name="KSO_WM_UNIT_LAYERLEVEL" val="1_1_1"/>
  <p:tag name="KSO_WM_BEAUTIFY_FLAG" val="#wm#"/>
  <p:tag name="KSO_WM_TAG_VERSION" val="1.0"/>
  <p:tag name="KSO_WM_DIAGRAM_GROUP_CODE" val="n1-1"/>
  <p:tag name="KSO_WM_UNIT_HIGHLIGHT" val="0"/>
  <p:tag name="KSO_WM_UNIT_COMPATIBLE" val="0"/>
  <p:tag name="KSO_WM_UNIT_DIAGRAM_ISNUMVISUAL" val="0"/>
  <p:tag name="KSO_WM_UNIT_DIAGRAM_ISREFERUNIT" val="0"/>
  <p:tag name="KSO_WM_UNIT_LINE_FORE_SCHEMECOLOR_INDEX" val="14"/>
  <p:tag name="KSO_WM_UNIT_LINE_FILL_TYPE" val="2"/>
  <p:tag name="KSO_WM_UNIT_TEXT_FILL_FORE_SCHEMECOLOR_INDEX" val="13"/>
  <p:tag name="KSO_WM_UNIT_TEXT_FILL_TYPE" val="1"/>
  <p:tag name="KSO_WM_UNIT_USESOURCEFORMAT_APPLY" val="1"/>
  <p:tag name="KSO_WM_UNIT_DIAGRAM_SCHEMECOLOR_ID" val="0"/>
</p:tagLst>
</file>

<file path=ppt/tags/tag1309.xml><?xml version="1.0" encoding="utf-8"?>
<p:tagLst xmlns:p="http://schemas.openxmlformats.org/presentationml/2006/main">
  <p:tag name="KSO_WM_TEMPLATE_CATEGORY" val="diagram"/>
  <p:tag name="KSO_WM_TEMPLATE_INDEX" val="20188729"/>
  <p:tag name="KSO_WM_UNIT_TYPE" val="n_h_i"/>
  <p:tag name="KSO_WM_UNIT_INDEX" val="1_1_8"/>
  <p:tag name="KSO_WM_UNIT_ID" val="diagram20188729_1*n_h_i*1_1_8"/>
  <p:tag name="KSO_WM_UNIT_LAYERLEVEL" val="1_1_1"/>
  <p:tag name="KSO_WM_BEAUTIFY_FLAG" val="#wm#"/>
  <p:tag name="KSO_WM_TAG_VERSION" val="1.0"/>
  <p:tag name="KSO_WM_DIAGRAM_GROUP_CODE" val="n1-1"/>
  <p:tag name="KSO_WM_UNIT_HIGHLIGHT" val="0"/>
  <p:tag name="KSO_WM_UNIT_COMPATIBLE" val="0"/>
  <p:tag name="KSO_WM_UNIT_DIAGRAM_ISNUMVISUAL" val="0"/>
  <p:tag name="KSO_WM_UNIT_DIAGRAM_ISREFERUNIT" val="0"/>
  <p:tag name="KSO_WM_UNIT_LINE_FORE_SCHEMECOLOR_INDEX" val="14"/>
  <p:tag name="KSO_WM_UNIT_LINE_FILL_TYPE" val="2"/>
  <p:tag name="KSO_WM_UNIT_TEXT_FILL_FORE_SCHEMECOLOR_INDEX" val="13"/>
  <p:tag name="KSO_WM_UNIT_TEXT_FILL_TYPE" val="1"/>
  <p:tag name="KSO_WM_UNIT_USESOURCEFORMAT_APPLY" val="1"/>
  <p:tag name="KSO_WM_UNIT_DIAGRAM_SCHEMECOLOR_ID" val="0"/>
</p:tagLst>
</file>

<file path=ppt/tags/tag1310.xml><?xml version="1.0" encoding="utf-8"?>
<p:tagLst xmlns:p="http://schemas.openxmlformats.org/presentationml/2006/main">
  <p:tag name="KSO_WM_TEMPLATE_CATEGORY" val="diagram"/>
  <p:tag name="KSO_WM_TEMPLATE_INDEX" val="20188729"/>
  <p:tag name="KSO_WM_UNIT_TYPE" val="n_h_i"/>
  <p:tag name="KSO_WM_UNIT_INDEX" val="1_1_9"/>
  <p:tag name="KSO_WM_UNIT_ID" val="diagram20188729_1*n_h_i*1_1_9"/>
  <p:tag name="KSO_WM_UNIT_LAYERLEVEL" val="1_1_1"/>
  <p:tag name="KSO_WM_BEAUTIFY_FLAG" val="#wm#"/>
  <p:tag name="KSO_WM_TAG_VERSION" val="1.0"/>
  <p:tag name="KSO_WM_DIAGRAM_GROUP_CODE" val="n1-1"/>
  <p:tag name="KSO_WM_UNIT_HIGHLIGHT" val="0"/>
  <p:tag name="KSO_WM_UNIT_COMPATIBLE" val="0"/>
  <p:tag name="KSO_WM_UNIT_DIAGRAM_ISNUMVISUAL" val="0"/>
  <p:tag name="KSO_WM_UNIT_DIAGRAM_ISREFERUNIT" val="0"/>
  <p:tag name="KSO_WM_UNIT_LINE_FORE_SCHEMECOLOR_INDEX" val="14"/>
  <p:tag name="KSO_WM_UNIT_LINE_FILL_TYPE" val="2"/>
  <p:tag name="KSO_WM_UNIT_TEXT_FILL_FORE_SCHEMECOLOR_INDEX" val="13"/>
  <p:tag name="KSO_WM_UNIT_TEXT_FILL_TYPE" val="1"/>
  <p:tag name="KSO_WM_UNIT_USESOURCEFORMAT_APPLY" val="1"/>
  <p:tag name="KSO_WM_UNIT_DIAGRAM_SCHEMECOLOR_ID" val="0"/>
</p:tagLst>
</file>

<file path=ppt/tags/tag1311.xml><?xml version="1.0" encoding="utf-8"?>
<p:tagLst xmlns:p="http://schemas.openxmlformats.org/presentationml/2006/main">
  <p:tag name="KSO_WM_TEMPLATE_CATEGORY" val="diagram"/>
  <p:tag name="KSO_WM_TEMPLATE_INDEX" val="20188729"/>
  <p:tag name="KSO_WM_UNIT_TYPE" val="n_h_i"/>
  <p:tag name="KSO_WM_UNIT_INDEX" val="1_1_10"/>
  <p:tag name="KSO_WM_UNIT_ID" val="diagram20188729_1*n_h_i*1_1_10"/>
  <p:tag name="KSO_WM_UNIT_LAYERLEVEL" val="1_1_1"/>
  <p:tag name="KSO_WM_BEAUTIFY_FLAG" val="#wm#"/>
  <p:tag name="KSO_WM_TAG_VERSION" val="1.0"/>
  <p:tag name="KSO_WM_DIAGRAM_GROUP_CODE" val="n1-1"/>
  <p:tag name="KSO_WM_UNIT_HIGHLIGHT" val="0"/>
  <p:tag name="KSO_WM_UNIT_COMPATIBLE" val="0"/>
  <p:tag name="KSO_WM_UNIT_DIAGRAM_ISNUMVISUAL" val="0"/>
  <p:tag name="KSO_WM_UNIT_DIAGRAM_ISREFERUNIT" val="0"/>
  <p:tag name="KSO_WM_UNIT_LINE_FORE_SCHEMECOLOR_INDEX" val="14"/>
  <p:tag name="KSO_WM_UNIT_LINE_FILL_TYPE" val="2"/>
  <p:tag name="KSO_WM_UNIT_TEXT_FILL_FORE_SCHEMECOLOR_INDEX" val="13"/>
  <p:tag name="KSO_WM_UNIT_TEXT_FILL_TYPE" val="1"/>
  <p:tag name="KSO_WM_UNIT_USESOURCEFORMAT_APPLY" val="1"/>
  <p:tag name="KSO_WM_UNIT_DIAGRAM_SCHEMECOLOR_ID" val="0"/>
</p:tagLst>
</file>

<file path=ppt/tags/tag1312.xml><?xml version="1.0" encoding="utf-8"?>
<p:tagLst xmlns:p="http://schemas.openxmlformats.org/presentationml/2006/main">
  <p:tag name="KSO_WM_TEMPLATE_CATEGORY" val="diagram"/>
  <p:tag name="KSO_WM_TEMPLATE_INDEX" val="20188729"/>
  <p:tag name="KSO_WM_UNIT_TYPE" val="n_h_i"/>
  <p:tag name="KSO_WM_UNIT_INDEX" val="1_1_11"/>
  <p:tag name="KSO_WM_UNIT_ID" val="diagram20188729_1*n_h_i*1_1_11"/>
  <p:tag name="KSO_WM_UNIT_LAYERLEVEL" val="1_1_1"/>
  <p:tag name="KSO_WM_BEAUTIFY_FLAG" val="#wm#"/>
  <p:tag name="KSO_WM_TAG_VERSION" val="1.0"/>
  <p:tag name="KSO_WM_DIAGRAM_GROUP_CODE" val="n1-1"/>
  <p:tag name="KSO_WM_UNIT_HIGHLIGHT" val="0"/>
  <p:tag name="KSO_WM_UNIT_COMPATIBLE" val="0"/>
  <p:tag name="KSO_WM_UNIT_DIAGRAM_ISNUMVISUAL" val="0"/>
  <p:tag name="KSO_WM_UNIT_DIAGRAM_ISREFERUNIT" val="0"/>
  <p:tag name="KSO_WM_UNIT_LINE_FORE_SCHEMECOLOR_INDEX" val="14"/>
  <p:tag name="KSO_WM_UNIT_LINE_FILL_TYPE" val="2"/>
  <p:tag name="KSO_WM_UNIT_TEXT_FILL_FORE_SCHEMECOLOR_INDEX" val="13"/>
  <p:tag name="KSO_WM_UNIT_TEXT_FILL_TYPE" val="1"/>
  <p:tag name="KSO_WM_UNIT_USESOURCEFORMAT_APPLY" val="1"/>
  <p:tag name="KSO_WM_UNIT_DIAGRAM_SCHEMECOLOR_ID" val="0"/>
</p:tagLst>
</file>

<file path=ppt/tags/tag1313.xml><?xml version="1.0" encoding="utf-8"?>
<p:tagLst xmlns:p="http://schemas.openxmlformats.org/presentationml/2006/main">
  <p:tag name="KSO_WM_TEMPLATE_CATEGORY" val="diagram"/>
  <p:tag name="KSO_WM_TEMPLATE_INDEX" val="20188729"/>
  <p:tag name="KSO_WM_UNIT_TYPE" val="n_h_i"/>
  <p:tag name="KSO_WM_UNIT_INDEX" val="1_1_12"/>
  <p:tag name="KSO_WM_UNIT_ID" val="diagram20188729_1*n_h_i*1_1_12"/>
  <p:tag name="KSO_WM_UNIT_LAYERLEVEL" val="1_1_1"/>
  <p:tag name="KSO_WM_BEAUTIFY_FLAG" val="#wm#"/>
  <p:tag name="KSO_WM_TAG_VERSION" val="1.0"/>
  <p:tag name="KSO_WM_DIAGRAM_GROUP_CODE" val="n1-1"/>
  <p:tag name="KSO_WM_UNIT_HIGHLIGHT" val="0"/>
  <p:tag name="KSO_WM_UNIT_COMPATIBLE" val="0"/>
  <p:tag name="KSO_WM_UNIT_DIAGRAM_ISNUMVISUAL" val="0"/>
  <p:tag name="KSO_WM_UNIT_DIAGRAM_ISREFERUNIT" val="0"/>
  <p:tag name="KSO_WM_UNIT_LINE_FORE_SCHEMECOLOR_INDEX" val="14"/>
  <p:tag name="KSO_WM_UNIT_LINE_FILL_TYPE" val="2"/>
  <p:tag name="KSO_WM_UNIT_TEXT_FILL_FORE_SCHEMECOLOR_INDEX" val="13"/>
  <p:tag name="KSO_WM_UNIT_TEXT_FILL_TYPE" val="1"/>
  <p:tag name="KSO_WM_UNIT_USESOURCEFORMAT_APPLY" val="1"/>
  <p:tag name="KSO_WM_UNIT_DIAGRAM_SCHEMECOLOR_ID" val="0"/>
</p:tagLst>
</file>

<file path=ppt/tags/tag1314.xml><?xml version="1.0" encoding="utf-8"?>
<p:tagLst xmlns:p="http://schemas.openxmlformats.org/presentationml/2006/main">
  <p:tag name="KSO_WM_TEMPLATE_CATEGORY" val="diagram"/>
  <p:tag name="KSO_WM_TEMPLATE_INDEX" val="20188729"/>
  <p:tag name="KSO_WM_UNIT_TYPE" val="n_h_i"/>
  <p:tag name="KSO_WM_UNIT_INDEX" val="1_1_13"/>
  <p:tag name="KSO_WM_UNIT_ID" val="diagram20188729_1*n_h_i*1_1_13"/>
  <p:tag name="KSO_WM_UNIT_LAYERLEVEL" val="1_1_1"/>
  <p:tag name="KSO_WM_BEAUTIFY_FLAG" val="#wm#"/>
  <p:tag name="KSO_WM_TAG_VERSION" val="1.0"/>
  <p:tag name="KSO_WM_DIAGRAM_GROUP_CODE" val="n1-1"/>
  <p:tag name="KSO_WM_UNIT_HIGHLIGHT" val="0"/>
  <p:tag name="KSO_WM_UNIT_COMPATIBLE" val="0"/>
  <p:tag name="KSO_WM_UNIT_DIAGRAM_ISNUMVISUAL" val="0"/>
  <p:tag name="KSO_WM_UNIT_DIAGRAM_ISREFERUNIT" val="0"/>
  <p:tag name="KSO_WM_UNIT_LINE_FORE_SCHEMECOLOR_INDEX" val="14"/>
  <p:tag name="KSO_WM_UNIT_LINE_FILL_TYPE" val="2"/>
  <p:tag name="KSO_WM_UNIT_TEXT_FILL_FORE_SCHEMECOLOR_INDEX" val="13"/>
  <p:tag name="KSO_WM_UNIT_TEXT_FILL_TYPE" val="1"/>
  <p:tag name="KSO_WM_UNIT_USESOURCEFORMAT_APPLY" val="1"/>
  <p:tag name="KSO_WM_UNIT_DIAGRAM_SCHEMECOLOR_ID" val="0"/>
</p:tagLst>
</file>

<file path=ppt/tags/tag1315.xml><?xml version="1.0" encoding="utf-8"?>
<p:tagLst xmlns:p="http://schemas.openxmlformats.org/presentationml/2006/main">
  <p:tag name="KSO_WM_TEMPLATE_CATEGORY" val="diagram"/>
  <p:tag name="KSO_WM_TEMPLATE_INDEX" val="20188729"/>
  <p:tag name="KSO_WM_UNIT_TYPE" val="n_h_i"/>
  <p:tag name="KSO_WM_UNIT_INDEX" val="1_1_14"/>
  <p:tag name="KSO_WM_UNIT_ID" val="diagram20188729_1*n_h_i*1_1_14"/>
  <p:tag name="KSO_WM_UNIT_LAYERLEVEL" val="1_1_1"/>
  <p:tag name="KSO_WM_BEAUTIFY_FLAG" val="#wm#"/>
  <p:tag name="KSO_WM_TAG_VERSION" val="1.0"/>
  <p:tag name="KSO_WM_DIAGRAM_GROUP_CODE" val="n1-1"/>
  <p:tag name="KSO_WM_UNIT_HIGHLIGHT" val="0"/>
  <p:tag name="KSO_WM_UNIT_COMPATIBLE" val="0"/>
  <p:tag name="KSO_WM_UNIT_DIAGRAM_ISNUMVISUAL" val="0"/>
  <p:tag name="KSO_WM_UNIT_DIAGRAM_ISREFERUNIT" val="0"/>
  <p:tag name="KSO_WM_UNIT_LINE_FORE_SCHEMECOLOR_INDEX" val="14"/>
  <p:tag name="KSO_WM_UNIT_LINE_FILL_TYPE" val="2"/>
  <p:tag name="KSO_WM_UNIT_TEXT_FILL_FORE_SCHEMECOLOR_INDEX" val="13"/>
  <p:tag name="KSO_WM_UNIT_TEXT_FILL_TYPE" val="1"/>
  <p:tag name="KSO_WM_UNIT_USESOURCEFORMAT_APPLY" val="1"/>
  <p:tag name="KSO_WM_UNIT_DIAGRAM_SCHEMECOLOR_ID" val="0"/>
</p:tagLst>
</file>

<file path=ppt/tags/tag1316.xml><?xml version="1.0" encoding="utf-8"?>
<p:tagLst xmlns:p="http://schemas.openxmlformats.org/presentationml/2006/main">
  <p:tag name="KSO_WM_TEMPLATE_CATEGORY" val="diagram"/>
  <p:tag name="KSO_WM_TEMPLATE_INDEX" val="20188729"/>
  <p:tag name="KSO_WM_UNIT_TYPE" val="n_h_i"/>
  <p:tag name="KSO_WM_UNIT_INDEX" val="1_1_15"/>
  <p:tag name="KSO_WM_UNIT_ID" val="diagram20188729_1*n_h_i*1_1_15"/>
  <p:tag name="KSO_WM_UNIT_LAYERLEVEL" val="1_1_1"/>
  <p:tag name="KSO_WM_BEAUTIFY_FLAG" val="#wm#"/>
  <p:tag name="KSO_WM_TAG_VERSION" val="1.0"/>
  <p:tag name="KSO_WM_DIAGRAM_GROUP_CODE" val="n1-1"/>
  <p:tag name="KSO_WM_UNIT_HIGHLIGHT" val="0"/>
  <p:tag name="KSO_WM_UNIT_COMPATIBLE" val="0"/>
  <p:tag name="KSO_WM_UNIT_DIAGRAM_ISNUMVISUAL" val="0"/>
  <p:tag name="KSO_WM_UNIT_DIAGRAM_ISREFERUNIT" val="0"/>
  <p:tag name="KSO_WM_UNIT_LINE_FORE_SCHEMECOLOR_INDEX" val="14"/>
  <p:tag name="KSO_WM_UNIT_LINE_FILL_TYPE" val="2"/>
  <p:tag name="KSO_WM_UNIT_TEXT_FILL_FORE_SCHEMECOLOR_INDEX" val="13"/>
  <p:tag name="KSO_WM_UNIT_TEXT_FILL_TYPE" val="1"/>
  <p:tag name="KSO_WM_UNIT_USESOURCEFORMAT_APPLY" val="1"/>
  <p:tag name="KSO_WM_UNIT_DIAGRAM_SCHEMECOLOR_ID" val="0"/>
</p:tagLst>
</file>

<file path=ppt/tags/tag1317.xml><?xml version="1.0" encoding="utf-8"?>
<p:tagLst xmlns:p="http://schemas.openxmlformats.org/presentationml/2006/main">
  <p:tag name="KSO_WM_TEMPLATE_CATEGORY" val="diagram"/>
  <p:tag name="KSO_WM_TEMPLATE_INDEX" val="20188729"/>
  <p:tag name="KSO_WM_UNIT_TYPE" val="n_h_i"/>
  <p:tag name="KSO_WM_UNIT_INDEX" val="1_1_16"/>
  <p:tag name="KSO_WM_UNIT_ID" val="diagram20188729_1*n_h_i*1_1_16"/>
  <p:tag name="KSO_WM_UNIT_LAYERLEVEL" val="1_1_1"/>
  <p:tag name="KSO_WM_BEAUTIFY_FLAG" val="#wm#"/>
  <p:tag name="KSO_WM_TAG_VERSION" val="1.0"/>
  <p:tag name="KSO_WM_DIAGRAM_GROUP_CODE" val="n1-1"/>
  <p:tag name="KSO_WM_UNIT_HIGHLIGHT" val="0"/>
  <p:tag name="KSO_WM_UNIT_COMPATIBLE" val="0"/>
  <p:tag name="KSO_WM_UNIT_DIAGRAM_ISNUMVISUAL" val="0"/>
  <p:tag name="KSO_WM_UNIT_DIAGRAM_ISREFERUNIT" val="0"/>
  <p:tag name="KSO_WM_UNIT_LINE_FORE_SCHEMECOLOR_INDEX" val="14"/>
  <p:tag name="KSO_WM_UNIT_LINE_FILL_TYPE" val="2"/>
  <p:tag name="KSO_WM_UNIT_TEXT_FILL_FORE_SCHEMECOLOR_INDEX" val="13"/>
  <p:tag name="KSO_WM_UNIT_TEXT_FILL_TYPE" val="1"/>
  <p:tag name="KSO_WM_UNIT_USESOURCEFORMAT_APPLY" val="1"/>
  <p:tag name="KSO_WM_UNIT_DIAGRAM_SCHEMECOLOR_ID" val="0"/>
</p:tagLst>
</file>

<file path=ppt/tags/tag1318.xml><?xml version="1.0" encoding="utf-8"?>
<p:tagLst xmlns:p="http://schemas.openxmlformats.org/presentationml/2006/main">
  <p:tag name="KSO_WM_TEMPLATE_CATEGORY" val="diagram"/>
  <p:tag name="KSO_WM_TEMPLATE_INDEX" val="20188729"/>
  <p:tag name="KSO_WM_UNIT_TYPE" val="n_h_i"/>
  <p:tag name="KSO_WM_UNIT_INDEX" val="1_1_17"/>
  <p:tag name="KSO_WM_UNIT_ID" val="diagram20188729_1*n_h_i*1_1_17"/>
  <p:tag name="KSO_WM_UNIT_LAYERLEVEL" val="1_1_1"/>
  <p:tag name="KSO_WM_BEAUTIFY_FLAG" val="#wm#"/>
  <p:tag name="KSO_WM_TAG_VERSION" val="1.0"/>
  <p:tag name="KSO_WM_DIAGRAM_GROUP_CODE" val="n1-1"/>
  <p:tag name="KSO_WM_UNIT_HIGHLIGHT" val="0"/>
  <p:tag name="KSO_WM_UNIT_COMPATIBLE" val="0"/>
  <p:tag name="KSO_WM_UNIT_DIAGRAM_ISNUMVISUAL" val="0"/>
  <p:tag name="KSO_WM_UNIT_DIAGRAM_ISREFERUNIT" val="0"/>
  <p:tag name="KSO_WM_UNIT_LINE_FORE_SCHEMECOLOR_INDEX" val="14"/>
  <p:tag name="KSO_WM_UNIT_LINE_FILL_TYPE" val="2"/>
  <p:tag name="KSO_WM_UNIT_TEXT_FILL_FORE_SCHEMECOLOR_INDEX" val="13"/>
  <p:tag name="KSO_WM_UNIT_TEXT_FILL_TYPE" val="1"/>
  <p:tag name="KSO_WM_UNIT_USESOURCEFORMAT_APPLY" val="1"/>
  <p:tag name="KSO_WM_UNIT_DIAGRAM_SCHEMECOLOR_ID" val="0"/>
</p:tagLst>
</file>

<file path=ppt/tags/tag1319.xml><?xml version="1.0" encoding="utf-8"?>
<p:tagLst xmlns:p="http://schemas.openxmlformats.org/presentationml/2006/main">
  <p:tag name="KSO_WM_TEMPLATE_CATEGORY" val="diagram"/>
  <p:tag name="KSO_WM_TEMPLATE_INDEX" val="20188729"/>
  <p:tag name="KSO_WM_UNIT_TYPE" val="n_h_i"/>
  <p:tag name="KSO_WM_UNIT_INDEX" val="1_1_18"/>
  <p:tag name="KSO_WM_UNIT_ID" val="diagram20188729_1*n_h_i*1_1_18"/>
  <p:tag name="KSO_WM_UNIT_LAYERLEVEL" val="1_1_1"/>
  <p:tag name="KSO_WM_BEAUTIFY_FLAG" val="#wm#"/>
  <p:tag name="KSO_WM_TAG_VERSION" val="1.0"/>
  <p:tag name="KSO_WM_DIAGRAM_GROUP_CODE" val="n1-1"/>
  <p:tag name="KSO_WM_UNIT_HIGHLIGHT" val="0"/>
  <p:tag name="KSO_WM_UNIT_COMPATIBLE" val="0"/>
  <p:tag name="KSO_WM_UNIT_DIAGRAM_ISNUMVISUAL" val="0"/>
  <p:tag name="KSO_WM_UNIT_DIAGRAM_ISREFERUNIT" val="0"/>
  <p:tag name="KSO_WM_UNIT_LINE_FORE_SCHEMECOLOR_INDEX" val="14"/>
  <p:tag name="KSO_WM_UNIT_LINE_FILL_TYPE" val="2"/>
  <p:tag name="KSO_WM_UNIT_TEXT_FILL_FORE_SCHEMECOLOR_INDEX" val="13"/>
  <p:tag name="KSO_WM_UNIT_TEXT_FILL_TYPE" val="1"/>
  <p:tag name="KSO_WM_UNIT_USESOURCEFORMAT_APPLY" val="1"/>
  <p:tag name="KSO_WM_UNIT_DIAGRAM_SCHEMECOLOR_ID" val="0"/>
</p:tagLst>
</file>

<file path=ppt/tags/tag1320.xml><?xml version="1.0" encoding="utf-8"?>
<p:tagLst xmlns:p="http://schemas.openxmlformats.org/presentationml/2006/main">
  <p:tag name="KSO_WM_TEMPLATE_CATEGORY" val="diagram"/>
  <p:tag name="KSO_WM_TEMPLATE_INDEX" val="20188729"/>
  <p:tag name="KSO_WM_UNIT_TYPE" val="n_h_i"/>
  <p:tag name="KSO_WM_UNIT_INDEX" val="1_1_19"/>
  <p:tag name="KSO_WM_UNIT_ID" val="diagram20188729_1*n_h_i*1_1_19"/>
  <p:tag name="KSO_WM_UNIT_LAYERLEVEL" val="1_1_1"/>
  <p:tag name="KSO_WM_BEAUTIFY_FLAG" val="#wm#"/>
  <p:tag name="KSO_WM_TAG_VERSION" val="1.0"/>
  <p:tag name="KSO_WM_DIAGRAM_GROUP_CODE" val="n1-1"/>
  <p:tag name="KSO_WM_UNIT_HIGHLIGHT" val="0"/>
  <p:tag name="KSO_WM_UNIT_COMPATIBLE" val="0"/>
  <p:tag name="KSO_WM_UNIT_DIAGRAM_ISNUMVISUAL" val="0"/>
  <p:tag name="KSO_WM_UNIT_DIAGRAM_ISREFERUNIT" val="0"/>
  <p:tag name="KSO_WM_UNIT_LINE_FORE_SCHEMECOLOR_INDEX" val="14"/>
  <p:tag name="KSO_WM_UNIT_LINE_FILL_TYPE" val="2"/>
  <p:tag name="KSO_WM_UNIT_TEXT_FILL_FORE_SCHEMECOLOR_INDEX" val="13"/>
  <p:tag name="KSO_WM_UNIT_TEXT_FILL_TYPE" val="1"/>
  <p:tag name="KSO_WM_UNIT_USESOURCEFORMAT_APPLY" val="1"/>
  <p:tag name="KSO_WM_UNIT_DIAGRAM_SCHEMECOLOR_ID" val="0"/>
</p:tagLst>
</file>

<file path=ppt/tags/tag1321.xml><?xml version="1.0" encoding="utf-8"?>
<p:tagLst xmlns:p="http://schemas.openxmlformats.org/presentationml/2006/main">
  <p:tag name="KSO_WM_TEMPLATE_CATEGORY" val="diagram"/>
  <p:tag name="KSO_WM_TEMPLATE_INDEX" val="20188729"/>
  <p:tag name="KSO_WM_UNIT_TYPE" val="n_h_i"/>
  <p:tag name="KSO_WM_UNIT_INDEX" val="1_1_20"/>
  <p:tag name="KSO_WM_UNIT_ID" val="diagram20188729_1*n_h_i*1_1_20"/>
  <p:tag name="KSO_WM_UNIT_LAYERLEVEL" val="1_1_1"/>
  <p:tag name="KSO_WM_BEAUTIFY_FLAG" val="#wm#"/>
  <p:tag name="KSO_WM_TAG_VERSION" val="1.0"/>
  <p:tag name="KSO_WM_DIAGRAM_GROUP_CODE" val="n1-1"/>
  <p:tag name="KSO_WM_UNIT_HIGHLIGHT" val="0"/>
  <p:tag name="KSO_WM_UNIT_COMPATIBLE" val="0"/>
  <p:tag name="KSO_WM_UNIT_DIAGRAM_ISNUMVISUAL" val="0"/>
  <p:tag name="KSO_WM_UNIT_DIAGRAM_ISREFERUNIT" val="0"/>
  <p:tag name="KSO_WM_UNIT_LINE_FORE_SCHEMECOLOR_INDEX" val="14"/>
  <p:tag name="KSO_WM_UNIT_LINE_FILL_TYPE" val="2"/>
  <p:tag name="KSO_WM_UNIT_TEXT_FILL_FORE_SCHEMECOLOR_INDEX" val="13"/>
  <p:tag name="KSO_WM_UNIT_TEXT_FILL_TYPE" val="1"/>
  <p:tag name="KSO_WM_UNIT_USESOURCEFORMAT_APPLY" val="1"/>
  <p:tag name="KSO_WM_UNIT_DIAGRAM_SCHEMECOLOR_ID" val="0"/>
</p:tagLst>
</file>

<file path=ppt/tags/tag1322.xml><?xml version="1.0" encoding="utf-8"?>
<p:tagLst xmlns:p="http://schemas.openxmlformats.org/presentationml/2006/main">
  <p:tag name="KSO_WM_TEMPLATE_CATEGORY" val="diagram"/>
  <p:tag name="KSO_WM_TEMPLATE_INDEX" val="20188729"/>
  <p:tag name="KSO_WM_UNIT_TYPE" val="n_h_i"/>
  <p:tag name="KSO_WM_UNIT_INDEX" val="1_1_21"/>
  <p:tag name="KSO_WM_UNIT_ID" val="diagram20188729_1*n_h_i*1_1_21"/>
  <p:tag name="KSO_WM_UNIT_LAYERLEVEL" val="1_1_1"/>
  <p:tag name="KSO_WM_BEAUTIFY_FLAG" val="#wm#"/>
  <p:tag name="KSO_WM_TAG_VERSION" val="1.0"/>
  <p:tag name="KSO_WM_DIAGRAM_GROUP_CODE" val="n1-1"/>
  <p:tag name="KSO_WM_UNIT_HIGHLIGHT" val="0"/>
  <p:tag name="KSO_WM_UNIT_COMPATIBLE" val="0"/>
  <p:tag name="KSO_WM_UNIT_DIAGRAM_ISNUMVISUAL" val="0"/>
  <p:tag name="KSO_WM_UNIT_DIAGRAM_ISREFERUNIT" val="0"/>
  <p:tag name="KSO_WM_UNIT_LINE_FORE_SCHEMECOLOR_INDEX" val="14"/>
  <p:tag name="KSO_WM_UNIT_LINE_FILL_TYPE" val="2"/>
  <p:tag name="KSO_WM_UNIT_TEXT_FILL_FORE_SCHEMECOLOR_INDEX" val="13"/>
  <p:tag name="KSO_WM_UNIT_TEXT_FILL_TYPE" val="1"/>
  <p:tag name="KSO_WM_UNIT_USESOURCEFORMAT_APPLY" val="1"/>
  <p:tag name="KSO_WM_UNIT_DIAGRAM_SCHEMECOLOR_ID" val="0"/>
</p:tagLst>
</file>

<file path=ppt/tags/tag1323.xml><?xml version="1.0" encoding="utf-8"?>
<p:tagLst xmlns:p="http://schemas.openxmlformats.org/presentationml/2006/main">
  <p:tag name="KSO_WM_TEMPLATE_CATEGORY" val="diagram"/>
  <p:tag name="KSO_WM_TEMPLATE_INDEX" val="20188729"/>
  <p:tag name="KSO_WM_UNIT_TYPE" val="n_h_i"/>
  <p:tag name="KSO_WM_UNIT_INDEX" val="1_1_22"/>
  <p:tag name="KSO_WM_UNIT_ID" val="diagram20188729_1*n_h_i*1_1_22"/>
  <p:tag name="KSO_WM_UNIT_LAYERLEVEL" val="1_1_1"/>
  <p:tag name="KSO_WM_BEAUTIFY_FLAG" val="#wm#"/>
  <p:tag name="KSO_WM_TAG_VERSION" val="1.0"/>
  <p:tag name="KSO_WM_DIAGRAM_GROUP_CODE" val="n1-1"/>
  <p:tag name="KSO_WM_UNIT_HIGHLIGHT" val="0"/>
  <p:tag name="KSO_WM_UNIT_COMPATIBLE" val="0"/>
  <p:tag name="KSO_WM_UNIT_DIAGRAM_ISNUMVISUAL" val="0"/>
  <p:tag name="KSO_WM_UNIT_DIAGRAM_ISREFERUNIT" val="0"/>
  <p:tag name="KSO_WM_UNIT_LINE_FORE_SCHEMECOLOR_INDEX" val="14"/>
  <p:tag name="KSO_WM_UNIT_LINE_FILL_TYPE" val="2"/>
  <p:tag name="KSO_WM_UNIT_TEXT_FILL_FORE_SCHEMECOLOR_INDEX" val="13"/>
  <p:tag name="KSO_WM_UNIT_TEXT_FILL_TYPE" val="1"/>
  <p:tag name="KSO_WM_UNIT_USESOURCEFORMAT_APPLY" val="1"/>
  <p:tag name="KSO_WM_UNIT_DIAGRAM_SCHEMECOLOR_ID" val="0"/>
</p:tagLst>
</file>

<file path=ppt/tags/tag1324.xml><?xml version="1.0" encoding="utf-8"?>
<p:tagLst xmlns:p="http://schemas.openxmlformats.org/presentationml/2006/main">
  <p:tag name="KSO_WM_TEMPLATE_CATEGORY" val="diagram"/>
  <p:tag name="KSO_WM_TEMPLATE_INDEX" val="20188729"/>
  <p:tag name="KSO_WM_UNIT_TYPE" val="n_h_i"/>
  <p:tag name="KSO_WM_UNIT_INDEX" val="1_1_23"/>
  <p:tag name="KSO_WM_UNIT_ID" val="diagram20188729_1*n_h_i*1_1_23"/>
  <p:tag name="KSO_WM_UNIT_LAYERLEVEL" val="1_1_1"/>
  <p:tag name="KSO_WM_BEAUTIFY_FLAG" val="#wm#"/>
  <p:tag name="KSO_WM_TAG_VERSION" val="1.0"/>
  <p:tag name="KSO_WM_DIAGRAM_GROUP_CODE" val="n1-1"/>
  <p:tag name="KSO_WM_UNIT_HIGHLIGHT" val="0"/>
  <p:tag name="KSO_WM_UNIT_COMPATIBLE" val="0"/>
  <p:tag name="KSO_WM_UNIT_DIAGRAM_ISNUMVISUAL" val="0"/>
  <p:tag name="KSO_WM_UNIT_DIAGRAM_ISREFERUNIT" val="0"/>
  <p:tag name="KSO_WM_UNIT_LINE_FORE_SCHEMECOLOR_INDEX" val="14"/>
  <p:tag name="KSO_WM_UNIT_LINE_FILL_TYPE" val="2"/>
  <p:tag name="KSO_WM_UNIT_TEXT_FILL_FORE_SCHEMECOLOR_INDEX" val="13"/>
  <p:tag name="KSO_WM_UNIT_TEXT_FILL_TYPE" val="1"/>
  <p:tag name="KSO_WM_UNIT_USESOURCEFORMAT_APPLY" val="1"/>
  <p:tag name="KSO_WM_UNIT_DIAGRAM_SCHEMECOLOR_ID" val="0"/>
</p:tagLst>
</file>

<file path=ppt/tags/tag1325.xml><?xml version="1.0" encoding="utf-8"?>
<p:tagLst xmlns:p="http://schemas.openxmlformats.org/presentationml/2006/main">
  <p:tag name="KSO_WM_TEMPLATE_CATEGORY" val="diagram"/>
  <p:tag name="KSO_WM_TEMPLATE_INDEX" val="20188729"/>
  <p:tag name="KSO_WM_UNIT_TYPE" val="n_h_i"/>
  <p:tag name="KSO_WM_UNIT_INDEX" val="1_1_24"/>
  <p:tag name="KSO_WM_UNIT_ID" val="diagram20188729_1*n_h_i*1_1_24"/>
  <p:tag name="KSO_WM_UNIT_LAYERLEVEL" val="1_1_1"/>
  <p:tag name="KSO_WM_BEAUTIFY_FLAG" val="#wm#"/>
  <p:tag name="KSO_WM_TAG_VERSION" val="1.0"/>
  <p:tag name="KSO_WM_DIAGRAM_GROUP_CODE" val="n1-1"/>
  <p:tag name="KSO_WM_UNIT_HIGHLIGHT" val="0"/>
  <p:tag name="KSO_WM_UNIT_COMPATIBLE" val="0"/>
  <p:tag name="KSO_WM_UNIT_DIAGRAM_ISNUMVISUAL" val="0"/>
  <p:tag name="KSO_WM_UNIT_DIAGRAM_ISREFERUNIT" val="0"/>
  <p:tag name="KSO_WM_UNIT_LINE_FORE_SCHEMECOLOR_INDEX" val="14"/>
  <p:tag name="KSO_WM_UNIT_LINE_FILL_TYPE" val="2"/>
  <p:tag name="KSO_WM_UNIT_TEXT_FILL_FORE_SCHEMECOLOR_INDEX" val="13"/>
  <p:tag name="KSO_WM_UNIT_TEXT_FILL_TYPE" val="1"/>
  <p:tag name="KSO_WM_UNIT_USESOURCEFORMAT_APPLY" val="1"/>
  <p:tag name="KSO_WM_UNIT_DIAGRAM_SCHEMECOLOR_ID" val="0"/>
</p:tagLst>
</file>

<file path=ppt/tags/tag1326.xml><?xml version="1.0" encoding="utf-8"?>
<p:tagLst xmlns:p="http://schemas.openxmlformats.org/presentationml/2006/main">
  <p:tag name="KSO_WM_TEMPLATE_CATEGORY" val="diagram"/>
  <p:tag name="KSO_WM_TEMPLATE_INDEX" val="20188729"/>
  <p:tag name="KSO_WM_UNIT_TYPE" val="n_h_i"/>
  <p:tag name="KSO_WM_UNIT_INDEX" val="1_1_25"/>
  <p:tag name="KSO_WM_UNIT_ID" val="diagram20188729_1*n_h_i*1_1_25"/>
  <p:tag name="KSO_WM_UNIT_LAYERLEVEL" val="1_1_1"/>
  <p:tag name="KSO_WM_BEAUTIFY_FLAG" val="#wm#"/>
  <p:tag name="KSO_WM_TAG_VERSION" val="1.0"/>
  <p:tag name="KSO_WM_DIAGRAM_GROUP_CODE" val="n1-1"/>
  <p:tag name="KSO_WM_UNIT_HIGHLIGHT" val="0"/>
  <p:tag name="KSO_WM_UNIT_COMPATIBLE" val="0"/>
  <p:tag name="KSO_WM_UNIT_DIAGRAM_ISNUMVISUAL" val="0"/>
  <p:tag name="KSO_WM_UNIT_DIAGRAM_ISREFERUNIT" val="0"/>
  <p:tag name="KSO_WM_UNIT_LINE_FORE_SCHEMECOLOR_INDEX" val="14"/>
  <p:tag name="KSO_WM_UNIT_LINE_FILL_TYPE" val="2"/>
  <p:tag name="KSO_WM_UNIT_TEXT_FILL_FORE_SCHEMECOLOR_INDEX" val="13"/>
  <p:tag name="KSO_WM_UNIT_TEXT_FILL_TYPE" val="1"/>
  <p:tag name="KSO_WM_UNIT_USESOURCEFORMAT_APPLY" val="1"/>
  <p:tag name="KSO_WM_UNIT_DIAGRAM_SCHEMECOLOR_ID" val="0"/>
</p:tagLst>
</file>

<file path=ppt/tags/tag1327.xml><?xml version="1.0" encoding="utf-8"?>
<p:tagLst xmlns:p="http://schemas.openxmlformats.org/presentationml/2006/main">
  <p:tag name="KSO_WM_TEMPLATE_CATEGORY" val="diagram"/>
  <p:tag name="KSO_WM_TEMPLATE_INDEX" val="20188729"/>
  <p:tag name="KSO_WM_UNIT_TYPE" val="n_h_i"/>
  <p:tag name="KSO_WM_UNIT_INDEX" val="1_1_26"/>
  <p:tag name="KSO_WM_UNIT_ID" val="diagram20188729_1*n_h_i*1_1_26"/>
  <p:tag name="KSO_WM_UNIT_LAYERLEVEL" val="1_1_1"/>
  <p:tag name="KSO_WM_BEAUTIFY_FLAG" val="#wm#"/>
  <p:tag name="KSO_WM_TAG_VERSION" val="1.0"/>
  <p:tag name="KSO_WM_DIAGRAM_GROUP_CODE" val="n1-1"/>
  <p:tag name="KSO_WM_UNIT_HIGHLIGHT" val="0"/>
  <p:tag name="KSO_WM_UNIT_COMPATIBLE" val="0"/>
  <p:tag name="KSO_WM_UNIT_DIAGRAM_ISNUMVISUAL" val="0"/>
  <p:tag name="KSO_WM_UNIT_DIAGRAM_ISREFERUNIT" val="0"/>
  <p:tag name="KSO_WM_UNIT_LINE_FORE_SCHEMECOLOR_INDEX" val="14"/>
  <p:tag name="KSO_WM_UNIT_LINE_FILL_TYPE" val="2"/>
  <p:tag name="KSO_WM_UNIT_TEXT_FILL_FORE_SCHEMECOLOR_INDEX" val="13"/>
  <p:tag name="KSO_WM_UNIT_TEXT_FILL_TYPE" val="1"/>
  <p:tag name="KSO_WM_UNIT_USESOURCEFORMAT_APPLY" val="1"/>
  <p:tag name="KSO_WM_UNIT_DIAGRAM_SCHEMECOLOR_ID" val="0"/>
</p:tagLst>
</file>

<file path=ppt/tags/tag1328.xml><?xml version="1.0" encoding="utf-8"?>
<p:tagLst xmlns:p="http://schemas.openxmlformats.org/presentationml/2006/main">
  <p:tag name="KSO_WM_TEMPLATE_CATEGORY" val="diagram"/>
  <p:tag name="KSO_WM_TEMPLATE_INDEX" val="20188729"/>
  <p:tag name="KSO_WM_UNIT_TYPE" val="n_h_i"/>
  <p:tag name="KSO_WM_UNIT_INDEX" val="1_1_27"/>
  <p:tag name="KSO_WM_UNIT_ID" val="diagram20188729_1*n_h_i*1_1_27"/>
  <p:tag name="KSO_WM_UNIT_LAYERLEVEL" val="1_1_1"/>
  <p:tag name="KSO_WM_BEAUTIFY_FLAG" val="#wm#"/>
  <p:tag name="KSO_WM_TAG_VERSION" val="1.0"/>
  <p:tag name="KSO_WM_DIAGRAM_GROUP_CODE" val="n1-1"/>
  <p:tag name="KSO_WM_UNIT_HIGHLIGHT" val="0"/>
  <p:tag name="KSO_WM_UNIT_COMPATIBLE" val="0"/>
  <p:tag name="KSO_WM_UNIT_DIAGRAM_ISNUMVISUAL" val="0"/>
  <p:tag name="KSO_WM_UNIT_DIAGRAM_ISREFERUNIT" val="0"/>
  <p:tag name="KSO_WM_UNIT_LINE_FORE_SCHEMECOLOR_INDEX" val="14"/>
  <p:tag name="KSO_WM_UNIT_LINE_FILL_TYPE" val="2"/>
  <p:tag name="KSO_WM_UNIT_TEXT_FILL_FORE_SCHEMECOLOR_INDEX" val="13"/>
  <p:tag name="KSO_WM_UNIT_TEXT_FILL_TYPE" val="1"/>
  <p:tag name="KSO_WM_UNIT_USESOURCEFORMAT_APPLY" val="1"/>
  <p:tag name="KSO_WM_UNIT_DIAGRAM_SCHEMECOLOR_ID" val="0"/>
</p:tagLst>
</file>

<file path=ppt/tags/tag1329.xml><?xml version="1.0" encoding="utf-8"?>
<p:tagLst xmlns:p="http://schemas.openxmlformats.org/presentationml/2006/main">
  <p:tag name="KSO_WM_TEMPLATE_CATEGORY" val="diagram"/>
  <p:tag name="KSO_WM_TEMPLATE_INDEX" val="20188729"/>
  <p:tag name="KSO_WM_UNIT_TYPE" val="n_h_i"/>
  <p:tag name="KSO_WM_UNIT_INDEX" val="1_1_28"/>
  <p:tag name="KSO_WM_UNIT_ID" val="diagram20188729_1*n_h_i*1_1_28"/>
  <p:tag name="KSO_WM_UNIT_LAYERLEVEL" val="1_1_1"/>
  <p:tag name="KSO_WM_BEAUTIFY_FLAG" val="#wm#"/>
  <p:tag name="KSO_WM_TAG_VERSION" val="1.0"/>
  <p:tag name="KSO_WM_DIAGRAM_GROUP_CODE" val="n1-1"/>
  <p:tag name="KSO_WM_UNIT_HIGHLIGHT" val="0"/>
  <p:tag name="KSO_WM_UNIT_COMPATIBLE" val="0"/>
  <p:tag name="KSO_WM_UNIT_DIAGRAM_ISNUMVISUAL" val="0"/>
  <p:tag name="KSO_WM_UNIT_DIAGRAM_ISREFERUNIT" val="0"/>
  <p:tag name="KSO_WM_UNIT_LINE_FORE_SCHEMECOLOR_INDEX" val="14"/>
  <p:tag name="KSO_WM_UNIT_LINE_FILL_TYPE" val="2"/>
  <p:tag name="KSO_WM_UNIT_TEXT_FILL_FORE_SCHEMECOLOR_INDEX" val="13"/>
  <p:tag name="KSO_WM_UNIT_TEXT_FILL_TYPE" val="1"/>
  <p:tag name="KSO_WM_UNIT_USESOURCEFORMAT_APPLY" val="1"/>
  <p:tag name="KSO_WM_UNIT_DIAGRAM_SCHEMECOLOR_ID" val="0"/>
</p:tagLst>
</file>

<file path=ppt/tags/tag1330.xml><?xml version="1.0" encoding="utf-8"?>
<p:tagLst xmlns:p="http://schemas.openxmlformats.org/presentationml/2006/main">
  <p:tag name="KSO_WM_TEMPLATE_CATEGORY" val="diagram"/>
  <p:tag name="KSO_WM_TEMPLATE_INDEX" val="20188729"/>
  <p:tag name="KSO_WM_UNIT_TYPE" val="n_h_i"/>
  <p:tag name="KSO_WM_UNIT_INDEX" val="1_1_29"/>
  <p:tag name="KSO_WM_UNIT_ID" val="diagram20188729_1*n_h_i*1_1_29"/>
  <p:tag name="KSO_WM_UNIT_LAYERLEVEL" val="1_1_1"/>
  <p:tag name="KSO_WM_BEAUTIFY_FLAG" val="#wm#"/>
  <p:tag name="KSO_WM_TAG_VERSION" val="1.0"/>
  <p:tag name="KSO_WM_DIAGRAM_GROUP_CODE" val="n1-1"/>
  <p:tag name="KSO_WM_UNIT_HIGHLIGHT" val="0"/>
  <p:tag name="KSO_WM_UNIT_COMPATIBLE" val="0"/>
  <p:tag name="KSO_WM_UNIT_DIAGRAM_ISNUMVISUAL" val="0"/>
  <p:tag name="KSO_WM_UNIT_DIAGRAM_ISREFERUNIT" val="0"/>
  <p:tag name="KSO_WM_UNIT_LINE_FORE_SCHEMECOLOR_INDEX" val="14"/>
  <p:tag name="KSO_WM_UNIT_LINE_FILL_TYPE" val="2"/>
  <p:tag name="KSO_WM_UNIT_TEXT_FILL_FORE_SCHEMECOLOR_INDEX" val="13"/>
  <p:tag name="KSO_WM_UNIT_TEXT_FILL_TYPE" val="1"/>
  <p:tag name="KSO_WM_UNIT_USESOURCEFORMAT_APPLY" val="1"/>
  <p:tag name="KSO_WM_UNIT_DIAGRAM_SCHEMECOLOR_ID" val="0"/>
</p:tagLst>
</file>

<file path=ppt/tags/tag1331.xml><?xml version="1.0" encoding="utf-8"?>
<p:tagLst xmlns:p="http://schemas.openxmlformats.org/presentationml/2006/main">
  <p:tag name="KSO_WM_TEMPLATE_CATEGORY" val="diagram"/>
  <p:tag name="KSO_WM_TEMPLATE_INDEX" val="20188729"/>
  <p:tag name="KSO_WM_UNIT_TYPE" val="n_h_i"/>
  <p:tag name="KSO_WM_UNIT_INDEX" val="1_1_30"/>
  <p:tag name="KSO_WM_UNIT_ID" val="diagram20188729_1*n_h_i*1_1_30"/>
  <p:tag name="KSO_WM_UNIT_LAYERLEVEL" val="1_1_1"/>
  <p:tag name="KSO_WM_BEAUTIFY_FLAG" val="#wm#"/>
  <p:tag name="KSO_WM_TAG_VERSION" val="1.0"/>
  <p:tag name="KSO_WM_DIAGRAM_GROUP_CODE" val="n1-1"/>
  <p:tag name="KSO_WM_UNIT_HIGHLIGHT" val="0"/>
  <p:tag name="KSO_WM_UNIT_COMPATIBLE" val="0"/>
  <p:tag name="KSO_WM_UNIT_DIAGRAM_ISNUMVISUAL" val="0"/>
  <p:tag name="KSO_WM_UNIT_DIAGRAM_ISREFERUNIT" val="0"/>
  <p:tag name="KSO_WM_UNIT_LINE_FORE_SCHEMECOLOR_INDEX" val="14"/>
  <p:tag name="KSO_WM_UNIT_LINE_FILL_TYPE" val="2"/>
  <p:tag name="KSO_WM_UNIT_TEXT_FILL_FORE_SCHEMECOLOR_INDEX" val="13"/>
  <p:tag name="KSO_WM_UNIT_TEXT_FILL_TYPE" val="1"/>
  <p:tag name="KSO_WM_UNIT_USESOURCEFORMAT_APPLY" val="1"/>
  <p:tag name="KSO_WM_UNIT_DIAGRAM_SCHEMECOLOR_ID" val="0"/>
</p:tagLst>
</file>

<file path=ppt/tags/tag1332.xml><?xml version="1.0" encoding="utf-8"?>
<p:tagLst xmlns:p="http://schemas.openxmlformats.org/presentationml/2006/main">
  <p:tag name="KSO_WM_TEMPLATE_CATEGORY" val="diagram"/>
  <p:tag name="KSO_WM_TEMPLATE_INDEX" val="20188729"/>
  <p:tag name="KSO_WM_UNIT_TYPE" val="n_h_i"/>
  <p:tag name="KSO_WM_UNIT_INDEX" val="1_1_31"/>
  <p:tag name="KSO_WM_UNIT_ID" val="diagram20188729_1*n_h_i*1_1_31"/>
  <p:tag name="KSO_WM_UNIT_LAYERLEVEL" val="1_1_1"/>
  <p:tag name="KSO_WM_BEAUTIFY_FLAG" val="#wm#"/>
  <p:tag name="KSO_WM_TAG_VERSION" val="1.0"/>
  <p:tag name="KSO_WM_DIAGRAM_GROUP_CODE" val="n1-1"/>
  <p:tag name="KSO_WM_UNIT_HIGHLIGHT" val="0"/>
  <p:tag name="KSO_WM_UNIT_COMPATIBLE" val="0"/>
  <p:tag name="KSO_WM_UNIT_DIAGRAM_ISNUMVISUAL" val="0"/>
  <p:tag name="KSO_WM_UNIT_DIAGRAM_ISREFERUNIT" val="0"/>
  <p:tag name="KSO_WM_UNIT_LINE_FORE_SCHEMECOLOR_INDEX" val="14"/>
  <p:tag name="KSO_WM_UNIT_LINE_FILL_TYPE" val="2"/>
  <p:tag name="KSO_WM_UNIT_TEXT_FILL_FORE_SCHEMECOLOR_INDEX" val="13"/>
  <p:tag name="KSO_WM_UNIT_TEXT_FILL_TYPE" val="1"/>
  <p:tag name="KSO_WM_UNIT_USESOURCEFORMAT_APPLY" val="1"/>
  <p:tag name="KSO_WM_UNIT_DIAGRAM_SCHEMECOLOR_ID" val="0"/>
</p:tagLst>
</file>

<file path=ppt/tags/tag1333.xml><?xml version="1.0" encoding="utf-8"?>
<p:tagLst xmlns:p="http://schemas.openxmlformats.org/presentationml/2006/main">
  <p:tag name="KSO_WM_TEMPLATE_CATEGORY" val="diagram"/>
  <p:tag name="KSO_WM_TEMPLATE_INDEX" val="20188729"/>
  <p:tag name="KSO_WM_UNIT_TYPE" val="n_h_i"/>
  <p:tag name="KSO_WM_UNIT_INDEX" val="1_1_32"/>
  <p:tag name="KSO_WM_UNIT_ID" val="diagram20188729_1*n_h_i*1_1_32"/>
  <p:tag name="KSO_WM_UNIT_LAYERLEVEL" val="1_1_1"/>
  <p:tag name="KSO_WM_BEAUTIFY_FLAG" val="#wm#"/>
  <p:tag name="KSO_WM_TAG_VERSION" val="1.0"/>
  <p:tag name="KSO_WM_DIAGRAM_GROUP_CODE" val="n1-1"/>
  <p:tag name="KSO_WM_UNIT_HIGHLIGHT" val="0"/>
  <p:tag name="KSO_WM_UNIT_COMPATIBLE" val="0"/>
  <p:tag name="KSO_WM_UNIT_DIAGRAM_ISNUMVISUAL" val="0"/>
  <p:tag name="KSO_WM_UNIT_DIAGRAM_ISREFERUNIT" val="0"/>
  <p:tag name="KSO_WM_UNIT_LINE_FORE_SCHEMECOLOR_INDEX" val="14"/>
  <p:tag name="KSO_WM_UNIT_LINE_FILL_TYPE" val="2"/>
  <p:tag name="KSO_WM_UNIT_TEXT_FILL_FORE_SCHEMECOLOR_INDEX" val="13"/>
  <p:tag name="KSO_WM_UNIT_TEXT_FILL_TYPE" val="1"/>
  <p:tag name="KSO_WM_UNIT_USESOURCEFORMAT_APPLY" val="1"/>
  <p:tag name="KSO_WM_UNIT_DIAGRAM_SCHEMECOLOR_ID" val="0"/>
</p:tagLst>
</file>

<file path=ppt/tags/tag1334.xml><?xml version="1.0" encoding="utf-8"?>
<p:tagLst xmlns:p="http://schemas.openxmlformats.org/presentationml/2006/main">
  <p:tag name="KSO_WM_TEMPLATE_CATEGORY" val="diagram"/>
  <p:tag name="KSO_WM_TEMPLATE_INDEX" val="20188729"/>
  <p:tag name="KSO_WM_UNIT_TYPE" val="n_h_i"/>
  <p:tag name="KSO_WM_UNIT_INDEX" val="1_1_33"/>
  <p:tag name="KSO_WM_UNIT_ID" val="diagram20188729_1*n_h_i*1_1_33"/>
  <p:tag name="KSO_WM_UNIT_LAYERLEVEL" val="1_1_1"/>
  <p:tag name="KSO_WM_BEAUTIFY_FLAG" val="#wm#"/>
  <p:tag name="KSO_WM_TAG_VERSION" val="1.0"/>
  <p:tag name="KSO_WM_DIAGRAM_GROUP_CODE" val="n1-1"/>
  <p:tag name="KSO_WM_UNIT_HIGHLIGHT" val="0"/>
  <p:tag name="KSO_WM_UNIT_COMPATIBLE" val="0"/>
  <p:tag name="KSO_WM_UNIT_DIAGRAM_ISNUMVISUAL" val="0"/>
  <p:tag name="KSO_WM_UNIT_DIAGRAM_ISREFERUNIT" val="0"/>
  <p:tag name="KSO_WM_UNIT_LINE_FORE_SCHEMECOLOR_INDEX" val="14"/>
  <p:tag name="KSO_WM_UNIT_LINE_FILL_TYPE" val="2"/>
  <p:tag name="KSO_WM_UNIT_TEXT_FILL_FORE_SCHEMECOLOR_INDEX" val="13"/>
  <p:tag name="KSO_WM_UNIT_TEXT_FILL_TYPE" val="1"/>
  <p:tag name="KSO_WM_UNIT_USESOURCEFORMAT_APPLY" val="1"/>
  <p:tag name="KSO_WM_UNIT_DIAGRAM_SCHEMECOLOR_ID" val="0"/>
</p:tagLst>
</file>

<file path=ppt/tags/tag1335.xml><?xml version="1.0" encoding="utf-8"?>
<p:tagLst xmlns:p="http://schemas.openxmlformats.org/presentationml/2006/main">
  <p:tag name="KSO_WM_TEMPLATE_CATEGORY" val="diagram"/>
  <p:tag name="KSO_WM_TEMPLATE_INDEX" val="20188729"/>
  <p:tag name="KSO_WM_UNIT_TYPE" val="n_h_i"/>
  <p:tag name="KSO_WM_UNIT_INDEX" val="1_1_34"/>
  <p:tag name="KSO_WM_UNIT_ID" val="diagram20188729_1*n_h_i*1_1_34"/>
  <p:tag name="KSO_WM_UNIT_LAYERLEVEL" val="1_1_1"/>
  <p:tag name="KSO_WM_BEAUTIFY_FLAG" val="#wm#"/>
  <p:tag name="KSO_WM_TAG_VERSION" val="1.0"/>
  <p:tag name="KSO_WM_DIAGRAM_GROUP_CODE" val="n1-1"/>
  <p:tag name="KSO_WM_UNIT_HIGHLIGHT" val="0"/>
  <p:tag name="KSO_WM_UNIT_COMPATIBLE" val="0"/>
  <p:tag name="KSO_WM_UNIT_DIAGRAM_ISNUMVISUAL" val="0"/>
  <p:tag name="KSO_WM_UNIT_DIAGRAM_ISREFERUNIT" val="0"/>
  <p:tag name="KSO_WM_UNIT_LINE_FORE_SCHEMECOLOR_INDEX" val="14"/>
  <p:tag name="KSO_WM_UNIT_LINE_FILL_TYPE" val="2"/>
  <p:tag name="KSO_WM_UNIT_TEXT_FILL_FORE_SCHEMECOLOR_INDEX" val="13"/>
  <p:tag name="KSO_WM_UNIT_TEXT_FILL_TYPE" val="1"/>
  <p:tag name="KSO_WM_UNIT_USESOURCEFORMAT_APPLY" val="1"/>
  <p:tag name="KSO_WM_UNIT_DIAGRAM_SCHEMECOLOR_ID" val="0"/>
</p:tagLst>
</file>

<file path=ppt/tags/tag1336.xml><?xml version="1.0" encoding="utf-8"?>
<p:tagLst xmlns:p="http://schemas.openxmlformats.org/presentationml/2006/main">
  <p:tag name="KSO_WM_TEMPLATE_CATEGORY" val="diagram"/>
  <p:tag name="KSO_WM_TEMPLATE_INDEX" val="20188729"/>
  <p:tag name="KSO_WM_UNIT_TYPE" val="n_h_i"/>
  <p:tag name="KSO_WM_UNIT_INDEX" val="1_1_35"/>
  <p:tag name="KSO_WM_UNIT_ID" val="diagram20188729_1*n_h_i*1_1_35"/>
  <p:tag name="KSO_WM_UNIT_LAYERLEVEL" val="1_1_1"/>
  <p:tag name="KSO_WM_BEAUTIFY_FLAG" val="#wm#"/>
  <p:tag name="KSO_WM_TAG_VERSION" val="1.0"/>
  <p:tag name="KSO_WM_DIAGRAM_GROUP_CODE" val="n1-1"/>
  <p:tag name="KSO_WM_UNIT_HIGHLIGHT" val="0"/>
  <p:tag name="KSO_WM_UNIT_COMPATIBLE" val="0"/>
  <p:tag name="KSO_WM_UNIT_DIAGRAM_ISNUMVISUAL" val="0"/>
  <p:tag name="KSO_WM_UNIT_DIAGRAM_ISREFERUNIT" val="0"/>
  <p:tag name="KSO_WM_UNIT_LINE_FORE_SCHEMECOLOR_INDEX" val="14"/>
  <p:tag name="KSO_WM_UNIT_LINE_FILL_TYPE" val="2"/>
  <p:tag name="KSO_WM_UNIT_TEXT_FILL_FORE_SCHEMECOLOR_INDEX" val="13"/>
  <p:tag name="KSO_WM_UNIT_TEXT_FILL_TYPE" val="1"/>
  <p:tag name="KSO_WM_UNIT_USESOURCEFORMAT_APPLY" val="1"/>
  <p:tag name="KSO_WM_UNIT_DIAGRAM_SCHEMECOLOR_ID" val="0"/>
</p:tagLst>
</file>

<file path=ppt/tags/tag1337.xml><?xml version="1.0" encoding="utf-8"?>
<p:tagLst xmlns:p="http://schemas.openxmlformats.org/presentationml/2006/main">
  <p:tag name="KSO_WM_TEMPLATE_CATEGORY" val="diagram"/>
  <p:tag name="KSO_WM_TEMPLATE_INDEX" val="20188729"/>
  <p:tag name="KSO_WM_UNIT_TYPE" val="n_h_i"/>
  <p:tag name="KSO_WM_UNIT_INDEX" val="1_1_36"/>
  <p:tag name="KSO_WM_UNIT_ID" val="diagram20188729_1*n_h_i*1_1_36"/>
  <p:tag name="KSO_WM_UNIT_LAYERLEVEL" val="1_1_1"/>
  <p:tag name="KSO_WM_BEAUTIFY_FLAG" val="#wm#"/>
  <p:tag name="KSO_WM_TAG_VERSION" val="1.0"/>
  <p:tag name="KSO_WM_DIAGRAM_GROUP_CODE" val="n1-1"/>
  <p:tag name="KSO_WM_UNIT_HIGHLIGHT" val="0"/>
  <p:tag name="KSO_WM_UNIT_COMPATIBLE" val="0"/>
  <p:tag name="KSO_WM_UNIT_DIAGRAM_ISNUMVISUAL" val="0"/>
  <p:tag name="KSO_WM_UNIT_DIAGRAM_ISREFERUNIT" val="0"/>
  <p:tag name="KSO_WM_UNIT_FILL_FORE_SCHEMECOLOR_INDEX" val="5"/>
  <p:tag name="KSO_WM_UNIT_FILL_TYPE" val="1"/>
  <p:tag name="KSO_WM_UNIT_TEXT_FILL_FORE_SCHEMECOLOR_INDEX" val="2"/>
  <p:tag name="KSO_WM_UNIT_TEXT_FILL_TYPE" val="1"/>
  <p:tag name="KSO_WM_UNIT_USESOURCEFORMAT_APPLY" val="1"/>
  <p:tag name="KSO_WM_UNIT_DIAGRAM_SCHEMECOLOR_ID" val="0"/>
</p:tagLst>
</file>

<file path=ppt/tags/tag1338.xml><?xml version="1.0" encoding="utf-8"?>
<p:tagLst xmlns:p="http://schemas.openxmlformats.org/presentationml/2006/main">
  <p:tag name="KSO_WM_TEMPLATE_CATEGORY" val="diagram"/>
  <p:tag name="KSO_WM_TEMPLATE_INDEX" val="20188729"/>
  <p:tag name="KSO_WM_UNIT_TYPE" val="n_h_a"/>
  <p:tag name="KSO_WM_UNIT_INDEX" val="1_1_1"/>
  <p:tag name="KSO_WM_UNIT_ID" val="diagram20188729_1*n_h_a*1_1_1"/>
  <p:tag name="KSO_WM_UNIT_LAYERLEVEL" val="1_1_1"/>
  <p:tag name="KSO_WM_UNIT_VALUE" val="6"/>
  <p:tag name="KSO_WM_UNIT_HIGHLIGHT" val="0"/>
  <p:tag name="KSO_WM_UNIT_COMPATIBLE" val="0"/>
  <p:tag name="KSO_WM_BEAUTIFY_FLAG" val="#wm#"/>
  <p:tag name="KSO_WM_TAG_VERSION" val="1.0"/>
  <p:tag name="KSO_WM_DIAGRAM_GROUP_CODE" val="n1-1"/>
  <p:tag name="KSO_WM_UNIT_PRESET_TEXT" val="添加标题"/>
  <p:tag name="KSO_WM_UNIT_ISCONTENTSTITLE" val="0"/>
  <p:tag name="KSO_WM_UNIT_NOCLEAR" val="0"/>
  <p:tag name="KSO_WM_UNIT_DIAGRAM_ISNUMVISUAL" val="0"/>
  <p:tag name="KSO_WM_UNIT_DIAGRAM_ISREFERUNIT" val="0"/>
  <p:tag name="KSO_WM_UNIT_TEXT_FILL_FORE_SCHEMECOLOR_INDEX" val="14"/>
  <p:tag name="KSO_WM_UNIT_TEXT_FILL_TYPE" val="1"/>
  <p:tag name="KSO_WM_UNIT_USESOURCEFORMAT_APPLY" val="1"/>
  <p:tag name="KSO_WM_UNIT_DIAGRAM_SCHEMECOLOR_ID" val="0"/>
</p:tagLst>
</file>

<file path=ppt/tags/tag1339.xml><?xml version="1.0" encoding="utf-8"?>
<p:tagLst xmlns:p="http://schemas.openxmlformats.org/presentationml/2006/main">
  <p:tag name="KSO_WM_TEMPLATE_CATEGORY" val="diagram"/>
  <p:tag name="KSO_WM_TEMPLATE_INDEX" val="20188729"/>
  <p:tag name="KSO_WM_UNIT_TYPE" val="n_h_f"/>
  <p:tag name="KSO_WM_UNIT_INDEX" val="1_1_1"/>
  <p:tag name="KSO_WM_UNIT_ID" val="diagram20188729_1*n_h_f*1_1_1"/>
  <p:tag name="KSO_WM_UNIT_LAYERLEVEL" val="1_1_1"/>
  <p:tag name="KSO_WM_UNIT_VALUE" val="54"/>
  <p:tag name="KSO_WM_UNIT_HIGHLIGHT" val="0"/>
  <p:tag name="KSO_WM_UNIT_COMPATIBLE" val="0"/>
  <p:tag name="KSO_WM_BEAUTIFY_FLAG" val="#wm#"/>
  <p:tag name="KSO_WM_TAG_VERSION" val="1.0"/>
  <p:tag name="KSO_WM_DIAGRAM_GROUP_CODE" val="n1-1"/>
  <p:tag name="KSO_WM_UNIT_PRESET_TEXT" val="单击此处添加文本具体内容"/>
  <p:tag name="KSO_WM_UNIT_NOCLEAR" val="0"/>
  <p:tag name="KSO_WM_UNIT_DIAGRAM_ISNUMVISUAL" val="0"/>
  <p:tag name="KSO_WM_UNIT_DIAGRAM_ISREFERUNIT" val="0"/>
  <p:tag name="KSO_WM_UNIT_TEXT_FILL_FORE_SCHEMECOLOR_INDEX" val="14"/>
  <p:tag name="KSO_WM_UNIT_TEXT_FILL_TYPE" val="1"/>
  <p:tag name="KSO_WM_UNIT_USESOURCEFORMAT_APPLY" val="1"/>
  <p:tag name="KSO_WM_UNIT_DIAGRAM_SCHEMECOLOR_ID" val="0"/>
</p:tagLst>
</file>

<file path=ppt/tags/tag1340.xml><?xml version="1.0" encoding="utf-8"?>
<p:tagLst xmlns:p="http://schemas.openxmlformats.org/presentationml/2006/main">
  <p:tag name="KSO_WM_TEMPLATE_CATEGORY" val="diagram"/>
  <p:tag name="KSO_WM_TEMPLATE_INDEX" val="20188729"/>
  <p:tag name="KSO_WM_UNIT_TYPE" val="n_h_h_i"/>
  <p:tag name="KSO_WM_UNIT_INDEX" val="1_2_1_3"/>
  <p:tag name="KSO_WM_UNIT_ID" val="diagram20188729_1*n_h_h_i*1_2_1_3"/>
  <p:tag name="KSO_WM_UNIT_LAYERLEVEL" val="1_1_1_1"/>
  <p:tag name="KSO_WM_BEAUTIFY_FLAG" val="#wm#"/>
  <p:tag name="KSO_WM_TAG_VERSION" val="1.0"/>
  <p:tag name="KSO_WM_DIAGRAM_GROUP_CODE" val="n1-1"/>
  <p:tag name="KSO_WM_UNIT_HIGHLIGHT" val="0"/>
  <p:tag name="KSO_WM_UNIT_COMPATIBLE" val="0"/>
  <p:tag name="KSO_WM_UNIT_DIAGRAM_ISNUMVISUAL" val="0"/>
  <p:tag name="KSO_WM_UNIT_DIAGRAM_ISREFERUNIT" val="0"/>
  <p:tag name="KSO_WM_UNIT_FILL_FORE_SCHEMECOLOR_INDEX" val="5"/>
  <p:tag name="KSO_WM_UNIT_FILL_TYPE" val="1"/>
  <p:tag name="KSO_WM_UNIT_TEXT_FILL_FORE_SCHEMECOLOR_INDEX" val="13"/>
  <p:tag name="KSO_WM_UNIT_TEXT_FILL_TYPE" val="1"/>
  <p:tag name="KSO_WM_UNIT_USESOURCEFORMAT_APPLY" val="1"/>
  <p:tag name="KSO_WM_UNIT_DIAGRAM_SCHEMECOLOR_ID" val="0"/>
</p:tagLst>
</file>

<file path=ppt/tags/tag1341.xml><?xml version="1.0" encoding="utf-8"?>
<p:tagLst xmlns:p="http://schemas.openxmlformats.org/presentationml/2006/main">
  <p:tag name="KSO_WM_TEMPLATE_CATEGORY" val="diagram"/>
  <p:tag name="KSO_WM_TEMPLATE_INDEX" val="20188729"/>
  <p:tag name="KSO_WM_UNIT_TYPE" val="n_h_h_x"/>
  <p:tag name="KSO_WM_UNIT_INDEX" val="1_2_1_1"/>
  <p:tag name="KSO_WM_UNIT_ID" val="diagram20188729_1*n_h_h_x*1_2_1_1"/>
  <p:tag name="KSO_WM_UNIT_LAYERLEVEL" val="1_1_1_1"/>
  <p:tag name="KSO_WM_BEAUTIFY_FLAG" val="#wm#"/>
  <p:tag name="KSO_WM_TAG_VERSION" val="1.0"/>
  <p:tag name="KSO_WM_DIAGRAM_GROUP_CODE" val="n1-1"/>
  <p:tag name="KSO_WM_UNIT_VALUE" val="115*148"/>
  <p:tag name="KSO_WM_UNIT_HIGHLIGHT" val="0"/>
  <p:tag name="KSO_WM_UNIT_COMPATIBLE" val="0"/>
  <p:tag name="KSO_WM_UNIT_DIAGRAM_ISNUMVISUAL" val="0"/>
  <p:tag name="KSO_WM_UNIT_DIAGRAM_ISREFERUNIT" val="0"/>
  <p:tag name="KSO_WM_UNIT_FILL_FORE_SCHEMECOLOR_INDEX" val="14"/>
  <p:tag name="KSO_WM_UNIT_FILL_TYPE" val="1"/>
  <p:tag name="KSO_WM_UNIT_TEXT_FILL_FORE_SCHEMECOLOR_INDEX" val="13"/>
  <p:tag name="KSO_WM_UNIT_TEXT_FILL_TYPE" val="1"/>
  <p:tag name="KSO_WM_UNIT_USESOURCEFORMAT_APPLY" val="1"/>
  <p:tag name="KSO_WM_UNIT_DIAGRAM_SCHEMECOLOR_ID" val="0"/>
</p:tagLst>
</file>

<file path=ppt/tags/tag1342.xml><?xml version="1.0" encoding="utf-8"?>
<p:tagLst xmlns:p="http://schemas.openxmlformats.org/presentationml/2006/main">
  <p:tag name="KSO_WM_TEMPLATE_CATEGORY" val="diagram"/>
  <p:tag name="KSO_WM_TEMPLATE_INDEX" val="20188729"/>
  <p:tag name="KSO_WM_UNIT_TYPE" val="n_h_h_i"/>
  <p:tag name="KSO_WM_UNIT_INDEX" val="1_2_2_3"/>
  <p:tag name="KSO_WM_UNIT_ID" val="diagram20188729_1*n_h_h_i*1_2_2_3"/>
  <p:tag name="KSO_WM_UNIT_LAYERLEVEL" val="1_1_1_1"/>
  <p:tag name="KSO_WM_BEAUTIFY_FLAG" val="#wm#"/>
  <p:tag name="KSO_WM_TAG_VERSION" val="1.0"/>
  <p:tag name="KSO_WM_DIAGRAM_GROUP_CODE" val="n1-1"/>
  <p:tag name="KSO_WM_UNIT_HIGHLIGHT" val="0"/>
  <p:tag name="KSO_WM_UNIT_COMPATIBLE" val="0"/>
  <p:tag name="KSO_WM_UNIT_DIAGRAM_ISNUMVISUAL" val="0"/>
  <p:tag name="KSO_WM_UNIT_DIAGRAM_ISREFERUNIT" val="0"/>
  <p:tag name="KSO_WM_UNIT_FILL_FORE_SCHEMECOLOR_INDEX" val="6"/>
  <p:tag name="KSO_WM_UNIT_FILL_TYPE" val="1"/>
  <p:tag name="KSO_WM_UNIT_TEXT_FILL_FORE_SCHEMECOLOR_INDEX" val="13"/>
  <p:tag name="KSO_WM_UNIT_TEXT_FILL_TYPE" val="1"/>
  <p:tag name="KSO_WM_UNIT_USESOURCEFORMAT_APPLY" val="1"/>
  <p:tag name="KSO_WM_UNIT_DIAGRAM_SCHEMECOLOR_ID" val="0"/>
</p:tagLst>
</file>

<file path=ppt/tags/tag1343.xml><?xml version="1.0" encoding="utf-8"?>
<p:tagLst xmlns:p="http://schemas.openxmlformats.org/presentationml/2006/main">
  <p:tag name="KSO_WM_TEMPLATE_CATEGORY" val="diagram"/>
  <p:tag name="KSO_WM_TEMPLATE_INDEX" val="20188729"/>
  <p:tag name="KSO_WM_UNIT_TYPE" val="n_h_h_x"/>
  <p:tag name="KSO_WM_UNIT_INDEX" val="1_2_2_1"/>
  <p:tag name="KSO_WM_UNIT_ID" val="diagram20188729_1*n_h_h_x*1_2_2_1"/>
  <p:tag name="KSO_WM_UNIT_LAYERLEVEL" val="1_1_1_1"/>
  <p:tag name="KSO_WM_BEAUTIFY_FLAG" val="#wm#"/>
  <p:tag name="KSO_WM_TAG_VERSION" val="1.0"/>
  <p:tag name="KSO_WM_DIAGRAM_GROUP_CODE" val="n1-1"/>
  <p:tag name="KSO_WM_UNIT_VALUE" val="130*139"/>
  <p:tag name="KSO_WM_UNIT_HIGHLIGHT" val="0"/>
  <p:tag name="KSO_WM_UNIT_COMPATIBLE" val="0"/>
  <p:tag name="KSO_WM_UNIT_DIAGRAM_ISNUMVISUAL" val="0"/>
  <p:tag name="KSO_WM_UNIT_DIAGRAM_ISREFERUNIT" val="0"/>
  <p:tag name="KSO_WM_UNIT_FILL_FORE_SCHEMECOLOR_INDEX" val="14"/>
  <p:tag name="KSO_WM_UNIT_FILL_TYPE" val="1"/>
  <p:tag name="KSO_WM_UNIT_TEXT_FILL_FORE_SCHEMECOLOR_INDEX" val="13"/>
  <p:tag name="KSO_WM_UNIT_TEXT_FILL_TYPE" val="1"/>
  <p:tag name="KSO_WM_UNIT_USESOURCEFORMAT_APPLY" val="1"/>
  <p:tag name="KSO_WM_UNIT_DIAGRAM_SCHEMECOLOR_ID" val="0"/>
</p:tagLst>
</file>

<file path=ppt/tags/tag1344.xml><?xml version="1.0" encoding="utf-8"?>
<p:tagLst xmlns:p="http://schemas.openxmlformats.org/presentationml/2006/main">
  <p:tag name="KSO_WM_TEMPLATE_CATEGORY" val="diagram"/>
  <p:tag name="KSO_WM_TEMPLATE_INDEX" val="20188729"/>
  <p:tag name="KSO_WM_UNIT_TYPE" val="n_h_h_i"/>
  <p:tag name="KSO_WM_UNIT_INDEX" val="1_2_1_1"/>
  <p:tag name="KSO_WM_UNIT_ID" val="diagram20188729_1*n_h_h_i*1_2_1_1"/>
  <p:tag name="KSO_WM_UNIT_LAYERLEVEL" val="1_1_1_1"/>
  <p:tag name="KSO_WM_BEAUTIFY_FLAG" val="#wm#"/>
  <p:tag name="KSO_WM_TAG_VERSION" val="1.0"/>
  <p:tag name="KSO_WM_DIAGRAM_GROUP_CODE" val="n1-1"/>
  <p:tag name="KSO_WM_UNIT_HIGHLIGHT" val="0"/>
  <p:tag name="KSO_WM_UNIT_COMPATIBLE" val="0"/>
  <p:tag name="KSO_WM_UNIT_DIAGRAM_ISNUMVISUAL" val="0"/>
  <p:tag name="KSO_WM_UNIT_DIAGRAM_ISREFERUNIT" val="0"/>
  <p:tag name="KSO_WM_UNIT_FILL_FORE_SCHEMECOLOR_INDEX" val="5"/>
  <p:tag name="KSO_WM_UNIT_FILL_TYPE" val="1"/>
  <p:tag name="KSO_WM_UNIT_TEXT_FILL_FORE_SCHEMECOLOR_INDEX" val="13"/>
  <p:tag name="KSO_WM_UNIT_TEXT_FILL_TYPE" val="1"/>
  <p:tag name="KSO_WM_UNIT_USESOURCEFORMAT_APPLY" val="1"/>
  <p:tag name="KSO_WM_UNIT_DIAGRAM_SCHEMECOLOR_ID" val="0"/>
</p:tagLst>
</file>

<file path=ppt/tags/tag1345.xml><?xml version="1.0" encoding="utf-8"?>
<p:tagLst xmlns:p="http://schemas.openxmlformats.org/presentationml/2006/main">
  <p:tag name="KSO_WM_TEMPLATE_CATEGORY" val="diagram"/>
  <p:tag name="KSO_WM_TEMPLATE_INDEX" val="20188729"/>
  <p:tag name="KSO_WM_UNIT_TYPE" val="n_h_h_i"/>
  <p:tag name="KSO_WM_UNIT_INDEX" val="1_2_1_2"/>
  <p:tag name="KSO_WM_UNIT_ID" val="diagram20188729_1*n_h_h_i*1_2_1_2"/>
  <p:tag name="KSO_WM_UNIT_LAYERLEVEL" val="1_1_1_1"/>
  <p:tag name="KSO_WM_BEAUTIFY_FLAG" val="#wm#"/>
  <p:tag name="KSO_WM_TAG_VERSION" val="1.0"/>
  <p:tag name="KSO_WM_DIAGRAM_GROUP_CODE" val="n1-1"/>
  <p:tag name="KSO_WM_UNIT_HIGHLIGHT" val="0"/>
  <p:tag name="KSO_WM_UNIT_COMPATIBLE" val="0"/>
  <p:tag name="KSO_WM_UNIT_DIAGRAM_ISNUMVISUAL" val="0"/>
  <p:tag name="KSO_WM_UNIT_DIAGRAM_ISREFERUNIT" val="0"/>
  <p:tag name="KSO_WM_UNIT_TEXT_FILL_FORE_SCHEMECOLOR_INDEX" val="13"/>
  <p:tag name="KSO_WM_UNIT_TEXT_FILL_TYPE" val="1"/>
  <p:tag name="KSO_WM_UNIT_USESOURCEFORMAT_APPLY" val="1"/>
  <p:tag name="KSO_WM_UNIT_DIAGRAM_SCHEMECOLOR_ID" val="0"/>
</p:tagLst>
</file>

<file path=ppt/tags/tag1346.xml><?xml version="1.0" encoding="utf-8"?>
<p:tagLst xmlns:p="http://schemas.openxmlformats.org/presentationml/2006/main">
  <p:tag name="KSO_WM_TEMPLATE_CATEGORY" val="diagram"/>
  <p:tag name="KSO_WM_TEMPLATE_INDEX" val="20188729"/>
  <p:tag name="KSO_WM_UNIT_TYPE" val="n_h_h_a"/>
  <p:tag name="KSO_WM_UNIT_INDEX" val="1_2_1_1"/>
  <p:tag name="KSO_WM_UNIT_ID" val="diagram20188729_1*n_h_h_a*1_2_1_1"/>
  <p:tag name="KSO_WM_UNIT_LAYERLEVEL" val="1_1_1_1"/>
  <p:tag name="KSO_WM_UNIT_VALUE" val="8"/>
  <p:tag name="KSO_WM_UNIT_HIGHLIGHT" val="0"/>
  <p:tag name="KSO_WM_UNIT_COMPATIBLE" val="0"/>
  <p:tag name="KSO_WM_BEAUTIFY_FLAG" val="#wm#"/>
  <p:tag name="KSO_WM_TAG_VERSION" val="1.0"/>
  <p:tag name="KSO_WM_DIAGRAM_GROUP_CODE" val="n1-1"/>
  <p:tag name="KSO_WM_UNIT_PRESET_TEXT" val="单击此处添加标题"/>
  <p:tag name="KSO_WM_UNIT_ISCONTENTSTITLE" val="0"/>
  <p:tag name="KSO_WM_UNIT_NOCLEAR" val="0"/>
  <p:tag name="KSO_WM_UNIT_DIAGRAM_ISNUMVISUAL" val="0"/>
  <p:tag name="KSO_WM_UNIT_DIAGRAM_ISREFERUNIT" val="0"/>
  <p:tag name="KSO_WM_UNIT_TEXT_FILL_FORE_SCHEMECOLOR_INDEX" val="5"/>
  <p:tag name="KSO_WM_UNIT_TEXT_FILL_TYPE" val="1"/>
  <p:tag name="KSO_WM_UNIT_USESOURCEFORMAT_APPLY" val="1"/>
  <p:tag name="KSO_WM_UNIT_DIAGRAM_SCHEMECOLOR_ID" val="0"/>
</p:tagLst>
</file>

<file path=ppt/tags/tag1347.xml><?xml version="1.0" encoding="utf-8"?>
<p:tagLst xmlns:p="http://schemas.openxmlformats.org/presentationml/2006/main">
  <p:tag name="KSO_WM_TEMPLATE_CATEGORY" val="diagram"/>
  <p:tag name="KSO_WM_TEMPLATE_INDEX" val="20188729"/>
  <p:tag name="KSO_WM_UNIT_TYPE" val="n_h_h_f"/>
  <p:tag name="KSO_WM_UNIT_INDEX" val="1_2_1_1"/>
  <p:tag name="KSO_WM_UNIT_ID" val="diagram20188729_1*n_h_h_f*1_2_1_1"/>
  <p:tag name="KSO_WM_UNIT_LAYERLEVEL" val="1_1_1_1"/>
  <p:tag name="KSO_WM_UNIT_VALUE" val="33"/>
  <p:tag name="KSO_WM_UNIT_HIGHLIGHT" val="0"/>
  <p:tag name="KSO_WM_UNIT_COMPATIBLE" val="0"/>
  <p:tag name="KSO_WM_BEAUTIFY_FLAG" val="#wm#"/>
  <p:tag name="KSO_WM_TAG_VERSION" val="1.0"/>
  <p:tag name="KSO_WM_DIAGRAM_GROUP_CODE" val="n1-1"/>
  <p:tag name="KSO_WM_UNIT_PRESET_TEXT" val="单击此处添加文本具体内容，简明扼要的阐述您的观点。"/>
  <p:tag name="KSO_WM_UNIT_NOCLEAR" val="0"/>
  <p:tag name="KSO_WM_UNIT_DIAGRAM_ISNUMVISUAL" val="0"/>
  <p:tag name="KSO_WM_UNIT_DIAGRAM_ISREFERUNIT" val="0"/>
  <p:tag name="KSO_WM_UNIT_USESOURCEFORMAT_APPLY" val="1"/>
  <p:tag name="KSO_WM_UNIT_DIAGRAM_SCHEMECOLOR_ID" val="0"/>
</p:tagLst>
</file>

<file path=ppt/tags/tag1348.xml><?xml version="1.0" encoding="utf-8"?>
<p:tagLst xmlns:p="http://schemas.openxmlformats.org/presentationml/2006/main">
  <p:tag name="KSO_WM_TEMPLATE_CATEGORY" val="diagram"/>
  <p:tag name="KSO_WM_TEMPLATE_INDEX" val="20188729"/>
  <p:tag name="KSO_WM_UNIT_TYPE" val="n_h_h_i"/>
  <p:tag name="KSO_WM_UNIT_INDEX" val="1_2_2_1"/>
  <p:tag name="KSO_WM_UNIT_ID" val="diagram20188729_1*n_h_h_i*1_2_2_1"/>
  <p:tag name="KSO_WM_UNIT_LAYERLEVEL" val="1_1_1_1"/>
  <p:tag name="KSO_WM_BEAUTIFY_FLAG" val="#wm#"/>
  <p:tag name="KSO_WM_TAG_VERSION" val="1.0"/>
  <p:tag name="KSO_WM_DIAGRAM_GROUP_CODE" val="n1-1"/>
  <p:tag name="KSO_WM_UNIT_HIGHLIGHT" val="0"/>
  <p:tag name="KSO_WM_UNIT_COMPATIBLE" val="0"/>
  <p:tag name="KSO_WM_UNIT_DIAGRAM_ISNUMVISUAL" val="0"/>
  <p:tag name="KSO_WM_UNIT_DIAGRAM_ISREFERUNIT" val="0"/>
  <p:tag name="KSO_WM_UNIT_FILL_FORE_SCHEMECOLOR_INDEX" val="6"/>
  <p:tag name="KSO_WM_UNIT_FILL_TYPE" val="1"/>
  <p:tag name="KSO_WM_UNIT_TEXT_FILL_FORE_SCHEMECOLOR_INDEX" val="13"/>
  <p:tag name="KSO_WM_UNIT_TEXT_FILL_TYPE" val="1"/>
  <p:tag name="KSO_WM_UNIT_USESOURCEFORMAT_APPLY" val="1"/>
  <p:tag name="KSO_WM_UNIT_DIAGRAM_SCHEMECOLOR_ID" val="0"/>
</p:tagLst>
</file>

<file path=ppt/tags/tag1349.xml><?xml version="1.0" encoding="utf-8"?>
<p:tagLst xmlns:p="http://schemas.openxmlformats.org/presentationml/2006/main">
  <p:tag name="KSO_WM_TEMPLATE_CATEGORY" val="diagram"/>
  <p:tag name="KSO_WM_TEMPLATE_INDEX" val="20188729"/>
  <p:tag name="KSO_WM_UNIT_TYPE" val="n_h_h_i"/>
  <p:tag name="KSO_WM_UNIT_INDEX" val="1_2_2_2"/>
  <p:tag name="KSO_WM_UNIT_ID" val="diagram20188729_1*n_h_h_i*1_2_2_2"/>
  <p:tag name="KSO_WM_UNIT_LAYERLEVEL" val="1_1_1_1"/>
  <p:tag name="KSO_WM_BEAUTIFY_FLAG" val="#wm#"/>
  <p:tag name="KSO_WM_TAG_VERSION" val="1.0"/>
  <p:tag name="KSO_WM_DIAGRAM_GROUP_CODE" val="n1-1"/>
  <p:tag name="KSO_WM_UNIT_HIGHLIGHT" val="0"/>
  <p:tag name="KSO_WM_UNIT_COMPATIBLE" val="0"/>
  <p:tag name="KSO_WM_UNIT_DIAGRAM_ISNUMVISUAL" val="0"/>
  <p:tag name="KSO_WM_UNIT_DIAGRAM_ISREFERUNIT" val="0"/>
  <p:tag name="KSO_WM_UNIT_TEXT_FILL_FORE_SCHEMECOLOR_INDEX" val="13"/>
  <p:tag name="KSO_WM_UNIT_TEXT_FILL_TYPE" val="1"/>
  <p:tag name="KSO_WM_UNIT_USESOURCEFORMAT_APPLY" val="1"/>
  <p:tag name="KSO_WM_UNIT_DIAGRAM_SCHEMECOLOR_ID" val="0"/>
</p:tagLst>
</file>

<file path=ppt/tags/tag1350.xml><?xml version="1.0" encoding="utf-8"?>
<p:tagLst xmlns:p="http://schemas.openxmlformats.org/presentationml/2006/main">
  <p:tag name="KSO_WM_TEMPLATE_CATEGORY" val="diagram"/>
  <p:tag name="KSO_WM_TEMPLATE_INDEX" val="20188729"/>
  <p:tag name="KSO_WM_UNIT_TYPE" val="n_h_h_a"/>
  <p:tag name="KSO_WM_UNIT_INDEX" val="1_2_2_1"/>
  <p:tag name="KSO_WM_UNIT_ID" val="diagram20188729_1*n_h_h_a*1_2_2_1"/>
  <p:tag name="KSO_WM_UNIT_LAYERLEVEL" val="1_1_1_1"/>
  <p:tag name="KSO_WM_UNIT_VALUE" val="8"/>
  <p:tag name="KSO_WM_UNIT_HIGHLIGHT" val="0"/>
  <p:tag name="KSO_WM_UNIT_COMPATIBLE" val="0"/>
  <p:tag name="KSO_WM_BEAUTIFY_FLAG" val="#wm#"/>
  <p:tag name="KSO_WM_TAG_VERSION" val="1.0"/>
  <p:tag name="KSO_WM_DIAGRAM_GROUP_CODE" val="n1-1"/>
  <p:tag name="KSO_WM_UNIT_PRESET_TEXT" val="单击此处添加标题"/>
  <p:tag name="KSO_WM_UNIT_ISCONTENTSTITLE" val="0"/>
  <p:tag name="KSO_WM_UNIT_NOCLEAR" val="0"/>
  <p:tag name="KSO_WM_UNIT_DIAGRAM_ISNUMVISUAL" val="0"/>
  <p:tag name="KSO_WM_UNIT_DIAGRAM_ISREFERUNIT" val="0"/>
  <p:tag name="KSO_WM_UNIT_TEXT_FILL_FORE_SCHEMECOLOR_INDEX" val="6"/>
  <p:tag name="KSO_WM_UNIT_TEXT_FILL_TYPE" val="1"/>
  <p:tag name="KSO_WM_UNIT_USESOURCEFORMAT_APPLY" val="1"/>
  <p:tag name="KSO_WM_UNIT_DIAGRAM_SCHEMECOLOR_ID" val="0"/>
</p:tagLst>
</file>

<file path=ppt/tags/tag1351.xml><?xml version="1.0" encoding="utf-8"?>
<p:tagLst xmlns:p="http://schemas.openxmlformats.org/presentationml/2006/main">
  <p:tag name="KSO_WM_TEMPLATE_CATEGORY" val="diagram"/>
  <p:tag name="KSO_WM_TEMPLATE_INDEX" val="20188729"/>
  <p:tag name="KSO_WM_UNIT_TYPE" val="n_h_h_f"/>
  <p:tag name="KSO_WM_UNIT_INDEX" val="1_2_2_1"/>
  <p:tag name="KSO_WM_UNIT_ID" val="diagram20188729_1*n_h_h_f*1_2_2_1"/>
  <p:tag name="KSO_WM_UNIT_LAYERLEVEL" val="1_1_1_1"/>
  <p:tag name="KSO_WM_UNIT_VALUE" val="33"/>
  <p:tag name="KSO_WM_UNIT_HIGHLIGHT" val="0"/>
  <p:tag name="KSO_WM_UNIT_COMPATIBLE" val="0"/>
  <p:tag name="KSO_WM_BEAUTIFY_FLAG" val="#wm#"/>
  <p:tag name="KSO_WM_TAG_VERSION" val="1.0"/>
  <p:tag name="KSO_WM_DIAGRAM_GROUP_CODE" val="n1-1"/>
  <p:tag name="KSO_WM_UNIT_PRESET_TEXT" val="单击此处添加文本具体内容，简明扼要的阐述您的观点。"/>
  <p:tag name="KSO_WM_UNIT_NOCLEAR" val="0"/>
  <p:tag name="KSO_WM_UNIT_DIAGRAM_ISNUMVISUAL" val="0"/>
  <p:tag name="KSO_WM_UNIT_DIAGRAM_ISREFERUNIT" val="0"/>
  <p:tag name="KSO_WM_UNIT_USESOURCEFORMAT_APPLY" val="1"/>
  <p:tag name="KSO_WM_UNIT_DIAGRAM_SCHEMECOLOR_ID" val="0"/>
</p:tagLst>
</file>

<file path=ppt/tags/tag1352.xml><?xml version="1.0" encoding="utf-8"?>
<p:tagLst xmlns:p="http://schemas.openxmlformats.org/presentationml/2006/main">
  <p:tag name="KSO_WM_BEAUTIFY_FLAG" val="#wm#"/>
  <p:tag name="KSO_WM_TEMPLATE_CATEGORY" val="diagram"/>
  <p:tag name="KSO_WM_TEMPLATE_INDEX" val="20188729"/>
  <p:tag name="KSO_WM_TAG_VERSION" val="1.0"/>
  <p:tag name="KSO_WM_SLIDE_INDEX" val="1"/>
  <p:tag name="KSO_WM_SLIDE_ITEM_CNT" val="2"/>
  <p:tag name="KSO_WM_SLIDE_LAYOUT" val="n"/>
  <p:tag name="KSO_WM_SLIDE_LAYOUT_CNT" val="1"/>
  <p:tag name="KSO_WM_SLIDE_TYPE" val="text"/>
  <p:tag name="KSO_WM_SLIDE_SUBTYPE" val="diag"/>
  <p:tag name="KSO_WM_SLIDE_POSITION" val="86.1994*58.3"/>
  <p:tag name="KSO_WM_SLIDE_SIZE" val="787.601*422"/>
  <p:tag name="KSO_WM_DIAGRAM_GROUP_CODE" val="n1-1"/>
  <p:tag name="KSO_WM_SLIDE_ID" val="diagram20188729_1"/>
  <p:tag name="KSO_WM_TEMPLATE_SUBCATEGORY" val="0"/>
  <p:tag name="KSO_WM_SLIDE_DIAGTYPE" val="n"/>
</p:tagLst>
</file>

<file path=ppt/tags/tag1353.xml><?xml version="1.0" encoding="utf-8"?>
<p:tagLst xmlns:p="http://schemas.openxmlformats.org/presentationml/2006/main">
  <p:tag name="KSO_WM_UNIT_LARGE_SHAPE" val="1"/>
  <p:tag name="KSO_WM_UNIT_HIGHLIGHT" val="0"/>
  <p:tag name="KSO_WM_UNIT_COMPATIBLE" val="0"/>
  <p:tag name="KSO_WM_UNIT_DIAGRAM_ISNUMVISUAL" val="0"/>
  <p:tag name="KSO_WM_UNIT_DIAGRAM_ISREFERUNIT" val="0"/>
  <p:tag name="KSO_WM_UNIT_TYPE" val="i"/>
  <p:tag name="KSO_WM_UNIT_INDEX" val="1"/>
  <p:tag name="KSO_WM_UNIT_ID" val="diagram20196630_1*i*1"/>
  <p:tag name="KSO_WM_TEMPLATE_CATEGORY" val="diagram"/>
  <p:tag name="KSO_WM_TEMPLATE_INDEX" val="20196630"/>
  <p:tag name="KSO_WM_UNIT_LAYERLEVEL" val="1"/>
  <p:tag name="KSO_WM_TAG_VERSION" val="1.0"/>
  <p:tag name="KSO_WM_BEAUTIFY_FLAG" val="#wm#"/>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13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y"/>
  <p:tag name="KSO_WM_UNIT_INDEX" val="1"/>
  <p:tag name="KSO_WM_UNIT_ID" val="diagram20196630_1*y*1"/>
  <p:tag name="KSO_WM_TEMPLATE_CATEGORY" val="diagram"/>
  <p:tag name="KSO_WM_TEMPLATE_INDEX" val="20196630"/>
  <p:tag name="KSO_WM_UNIT_LAYERLEVEL" val="1"/>
  <p:tag name="KSO_WM_TAG_VERSION" val="1.0"/>
  <p:tag name="KSO_WM_BEAUTIFY_FLAG" val="#wm#"/>
  <p:tag name="KSO_WM_UNIT_FILL_FORE_SCHEMECOLOR_INDEX_BRIGHTNESS" val="0"/>
  <p:tag name="KSO_WM_UNIT_FILL_FORE_SCHEMECOLOR_INDEX" val="16"/>
  <p:tag name="KSO_WM_UNIT_FILL_TYPE" val="1"/>
  <p:tag name="KSO_WM_UNIT_LINE_FORE_SCHEMECOLOR_INDEX_BRIGHTNESS" val="0"/>
  <p:tag name="KSO_WM_UNIT_LINE_FORE_SCHEMECOLOR_INDEX" val="6"/>
  <p:tag name="KSO_WM_UNIT_LINE_FILL_TYPE" val="2"/>
  <p:tag name="KSO_WM_UNIT_TEXT_FILL_FORE_SCHEMECOLOR_INDEX_BRIGHTNESS" val="0"/>
  <p:tag name="KSO_WM_UNIT_TEXT_FILL_FORE_SCHEMECOLOR_INDEX" val="2"/>
  <p:tag name="KSO_WM_UNIT_TEXT_FILL_TYPE" val="1"/>
</p:tagLst>
</file>

<file path=ppt/tags/tag13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diagram20196630_1*i*2"/>
  <p:tag name="KSO_WM_TEMPLATE_CATEGORY" val="diagram"/>
  <p:tag name="KSO_WM_TEMPLATE_INDEX" val="20196630"/>
  <p:tag name="KSO_WM_UNIT_LAYERLEVEL" val="1"/>
  <p:tag name="KSO_WM_TAG_VERSION" val="1.0"/>
  <p:tag name="KSO_WM_BEAUTIFY_FLAG" val="#wm#"/>
  <p:tag name="KSO_WM_UNIT_FILL_FORE_SCHEMECOLOR_INDEX_BRIGHTNESS" val="0"/>
  <p:tag name="KSO_WM_UNIT_FILL_FORE_SCHEMECOLOR_INDEX" val="14"/>
  <p:tag name="KSO_WM_UNIT_FILL_TYPE" val="1"/>
  <p:tag name="KSO_WM_UNIT_LINE_FORE_SCHEMECOLOR_INDEX_BRIGHTNESS" val="0"/>
  <p:tag name="KSO_WM_UNIT_LINE_FORE_SCHEMECOLOR_INDEX" val="16"/>
  <p:tag name="KSO_WM_UNIT_LINE_FILL_TYPE" val="2"/>
  <p:tag name="KSO_WM_UNIT_TEXT_FILL_FORE_SCHEMECOLOR_INDEX_BRIGHTNESS" val="0"/>
  <p:tag name="KSO_WM_UNIT_TEXT_FILL_FORE_SCHEMECOLOR_INDEX" val="2"/>
  <p:tag name="KSO_WM_UNIT_TEXT_FILL_TYPE" val="1"/>
</p:tagLst>
</file>

<file path=ppt/tags/tag13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diagram20196630_1*i*3"/>
  <p:tag name="KSO_WM_TEMPLATE_CATEGORY" val="diagram"/>
  <p:tag name="KSO_WM_TEMPLATE_INDEX" val="20196630"/>
  <p:tag name="KSO_WM_UNIT_LAYERLEVEL" val="1"/>
  <p:tag name="KSO_WM_TAG_VERSION" val="1.0"/>
  <p:tag name="KSO_WM_BEAUTIFY_FLAG" val="#wm#"/>
  <p:tag name="KSO_WM_UNIT_FILL_FORE_SCHEMECOLOR_INDEX_BRIGHTNESS" val="0"/>
  <p:tag name="KSO_WM_UNIT_FILL_FORE_SCHEMECOLOR_INDEX" val="14"/>
  <p:tag name="KSO_WM_UNIT_FILL_TYPE" val="1"/>
  <p:tag name="KSO_WM_UNIT_LINE_FORE_SCHEMECOLOR_INDEX_BRIGHTNESS" val="0"/>
  <p:tag name="KSO_WM_UNIT_LINE_FORE_SCHEMECOLOR_INDEX" val="16"/>
  <p:tag name="KSO_WM_UNIT_LINE_FILL_TYPE" val="2"/>
  <p:tag name="KSO_WM_UNIT_TEXT_FILL_FORE_SCHEMECOLOR_INDEX_BRIGHTNESS" val="0"/>
  <p:tag name="KSO_WM_UNIT_TEXT_FILL_FORE_SCHEMECOLOR_INDEX" val="2"/>
  <p:tag name="KSO_WM_UNIT_TEXT_FILL_TYPE" val="1"/>
</p:tagLst>
</file>

<file path=ppt/tags/tag1357.xml><?xml version="1.0" encoding="utf-8"?>
<p:tagLst xmlns:p="http://schemas.openxmlformats.org/presentationml/2006/main">
  <p:tag name="KSO_WM_UNIT_TEXT_PART_ID_V2" val="a-2-2"/>
  <p:tag name="KSO_WM_UNIT_ISCONTENTSTITLE" val="0"/>
  <p:tag name="KSO_WM_UNIT_PRESET_TEXT" val="单击此处&#10;添加大标题内容"/>
  <p:tag name="KSO_WM_UNIT_NOCLEAR" val="0"/>
  <p:tag name="KSO_WM_UNIT_VALUE" val="24"/>
  <p:tag name="KSO_WM_UNIT_HIGHLIGHT" val="0"/>
  <p:tag name="KSO_WM_UNIT_COMPATIBLE" val="0"/>
  <p:tag name="KSO_WM_UNIT_DIAGRAM_ISNUMVISUAL" val="0"/>
  <p:tag name="KSO_WM_UNIT_DIAGRAM_ISREFERUNIT" val="0"/>
  <p:tag name="KSO_WM_UNIT_TYPE" val="a"/>
  <p:tag name="KSO_WM_UNIT_INDEX" val="1"/>
  <p:tag name="KSO_WM_UNIT_ID" val="diagram20196630_1*a*1"/>
  <p:tag name="KSO_WM_TEMPLATE_CATEGORY" val="diagram"/>
  <p:tag name="KSO_WM_TEMPLATE_INDEX" val="20196630"/>
  <p:tag name="KSO_WM_UNIT_LAYERLEVEL" val="1"/>
  <p:tag name="KSO_WM_TAG_VERSION" val="1.0"/>
  <p:tag name="KSO_WM_BEAUTIFY_FLAG" val="#wm#"/>
  <p:tag name="KSO_WM_UNIT_TEXT_FILL_FORE_SCHEMECOLOR_INDEX_BRIGHTNESS" val="0"/>
  <p:tag name="KSO_WM_UNIT_TEXT_FILL_FORE_SCHEMECOLOR_INDEX" val="14"/>
  <p:tag name="KSO_WM_UNIT_TEXT_FILL_TYPE" val="1"/>
</p:tagLst>
</file>

<file path=ppt/tags/tag1358.xml><?xml version="1.0" encoding="utf-8"?>
<p:tagLst xmlns:p="http://schemas.openxmlformats.org/presentationml/2006/main">
  <p:tag name="KSO_WM_UNIT_PRESET_TEXT" val="单击此处输入你的正文，文字是您思想的提炼，为了最终演示发布的良好效果，请尽量言简意赅的阐述观点；根据需要可酌情增减文字，以便观者可以准确理解您所传达的信息。您的正文已经简明扼要，但信息却错综复杂，需要用更多的文字来表述。"/>
  <p:tag name="KSO_WM_UNIT_NOCLEAR" val="0"/>
  <p:tag name="KSO_WM_UNIT_VALUE" val="126"/>
  <p:tag name="KSO_WM_UNIT_HIGHLIGHT" val="0"/>
  <p:tag name="KSO_WM_UNIT_COMPATIBLE" val="0"/>
  <p:tag name="KSO_WM_UNIT_DIAGRAM_ISNUMVISUAL" val="0"/>
  <p:tag name="KSO_WM_UNIT_DIAGRAM_ISREFERUNIT" val="0"/>
  <p:tag name="KSO_WM_UNIT_TYPE" val="f"/>
  <p:tag name="KSO_WM_UNIT_INDEX" val="1"/>
  <p:tag name="KSO_WM_UNIT_ID" val="diagram20196630_1*f*1"/>
  <p:tag name="KSO_WM_TEMPLATE_CATEGORY" val="diagram"/>
  <p:tag name="KSO_WM_TEMPLATE_INDEX" val="20196630"/>
  <p:tag name="KSO_WM_UNIT_LAYERLEVEL" val="1"/>
  <p:tag name="KSO_WM_TAG_VERSION" val="1.0"/>
  <p:tag name="KSO_WM_BEAUTIFY_FLAG" val="#wm#"/>
  <p:tag name="KSO_WM_UNIT_TEXT_FILL_FORE_SCHEMECOLOR_INDEX_BRIGHTNESS" val="0"/>
  <p:tag name="KSO_WM_UNIT_TEXT_FILL_FORE_SCHEMECOLOR_INDEX" val="14"/>
  <p:tag name="KSO_WM_UNIT_TEXT_FILL_TYPE" val="1"/>
</p:tagLst>
</file>

<file path=ppt/tags/tag1359.xml><?xml version="1.0" encoding="utf-8"?>
<p:tagLst xmlns:p="http://schemas.openxmlformats.org/presentationml/2006/main">
  <p:tag name="KSO_WM_UNIT_PRESET_TEXT" val="单击此处输入你的正文，文字是您思想的提炼，为了最终演示发布的良好效果，请尽量言简意赅的阐述观点；根据需要可酌情增减文字，以便观者可以准确理解您所传达的信息。&#10;您的正文已经简明扼要，但信息却错综复杂，需要用更多的文字来表述；但请您尽可能提炼思想的精髓，否则容易造成观者的阅读压力，适得其反。"/>
  <p:tag name="KSO_WM_UNIT_NOCLEAR" val="0"/>
  <p:tag name="KSO_WM_UNIT_VALUE" val="252"/>
  <p:tag name="KSO_WM_UNIT_HIGHLIGHT" val="0"/>
  <p:tag name="KSO_WM_UNIT_COMPATIBLE" val="0"/>
  <p:tag name="KSO_WM_UNIT_DIAGRAM_ISNUMVISUAL" val="0"/>
  <p:tag name="KSO_WM_UNIT_DIAGRAM_ISREFERUNIT" val="0"/>
  <p:tag name="KSO_WM_UNIT_TYPE" val="f"/>
  <p:tag name="KSO_WM_UNIT_INDEX" val="2"/>
  <p:tag name="KSO_WM_UNIT_ID" val="diagram20196630_1*f*2"/>
  <p:tag name="KSO_WM_TEMPLATE_CATEGORY" val="diagram"/>
  <p:tag name="KSO_WM_TEMPLATE_INDEX" val="20196630"/>
  <p:tag name="KSO_WM_UNIT_LAYERLEVEL" val="1"/>
  <p:tag name="KSO_WM_TAG_VERSION" val="1.0"/>
  <p:tag name="KSO_WM_BEAUTIFY_FLAG" val="#wm#"/>
  <p:tag name="KSO_WM_UNIT_TEXT_FILL_FORE_SCHEMECOLOR_INDEX_BRIGHTNESS" val="0.25"/>
  <p:tag name="KSO_WM_UNIT_TEXT_FILL_FORE_SCHEMECOLOR_INDEX" val="13"/>
  <p:tag name="KSO_WM_UNIT_TEXT_FILL_TYPE" val="1"/>
</p:tagLst>
</file>

<file path=ppt/tags/tag13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_12*i*1"/>
  <p:tag name="KSO_WM_UNIT_LAYERLEVEL" val="1"/>
  <p:tag name="KSO_WM_TAG_VERSION" val="1.0"/>
  <p:tag name="KSO_WM_BEAUTIFY_FLAG" val="#wm#"/>
  <p:tag name="KSO_WM_SLIDE_BACKGROUND_TYPE" val="general"/>
  <p:tag name="KSO_WM_SLIDE_BK_DARK_LIGHT" val="2"/>
</p:tagLst>
</file>

<file path=ppt/tags/tag1361.xml><?xml version="1.0" encoding="utf-8"?>
<p:tagLst xmlns:p="http://schemas.openxmlformats.org/presentationml/2006/main">
  <p:tag name="KSO_WM_BEAUTIFY_FLAG" val="#wm#"/>
  <p:tag name="KSO_WM_TEMPLATE_CATEGORY" val="diagram"/>
  <p:tag name="KSO_WM_TEMPLATE_INDEX" val="20196630"/>
  <p:tag name="KSO_WM_SLIDE_ID" val="diagram20196630_1"/>
  <p:tag name="KSO_WM_TEMPLATE_SUBCATEGORY" val="0"/>
  <p:tag name="KSO_WM_TEMPLATE_MASTER_TYPE" val="0"/>
  <p:tag name="KSO_WM_TEMPLATE_COLOR_TYPE" val="1"/>
  <p:tag name="KSO_WM_SLIDE_TYPE" val="text"/>
  <p:tag name="KSO_WM_SLIDE_SUBTYPE" val="pureTxt"/>
  <p:tag name="KSO_WM_SLIDE_ITEM_CNT" val="0"/>
  <p:tag name="KSO_WM_SLIDE_INDEX" val="1"/>
  <p:tag name="KSO_WM_SLIDE_SIZE" val="960*540"/>
  <p:tag name="KSO_WM_SLIDE_POSITION" val="0*0"/>
  <p:tag name="KSO_WM_TAG_VERSION" val="1.0"/>
  <p:tag name="KSO_WM_SLIDE_LAYOUT" val="a_f_y"/>
  <p:tag name="KSO_WM_SLIDE_LAYOUT_CNT" val="1_2_1"/>
  <p:tag name="KSO_WM_SLIDE_BK_DARK_LIGHT" val="2"/>
  <p:tag name="KSO_WM_SLIDE_BACKGROUND_TYPE" val="general"/>
</p:tagLst>
</file>

<file path=ppt/tags/tag1362.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PLACING_PICTURE_MD4" val="0"/>
  <p:tag name="KSO_WM_DIAGRAM_GROUP_CODE" val="l1-1"/>
  <p:tag name="KSO_WM_UNIT_TYPE" val="a"/>
  <p:tag name="KSO_WM_UNIT_INDEX" val="1"/>
  <p:tag name="KSO_WM_UNIT_ID" val="diagram20198924_4*a*1"/>
  <p:tag name="KSO_WM_TEMPLATE_CATEGORY" val="diagram"/>
  <p:tag name="KSO_WM_TEMPLATE_INDEX" val="20198924"/>
  <p:tag name="KSO_WM_UNIT_LAYERLEVEL" val="1"/>
  <p:tag name="KSO_WM_TAG_VERSION" val="1.0"/>
  <p:tag name="KSO_WM_BEAUTIFY_FLAG" val="#wm#"/>
  <p:tag name="KSO_WM_UNIT_PRESET_TEXT" val="项目亮点"/>
  <p:tag name="KSO_WM_UNIT_TEXT_FILL_FORE_SCHEMECOLOR_INDEX" val="5"/>
  <p:tag name="KSO_WM_UNIT_TEXT_FILL_TYPE" val="1"/>
  <p:tag name="KSO_WM_UNIT_USESOURCEFORMAT_APPLY" val="1"/>
</p:tagLst>
</file>

<file path=ppt/tags/tag136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PLACING_PICTURE_MD4" val="0"/>
  <p:tag name="KSO_WM_DIAGRAM_GROUP_CODE" val="l1-1"/>
  <p:tag name="KSO_WM_UNIT_TYPE" val="i"/>
  <p:tag name="KSO_WM_UNIT_INDEX" val="1"/>
  <p:tag name="KSO_WM_UNIT_ID" val="diagram20198924_4*i*1"/>
  <p:tag name="KSO_WM_TEMPLATE_CATEGORY" val="diagram"/>
  <p:tag name="KSO_WM_TEMPLATE_INDEX" val="20198924"/>
  <p:tag name="KSO_WM_UNIT_LAYERLEVEL" val="1"/>
  <p:tag name="KSO_WM_TAG_VERSION" val="1.0"/>
  <p:tag name="KSO_WM_BEAUTIFY_FLAG" val="#wm#"/>
  <p:tag name="KSO_WM_UNIT_FILL_FORE_SCHEMECOLOR_INDEX" val="14"/>
  <p:tag name="KSO_WM_UNIT_FILL_TYPE" val="1"/>
  <p:tag name="KSO_WM_UNIT_USESOURCEFORMAT_APPLY" val="1"/>
</p:tagLst>
</file>

<file path=ppt/tags/tag136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PLACING_PICTURE_MD4" val="0"/>
  <p:tag name="KSO_WM_DIAGRAM_GROUP_CODE" val="l1-1"/>
  <p:tag name="KSO_WM_UNIT_TYPE" val="i"/>
  <p:tag name="KSO_WM_UNIT_INDEX" val="2"/>
  <p:tag name="KSO_WM_UNIT_ID" val="diagram20198924_4*i*2"/>
  <p:tag name="KSO_WM_TEMPLATE_CATEGORY" val="diagram"/>
  <p:tag name="KSO_WM_TEMPLATE_INDEX" val="20198924"/>
  <p:tag name="KSO_WM_UNIT_LAYERLEVEL" val="1"/>
  <p:tag name="KSO_WM_TAG_VERSION" val="1.0"/>
  <p:tag name="KSO_WM_BEAUTIFY_FLAG" val="#wm#"/>
  <p:tag name="KSO_WM_UNIT_LINE_FORE_SCHEMECOLOR_INDEX" val="14"/>
  <p:tag name="KSO_WM_UNIT_LINE_FILL_TYPE" val="2"/>
  <p:tag name="KSO_WM_UNIT_USESOURCEFORMAT_APPLY" val="1"/>
</p:tagLst>
</file>

<file path=ppt/tags/tag13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PLACING_PICTURE_MD4" val="0"/>
  <p:tag name="KSO_WM_DIAGRAM_GROUP_CODE" val="l1-1"/>
  <p:tag name="KSO_WM_UNIT_TYPE" val="i"/>
  <p:tag name="KSO_WM_UNIT_INDEX" val="3"/>
  <p:tag name="KSO_WM_UNIT_ID" val="diagram20198924_4*i*3"/>
  <p:tag name="KSO_WM_TEMPLATE_CATEGORY" val="diagram"/>
  <p:tag name="KSO_WM_TEMPLATE_INDEX" val="20198924"/>
  <p:tag name="KSO_WM_UNIT_LAYERLEVEL" val="1"/>
  <p:tag name="KSO_WM_TAG_VERSION" val="1.0"/>
  <p:tag name="KSO_WM_BEAUTIFY_FLAG" val="#wm#"/>
  <p:tag name="KSO_WM_UNIT_LINE_FORE_SCHEMECOLOR_INDEX" val="14"/>
  <p:tag name="KSO_WM_UNIT_LINE_FILL_TYPE" val="2"/>
  <p:tag name="KSO_WM_UNIT_USESOURCEFORMAT_APPLY" val="1"/>
</p:tagLst>
</file>

<file path=ppt/tags/tag13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PLACING_PICTURE_MD4" val="0"/>
  <p:tag name="KSO_WM_DIAGRAM_GROUP_CODE" val="l1-1"/>
  <p:tag name="KSO_WM_UNIT_TYPE" val="i"/>
  <p:tag name="KSO_WM_UNIT_INDEX" val="4"/>
  <p:tag name="KSO_WM_UNIT_ID" val="diagram20198924_4*i*4"/>
  <p:tag name="KSO_WM_TEMPLATE_CATEGORY" val="diagram"/>
  <p:tag name="KSO_WM_TEMPLATE_INDEX" val="20198924"/>
  <p:tag name="KSO_WM_UNIT_LAYERLEVEL" val="1"/>
  <p:tag name="KSO_WM_TAG_VERSION" val="1.0"/>
  <p:tag name="KSO_WM_BEAUTIFY_FLAG" val="#wm#"/>
  <p:tag name="KSO_WM_UNIT_LINE_FORE_SCHEMECOLOR_INDEX" val="14"/>
  <p:tag name="KSO_WM_UNIT_LINE_FILL_TYPE" val="2"/>
  <p:tag name="KSO_WM_UNIT_USESOURCEFORMAT_APPLY" val="1"/>
</p:tagLst>
</file>

<file path=ppt/tags/tag1367.xml><?xml version="1.0" encoding="utf-8"?>
<p:tagLst xmlns:p="http://schemas.openxmlformats.org/presentationml/2006/main">
  <p:tag name="KSO_WM_UNIT_DIAGRAM_MODELTYPE" val="stripeEnum"/>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UNIT_PLACING_PICTURE_MD4" val="0"/>
  <p:tag name="KSO_WM_DIAGRAM_GROUP_CODE" val="l1-1"/>
  <p:tag name="KSO_WM_UNIT_TYPE" val="l_h_a"/>
  <p:tag name="KSO_WM_UNIT_INDEX" val="1_1_1"/>
  <p:tag name="KSO_WM_UNIT_ID" val="diagram20198924_4*l_h_a*1_1_1"/>
  <p:tag name="KSO_WM_TEMPLATE_CATEGORY" val="diagram"/>
  <p:tag name="KSO_WM_TEMPLATE_INDEX" val="20198924"/>
  <p:tag name="KSO_WM_UNIT_LAYERLEVEL" val="1_1_1"/>
  <p:tag name="KSO_WM_TAG_VERSION" val="1.0"/>
  <p:tag name="KSO_WM_BEAUTIFY_FLAG" val="#wm#"/>
  <p:tag name="KSO_WM_UNIT_PRESET_TEXT" val="添加标题"/>
  <p:tag name="KSO_WM_UNIT_TEXT_FILL_FORE_SCHEMECOLOR_INDEX" val="13"/>
  <p:tag name="KSO_WM_UNIT_TEXT_FILL_TYPE" val="1"/>
  <p:tag name="KSO_WM_UNIT_USESOURCEFORMAT_APPLY" val="1"/>
  <p:tag name="KSO_WM_UNIT_DIAGRAM_SCHEMECOLOR_ID" val="0"/>
</p:tagLst>
</file>

<file path=ppt/tags/tag1368.xml><?xml version="1.0" encoding="utf-8"?>
<p:tagLst xmlns:p="http://schemas.openxmlformats.org/presentationml/2006/main">
  <p:tag name="KSO_WM_UNIT_DIAGRAM_MODELTYPE" val="stripeEnum"/>
  <p:tag name="KSO_WM_UNIT_NOCLEAR" val="0"/>
  <p:tag name="KSO_WM_UNIT_HIGHLIGHT" val="0"/>
  <p:tag name="KSO_WM_UNIT_COMPATIBLE" val="0"/>
  <p:tag name="KSO_WM_UNIT_DIAGRAM_ISNUMVISUAL" val="0"/>
  <p:tag name="KSO_WM_UNIT_DIAGRAM_ISREFERUNIT" val="0"/>
  <p:tag name="KSO_WM_UNIT_PLACING_PICTURE_MD4" val="0"/>
  <p:tag name="KSO_WM_DIAGRAM_GROUP_CODE" val="l1-1"/>
  <p:tag name="KSO_WM_UNIT_TYPE" val="l_h_f"/>
  <p:tag name="KSO_WM_UNIT_INDEX" val="1_1_1"/>
  <p:tag name="KSO_WM_UNIT_ID" val="diagram20198924_4*l_h_f*1_1_1"/>
  <p:tag name="KSO_WM_TEMPLATE_CATEGORY" val="diagram"/>
  <p:tag name="KSO_WM_TEMPLATE_INDEX" val="20198924"/>
  <p:tag name="KSO_WM_UNIT_LAYERLEVEL" val="1_1_1"/>
  <p:tag name="KSO_WM_TAG_VERSION" val="1.0"/>
  <p:tag name="KSO_WM_BEAUTIFY_FLAG" val="#wm#"/>
  <p:tag name="KSO_WM_UNIT_PRESET_TEXT" val="单击此处添加文本具体内容，简明扼要的阐述您的观点。"/>
  <p:tag name="KSO_WM_UNIT_TEXT_FILL_FORE_SCHEMECOLOR_INDEX" val="14"/>
  <p:tag name="KSO_WM_UNIT_TEXT_FILL_TYPE" val="1"/>
  <p:tag name="KSO_WM_UNIT_USESOURCEFORMAT_APPLY" val="1"/>
  <p:tag name="KSO_WM_UNIT_DIAGRAM_SCHEMECOLOR_ID" val="0"/>
</p:tagLst>
</file>

<file path=ppt/tags/tag1369.xml><?xml version="1.0" encoding="utf-8"?>
<p:tagLst xmlns:p="http://schemas.openxmlformats.org/presentationml/2006/main">
  <p:tag name="KSO_WM_UNIT_DIAGRAM_MODELTYPE" val="stripeEnum"/>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UNIT_PLACING_PICTURE_MD4" val="0"/>
  <p:tag name="KSO_WM_DIAGRAM_GROUP_CODE" val="l1-1"/>
  <p:tag name="KSO_WM_UNIT_TYPE" val="l_h_a"/>
  <p:tag name="KSO_WM_UNIT_INDEX" val="1_2_1"/>
  <p:tag name="KSO_WM_UNIT_ID" val="diagram20198924_4*l_h_a*1_2_1"/>
  <p:tag name="KSO_WM_TEMPLATE_CATEGORY" val="diagram"/>
  <p:tag name="KSO_WM_TEMPLATE_INDEX" val="20198924"/>
  <p:tag name="KSO_WM_UNIT_LAYERLEVEL" val="1_1_1"/>
  <p:tag name="KSO_WM_TAG_VERSION" val="1.0"/>
  <p:tag name="KSO_WM_BEAUTIFY_FLAG" val="#wm#"/>
  <p:tag name="KSO_WM_UNIT_PRESET_TEXT" val="添加标题"/>
  <p:tag name="KSO_WM_UNIT_TEXT_FILL_FORE_SCHEMECOLOR_INDEX" val="13"/>
  <p:tag name="KSO_WM_UNIT_TEXT_FILL_TYPE" val="1"/>
  <p:tag name="KSO_WM_UNIT_USESOURCEFORMAT_APPLY" val="1"/>
  <p:tag name="KSO_WM_UNIT_DIAGRAM_SCHEMECOLOR_ID" val="0"/>
</p:tagLst>
</file>

<file path=ppt/tags/tag1370.xml><?xml version="1.0" encoding="utf-8"?>
<p:tagLst xmlns:p="http://schemas.openxmlformats.org/presentationml/2006/main">
  <p:tag name="KSO_WM_UNIT_DIAGRAM_MODELTYPE" val="stripeEnum"/>
  <p:tag name="KSO_WM_UNIT_NOCLEAR" val="0"/>
  <p:tag name="KSO_WM_UNIT_HIGHLIGHT" val="0"/>
  <p:tag name="KSO_WM_UNIT_COMPATIBLE" val="0"/>
  <p:tag name="KSO_WM_UNIT_DIAGRAM_ISNUMVISUAL" val="0"/>
  <p:tag name="KSO_WM_UNIT_DIAGRAM_ISREFERUNIT" val="0"/>
  <p:tag name="KSO_WM_UNIT_PLACING_PICTURE_MD4" val="0"/>
  <p:tag name="KSO_WM_DIAGRAM_GROUP_CODE" val="l1-1"/>
  <p:tag name="KSO_WM_UNIT_TYPE" val="l_h_f"/>
  <p:tag name="KSO_WM_UNIT_INDEX" val="1_2_1"/>
  <p:tag name="KSO_WM_UNIT_ID" val="diagram20198924_4*l_h_f*1_2_1"/>
  <p:tag name="KSO_WM_TEMPLATE_CATEGORY" val="diagram"/>
  <p:tag name="KSO_WM_TEMPLATE_INDEX" val="20198924"/>
  <p:tag name="KSO_WM_UNIT_LAYERLEVEL" val="1_1_1"/>
  <p:tag name="KSO_WM_TAG_VERSION" val="1.0"/>
  <p:tag name="KSO_WM_BEAUTIFY_FLAG" val="#wm#"/>
  <p:tag name="KSO_WM_UNIT_PRESET_TEXT" val="单击此处添加文本具体内容，简明扼要的阐述您的观点。"/>
  <p:tag name="KSO_WM_UNIT_TEXT_FILL_FORE_SCHEMECOLOR_INDEX" val="14"/>
  <p:tag name="KSO_WM_UNIT_TEXT_FILL_TYPE" val="1"/>
  <p:tag name="KSO_WM_UNIT_USESOURCEFORMAT_APPLY" val="1"/>
  <p:tag name="KSO_WM_UNIT_DIAGRAM_SCHEMECOLOR_ID" val="0"/>
</p:tagLst>
</file>

<file path=ppt/tags/tag1371.xml><?xml version="1.0" encoding="utf-8"?>
<p:tagLst xmlns:p="http://schemas.openxmlformats.org/presentationml/2006/main">
  <p:tag name="KSO_WM_UNIT_DIAGRAM_MODELTYPE" val="stripeEnum"/>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UNIT_PLACING_PICTURE_MD4" val="0"/>
  <p:tag name="KSO_WM_DIAGRAM_GROUP_CODE" val="l1-1"/>
  <p:tag name="KSO_WM_UNIT_TYPE" val="l_h_a"/>
  <p:tag name="KSO_WM_UNIT_INDEX" val="1_3_1"/>
  <p:tag name="KSO_WM_UNIT_ID" val="diagram20198924_4*l_h_a*1_3_1"/>
  <p:tag name="KSO_WM_TEMPLATE_CATEGORY" val="diagram"/>
  <p:tag name="KSO_WM_TEMPLATE_INDEX" val="20198924"/>
  <p:tag name="KSO_WM_UNIT_LAYERLEVEL" val="1_1_1"/>
  <p:tag name="KSO_WM_TAG_VERSION" val="1.0"/>
  <p:tag name="KSO_WM_BEAUTIFY_FLAG" val="#wm#"/>
  <p:tag name="KSO_WM_UNIT_PRESET_TEXT" val="添加标题"/>
  <p:tag name="KSO_WM_UNIT_TEXT_FILL_FORE_SCHEMECOLOR_INDEX" val="13"/>
  <p:tag name="KSO_WM_UNIT_TEXT_FILL_TYPE" val="1"/>
  <p:tag name="KSO_WM_UNIT_USESOURCEFORMAT_APPLY" val="1"/>
  <p:tag name="KSO_WM_UNIT_DIAGRAM_SCHEMECOLOR_ID" val="0"/>
</p:tagLst>
</file>

<file path=ppt/tags/tag1372.xml><?xml version="1.0" encoding="utf-8"?>
<p:tagLst xmlns:p="http://schemas.openxmlformats.org/presentationml/2006/main">
  <p:tag name="KSO_WM_UNIT_DIAGRAM_MODELTYPE" val="stripeEnum"/>
  <p:tag name="KSO_WM_UNIT_NOCLEAR" val="0"/>
  <p:tag name="KSO_WM_UNIT_HIGHLIGHT" val="0"/>
  <p:tag name="KSO_WM_UNIT_COMPATIBLE" val="0"/>
  <p:tag name="KSO_WM_UNIT_DIAGRAM_ISNUMVISUAL" val="0"/>
  <p:tag name="KSO_WM_UNIT_DIAGRAM_ISREFERUNIT" val="0"/>
  <p:tag name="KSO_WM_UNIT_PLACING_PICTURE_MD4" val="0"/>
  <p:tag name="KSO_WM_DIAGRAM_GROUP_CODE" val="l1-1"/>
  <p:tag name="KSO_WM_UNIT_TYPE" val="l_h_f"/>
  <p:tag name="KSO_WM_UNIT_INDEX" val="1_3_1"/>
  <p:tag name="KSO_WM_UNIT_ID" val="diagram20198924_4*l_h_f*1_3_1"/>
  <p:tag name="KSO_WM_TEMPLATE_CATEGORY" val="diagram"/>
  <p:tag name="KSO_WM_TEMPLATE_INDEX" val="20198924"/>
  <p:tag name="KSO_WM_UNIT_LAYERLEVEL" val="1_1_1"/>
  <p:tag name="KSO_WM_TAG_VERSION" val="1.0"/>
  <p:tag name="KSO_WM_BEAUTIFY_FLAG" val="#wm#"/>
  <p:tag name="KSO_WM_UNIT_PRESET_TEXT" val="单击此处添加文本具体内容，简明扼要的阐述您的观点。"/>
  <p:tag name="KSO_WM_UNIT_TEXT_FILL_FORE_SCHEMECOLOR_INDEX" val="14"/>
  <p:tag name="KSO_WM_UNIT_TEXT_FILL_TYPE" val="1"/>
  <p:tag name="KSO_WM_UNIT_USESOURCEFORMAT_APPLY" val="1"/>
  <p:tag name="KSO_WM_UNIT_DIAGRAM_SCHEMECOLOR_ID" val="0"/>
</p:tagLst>
</file>

<file path=ppt/tags/tag1373.xml><?xml version="1.0" encoding="utf-8"?>
<p:tagLst xmlns:p="http://schemas.openxmlformats.org/presentationml/2006/main">
  <p:tag name="KSO_WM_UNIT_DIAGRAM_MODELTYPE" val="stripeEnum"/>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UNIT_PLACING_PICTURE_MD4" val="0"/>
  <p:tag name="KSO_WM_DIAGRAM_GROUP_CODE" val="l1-1"/>
  <p:tag name="KSO_WM_UNIT_TYPE" val="l_h_a"/>
  <p:tag name="KSO_WM_UNIT_INDEX" val="1_4_1"/>
  <p:tag name="KSO_WM_UNIT_ID" val="diagram20198924_4*l_h_a*1_4_1"/>
  <p:tag name="KSO_WM_TEMPLATE_CATEGORY" val="diagram"/>
  <p:tag name="KSO_WM_TEMPLATE_INDEX" val="20198924"/>
  <p:tag name="KSO_WM_UNIT_LAYERLEVEL" val="1_1_1"/>
  <p:tag name="KSO_WM_TAG_VERSION" val="1.0"/>
  <p:tag name="KSO_WM_BEAUTIFY_FLAG" val="#wm#"/>
  <p:tag name="KSO_WM_UNIT_PRESET_TEXT" val="添加标题"/>
  <p:tag name="KSO_WM_UNIT_TEXT_FILL_FORE_SCHEMECOLOR_INDEX" val="13"/>
  <p:tag name="KSO_WM_UNIT_TEXT_FILL_TYPE" val="1"/>
  <p:tag name="KSO_WM_UNIT_USESOURCEFORMAT_APPLY" val="1"/>
  <p:tag name="KSO_WM_UNIT_DIAGRAM_SCHEMECOLOR_ID" val="0"/>
</p:tagLst>
</file>

<file path=ppt/tags/tag1374.xml><?xml version="1.0" encoding="utf-8"?>
<p:tagLst xmlns:p="http://schemas.openxmlformats.org/presentationml/2006/main">
  <p:tag name="KSO_WM_UNIT_DIAGRAM_MODELTYPE" val="stripeEnum"/>
  <p:tag name="KSO_WM_UNIT_NOCLEAR" val="0"/>
  <p:tag name="KSO_WM_UNIT_HIGHLIGHT" val="0"/>
  <p:tag name="KSO_WM_UNIT_COMPATIBLE" val="0"/>
  <p:tag name="KSO_WM_UNIT_DIAGRAM_ISNUMVISUAL" val="0"/>
  <p:tag name="KSO_WM_UNIT_DIAGRAM_ISREFERUNIT" val="0"/>
  <p:tag name="KSO_WM_UNIT_PLACING_PICTURE_MD4" val="0"/>
  <p:tag name="KSO_WM_DIAGRAM_GROUP_CODE" val="l1-1"/>
  <p:tag name="KSO_WM_UNIT_TYPE" val="l_h_f"/>
  <p:tag name="KSO_WM_UNIT_INDEX" val="1_4_1"/>
  <p:tag name="KSO_WM_UNIT_ID" val="diagram20198924_4*l_h_f*1_4_1"/>
  <p:tag name="KSO_WM_TEMPLATE_CATEGORY" val="diagram"/>
  <p:tag name="KSO_WM_TEMPLATE_INDEX" val="20198924"/>
  <p:tag name="KSO_WM_UNIT_LAYERLEVEL" val="1_1_1"/>
  <p:tag name="KSO_WM_TAG_VERSION" val="1.0"/>
  <p:tag name="KSO_WM_BEAUTIFY_FLAG" val="#wm#"/>
  <p:tag name="KSO_WM_UNIT_PRESET_TEXT" val="单击此处添加文本具体内容，简明扼要的阐述您的观点。"/>
  <p:tag name="KSO_WM_UNIT_TEXT_FILL_FORE_SCHEMECOLOR_INDEX" val="14"/>
  <p:tag name="KSO_WM_UNIT_TEXT_FILL_TYPE" val="1"/>
  <p:tag name="KSO_WM_UNIT_USESOURCEFORMAT_APPLY" val="1"/>
  <p:tag name="KSO_WM_UNIT_DIAGRAM_SCHEMECOLOR_ID" val="0"/>
</p:tagLst>
</file>

<file path=ppt/tags/tag1375.xml><?xml version="1.0" encoding="utf-8"?>
<p:tagLst xmlns:p="http://schemas.openxmlformats.org/presentationml/2006/main">
  <p:tag name="KSO_WM_UNIT_DIAGRAM_MODELTYPE" val="stripeEnum"/>
  <p:tag name="KSO_WM_UNIT_NOCLEAR" val="0"/>
  <p:tag name="KSO_WM_UNIT_VALUE" val="36"/>
  <p:tag name="KSO_WM_UNIT_HIGHLIGHT" val="0"/>
  <p:tag name="KSO_WM_UNIT_COMPATIBLE" val="0"/>
  <p:tag name="KSO_WM_UNIT_DIAGRAM_ISNUMVISUAL" val="0"/>
  <p:tag name="KSO_WM_UNIT_DIAGRAM_ISREFERUNIT" val="0"/>
  <p:tag name="KSO_WM_UNIT_PLACING_PICTURE_MD4" val="0"/>
  <p:tag name="KSO_WM_DIAGRAM_GROUP_CODE" val="l1-1"/>
  <p:tag name="KSO_WM_UNIT_TYPE" val="l_h_f"/>
  <p:tag name="KSO_WM_UNIT_INDEX" val="1_5_1"/>
  <p:tag name="KSO_WM_UNIT_ID" val="diagram20198924_4*l_h_f*1_5_1"/>
  <p:tag name="KSO_WM_TEMPLATE_CATEGORY" val="diagram"/>
  <p:tag name="KSO_WM_TEMPLATE_INDEX" val="20198924"/>
  <p:tag name="KSO_WM_UNIT_LAYERLEVEL" val="1_1_1"/>
  <p:tag name="KSO_WM_TAG_VERSION" val="1.0"/>
  <p:tag name="KSO_WM_BEAUTIFY_FLAG" val="#wm#"/>
  <p:tag name="KSO_WM_UNIT_PRESET_TEXT" val="单击此处添加文本具体内容，简明扼要的阐述您的观点。"/>
  <p:tag name="KSO_WM_UNIT_TEXT_FILL_FORE_SCHEMECOLOR_INDEX" val="14"/>
  <p:tag name="KSO_WM_UNIT_TEXT_FILL_TYPE" val="1"/>
  <p:tag name="KSO_WM_UNIT_USESOURCEFORMAT_APPLY" val="1"/>
  <p:tag name="KSO_WM_UNIT_DIAGRAM_SCHEMECOLOR_ID" val="0"/>
</p:tagLst>
</file>

<file path=ppt/tags/tag1376.xml><?xml version="1.0" encoding="utf-8"?>
<p:tagLst xmlns:p="http://schemas.openxmlformats.org/presentationml/2006/main">
  <p:tag name="KSO_WM_UNIT_DIAGRAM_MODELTYPE" val="stripeEnum"/>
  <p:tag name="KSO_WM_UNIT_ISCONTENTSTITLE" val="0"/>
  <p:tag name="KSO_WM_UNIT_ISNUMDGMTITLE" val="0"/>
  <p:tag name="KSO_WM_UNIT_NOCLEAR" val="0"/>
  <p:tag name="KSO_WM_UNIT_VALUE" val="5"/>
  <p:tag name="KSO_WM_UNIT_HIGHLIGHT" val="0"/>
  <p:tag name="KSO_WM_UNIT_COMPATIBLE" val="0"/>
  <p:tag name="KSO_WM_UNIT_DIAGRAM_ISNUMVISUAL" val="0"/>
  <p:tag name="KSO_WM_UNIT_DIAGRAM_ISREFERUNIT" val="0"/>
  <p:tag name="KSO_WM_UNIT_PLACING_PICTURE_MD4" val="0"/>
  <p:tag name="KSO_WM_DIAGRAM_GROUP_CODE" val="l1-1"/>
  <p:tag name="KSO_WM_UNIT_TYPE" val="l_h_a"/>
  <p:tag name="KSO_WM_UNIT_INDEX" val="1_5_1"/>
  <p:tag name="KSO_WM_UNIT_ID" val="diagram20198924_4*l_h_a*1_5_1"/>
  <p:tag name="KSO_WM_TEMPLATE_CATEGORY" val="diagram"/>
  <p:tag name="KSO_WM_TEMPLATE_INDEX" val="20198924"/>
  <p:tag name="KSO_WM_UNIT_LAYERLEVEL" val="1_1_1"/>
  <p:tag name="KSO_WM_TAG_VERSION" val="1.0"/>
  <p:tag name="KSO_WM_BEAUTIFY_FLAG" val="#wm#"/>
  <p:tag name="KSO_WM_UNIT_PRESET_TEXT" val="添加标题"/>
  <p:tag name="KSO_WM_UNIT_TEXT_FILL_FORE_SCHEMECOLOR_INDEX" val="13"/>
  <p:tag name="KSO_WM_UNIT_TEXT_FILL_TYPE" val="1"/>
  <p:tag name="KSO_WM_UNIT_USESOURCEFORMAT_APPLY" val="1"/>
  <p:tag name="KSO_WM_UNIT_DIAGRAM_SCHEMECOLOR_ID" val="0"/>
</p:tagLst>
</file>

<file path=ppt/tags/tag1377.xml><?xml version="1.0" encoding="utf-8"?>
<p:tagLst xmlns:p="http://schemas.openxmlformats.org/presentationml/2006/main">
  <p:tag name="KSO_WM_UNIT_DIAGRAM_MODELTYPE" val="stripeEnum"/>
  <p:tag name="KSO_WM_UNIT_HIGHLIGHT" val="0"/>
  <p:tag name="KSO_WM_UNIT_COMPATIBLE" val="0"/>
  <p:tag name="KSO_WM_UNIT_DIAGRAM_ISNUMVISUAL" val="0"/>
  <p:tag name="KSO_WM_UNIT_DIAGRAM_ISREFERUNIT" val="0"/>
  <p:tag name="KSO_WM_DIAGRAM_GROUP_CODE" val="l1-1"/>
  <p:tag name="KSO_WM_UNIT_TYPE" val="l_h_i"/>
  <p:tag name="KSO_WM_UNIT_INDEX" val="1_3_1"/>
  <p:tag name="KSO_WM_UNIT_ID" val="diagram20198924_4*l_h_i*1_3_1"/>
  <p:tag name="KSO_WM_TEMPLATE_CATEGORY" val="diagram"/>
  <p:tag name="KSO_WM_TEMPLATE_INDEX" val="20198924"/>
  <p:tag name="KSO_WM_UNIT_LAYERLEVEL" val="1_1_1"/>
  <p:tag name="KSO_WM_TAG_VERSION" val="1.0"/>
  <p:tag name="KSO_WM_BEAUTIFY_FLAG" val="#wm#"/>
  <p:tag name="KSO_WM_UNIT_FILL_FORE_SCHEMECOLOR_INDEX" val="7"/>
  <p:tag name="KSO_WM_UNIT_FILL_TYPE" val="1"/>
  <p:tag name="KSO_WM_UNIT_TEXT_FILL_FORE_SCHEMECOLOR_INDEX" val="13"/>
  <p:tag name="KSO_WM_UNIT_TEXT_FILL_TYPE" val="1"/>
  <p:tag name="KSO_WM_UNIT_USESOURCEFORMAT_APPLY" val="1"/>
  <p:tag name="KSO_WM_UNIT_DIAGRAM_SCHEMECOLOR_ID" val="0"/>
</p:tagLst>
</file>

<file path=ppt/tags/tag1378.xml><?xml version="1.0" encoding="utf-8"?>
<p:tagLst xmlns:p="http://schemas.openxmlformats.org/presentationml/2006/main">
  <p:tag name="KSO_WM_UNIT_DIAGRAM_MODELTYPE" val="stripeEnum"/>
  <p:tag name="KSO_WM_UNIT_HIGHLIGHT" val="0"/>
  <p:tag name="KSO_WM_UNIT_COMPATIBLE" val="0"/>
  <p:tag name="KSO_WM_UNIT_DIAGRAM_ISNUMVISUAL" val="0"/>
  <p:tag name="KSO_WM_UNIT_DIAGRAM_ISREFERUNIT" val="0"/>
  <p:tag name="KSO_WM_DIAGRAM_GROUP_CODE" val="l1-1"/>
  <p:tag name="KSO_WM_UNIT_TYPE" val="l_h_i"/>
  <p:tag name="KSO_WM_UNIT_INDEX" val="1_3_2"/>
  <p:tag name="KSO_WM_UNIT_ID" val="diagram20198924_4*l_h_i*1_3_2"/>
  <p:tag name="KSO_WM_TEMPLATE_CATEGORY" val="diagram"/>
  <p:tag name="KSO_WM_TEMPLATE_INDEX" val="20198924"/>
  <p:tag name="KSO_WM_UNIT_LAYERLEVEL" val="1_1_1"/>
  <p:tag name="KSO_WM_TAG_VERSION" val="1.0"/>
  <p:tag name="KSO_WM_BEAUTIFY_FLAG" val="#wm#"/>
  <p:tag name="KSO_WM_UNIT_FILL_FORE_SCHEMECOLOR_INDEX" val="7"/>
  <p:tag name="KSO_WM_UNIT_FILL_TYPE" val="1"/>
  <p:tag name="KSO_WM_UNIT_TEXT_FILL_FORE_SCHEMECOLOR_INDEX" val="13"/>
  <p:tag name="KSO_WM_UNIT_TEXT_FILL_TYPE" val="1"/>
  <p:tag name="KSO_WM_UNIT_USESOURCEFORMAT_APPLY" val="1"/>
  <p:tag name="KSO_WM_UNIT_DIAGRAM_SCHEMECOLOR_ID" val="0"/>
</p:tagLst>
</file>

<file path=ppt/tags/tag1379.xml><?xml version="1.0" encoding="utf-8"?>
<p:tagLst xmlns:p="http://schemas.openxmlformats.org/presentationml/2006/main">
  <p:tag name="KSO_WM_UNIT_DIAGRAM_MODELTYPE" val="stripeEnum"/>
  <p:tag name="KSO_WM_UNIT_HIGHLIGHT" val="0"/>
  <p:tag name="KSO_WM_UNIT_COMPATIBLE" val="0"/>
  <p:tag name="KSO_WM_UNIT_DIAGRAM_ISNUMVISUAL" val="0"/>
  <p:tag name="KSO_WM_UNIT_DIAGRAM_ISREFERUNIT" val="0"/>
  <p:tag name="KSO_WM_DIAGRAM_GROUP_CODE" val="l1-1"/>
  <p:tag name="KSO_WM_UNIT_TYPE" val="l_h_i"/>
  <p:tag name="KSO_WM_UNIT_INDEX" val="1_4_1"/>
  <p:tag name="KSO_WM_UNIT_ID" val="diagram20198924_4*l_h_i*1_4_1"/>
  <p:tag name="KSO_WM_TEMPLATE_CATEGORY" val="diagram"/>
  <p:tag name="KSO_WM_TEMPLATE_INDEX" val="20198924"/>
  <p:tag name="KSO_WM_UNIT_LAYERLEVEL" val="1_1_1"/>
  <p:tag name="KSO_WM_TAG_VERSION" val="1.0"/>
  <p:tag name="KSO_WM_BEAUTIFY_FLAG" val="#wm#"/>
  <p:tag name="KSO_WM_UNIT_FILL_FORE_SCHEMECOLOR_INDEX" val="8"/>
  <p:tag name="KSO_WM_UNIT_FILL_TYPE" val="1"/>
  <p:tag name="KSO_WM_UNIT_TEXT_FILL_FORE_SCHEMECOLOR_INDEX" val="13"/>
  <p:tag name="KSO_WM_UNIT_TEXT_FILL_TYPE" val="1"/>
  <p:tag name="KSO_WM_UNIT_USESOURCEFORMAT_APPLY" val="1"/>
  <p:tag name="KSO_WM_UNIT_DIAGRAM_SCHEMECOLOR_ID" val="0"/>
</p:tagLst>
</file>

<file path=ppt/tags/tag1380.xml><?xml version="1.0" encoding="utf-8"?>
<p:tagLst xmlns:p="http://schemas.openxmlformats.org/presentationml/2006/main">
  <p:tag name="KSO_WM_UNIT_DIAGRAM_MODELTYPE" val="stripeEnum"/>
  <p:tag name="KSO_WM_UNIT_HIGHLIGHT" val="0"/>
  <p:tag name="KSO_WM_UNIT_COMPATIBLE" val="0"/>
  <p:tag name="KSO_WM_UNIT_DIAGRAM_ISNUMVISUAL" val="0"/>
  <p:tag name="KSO_WM_UNIT_DIAGRAM_ISREFERUNIT" val="0"/>
  <p:tag name="KSO_WM_DIAGRAM_GROUP_CODE" val="l1-1"/>
  <p:tag name="KSO_WM_UNIT_TYPE" val="l_h_i"/>
  <p:tag name="KSO_WM_UNIT_INDEX" val="1_4_2"/>
  <p:tag name="KSO_WM_UNIT_ID" val="diagram20198924_4*l_h_i*1_4_2"/>
  <p:tag name="KSO_WM_TEMPLATE_CATEGORY" val="diagram"/>
  <p:tag name="KSO_WM_TEMPLATE_INDEX" val="20198924"/>
  <p:tag name="KSO_WM_UNIT_LAYERLEVEL" val="1_1_1"/>
  <p:tag name="KSO_WM_TAG_VERSION" val="1.0"/>
  <p:tag name="KSO_WM_BEAUTIFY_FLAG" val="#wm#"/>
  <p:tag name="KSO_WM_UNIT_FILL_FORE_SCHEMECOLOR_INDEX" val="8"/>
  <p:tag name="KSO_WM_UNIT_FILL_TYPE" val="1"/>
  <p:tag name="KSO_WM_UNIT_TEXT_FILL_FORE_SCHEMECOLOR_INDEX" val="13"/>
  <p:tag name="KSO_WM_UNIT_TEXT_FILL_TYPE" val="1"/>
  <p:tag name="KSO_WM_UNIT_USESOURCEFORMAT_APPLY" val="1"/>
  <p:tag name="KSO_WM_UNIT_DIAGRAM_SCHEMECOLOR_ID" val="0"/>
</p:tagLst>
</file>

<file path=ppt/tags/tag1381.xml><?xml version="1.0" encoding="utf-8"?>
<p:tagLst xmlns:p="http://schemas.openxmlformats.org/presentationml/2006/main">
  <p:tag name="KSO_WM_UNIT_DIAGRAM_MODELTYPE" val="stripeEnum"/>
  <p:tag name="KSO_WM_UNIT_HIGHLIGHT" val="0"/>
  <p:tag name="KSO_WM_UNIT_COMPATIBLE" val="0"/>
  <p:tag name="KSO_WM_UNIT_DIAGRAM_ISNUMVISUAL" val="0"/>
  <p:tag name="KSO_WM_UNIT_DIAGRAM_ISREFERUNIT" val="0"/>
  <p:tag name="KSO_WM_DIAGRAM_GROUP_CODE" val="l1-1"/>
  <p:tag name="KSO_WM_UNIT_TYPE" val="l_h_i"/>
  <p:tag name="KSO_WM_UNIT_INDEX" val="1_5_1"/>
  <p:tag name="KSO_WM_UNIT_ID" val="diagram20198924_4*l_h_i*1_5_1"/>
  <p:tag name="KSO_WM_TEMPLATE_CATEGORY" val="diagram"/>
  <p:tag name="KSO_WM_TEMPLATE_INDEX" val="20198924"/>
  <p:tag name="KSO_WM_UNIT_LAYERLEVEL" val="1_1_1"/>
  <p:tag name="KSO_WM_TAG_VERSION" val="1.0"/>
  <p:tag name="KSO_WM_BEAUTIFY_FLAG" val="#wm#"/>
  <p:tag name="KSO_WM_UNIT_FILL_FORE_SCHEMECOLOR_INDEX" val="9"/>
  <p:tag name="KSO_WM_UNIT_FILL_TYPE" val="1"/>
  <p:tag name="KSO_WM_UNIT_TEXT_FILL_FORE_SCHEMECOLOR_INDEX" val="13"/>
  <p:tag name="KSO_WM_UNIT_TEXT_FILL_TYPE" val="1"/>
  <p:tag name="KSO_WM_UNIT_USESOURCEFORMAT_APPLY" val="1"/>
  <p:tag name="KSO_WM_UNIT_DIAGRAM_SCHEMECOLOR_ID" val="0"/>
</p:tagLst>
</file>

<file path=ppt/tags/tag1382.xml><?xml version="1.0" encoding="utf-8"?>
<p:tagLst xmlns:p="http://schemas.openxmlformats.org/presentationml/2006/main">
  <p:tag name="KSO_WM_UNIT_DIAGRAM_MODELTYPE" val="stripeEnum"/>
  <p:tag name="KSO_WM_UNIT_HIGHLIGHT" val="0"/>
  <p:tag name="KSO_WM_UNIT_COMPATIBLE" val="0"/>
  <p:tag name="KSO_WM_UNIT_DIAGRAM_ISNUMVISUAL" val="0"/>
  <p:tag name="KSO_WM_UNIT_DIAGRAM_ISREFERUNIT" val="0"/>
  <p:tag name="KSO_WM_DIAGRAM_GROUP_CODE" val="l1-1"/>
  <p:tag name="KSO_WM_UNIT_TYPE" val="l_h_i"/>
  <p:tag name="KSO_WM_UNIT_INDEX" val="1_5_2"/>
  <p:tag name="KSO_WM_UNIT_ID" val="diagram20198924_4*l_h_i*1_5_2"/>
  <p:tag name="KSO_WM_TEMPLATE_CATEGORY" val="diagram"/>
  <p:tag name="KSO_WM_TEMPLATE_INDEX" val="20198924"/>
  <p:tag name="KSO_WM_UNIT_LAYERLEVEL" val="1_1_1"/>
  <p:tag name="KSO_WM_TAG_VERSION" val="1.0"/>
  <p:tag name="KSO_WM_BEAUTIFY_FLAG" val="#wm#"/>
  <p:tag name="KSO_WM_UNIT_FILL_FORE_SCHEMECOLOR_INDEX" val="9"/>
  <p:tag name="KSO_WM_UNIT_FILL_TYPE" val="1"/>
  <p:tag name="KSO_WM_UNIT_TEXT_FILL_FORE_SCHEMECOLOR_INDEX" val="13"/>
  <p:tag name="KSO_WM_UNIT_TEXT_FILL_TYPE" val="1"/>
  <p:tag name="KSO_WM_UNIT_USESOURCEFORMAT_APPLY" val="1"/>
  <p:tag name="KSO_WM_UNIT_DIAGRAM_SCHEMECOLOR_ID" val="0"/>
</p:tagLst>
</file>

<file path=ppt/tags/tag1383.xml><?xml version="1.0" encoding="utf-8"?>
<p:tagLst xmlns:p="http://schemas.openxmlformats.org/presentationml/2006/main">
  <p:tag name="KSO_WM_UNIT_DIAGRAM_MODELTYPE" val="stripeEnum"/>
  <p:tag name="KSO_WM_UNIT_HIGHLIGHT" val="0"/>
  <p:tag name="KSO_WM_UNIT_COMPATIBLE" val="0"/>
  <p:tag name="KSO_WM_UNIT_DIAGRAM_ISNUMVISUAL" val="0"/>
  <p:tag name="KSO_WM_UNIT_DIAGRAM_ISREFERUNIT" val="0"/>
  <p:tag name="KSO_WM_DIAGRAM_GROUP_CODE" val="l1-1"/>
  <p:tag name="KSO_WM_UNIT_TYPE" val="l_h_i"/>
  <p:tag name="KSO_WM_UNIT_INDEX" val="1_2_1"/>
  <p:tag name="KSO_WM_UNIT_ID" val="diagram20198924_4*l_h_i*1_2_1"/>
  <p:tag name="KSO_WM_TEMPLATE_CATEGORY" val="diagram"/>
  <p:tag name="KSO_WM_TEMPLATE_INDEX" val="20198924"/>
  <p:tag name="KSO_WM_UNIT_LAYERLEVEL" val="1_1_1"/>
  <p:tag name="KSO_WM_TAG_VERSION" val="1.0"/>
  <p:tag name="KSO_WM_BEAUTIFY_FLAG" val="#wm#"/>
  <p:tag name="KSO_WM_UNIT_FILL_FORE_SCHEMECOLOR_INDEX" val="6"/>
  <p:tag name="KSO_WM_UNIT_FILL_TYPE" val="1"/>
  <p:tag name="KSO_WM_UNIT_TEXT_FILL_FORE_SCHEMECOLOR_INDEX" val="13"/>
  <p:tag name="KSO_WM_UNIT_TEXT_FILL_TYPE" val="1"/>
  <p:tag name="KSO_WM_UNIT_USESOURCEFORMAT_APPLY" val="1"/>
  <p:tag name="KSO_WM_UNIT_DIAGRAM_SCHEMECOLOR_ID" val="0"/>
</p:tagLst>
</file>

<file path=ppt/tags/tag1384.xml><?xml version="1.0" encoding="utf-8"?>
<p:tagLst xmlns:p="http://schemas.openxmlformats.org/presentationml/2006/main">
  <p:tag name="KSO_WM_UNIT_DIAGRAM_MODELTYPE" val="stripeEnum"/>
  <p:tag name="KSO_WM_UNIT_HIGHLIGHT" val="0"/>
  <p:tag name="KSO_WM_UNIT_COMPATIBLE" val="0"/>
  <p:tag name="KSO_WM_UNIT_DIAGRAM_ISNUMVISUAL" val="0"/>
  <p:tag name="KSO_WM_UNIT_DIAGRAM_ISREFERUNIT" val="0"/>
  <p:tag name="KSO_WM_DIAGRAM_GROUP_CODE" val="l1-1"/>
  <p:tag name="KSO_WM_UNIT_TYPE" val="l_h_i"/>
  <p:tag name="KSO_WM_UNIT_INDEX" val="1_2_2"/>
  <p:tag name="KSO_WM_UNIT_ID" val="diagram20198924_4*l_h_i*1_2_2"/>
  <p:tag name="KSO_WM_TEMPLATE_CATEGORY" val="diagram"/>
  <p:tag name="KSO_WM_TEMPLATE_INDEX" val="20198924"/>
  <p:tag name="KSO_WM_UNIT_LAYERLEVEL" val="1_1_1"/>
  <p:tag name="KSO_WM_TAG_VERSION" val="1.0"/>
  <p:tag name="KSO_WM_BEAUTIFY_FLAG" val="#wm#"/>
  <p:tag name="KSO_WM_UNIT_FILL_FORE_SCHEMECOLOR_INDEX" val="6"/>
  <p:tag name="KSO_WM_UNIT_FILL_TYPE" val="1"/>
  <p:tag name="KSO_WM_UNIT_TEXT_FILL_FORE_SCHEMECOLOR_INDEX" val="13"/>
  <p:tag name="KSO_WM_UNIT_TEXT_FILL_TYPE" val="1"/>
  <p:tag name="KSO_WM_UNIT_USESOURCEFORMAT_APPLY" val="1"/>
  <p:tag name="KSO_WM_UNIT_DIAGRAM_SCHEMECOLOR_ID" val="0"/>
</p:tagLst>
</file>

<file path=ppt/tags/tag1385.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2"/>
  <p:tag name="KSO_WM_UNIT_ID" val="diagram20198924_4*l_h_i*1_1_2"/>
  <p:tag name="KSO_WM_TEMPLATE_CATEGORY" val="diagram"/>
  <p:tag name="KSO_WM_TEMPLATE_INDEX" val="20198924"/>
  <p:tag name="KSO_WM_UNIT_LAYERLEVEL" val="1_1_1"/>
  <p:tag name="KSO_WM_TAG_VERSION" val="1.0"/>
  <p:tag name="KSO_WM_BEAUTIFY_FLAG" val="#wm#"/>
  <p:tag name="KSO_WM_UNIT_DIAGRAM_MODELTYPE" val="stripeEnum"/>
  <p:tag name="KSO_WM_UNIT_FILL_FORE_SCHEMECOLOR_INDEX" val="5"/>
  <p:tag name="KSO_WM_UNIT_FILL_TYPE" val="1"/>
  <p:tag name="KSO_WM_UNIT_TEXT_FILL_FORE_SCHEMECOLOR_INDEX" val="13"/>
  <p:tag name="KSO_WM_UNIT_TEXT_FILL_TYPE" val="1"/>
  <p:tag name="KSO_WM_UNIT_USESOURCEFORMAT_APPLY" val="1"/>
  <p:tag name="KSO_WM_UNIT_DIAGRAM_SCHEMECOLOR_ID" val="0"/>
</p:tagLst>
</file>

<file path=ppt/tags/tag1386.xml><?xml version="1.0" encoding="utf-8"?>
<p:tagLst xmlns:p="http://schemas.openxmlformats.org/presentationml/2006/main">
  <p:tag name="KSO_WM_UNIT_DIAGRAM_MODELTYPE" val="stripeEnum"/>
  <p:tag name="KSO_WM_UNIT_HIGHLIGHT" val="0"/>
  <p:tag name="KSO_WM_UNIT_COMPATIBLE" val="0"/>
  <p:tag name="KSO_WM_UNIT_DIAGRAM_ISNUMVISUAL" val="0"/>
  <p:tag name="KSO_WM_UNIT_DIAGRAM_ISREFERUNIT" val="0"/>
  <p:tag name="KSO_WM_DIAGRAM_GROUP_CODE" val="l1-1"/>
  <p:tag name="KSO_WM_UNIT_TYPE" val="l_h_i"/>
  <p:tag name="KSO_WM_UNIT_INDEX" val="1_1_1"/>
  <p:tag name="KSO_WM_UNIT_ID" val="diagram20198924_4*l_h_i*1_1_1"/>
  <p:tag name="KSO_WM_TEMPLATE_CATEGORY" val="diagram"/>
  <p:tag name="KSO_WM_TEMPLATE_INDEX" val="20198924"/>
  <p:tag name="KSO_WM_UNIT_LAYERLEVEL" val="1_1_1"/>
  <p:tag name="KSO_WM_TAG_VERSION" val="1.0"/>
  <p:tag name="KSO_WM_BEAUTIFY_FLAG" val="#wm#"/>
  <p:tag name="KSO_WM_UNIT_FILL_FORE_SCHEMECOLOR_INDEX" val="5"/>
  <p:tag name="KSO_WM_UNIT_FILL_TYPE" val="1"/>
  <p:tag name="KSO_WM_UNIT_TEXT_FILL_FORE_SCHEMECOLOR_INDEX" val="13"/>
  <p:tag name="KSO_WM_UNIT_TEXT_FILL_TYPE" val="1"/>
  <p:tag name="KSO_WM_UNIT_USESOURCEFORMAT_APPLY" val="1"/>
  <p:tag name="KSO_WM_UNIT_DIAGRAM_SCHEMECOLOR_ID" val="0"/>
</p:tagLst>
</file>

<file path=ppt/tags/tag1387.xml><?xml version="1.0" encoding="utf-8"?>
<p:tagLst xmlns:p="http://schemas.openxmlformats.org/presentationml/2006/main">
  <p:tag name="KSO_WM_BEAUTIFY_FLAG" val="#wm#"/>
  <p:tag name="KSO_WM_TEMPLATE_CATEGORY" val="diagram"/>
  <p:tag name="KSO_WM_TEMPLATE_INDEX" val="20198924"/>
  <p:tag name="KSO_WM_SLIDE_ID" val="diagram20198924_4"/>
  <p:tag name="KSO_WM_TEMPLATE_SUBCATEGORY" val="0"/>
  <p:tag name="KSO_WM_TEMPLATE_MASTER_TYPE" val="0"/>
  <p:tag name="KSO_WM_TEMPLATE_COLOR_TYPE" val="1"/>
  <p:tag name="KSO_WM_SLIDE_TYPE" val="text"/>
  <p:tag name="KSO_WM_SLIDE_SUBTYPE" val="diag"/>
  <p:tag name="KSO_WM_SLIDE_ITEM_CNT" val="5"/>
  <p:tag name="KSO_WM_SLIDE_INDEX" val="4"/>
  <p:tag name="KSO_WM_SLIDE_SIZE" val="911.73*200.36"/>
  <p:tag name="KSO_WM_SLIDE_POSITION" val="24.1353*218.864"/>
  <p:tag name="KSO_WM_DIAGRAM_GROUP_CODE" val="l1-1"/>
  <p:tag name="KSO_WM_SLIDE_DIAGTYPE" val="l"/>
  <p:tag name="KSO_WM_TAG_VERSION" val="1.0"/>
  <p:tag name="KSO_WM_SLIDE_LAYOUT" val="a_l"/>
  <p:tag name="KSO_WM_SLIDE_LAYOUT_CNT" val="1_1"/>
</p:tagLst>
</file>

<file path=ppt/tags/tag1388.xml><?xml version="1.0" encoding="utf-8"?>
<p:tagLst xmlns:p="http://schemas.openxmlformats.org/presentationml/2006/main">
  <p:tag name="KSO_WM_BEAUTIFY_FLAG" val="#wm#"/>
  <p:tag name="KSO_WM_TEMPLATE_CATEGORY" val="diagram"/>
  <p:tag name="KSO_WM_TEMPLATE_INDEX" val="20187725"/>
</p:tagLst>
</file>

<file path=ppt/tags/tag1389.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n1-1"/>
  <p:tag name="KSO_WM_UNIT_TYPE" val="i"/>
  <p:tag name="KSO_WM_UNIT_INDEX" val="1"/>
  <p:tag name="KSO_WM_UNIT_ID" val="diagram20188036_2*i*1"/>
  <p:tag name="KSO_WM_TEMPLATE_CATEGORY" val="diagram"/>
  <p:tag name="KSO_WM_TEMPLATE_INDEX" val="20188036"/>
  <p:tag name="KSO_WM_UNIT_LAYERLEVEL" val="1"/>
  <p:tag name="KSO_WM_TAG_VERSION" val="1.0"/>
  <p:tag name="KSO_WM_BEAUTIFY_FLAG" val="#wm#"/>
  <p:tag name="KSO_WM_UNIT_COLOR_SCHEME_SHAPE_ID" val="58"/>
  <p:tag name="KSO_WM_UNIT_COLOR_SCHEME_PARENT_PAGE" val="0_5"/>
  <p:tag name="KSO_WM_UNIT_TEXT_FILL_FORE_SCHEMECOLOR_INDEX" val="13"/>
  <p:tag name="KSO_WM_UNIT_TEXT_FILL_TYPE" val="1"/>
  <p:tag name="KSO_WM_UNIT_USESOURCEFORMAT_APPLY" val="1"/>
</p:tagLst>
</file>

<file path=ppt/tags/tag1390.xml><?xml version="1.0" encoding="utf-8"?>
<p:tagLst xmlns:p="http://schemas.openxmlformats.org/presentationml/2006/main">
  <p:tag name="KSO_WM_UNIT_PRESET_TEXT" val="单击此处添加文本具体内容，简明扼要的阐述您的观点。根据需要可酌情增减文字，以便观者准确的理解您传达的思想。"/>
  <p:tag name="KSO_WM_UNIT_VALUE" val="119"/>
  <p:tag name="KSO_WM_UNIT_HIGHLIGHT" val="0"/>
  <p:tag name="KSO_WM_UNIT_COMPATIBLE" val="0"/>
  <p:tag name="KSO_WM_UNIT_DIAGRAM_ISNUMVISUAL" val="0"/>
  <p:tag name="KSO_WM_UNIT_DIAGRAM_ISREFERUNIT" val="0"/>
  <p:tag name="KSO_WM_DIAGRAM_GROUP_CODE" val="n1-1"/>
  <p:tag name="KSO_WM_UNIT_TYPE" val="f"/>
  <p:tag name="KSO_WM_UNIT_INDEX" val="1"/>
  <p:tag name="KSO_WM_UNIT_ID" val="diagram20188036_2*f*1"/>
  <p:tag name="KSO_WM_TEMPLATE_CATEGORY" val="diagram"/>
  <p:tag name="KSO_WM_TEMPLATE_INDEX" val="20188036"/>
  <p:tag name="KSO_WM_UNIT_LAYERLEVEL" val="1"/>
  <p:tag name="KSO_WM_TAG_VERSION" val="1.0"/>
  <p:tag name="KSO_WM_BEAUTIFY_FLAG" val="#wm#"/>
  <p:tag name="KSO_WM_UNIT_NOCLEAR" val="0"/>
  <p:tag name="KSO_WM_UNIT_COLOR_SCHEME_SHAPE_ID" val="60"/>
  <p:tag name="KSO_WM_UNIT_COLOR_SCHEME_PARENT_PAGE" val="0_5"/>
  <p:tag name="KSO_WM_UNIT_TEXT_FILL_FORE_SCHEMECOLOR_INDEX" val="13"/>
  <p:tag name="KSO_WM_UNIT_TEXT_FILL_TYPE" val="1"/>
  <p:tag name="KSO_WM_UNIT_USESOURCEFORMAT_APPLY" val="1"/>
</p:tagLst>
</file>

<file path=ppt/tags/tag1391.xml><?xml version="1.0" encoding="utf-8"?>
<p:tagLst xmlns:p="http://schemas.openxmlformats.org/presentationml/2006/main">
  <p:tag name="KSO_WM_UNIT_ISCONTENTSTITLE" val="0"/>
  <p:tag name="KSO_WM_UNIT_PRESET_TEXT" val="单击此处添加标题"/>
  <p:tag name="KSO_WM_UNIT_VALUE" val="12"/>
  <p:tag name="KSO_WM_UNIT_HIGHLIGHT" val="0"/>
  <p:tag name="KSO_WM_UNIT_COMPATIBLE" val="0"/>
  <p:tag name="KSO_WM_UNIT_DIAGRAM_ISNUMVISUAL" val="0"/>
  <p:tag name="KSO_WM_UNIT_DIAGRAM_ISREFERUNIT" val="0"/>
  <p:tag name="KSO_WM_DIAGRAM_GROUP_CODE" val="n1-1"/>
  <p:tag name="KSO_WM_UNIT_TYPE" val="a"/>
  <p:tag name="KSO_WM_UNIT_INDEX" val="1"/>
  <p:tag name="KSO_WM_UNIT_ID" val="diagram20188036_2*a*1"/>
  <p:tag name="KSO_WM_TEMPLATE_CATEGORY" val="diagram"/>
  <p:tag name="KSO_WM_TEMPLATE_INDEX" val="20188036"/>
  <p:tag name="KSO_WM_UNIT_LAYERLEVEL" val="1"/>
  <p:tag name="KSO_WM_TAG_VERSION" val="1.0"/>
  <p:tag name="KSO_WM_BEAUTIFY_FLAG" val="#wm#"/>
  <p:tag name="KSO_WM_UNIT_NOCLEAR" val="0"/>
  <p:tag name="KSO_WM_UNIT_COLOR_SCHEME_SHAPE_ID" val="39"/>
  <p:tag name="KSO_WM_UNIT_COLOR_SCHEME_PARENT_PAGE" val="0_5"/>
  <p:tag name="KSO_WM_UNIT_TEXT_FILL_FORE_SCHEMECOLOR_INDEX" val="13"/>
  <p:tag name="KSO_WM_UNIT_TEXT_FILL_TYPE" val="1"/>
  <p:tag name="KSO_WM_UNIT_USESOURCEFORMAT_APPLY" val="1"/>
</p:tagLst>
</file>

<file path=ppt/tags/tag139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n1-1"/>
  <p:tag name="KSO_WM_UNIT_ID" val="diagram20188036_3*n_i*1_6"/>
  <p:tag name="KSO_WM_TEMPLATE_CATEGORY" val="diagram"/>
  <p:tag name="KSO_WM_TEMPLATE_INDEX" val="20188036"/>
  <p:tag name="KSO_WM_UNIT_LAYERLEVEL" val="1_1"/>
  <p:tag name="KSO_WM_TAG_VERSION" val="1.0"/>
  <p:tag name="KSO_WM_BEAUTIFY_FLAG" val="#wm#"/>
  <p:tag name="KSO_WM_UNIT_TYPE" val="n_i"/>
  <p:tag name="KSO_WM_UNIT_INDEX" val="1_6"/>
  <p:tag name="KSO_WM_UNIT_COLOR_SCHEME_SHAPE_ID" val="42"/>
  <p:tag name="KSO_WM_UNIT_COLOR_SCHEME_PARENT_PAGE" val="0_5"/>
  <p:tag name="KSO_WM_UNIT_DECOLORIZATION" val="1"/>
  <p:tag name="KSO_WM_UNIT_LINE_FORE_SCHEMECOLOR_INDEX" val="13"/>
  <p:tag name="KSO_WM_UNIT_LINE_FILL_TYPE" val="2"/>
  <p:tag name="KSO_WM_UNIT_USESOURCEFORMAT_APPLY" val="1"/>
</p:tagLst>
</file>

<file path=ppt/tags/tag1393.xml><?xml version="1.0" encoding="utf-8"?>
<p:tagLst xmlns:p="http://schemas.openxmlformats.org/presentationml/2006/main">
  <p:tag name="KSO_WM_UNIT_ISCONTENTSTITLE" val="0"/>
  <p:tag name="KSO_WM_UNIT_HIGHLIGHT" val="0"/>
  <p:tag name="KSO_WM_UNIT_COMPATIBLE" val="0"/>
  <p:tag name="KSO_WM_UNIT_DIAGRAM_ISNUMVISUAL" val="0"/>
  <p:tag name="KSO_WM_UNIT_DIAGRAM_ISREFERUNIT" val="0"/>
  <p:tag name="KSO_WM_DIAGRAM_GROUP_CODE" val="n1-1"/>
  <p:tag name="KSO_WM_UNIT_TYPE" val="n_h_i"/>
  <p:tag name="KSO_WM_UNIT_INDEX" val="1_1_1"/>
  <p:tag name="KSO_WM_UNIT_ID" val="diagram20188036_3*n_h_i*1_1_1"/>
  <p:tag name="KSO_WM_TEMPLATE_CATEGORY" val="diagram"/>
  <p:tag name="KSO_WM_TEMPLATE_INDEX" val="20188036"/>
  <p:tag name="KSO_WM_UNIT_LAYERLEVEL" val="1_1_1"/>
  <p:tag name="KSO_WM_TAG_VERSION" val="1.0"/>
  <p:tag name="KSO_WM_BEAUTIFY_FLAG" val="#wm#"/>
  <p:tag name="KSO_WM_UNIT_COLOR_SCHEME_SHAPE_ID" val="5"/>
  <p:tag name="KSO_WM_UNIT_COLOR_SCHEME_PARENT_PAGE" val="0_5"/>
  <p:tag name="KSO_WM_UNIT_FILL_FORE_SCHEMECOLOR_INDEX" val="14"/>
  <p:tag name="KSO_WM_UNIT_FILL_TYPE" val="1"/>
  <p:tag name="KSO_WM_UNIT_LINE_FORE_SCHEMECOLOR_INDEX" val="5"/>
  <p:tag name="KSO_WM_UNIT_LINE_FILL_TYPE" val="2"/>
  <p:tag name="KSO_WM_UNIT_TEXT_FILL_FORE_SCHEMECOLOR_INDEX" val="13"/>
  <p:tag name="KSO_WM_UNIT_TEXT_FILL_TYPE" val="1"/>
  <p:tag name="KSO_WM_UNIT_USESOURCEFORMAT_APPLY" val="1"/>
</p:tagLst>
</file>

<file path=ppt/tags/tag1394.xml><?xml version="1.0" encoding="utf-8"?>
<p:tagLst xmlns:p="http://schemas.openxmlformats.org/presentationml/2006/main">
  <p:tag name="KSO_WM_UNIT_ISCONTENTSTITLE" val="0"/>
  <p:tag name="KSO_WM_UNIT_PRESET_TEXT" val="添加标题"/>
  <p:tag name="KSO_WM_UNIT_VALUE" val="6"/>
  <p:tag name="KSO_WM_UNIT_HIGHLIGHT" val="0"/>
  <p:tag name="KSO_WM_UNIT_COMPATIBLE" val="0"/>
  <p:tag name="KSO_WM_UNIT_DIAGRAM_ISNUMVISUAL" val="0"/>
  <p:tag name="KSO_WM_UNIT_DIAGRAM_ISREFERUNIT" val="0"/>
  <p:tag name="KSO_WM_DIAGRAM_GROUP_CODE" val="n1-1"/>
  <p:tag name="KSO_WM_UNIT_TYPE" val="n_h_f"/>
  <p:tag name="KSO_WM_UNIT_INDEX" val="1_1_1"/>
  <p:tag name="KSO_WM_UNIT_ID" val="diagram20188036_3*n_h_f*1_1_1"/>
  <p:tag name="KSO_WM_TEMPLATE_CATEGORY" val="diagram"/>
  <p:tag name="KSO_WM_TEMPLATE_INDEX" val="20188036"/>
  <p:tag name="KSO_WM_UNIT_LAYERLEVEL" val="1_1_1"/>
  <p:tag name="KSO_WM_TAG_VERSION" val="1.0"/>
  <p:tag name="KSO_WM_BEAUTIFY_FLAG" val="#wm#"/>
  <p:tag name="KSO_WM_UNIT_NOCLEAR" val="0"/>
  <p:tag name="KSO_WM_UNIT_COLOR_SCHEME_SHAPE_ID" val="8"/>
  <p:tag name="KSO_WM_UNIT_COLOR_SCHEME_PARENT_PAGE" val="0_5"/>
  <p:tag name="KSO_WM_UNIT_TEXT_FILL_FORE_SCHEMECOLOR_INDEX" val="13"/>
  <p:tag name="KSO_WM_UNIT_TEXT_FILL_TYPE" val="1"/>
  <p:tag name="KSO_WM_UNIT_USESOURCEFORMAT_APPLY" val="1"/>
</p:tagLst>
</file>

<file path=ppt/tags/tag1395.xml><?xml version="1.0" encoding="utf-8"?>
<p:tagLst xmlns:p="http://schemas.openxmlformats.org/presentationml/2006/main">
  <p:tag name="KSO_WM_UNIT_DIAGRAM_MODELTYPE" val="stripeEnum"/>
  <p:tag name="KSO_WM_UNIT_HIGHLIGHT" val="0"/>
  <p:tag name="KSO_WM_UNIT_COMPATIBLE" val="0"/>
  <p:tag name="KSO_WM_UNIT_DIAGRAM_ISNUMVISUAL" val="0"/>
  <p:tag name="KSO_WM_UNIT_DIAGRAM_ISREFERUNIT" val="0"/>
  <p:tag name="KSO_WM_DIAGRAM_GROUP_CODE" val="l1-1"/>
  <p:tag name="KSO_WM_UNIT_TYPE" val="l_i"/>
  <p:tag name="KSO_WM_UNIT_INDEX" val="1_1"/>
  <p:tag name="KSO_WM_UNIT_ID" val="diagram160404_1*l_i*1_1"/>
  <p:tag name="KSO_WM_TEMPLATE_CATEGORY" val="diagram"/>
  <p:tag name="KSO_WM_TEMPLATE_INDEX" val="160404"/>
  <p:tag name="KSO_WM_UNIT_LAYERLEVEL" val="1_1"/>
  <p:tag name="KSO_WM_TAG_VERSION" val="1.0"/>
  <p:tag name="KSO_WM_BEAUTIFY_FLAG" val="#wm#"/>
  <p:tag name="KSO_WM_UNIT_LINE_FORE_SCHEMECOLOR_INDEX" val="5"/>
  <p:tag name="KSO_WM_UNIT_LINE_FILL_TYPE" val="2"/>
  <p:tag name="KSO_WM_UNIT_USESOURCEFORMAT_APPLY" val="1"/>
  <p:tag name="KSO_WM_UNIT_DIAGRAM_SCHEMECOLOR_ID" val="0"/>
</p:tagLst>
</file>

<file path=ppt/tags/tag1396.xml><?xml version="1.0" encoding="utf-8"?>
<p:tagLst xmlns:p="http://schemas.openxmlformats.org/presentationml/2006/main">
  <p:tag name="KSO_WM_UNIT_DIAGRAM_MODELTYPE" val="stripeEnum"/>
  <p:tag name="KSO_WM_UNIT_HIGHLIGHT" val="0"/>
  <p:tag name="KSO_WM_UNIT_COMPATIBLE" val="0"/>
  <p:tag name="KSO_WM_UNIT_DIAGRAM_ISNUMVISUAL" val="0"/>
  <p:tag name="KSO_WM_UNIT_DIAGRAM_ISREFERUNIT" val="0"/>
  <p:tag name="KSO_WM_DIAGRAM_GROUP_CODE" val="l1-1"/>
  <p:tag name="KSO_WM_UNIT_TYPE" val="l_h_i"/>
  <p:tag name="KSO_WM_UNIT_INDEX" val="1_2_1"/>
  <p:tag name="KSO_WM_UNIT_ID" val="diagram160404_1*l_h_i*1_2_1"/>
  <p:tag name="KSO_WM_TEMPLATE_CATEGORY" val="diagram"/>
  <p:tag name="KSO_WM_TEMPLATE_INDEX" val="160404"/>
  <p:tag name="KSO_WM_UNIT_LAYERLEVEL" val="1_1_1"/>
  <p:tag name="KSO_WM_TAG_VERSION" val="1.0"/>
  <p:tag name="KSO_WM_BEAUTIFY_FLAG" val="#wm#"/>
  <p:tag name="KSO_WM_UNIT_FILL_FORE_SCHEMECOLOR_INDEX" val="6"/>
  <p:tag name="KSO_WM_UNIT_FILL_TYPE" val="1"/>
  <p:tag name="KSO_WM_UNIT_TEXT_FILL_FORE_SCHEMECOLOR_INDEX" val="2"/>
  <p:tag name="KSO_WM_UNIT_TEXT_FILL_TYPE" val="1"/>
  <p:tag name="KSO_WM_UNIT_USESOURCEFORMAT_APPLY" val="1"/>
  <p:tag name="KSO_WM_UNIT_DIAGRAM_SCHEMECOLOR_ID" val="0"/>
</p:tagLst>
</file>

<file path=ppt/tags/tag1397.xml><?xml version="1.0" encoding="utf-8"?>
<p:tagLst xmlns:p="http://schemas.openxmlformats.org/presentationml/2006/main">
  <p:tag name="KSO_WM_UNIT_DIAGRAM_MODELTYPE" val="stripeEnum"/>
  <p:tag name="KSO_WM_UNIT_HIGHLIGHT" val="0"/>
  <p:tag name="KSO_WM_UNIT_COMPATIBLE" val="0"/>
  <p:tag name="KSO_WM_UNIT_DIAGRAM_ISNUMVISUAL" val="0"/>
  <p:tag name="KSO_WM_UNIT_DIAGRAM_ISREFERUNIT" val="0"/>
  <p:tag name="KSO_WM_DIAGRAM_GROUP_CODE" val="l1-1"/>
  <p:tag name="KSO_WM_UNIT_TYPE" val="l_h_i"/>
  <p:tag name="KSO_WM_UNIT_INDEX" val="1_2_2"/>
  <p:tag name="KSO_WM_UNIT_ID" val="diagram160404_1*l_h_i*1_2_2"/>
  <p:tag name="KSO_WM_TEMPLATE_CATEGORY" val="diagram"/>
  <p:tag name="KSO_WM_TEMPLATE_INDEX" val="160404"/>
  <p:tag name="KSO_WM_UNIT_LAYERLEVEL" val="1_1_1"/>
  <p:tag name="KSO_WM_TAG_VERSION" val="1.0"/>
  <p:tag name="KSO_WM_BEAUTIFY_FLAG" val="#wm#"/>
  <p:tag name="KSO_WM_UNIT_FILL_FORE_SCHEMECOLOR_INDEX" val="6"/>
  <p:tag name="KSO_WM_UNIT_FILL_TYPE" val="1"/>
  <p:tag name="KSO_WM_UNIT_TEXT_FILL_FORE_SCHEMECOLOR_INDEX" val="14"/>
  <p:tag name="KSO_WM_UNIT_TEXT_FILL_TYPE" val="1"/>
  <p:tag name="KSO_WM_UNIT_USESOURCEFORMAT_APPLY" val="1"/>
  <p:tag name="KSO_WM_UNIT_DIAGRAM_SCHEMECOLOR_ID" val="0"/>
</p:tagLst>
</file>

<file path=ppt/tags/tag1398.xml><?xml version="1.0" encoding="utf-8"?>
<p:tagLst xmlns:p="http://schemas.openxmlformats.org/presentationml/2006/main">
  <p:tag name="KSO_WM_UNIT_DIAGRAM_MODELTYPE" val="stripeEnum"/>
  <p:tag name="KSO_WM_UNIT_NOCLEAR" val="0"/>
  <p:tag name="KSO_WM_UNIT_VALUE" val="78"/>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diagram160404_1*l_h_f*1_2_1"/>
  <p:tag name="KSO_WM_TEMPLATE_CATEGORY" val="diagram"/>
  <p:tag name="KSO_WM_TEMPLATE_INDEX" val="160404"/>
  <p:tag name="KSO_WM_UNIT_LAYERLEVEL" val="1_1_1"/>
  <p:tag name="KSO_WM_TAG_VERSION" val="1.0"/>
  <p:tag name="KSO_WM_BEAUTIFY_FLAG" val="#wm#"/>
  <p:tag name="KSO_WM_UNIT_PRESET_TEXT" val="单击此处添加文本具体内容，简明扼要的阐述您的观点。"/>
  <p:tag name="KSO_WM_UNIT_TEXT_FILL_FORE_SCHEMECOLOR_INDEX" val="6"/>
  <p:tag name="KSO_WM_UNIT_TEXT_FILL_TYPE" val="1"/>
  <p:tag name="KSO_WM_UNIT_USESOURCEFORMAT_APPLY" val="1"/>
  <p:tag name="KSO_WM_UNIT_DIAGRAM_SCHEMECOLOR_ID" val="0"/>
</p:tagLst>
</file>

<file path=ppt/tags/tag1399.xml><?xml version="1.0" encoding="utf-8"?>
<p:tagLst xmlns:p="http://schemas.openxmlformats.org/presentationml/2006/main">
  <p:tag name="KSO_WM_UNIT_DIAGRAM_MODELTYPE" val="stripeEnum"/>
  <p:tag name="KSO_WM_UNIT_HIGHLIGHT" val="0"/>
  <p:tag name="KSO_WM_UNIT_COMPATIBLE" val="0"/>
  <p:tag name="KSO_WM_UNIT_DIAGRAM_ISNUMVISUAL" val="0"/>
  <p:tag name="KSO_WM_UNIT_DIAGRAM_ISREFERUNIT" val="0"/>
  <p:tag name="KSO_WM_DIAGRAM_GROUP_CODE" val="l1-1"/>
  <p:tag name="KSO_WM_UNIT_TYPE" val="l_h_i"/>
  <p:tag name="KSO_WM_UNIT_INDEX" val="1_1_1"/>
  <p:tag name="KSO_WM_UNIT_ID" val="diagram160404_1*l_h_i*1_1_1"/>
  <p:tag name="KSO_WM_TEMPLATE_CATEGORY" val="diagram"/>
  <p:tag name="KSO_WM_TEMPLATE_INDEX" val="160404"/>
  <p:tag name="KSO_WM_UNIT_LAYERLEVEL" val="1_1_1"/>
  <p:tag name="KSO_WM_TAG_VERSION" val="1.0"/>
  <p:tag name="KSO_WM_BEAUTIFY_FLAG" val="#wm#"/>
  <p:tag name="KSO_WM_UNIT_FILL_FORE_SCHEMECOLOR_INDEX" val="5"/>
  <p:tag name="KSO_WM_UNIT_FILL_TYPE" val="1"/>
  <p:tag name="KSO_WM_UNIT_TEXT_FILL_FORE_SCHEMECOLOR_INDEX" val="2"/>
  <p:tag name="KSO_WM_UNIT_TEXT_FILL_TYPE" val="1"/>
  <p:tag name="KSO_WM_UNIT_USESOURCEFORMAT_APPLY" val="1"/>
  <p:tag name="KSO_WM_UNIT_DIAGRAM_SCHEMECOLOR_ID" val="0"/>
</p:tagLst>
</file>

<file path=ppt/tags/tag1400.xml><?xml version="1.0" encoding="utf-8"?>
<p:tagLst xmlns:p="http://schemas.openxmlformats.org/presentationml/2006/main">
  <p:tag name="KSO_WM_UNIT_DIAGRAM_MODELTYPE" val="stripeEnum"/>
  <p:tag name="KSO_WM_UNIT_HIGHLIGHT" val="0"/>
  <p:tag name="KSO_WM_UNIT_COMPATIBLE" val="0"/>
  <p:tag name="KSO_WM_UNIT_DIAGRAM_ISNUMVISUAL" val="0"/>
  <p:tag name="KSO_WM_UNIT_DIAGRAM_ISREFERUNIT" val="0"/>
  <p:tag name="KSO_WM_DIAGRAM_GROUP_CODE" val="l1-1"/>
  <p:tag name="KSO_WM_UNIT_TYPE" val="l_h_i"/>
  <p:tag name="KSO_WM_UNIT_INDEX" val="1_1_2"/>
  <p:tag name="KSO_WM_UNIT_ID" val="diagram160404_1*l_h_i*1_1_2"/>
  <p:tag name="KSO_WM_TEMPLATE_CATEGORY" val="diagram"/>
  <p:tag name="KSO_WM_TEMPLATE_INDEX" val="160404"/>
  <p:tag name="KSO_WM_UNIT_LAYERLEVEL" val="1_1_1"/>
  <p:tag name="KSO_WM_TAG_VERSION" val="1.0"/>
  <p:tag name="KSO_WM_BEAUTIFY_FLAG" val="#wm#"/>
  <p:tag name="KSO_WM_UNIT_FILL_FORE_SCHEMECOLOR_INDEX" val="5"/>
  <p:tag name="KSO_WM_UNIT_FILL_TYPE" val="1"/>
  <p:tag name="KSO_WM_UNIT_TEXT_FILL_FORE_SCHEMECOLOR_INDEX" val="14"/>
  <p:tag name="KSO_WM_UNIT_TEXT_FILL_TYPE" val="1"/>
  <p:tag name="KSO_WM_UNIT_USESOURCEFORMAT_APPLY" val="1"/>
  <p:tag name="KSO_WM_UNIT_DIAGRAM_SCHEMECOLOR_ID" val="0"/>
</p:tagLst>
</file>

<file path=ppt/tags/tag1401.xml><?xml version="1.0" encoding="utf-8"?>
<p:tagLst xmlns:p="http://schemas.openxmlformats.org/presentationml/2006/main">
  <p:tag name="KSO_WM_UNIT_DIAGRAM_MODELTYPE" val="stripeEnum"/>
  <p:tag name="KSO_WM_UNIT_NOCLEAR" val="0"/>
  <p:tag name="KSO_WM_UNIT_VALUE" val="78"/>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160404_1*l_h_f*1_1_1"/>
  <p:tag name="KSO_WM_TEMPLATE_CATEGORY" val="diagram"/>
  <p:tag name="KSO_WM_TEMPLATE_INDEX" val="160404"/>
  <p:tag name="KSO_WM_UNIT_LAYERLEVEL" val="1_1_1"/>
  <p:tag name="KSO_WM_TAG_VERSION" val="1.0"/>
  <p:tag name="KSO_WM_BEAUTIFY_FLAG" val="#wm#"/>
  <p:tag name="KSO_WM_UNIT_PRESET_TEXT" val="单击此处添加文本具体内容，简明扼要的阐述您的观点。"/>
  <p:tag name="KSO_WM_UNIT_TEXT_FILL_FORE_SCHEMECOLOR_INDEX" val="5"/>
  <p:tag name="KSO_WM_UNIT_TEXT_FILL_TYPE" val="1"/>
  <p:tag name="KSO_WM_UNIT_USESOURCEFORMAT_APPLY" val="1"/>
  <p:tag name="KSO_WM_UNIT_DIAGRAM_SCHEMECOLOR_ID" val="0"/>
</p:tagLst>
</file>

<file path=ppt/tags/tag1402.xml><?xml version="1.0" encoding="utf-8"?>
<p:tagLst xmlns:p="http://schemas.openxmlformats.org/presentationml/2006/main">
  <p:tag name="KSO_WM_BEAUTIFY_FLAG" val="#wm#"/>
  <p:tag name="KSO_WM_TEMPLATE_CATEGORY" val="diagram"/>
  <p:tag name="KSO_WM_TEMPLATE_INDEX" val="20188036"/>
  <p:tag name="KSO_WM_SLIDE_ID" val="diagram20188036_2"/>
  <p:tag name="KSO_WM_SLIDE_TYPE" val="text"/>
  <p:tag name="KSO_WM_SLIDE_SUBTYPE" val="diag"/>
  <p:tag name="KSO_WM_SLIDE_ITEM_CNT" val="4"/>
  <p:tag name="KSO_WM_SLIDE_INDEX" val="2"/>
  <p:tag name="KSO_WM_DIAGRAM_GROUP_CODE" val="n1-1"/>
  <p:tag name="KSO_WM_SLIDE_DIAGTYPE" val="n"/>
  <p:tag name="KSO_WM_TAG_VERSION" val="1.0"/>
  <p:tag name="KSO_WM_SLIDE_LAYOUT" val="a_f_n"/>
  <p:tag name="KSO_WM_SLIDE_LAYOUT_CNT" val="1_1_1"/>
  <p:tag name="KSO_WM_SLIDE_SIZE" val="506.231*199.9"/>
  <p:tag name="KSO_WM_SLIDE_POSITION" val="385.069*173"/>
  <p:tag name="KSO_WM_TEMPLATE_SUBCATEGORY" val="0"/>
  <p:tag name="KSO_WM_SLIDE_COLORSCHEME_VERSION" val="3.2"/>
</p:tagLst>
</file>

<file path=ppt/tags/tag1403.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1"/>
  <p:tag name="KSO_WM_UNIT_ID" val="diagram20191678_2*i*1"/>
  <p:tag name="KSO_WM_TEMPLATE_CATEGORY" val="diagram"/>
  <p:tag name="KSO_WM_TEMPLATE_INDEX" val="20191678"/>
  <p:tag name="KSO_WM_UNIT_LAYERLEVEL" val="1"/>
  <p:tag name="KSO_WM_TAG_VERSION" val="1.0"/>
  <p:tag name="KSO_WM_BEAUTIFY_FLAG" val="#wm#"/>
  <p:tag name="KSO_WM_UNIT_FILL_FORE_SCHEMECOLOR_INDEX" val="13"/>
  <p:tag name="KSO_WM_UNIT_FILL_TYPE" val="1"/>
  <p:tag name="KSO_WM_UNIT_TEXT_FILL_FORE_SCHEMECOLOR_INDEX" val="2"/>
  <p:tag name="KSO_WM_UNIT_TEXT_FILL_TYPE" val="1"/>
  <p:tag name="KSO_WM_UNIT_USESOURCEFORMAT_APPLY" val="1"/>
</p:tagLst>
</file>

<file path=ppt/tags/tag1404.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2"/>
  <p:tag name="KSO_WM_UNIT_ID" val="diagram20191678_2*i*2"/>
  <p:tag name="KSO_WM_TEMPLATE_CATEGORY" val="diagram"/>
  <p:tag name="KSO_WM_TEMPLATE_INDEX" val="20191678"/>
  <p:tag name="KSO_WM_UNIT_LAYERLEVEL" val="1"/>
  <p:tag name="KSO_WM_TAG_VERSION" val="1.0"/>
  <p:tag name="KSO_WM_BEAUTIFY_FLAG" val="#wm#"/>
  <p:tag name="KSO_WM_UNIT_USESOURCEFORMAT_APPLY" val="1"/>
</p:tagLst>
</file>

<file path=ppt/tags/tag1405.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2_2"/>
  <p:tag name="KSO_WM_UNIT_ID" val="diagram20191678_2*l_h_i*1_2_2"/>
  <p:tag name="KSO_WM_TEMPLATE_CATEGORY" val="diagram"/>
  <p:tag name="KSO_WM_TEMPLATE_INDEX" val="20191678"/>
  <p:tag name="KSO_WM_UNIT_LAYERLEVEL" val="1_1_1"/>
  <p:tag name="KSO_WM_TAG_VERSION" val="1.0"/>
  <p:tag name="KSO_WM_BEAUTIFY_FLAG" val="#wm#"/>
  <p:tag name="KSO_WM_UNIT_FILL_FORE_SCHEMECOLOR_INDEX" val="5"/>
  <p:tag name="KSO_WM_UNIT_FILL_TYPE" val="1"/>
  <p:tag name="KSO_WM_UNIT_TEXT_FILL_FORE_SCHEMECOLOR_INDEX" val="2"/>
  <p:tag name="KSO_WM_UNIT_TEXT_FILL_TYPE" val="1"/>
  <p:tag name="KSO_WM_UNIT_USESOURCEFORMAT_APPLY" val="1"/>
</p:tagLst>
</file>

<file path=ppt/tags/tag1406.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3_2"/>
  <p:tag name="KSO_WM_UNIT_ID" val="diagram20191678_2*l_h_i*1_3_2"/>
  <p:tag name="KSO_WM_TEMPLATE_CATEGORY" val="diagram"/>
  <p:tag name="KSO_WM_TEMPLATE_INDEX" val="20191678"/>
  <p:tag name="KSO_WM_UNIT_LAYERLEVEL" val="1_1_1"/>
  <p:tag name="KSO_WM_TAG_VERSION" val="1.0"/>
  <p:tag name="KSO_WM_BEAUTIFY_FLAG" val="#wm#"/>
  <p:tag name="KSO_WM_UNIT_FILL_FORE_SCHEMECOLOR_INDEX" val="5"/>
  <p:tag name="KSO_WM_UNIT_FILL_TYPE" val="1"/>
  <p:tag name="KSO_WM_UNIT_TEXT_FILL_FORE_SCHEMECOLOR_INDEX" val="2"/>
  <p:tag name="KSO_WM_UNIT_TEXT_FILL_TYPE" val="1"/>
  <p:tag name="KSO_WM_UNIT_USESOURCEFORMAT_APPLY" val="1"/>
</p:tagLst>
</file>

<file path=ppt/tags/tag1407.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2"/>
  <p:tag name="KSO_WM_UNIT_ID" val="diagram20191678_2*l_h_i*1_1_2"/>
  <p:tag name="KSO_WM_TEMPLATE_CATEGORY" val="diagram"/>
  <p:tag name="KSO_WM_TEMPLATE_INDEX" val="20191678"/>
  <p:tag name="KSO_WM_UNIT_LAYERLEVEL" val="1_1_1"/>
  <p:tag name="KSO_WM_TAG_VERSION" val="1.0"/>
  <p:tag name="KSO_WM_BEAUTIFY_FLAG" val="#wm#"/>
  <p:tag name="KSO_WM_UNIT_FILL_FORE_SCHEMECOLOR_INDEX" val="5"/>
  <p:tag name="KSO_WM_UNIT_FILL_TYPE" val="1"/>
  <p:tag name="KSO_WM_UNIT_TEXT_FILL_FORE_SCHEMECOLOR_INDEX" val="2"/>
  <p:tag name="KSO_WM_UNIT_TEXT_FILL_TYPE" val="1"/>
  <p:tag name="KSO_WM_UNIT_USESOURCEFORMAT_APPLY" val="1"/>
</p:tagLst>
</file>

<file path=ppt/tags/tag1408.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2_1"/>
  <p:tag name="KSO_WM_UNIT_ID" val="diagram20191678_2*l_h_i*1_2_1"/>
  <p:tag name="KSO_WM_TEMPLATE_CATEGORY" val="diagram"/>
  <p:tag name="KSO_WM_TEMPLATE_INDEX" val="20191678"/>
  <p:tag name="KSO_WM_UNIT_LAYERLEVEL" val="1_1_1"/>
  <p:tag name="KSO_WM_TAG_VERSION" val="1.0"/>
  <p:tag name="KSO_WM_BEAUTIFY_FLAG" val="#wm#"/>
  <p:tag name="KSO_WM_UNIT_TEXT_FILL_FORE_SCHEMECOLOR_INDEX" val="13"/>
  <p:tag name="KSO_WM_UNIT_TEXT_FILL_TYPE" val="1"/>
  <p:tag name="KSO_WM_UNIT_USESOURCEFORMAT_APPLY" val="1"/>
</p:tagLst>
</file>

<file path=ppt/tags/tag1409.xml><?xml version="1.0" encoding="utf-8"?>
<p:tagLst xmlns:p="http://schemas.openxmlformats.org/presentationml/2006/main">
  <p:tag name="KSO_WM_UNIT_ISCONTENTSTITLE" val="0"/>
  <p:tag name="KSO_WM_UNIT_PRESET_TEXT" val="点击添加小标题"/>
  <p:tag name="KSO_WM_UNIT_NOCLEAR" val="0"/>
  <p:tag name="KSO_WM_UNIT_VALUE" val="11"/>
  <p:tag name="KSO_WM_UNIT_HIGHLIGHT" val="0"/>
  <p:tag name="KSO_WM_UNIT_COMPATIBLE" val="0"/>
  <p:tag name="KSO_WM_UNIT_DIAGRAM_ISNUMVISUAL" val="0"/>
  <p:tag name="KSO_WM_UNIT_DIAGRAM_ISREFERUNIT" val="0"/>
  <p:tag name="KSO_WM_DIAGRAM_GROUP_CODE" val="l1-1"/>
  <p:tag name="KSO_WM_UNIT_TYPE" val="l_h_a"/>
  <p:tag name="KSO_WM_UNIT_INDEX" val="1_2_1"/>
  <p:tag name="KSO_WM_UNIT_ID" val="diagram20191678_2*l_h_a*1_2_1"/>
  <p:tag name="KSO_WM_TEMPLATE_CATEGORY" val="diagram"/>
  <p:tag name="KSO_WM_TEMPLATE_INDEX" val="20191678"/>
  <p:tag name="KSO_WM_UNIT_LAYERLEVEL" val="1_1_1"/>
  <p:tag name="KSO_WM_TAG_VERSION" val="1.0"/>
  <p:tag name="KSO_WM_BEAUTIFY_FLAG" val="#wm#"/>
  <p:tag name="KSO_WM_UNIT_TEXT_FILL_FORE_SCHEMECOLOR_INDEX" val="13"/>
  <p:tag name="KSO_WM_UNIT_TEXT_FILL_TYPE" val="1"/>
  <p:tag name="KSO_WM_UNIT_USESOURCEFORMAT_APPLY" val="1"/>
</p:tagLst>
</file>

<file path=ppt/tags/tag1410.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3_1"/>
  <p:tag name="KSO_WM_UNIT_ID" val="diagram20191678_2*l_h_i*1_3_1"/>
  <p:tag name="KSO_WM_TEMPLATE_CATEGORY" val="diagram"/>
  <p:tag name="KSO_WM_TEMPLATE_INDEX" val="20191678"/>
  <p:tag name="KSO_WM_UNIT_LAYERLEVEL" val="1_1_1"/>
  <p:tag name="KSO_WM_TAG_VERSION" val="1.0"/>
  <p:tag name="KSO_WM_BEAUTIFY_FLAG" val="#wm#"/>
  <p:tag name="KSO_WM_UNIT_TEXT_FILL_FORE_SCHEMECOLOR_INDEX" val="13"/>
  <p:tag name="KSO_WM_UNIT_TEXT_FILL_TYPE" val="1"/>
  <p:tag name="KSO_WM_UNIT_USESOURCEFORMAT_APPLY" val="1"/>
</p:tagLst>
</file>

<file path=ppt/tags/tag1411.xml><?xml version="1.0" encoding="utf-8"?>
<p:tagLst xmlns:p="http://schemas.openxmlformats.org/presentationml/2006/main">
  <p:tag name="KSO_WM_UNIT_ISCONTENTSTITLE" val="0"/>
  <p:tag name="KSO_WM_UNIT_PRESET_TEXT" val="点击添加小标题"/>
  <p:tag name="KSO_WM_UNIT_NOCLEAR" val="0"/>
  <p:tag name="KSO_WM_UNIT_VALUE" val="11"/>
  <p:tag name="KSO_WM_UNIT_HIGHLIGHT" val="0"/>
  <p:tag name="KSO_WM_UNIT_COMPATIBLE" val="0"/>
  <p:tag name="KSO_WM_UNIT_DIAGRAM_ISNUMVISUAL" val="0"/>
  <p:tag name="KSO_WM_UNIT_DIAGRAM_ISREFERUNIT" val="0"/>
  <p:tag name="KSO_WM_DIAGRAM_GROUP_CODE" val="l1-1"/>
  <p:tag name="KSO_WM_UNIT_TYPE" val="l_h_a"/>
  <p:tag name="KSO_WM_UNIT_INDEX" val="1_3_1"/>
  <p:tag name="KSO_WM_UNIT_ID" val="diagram20191678_2*l_h_a*1_3_1"/>
  <p:tag name="KSO_WM_TEMPLATE_CATEGORY" val="diagram"/>
  <p:tag name="KSO_WM_TEMPLATE_INDEX" val="20191678"/>
  <p:tag name="KSO_WM_UNIT_LAYERLEVEL" val="1_1_1"/>
  <p:tag name="KSO_WM_TAG_VERSION" val="1.0"/>
  <p:tag name="KSO_WM_BEAUTIFY_FLAG" val="#wm#"/>
  <p:tag name="KSO_WM_UNIT_TEXT_FILL_FORE_SCHEMECOLOR_INDEX" val="13"/>
  <p:tag name="KSO_WM_UNIT_TEXT_FILL_TYPE" val="1"/>
  <p:tag name="KSO_WM_UNIT_USESOURCEFORMAT_APPLY" val="1"/>
</p:tagLst>
</file>

<file path=ppt/tags/tag141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1"/>
  <p:tag name="KSO_WM_UNIT_ID" val="diagram20191678_2*l_h_i*1_1_1"/>
  <p:tag name="KSO_WM_TEMPLATE_CATEGORY" val="diagram"/>
  <p:tag name="KSO_WM_TEMPLATE_INDEX" val="20191678"/>
  <p:tag name="KSO_WM_UNIT_LAYERLEVEL" val="1_1_1"/>
  <p:tag name="KSO_WM_TAG_VERSION" val="1.0"/>
  <p:tag name="KSO_WM_BEAUTIFY_FLAG" val="#wm#"/>
  <p:tag name="KSO_WM_UNIT_TEXT_FILL_FORE_SCHEMECOLOR_INDEX" val="13"/>
  <p:tag name="KSO_WM_UNIT_TEXT_FILL_TYPE" val="1"/>
  <p:tag name="KSO_WM_UNIT_USESOURCEFORMAT_APPLY" val="1"/>
</p:tagLst>
</file>

<file path=ppt/tags/tag1413.xml><?xml version="1.0" encoding="utf-8"?>
<p:tagLst xmlns:p="http://schemas.openxmlformats.org/presentationml/2006/main">
  <p:tag name="KSO_WM_UNIT_ISCONTENTSTITLE" val="0"/>
  <p:tag name="KSO_WM_UNIT_PRESET_TEXT" val="点击添加小标题"/>
  <p:tag name="KSO_WM_UNIT_NOCLEAR" val="0"/>
  <p:tag name="KSO_WM_UNIT_VALUE" val="11"/>
  <p:tag name="KSO_WM_UNIT_HIGHLIGHT" val="0"/>
  <p:tag name="KSO_WM_UNIT_COMPATIBLE" val="0"/>
  <p:tag name="KSO_WM_UNIT_DIAGRAM_ISNUMVISUAL" val="0"/>
  <p:tag name="KSO_WM_UNIT_DIAGRAM_ISREFERUNIT" val="0"/>
  <p:tag name="KSO_WM_DIAGRAM_GROUP_CODE" val="l1-1"/>
  <p:tag name="KSO_WM_UNIT_TYPE" val="l_h_a"/>
  <p:tag name="KSO_WM_UNIT_INDEX" val="1_1_1"/>
  <p:tag name="KSO_WM_UNIT_ID" val="diagram20191678_2*l_h_a*1_1_1"/>
  <p:tag name="KSO_WM_TEMPLATE_CATEGORY" val="diagram"/>
  <p:tag name="KSO_WM_TEMPLATE_INDEX" val="20191678"/>
  <p:tag name="KSO_WM_UNIT_LAYERLEVEL" val="1_1_1"/>
  <p:tag name="KSO_WM_TAG_VERSION" val="1.0"/>
  <p:tag name="KSO_WM_BEAUTIFY_FLAG" val="#wm#"/>
  <p:tag name="KSO_WM_UNIT_TEXT_FILL_FORE_SCHEMECOLOR_INDEX" val="13"/>
  <p:tag name="KSO_WM_UNIT_TEXT_FILL_TYPE" val="1"/>
  <p:tag name="KSO_WM_UNIT_USESOURCEFORMAT_APPLY" val="1"/>
</p:tagLst>
</file>

<file path=ppt/tags/tag1414.xml><?xml version="1.0" encoding="utf-8"?>
<p:tagLst xmlns:p="http://schemas.openxmlformats.org/presentationml/2006/main">
  <p:tag name="KSO_WM_UNIT_ISCONTENTSTITLE" val="0"/>
  <p:tag name="KSO_WM_UNIT_PRESET_TEXT" val="添加标题"/>
  <p:tag name="KSO_WM_UNIT_NOCLEAR" val="0"/>
  <p:tag name="KSO_WM_UNIT_VALUE" val="10"/>
  <p:tag name="KSO_WM_UNIT_HIGHLIGHT" val="0"/>
  <p:tag name="KSO_WM_UNIT_COMPATIBLE" val="0"/>
  <p:tag name="KSO_WM_UNIT_DIAGRAM_ISNUMVISUAL" val="0"/>
  <p:tag name="KSO_WM_UNIT_DIAGRAM_ISREFERUNIT" val="0"/>
  <p:tag name="KSO_WM_DIAGRAM_GROUP_CODE" val="l1-1"/>
  <p:tag name="KSO_WM_UNIT_TYPE" val="a"/>
  <p:tag name="KSO_WM_UNIT_INDEX" val="1"/>
  <p:tag name="KSO_WM_UNIT_ID" val="diagram20191678_2*a*1"/>
  <p:tag name="KSO_WM_TEMPLATE_CATEGORY" val="diagram"/>
  <p:tag name="KSO_WM_TEMPLATE_INDEX" val="20191678"/>
  <p:tag name="KSO_WM_UNIT_LAYERLEVEL" val="1"/>
  <p:tag name="KSO_WM_TAG_VERSION" val="1.0"/>
  <p:tag name="KSO_WM_BEAUTIFY_FLAG" val="#wm#"/>
  <p:tag name="KSO_WM_UNIT_TEXT_FILL_FORE_SCHEMECOLOR_INDEX" val="14"/>
  <p:tag name="KSO_WM_UNIT_TEXT_FILL_TYPE" val="1"/>
  <p:tag name="KSO_WM_UNIT_USESOURCEFORMAT_APPLY" val="1"/>
</p:tagLst>
</file>

<file path=ppt/tags/tag1415.xml><?xml version="1.0" encoding="utf-8"?>
<p:tagLst xmlns:p="http://schemas.openxmlformats.org/presentationml/2006/main">
  <p:tag name="KSO_WM_UNIT_PRESET_TEXT" val="点击此处输入副标题的具体文本内容"/>
  <p:tag name="KSO_WM_UNIT_NOCLEAR" val="0"/>
  <p:tag name="KSO_WM_UNIT_VALUE" val="24"/>
  <p:tag name="KSO_WM_UNIT_HIGHLIGHT" val="0"/>
  <p:tag name="KSO_WM_UNIT_COMPATIBLE" val="0"/>
  <p:tag name="KSO_WM_UNIT_DIAGRAM_ISNUMVISUAL" val="0"/>
  <p:tag name="KSO_WM_UNIT_DIAGRAM_ISREFERUNIT" val="0"/>
  <p:tag name="KSO_WM_DIAGRAM_GROUP_CODE" val="l1-1"/>
  <p:tag name="KSO_WM_UNIT_TYPE" val="f"/>
  <p:tag name="KSO_WM_UNIT_INDEX" val="1"/>
  <p:tag name="KSO_WM_UNIT_ID" val="diagram20191678_2*f*1"/>
  <p:tag name="KSO_WM_TEMPLATE_CATEGORY" val="diagram"/>
  <p:tag name="KSO_WM_TEMPLATE_INDEX" val="20191678"/>
  <p:tag name="KSO_WM_UNIT_LAYERLEVEL" val="1"/>
  <p:tag name="KSO_WM_TAG_VERSION" val="1.0"/>
  <p:tag name="KSO_WM_BEAUTIFY_FLAG" val="#wm#"/>
  <p:tag name="KSO_WM_UNIT_TEXT_FILL_FORE_SCHEMECOLOR_INDEX" val="14"/>
  <p:tag name="KSO_WM_UNIT_TEXT_FILL_TYPE" val="1"/>
  <p:tag name="KSO_WM_UNIT_USESOURCEFORMAT_APPLY" val="1"/>
</p:tagLst>
</file>

<file path=ppt/tags/tag1416.xml><?xml version="1.0" encoding="utf-8"?>
<p:tagLst xmlns:p="http://schemas.openxmlformats.org/presentationml/2006/main">
  <p:tag name="KSO_WM_BEAUTIFY_FLAG" val="#wm#"/>
  <p:tag name="KSO_WM_TEMPLATE_CATEGORY" val="diagram"/>
  <p:tag name="KSO_WM_TEMPLATE_INDEX" val="20191678"/>
  <p:tag name="KSO_WM_SLIDE_ID" val="diagram20191678_2"/>
  <p:tag name="KSO_WM_TEMPLATE_SUBCATEGORY" val="0"/>
  <p:tag name="KSO_WM_SLIDE_TYPE" val="text"/>
  <p:tag name="KSO_WM_SLIDE_SUBTYPE" val="diag"/>
  <p:tag name="KSO_WM_SLIDE_ITEM_CNT" val="3"/>
  <p:tag name="KSO_WM_SLIDE_INDEX" val="2"/>
  <p:tag name="KSO_WM_SLIDE_SIZE" val="891.216*192.6"/>
  <p:tag name="KSO_WM_SLIDE_POSITION" val="34.1506*279"/>
  <p:tag name="KSO_WM_DIAGRAM_GROUP_CODE" val="l1-1"/>
  <p:tag name="KSO_WM_SLIDE_DIAGTYPE" val="l"/>
  <p:tag name="KSO_WM_TAG_VERSION" val="1.0"/>
  <p:tag name="KSO_WM_SLIDE_LAYOUT" val="a_f_l"/>
  <p:tag name="KSO_WM_SLIDE_LAYOUT_CNT" val="1_1_1"/>
  <p:tag name="KSO_WM_TEMPLATE_MASTER_TYPE" val="0"/>
  <p:tag name="KSO_WM_TEMPLATE_COLOR_TYPE" val="0"/>
</p:tagLst>
</file>

<file path=ppt/tags/tag1417.xml><?xml version="1.0" encoding="utf-8"?>
<p:tagLst xmlns:p="http://schemas.openxmlformats.org/presentationml/2006/main">
  <p:tag name="KSO_WM_UNIT_ISCONTENTSTITLE" val="0"/>
  <p:tag name="KSO_WM_UNIT_PRESET_TEXT" val="工作情况报告"/>
  <p:tag name="KSO_WM_UNIT_NOCLEAR" val="0"/>
  <p:tag name="KSO_WM_UNIT_VALUE" val="36"/>
  <p:tag name="KSO_WM_UNIT_HIGHLIGHT" val="0"/>
  <p:tag name="KSO_WM_UNIT_COMPATIBLE" val="0"/>
  <p:tag name="KSO_WM_UNIT_DIAGRAM_ISNUMVISUAL" val="0"/>
  <p:tag name="KSO_WM_UNIT_DIAGRAM_ISREFERUNIT" val="0"/>
  <p:tag name="KSO_WM_DIAGRAM_GROUP_CODE" val="q1-1"/>
  <p:tag name="KSO_WM_UNIT_TYPE" val="a"/>
  <p:tag name="KSO_WM_UNIT_INDEX" val="1"/>
  <p:tag name="KSO_WM_UNIT_ID" val="diagram20201374_1*a*1"/>
  <p:tag name="KSO_WM_TEMPLATE_CATEGORY" val="diagram"/>
  <p:tag name="KSO_WM_TEMPLATE_INDEX" val="20201374"/>
  <p:tag name="KSO_WM_UNIT_LAYERLEVEL" val="1"/>
  <p:tag name="KSO_WM_TAG_VERSION" val="1.0"/>
  <p:tag name="KSO_WM_BEAUTIFY_FLAG" val="#wm#"/>
  <p:tag name="KSO_WM_UNIT_TEXT_FILL_FORE_SCHEMECOLOR_INDEX" val="13"/>
  <p:tag name="KSO_WM_UNIT_TEXT_FILL_TYPE" val="1"/>
  <p:tag name="KSO_WM_UNIT_USESOURCEFORMAT_APPLY" val="1"/>
</p:tagLst>
</file>

<file path=ppt/tags/tag1418.xml><?xml version="1.0" encoding="utf-8"?>
<p:tagLst xmlns:p="http://schemas.openxmlformats.org/presentationml/2006/main">
  <p:tag name="KSO_WM_UNIT_ISCONTENTSTITLE" val="0"/>
  <p:tag name="KSO_WM_UNIT_PRESET_TEXT" val="THE WORK REPORT"/>
  <p:tag name="KSO_WM_UNIT_NOCLEAR" val="0"/>
  <p:tag name="KSO_WM_UNIT_VALUE" val="38"/>
  <p:tag name="KSO_WM_UNIT_HIGHLIGHT" val="0"/>
  <p:tag name="KSO_WM_UNIT_COMPATIBLE" val="0"/>
  <p:tag name="KSO_WM_UNIT_DIAGRAM_ISNUMVISUAL" val="0"/>
  <p:tag name="KSO_WM_UNIT_DIAGRAM_ISREFERUNIT" val="0"/>
  <p:tag name="KSO_WM_DIAGRAM_GROUP_CODE" val="q1-1"/>
  <p:tag name="KSO_WM_UNIT_TYPE" val="b"/>
  <p:tag name="KSO_WM_UNIT_INDEX" val="1"/>
  <p:tag name="KSO_WM_UNIT_ID" val="diagram20201374_1*b*1"/>
  <p:tag name="KSO_WM_TEMPLATE_CATEGORY" val="diagram"/>
  <p:tag name="KSO_WM_TEMPLATE_INDEX" val="20201374"/>
  <p:tag name="KSO_WM_UNIT_LAYERLEVEL" val="1"/>
  <p:tag name="KSO_WM_TAG_VERSION" val="1.0"/>
  <p:tag name="KSO_WM_BEAUTIFY_FLAG" val="#wm#"/>
  <p:tag name="KSO_WM_UNIT_TEXT_FILL_FORE_SCHEMECOLOR_INDEX" val="13"/>
  <p:tag name="KSO_WM_UNIT_TEXT_FILL_TYPE" val="1"/>
  <p:tag name="KSO_WM_UNIT_USESOURCEFORMAT_APPLY" val="1"/>
</p:tagLst>
</file>

<file path=ppt/tags/tag1419.xml><?xml version="1.0" encoding="utf-8"?>
<p:tagLst xmlns:p="http://schemas.openxmlformats.org/presentationml/2006/main">
  <p:tag name="KSO_WM_UNIT_NOCLEAR" val="0"/>
  <p:tag name="KSO_WM_UNIT_HIGHLIGHT" val="0"/>
  <p:tag name="KSO_WM_UNIT_COMPATIBLE" val="0"/>
  <p:tag name="KSO_WM_UNIT_DIAGRAM_ISNUMVISUAL" val="0"/>
  <p:tag name="KSO_WM_UNIT_DIAGRAM_ISREFERUNIT" val="0"/>
  <p:tag name="KSO_WM_DIAGRAM_GROUP_CODE" val="q1-1"/>
  <p:tag name="KSO_WM_UNIT_TYPE" val="q_h_f"/>
  <p:tag name="KSO_WM_UNIT_INDEX" val="1_3_1"/>
  <p:tag name="KSO_WM_UNIT_ID" val="diagram20201374_1*q_h_f*1_3_1"/>
  <p:tag name="KSO_WM_TEMPLATE_CATEGORY" val="diagram"/>
  <p:tag name="KSO_WM_TEMPLATE_INDEX" val="20201374"/>
  <p:tag name="KSO_WM_UNIT_LAYERLEVEL" val="1_1_1"/>
  <p:tag name="KSO_WM_TAG_VERSION" val="1.0"/>
  <p:tag name="KSO_WM_BEAUTIFY_FLAG" val="#wm#"/>
  <p:tag name="KSO_WM_UNIT_PRESET_TEXT" val="完成关于办理申报“国家循环化改造示范试点园区试点企业扶持资金”工作汇报"/>
  <p:tag name="KSO_WM_UNIT_VALUE" val="72"/>
  <p:tag name="KSO_WM_UNIT_TEXT_FILL_FORE_SCHEMECOLOR_INDEX" val="13"/>
  <p:tag name="KSO_WM_UNIT_TEXT_FILL_TYPE" val="1"/>
  <p:tag name="KSO_WM_UNIT_USESOURCEFORMAT_APPLY" val="1"/>
</p:tagLst>
</file>

<file path=ppt/tags/tag1420.xml><?xml version="1.0" encoding="utf-8"?>
<p:tagLst xmlns:p="http://schemas.openxmlformats.org/presentationml/2006/main">
  <p:tag name="KSO_WM_UNIT_NOCLEAR" val="0"/>
  <p:tag name="KSO_WM_UNIT_HIGHLIGHT" val="0"/>
  <p:tag name="KSO_WM_UNIT_COMPATIBLE" val="0"/>
  <p:tag name="KSO_WM_UNIT_DIAGRAM_ISNUMVISUAL" val="0"/>
  <p:tag name="KSO_WM_UNIT_DIAGRAM_ISREFERUNIT" val="0"/>
  <p:tag name="KSO_WM_DIAGRAM_GROUP_CODE" val="q1-1"/>
  <p:tag name="KSO_WM_UNIT_TYPE" val="q_h_f"/>
  <p:tag name="KSO_WM_UNIT_INDEX" val="1_2_1"/>
  <p:tag name="KSO_WM_UNIT_ID" val="diagram20201374_1*q_h_f*1_2_1"/>
  <p:tag name="KSO_WM_TEMPLATE_CATEGORY" val="diagram"/>
  <p:tag name="KSO_WM_TEMPLATE_INDEX" val="20201374"/>
  <p:tag name="KSO_WM_UNIT_LAYERLEVEL" val="1_1_1"/>
  <p:tag name="KSO_WM_TAG_VERSION" val="1.0"/>
  <p:tag name="KSO_WM_BEAUTIFY_FLAG" val="#wm#"/>
  <p:tag name="KSO_WM_UNIT_PRESET_TEXT" val="盯紧河海大学海域环评、海域使用论证编制工作，明天早上催促河海大学负责人必须提供海域环评、海域使用论证初稿至邮箱"/>
  <p:tag name="KSO_WM_UNIT_VALUE" val="72"/>
  <p:tag name="KSO_WM_UNIT_TEXT_FILL_FORE_SCHEMECOLOR_INDEX" val="13"/>
  <p:tag name="KSO_WM_UNIT_TEXT_FILL_TYPE" val="1"/>
  <p:tag name="KSO_WM_UNIT_USESOURCEFORMAT_APPLY" val="1"/>
</p:tagLst>
</file>

<file path=ppt/tags/tag1421.xml><?xml version="1.0" encoding="utf-8"?>
<p:tagLst xmlns:p="http://schemas.openxmlformats.org/presentationml/2006/main">
  <p:tag name="KSO_WM_UNIT_NOCLEAR" val="0"/>
  <p:tag name="KSO_WM_UNIT_HIGHLIGHT" val="0"/>
  <p:tag name="KSO_WM_UNIT_COMPATIBLE" val="0"/>
  <p:tag name="KSO_WM_UNIT_DIAGRAM_ISNUMVISUAL" val="0"/>
  <p:tag name="KSO_WM_UNIT_DIAGRAM_ISREFERUNIT" val="0"/>
  <p:tag name="KSO_WM_DIAGRAM_GROUP_CODE" val="q1-1"/>
  <p:tag name="KSO_WM_UNIT_TYPE" val="q_h_f"/>
  <p:tag name="KSO_WM_UNIT_INDEX" val="1_1_1"/>
  <p:tag name="KSO_WM_UNIT_ID" val="diagram20201374_1*q_h_f*1_1_1"/>
  <p:tag name="KSO_WM_TEMPLATE_CATEGORY" val="diagram"/>
  <p:tag name="KSO_WM_TEMPLATE_INDEX" val="20201374"/>
  <p:tag name="KSO_WM_UNIT_LAYERLEVEL" val="1_1_1"/>
  <p:tag name="KSO_WM_TAG_VERSION" val="1.0"/>
  <p:tag name="KSO_WM_BEAUTIFY_FLAG" val="#wm#"/>
  <p:tag name="KSO_WM_UNIT_PRESET_TEXT" val="完成关于二产工程可行性报告、二产地质灾害评估报告、三产围墙设计和施工、土地整理平整、中间便道修建的三个报件起草"/>
  <p:tag name="KSO_WM_UNIT_VALUE" val="72"/>
  <p:tag name="KSO_WM_UNIT_TEXT_FILL_FORE_SCHEMECOLOR_INDEX" val="13"/>
  <p:tag name="KSO_WM_UNIT_TEXT_FILL_TYPE" val="1"/>
  <p:tag name="KSO_WM_UNIT_USESOURCEFORMAT_APPLY" val="1"/>
</p:tagLst>
</file>

<file path=ppt/tags/tag142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q1-1"/>
  <p:tag name="KSO_WM_UNIT_TYPE" val="q_h_i"/>
  <p:tag name="KSO_WM_UNIT_INDEX" val="1_1_3"/>
  <p:tag name="KSO_WM_UNIT_ID" val="diagram20201374_1*q_h_i*1_1_3"/>
  <p:tag name="KSO_WM_TEMPLATE_CATEGORY" val="diagram"/>
  <p:tag name="KSO_WM_TEMPLATE_INDEX" val="20201374"/>
  <p:tag name="KSO_WM_UNIT_LAYERLEVEL" val="1_1_1"/>
  <p:tag name="KSO_WM_TAG_VERSION" val="1.0"/>
  <p:tag name="KSO_WM_BEAUTIFY_FLAG" val="#wm#"/>
  <p:tag name="KSO_WM_UNIT_FILL_FORE_SCHEMECOLOR_INDEX" val="5"/>
  <p:tag name="KSO_WM_UNIT_FILL_TYPE" val="1"/>
  <p:tag name="KSO_WM_UNIT_TEXT_FILL_FORE_SCHEMECOLOR_INDEX" val="13"/>
  <p:tag name="KSO_WM_UNIT_TEXT_FILL_TYPE" val="1"/>
  <p:tag name="KSO_WM_UNIT_USESOURCEFORMAT_APPLY" val="1"/>
</p:tagLst>
</file>

<file path=ppt/tags/tag1423.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q1-1"/>
  <p:tag name="KSO_WM_UNIT_TYPE" val="q_h_i"/>
  <p:tag name="KSO_WM_UNIT_INDEX" val="1_1_2"/>
  <p:tag name="KSO_WM_UNIT_ID" val="diagram20201374_1*q_h_i*1_1_2"/>
  <p:tag name="KSO_WM_TEMPLATE_CATEGORY" val="diagram"/>
  <p:tag name="KSO_WM_TEMPLATE_INDEX" val="20201374"/>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 name="KSO_WM_UNIT_USESOURCEFORMAT_APPLY" val="1"/>
</p:tagLst>
</file>

<file path=ppt/tags/tag1424.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q1-1"/>
  <p:tag name="KSO_WM_UNIT_TYPE" val="q_h_i"/>
  <p:tag name="KSO_WM_UNIT_INDEX" val="1_2_3"/>
  <p:tag name="KSO_WM_UNIT_ID" val="diagram20201374_1*q_h_i*1_2_3"/>
  <p:tag name="KSO_WM_TEMPLATE_CATEGORY" val="diagram"/>
  <p:tag name="KSO_WM_TEMPLATE_INDEX" val="20201374"/>
  <p:tag name="KSO_WM_UNIT_LAYERLEVEL" val="1_1_1"/>
  <p:tag name="KSO_WM_TAG_VERSION" val="1.0"/>
  <p:tag name="KSO_WM_BEAUTIFY_FLAG" val="#wm#"/>
  <p:tag name="KSO_WM_UNIT_FILL_FORE_SCHEMECOLOR_INDEX" val="7"/>
  <p:tag name="KSO_WM_UNIT_FILL_TYPE" val="1"/>
  <p:tag name="KSO_WM_UNIT_TEXT_FILL_FORE_SCHEMECOLOR_INDEX" val="13"/>
  <p:tag name="KSO_WM_UNIT_TEXT_FILL_TYPE" val="1"/>
  <p:tag name="KSO_WM_UNIT_USESOURCEFORMAT_APPLY" val="1"/>
</p:tagLst>
</file>

<file path=ppt/tags/tag1425.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q1-1"/>
  <p:tag name="KSO_WM_UNIT_TYPE" val="q_h_i"/>
  <p:tag name="KSO_WM_UNIT_INDEX" val="1_2_2"/>
  <p:tag name="KSO_WM_UNIT_ID" val="diagram20201374_1*q_h_i*1_2_2"/>
  <p:tag name="KSO_WM_TEMPLATE_CATEGORY" val="diagram"/>
  <p:tag name="KSO_WM_TEMPLATE_INDEX" val="20201374"/>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 name="KSO_WM_UNIT_USESOURCEFORMAT_APPLY" val="1"/>
</p:tagLst>
</file>

<file path=ppt/tags/tag1426.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q1-1"/>
  <p:tag name="KSO_WM_UNIT_TYPE" val="q_h_i"/>
  <p:tag name="KSO_WM_UNIT_INDEX" val="1_3_3"/>
  <p:tag name="KSO_WM_UNIT_ID" val="diagram20201374_1*q_h_i*1_3_3"/>
  <p:tag name="KSO_WM_TEMPLATE_CATEGORY" val="diagram"/>
  <p:tag name="KSO_WM_TEMPLATE_INDEX" val="20201374"/>
  <p:tag name="KSO_WM_UNIT_LAYERLEVEL" val="1_1_1"/>
  <p:tag name="KSO_WM_TAG_VERSION" val="1.0"/>
  <p:tag name="KSO_WM_BEAUTIFY_FLAG" val="#wm#"/>
  <p:tag name="KSO_WM_UNIT_FILL_FORE_SCHEMECOLOR_INDEX" val="6"/>
  <p:tag name="KSO_WM_UNIT_FILL_TYPE" val="1"/>
  <p:tag name="KSO_WM_UNIT_TEXT_FILL_FORE_SCHEMECOLOR_INDEX" val="13"/>
  <p:tag name="KSO_WM_UNIT_TEXT_FILL_TYPE" val="1"/>
  <p:tag name="KSO_WM_UNIT_USESOURCEFORMAT_APPLY" val="1"/>
</p:tagLst>
</file>

<file path=ppt/tags/tag1427.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q1-1"/>
  <p:tag name="KSO_WM_UNIT_TYPE" val="q_h_i"/>
  <p:tag name="KSO_WM_UNIT_INDEX" val="1_3_2"/>
  <p:tag name="KSO_WM_UNIT_ID" val="diagram20201374_1*q_h_i*1_3_2"/>
  <p:tag name="KSO_WM_TEMPLATE_CATEGORY" val="diagram"/>
  <p:tag name="KSO_WM_TEMPLATE_INDEX" val="20201374"/>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 name="KSO_WM_UNIT_USESOURCEFORMAT_APPLY" val="1"/>
</p:tagLst>
</file>

<file path=ppt/tags/tag1428.xml><?xml version="1.0" encoding="utf-8"?>
<p:tagLst xmlns:p="http://schemas.openxmlformats.org/presentationml/2006/main">
  <p:tag name="KSO_WM_BEAUTIFY_FLAG" val="#wm#"/>
  <p:tag name="KSO_WM_TEMPLATE_CATEGORY" val="diagram"/>
  <p:tag name="KSO_WM_TEMPLATE_INDEX" val="20201374"/>
  <p:tag name="KSO_WM_SLIDE_ID" val="diagram20201374_1"/>
  <p:tag name="KSO_WM_TEMPLATE_SUBCATEGORY" val="0"/>
  <p:tag name="KSO_WM_SLIDE_ITEM_CNT" val="3"/>
  <p:tag name="KSO_WM_SLIDE_INDEX" val="1"/>
  <p:tag name="KSO_WM_DIAGRAM_GROUP_CODE" val="q1-1"/>
  <p:tag name="KSO_WM_SLIDE_DIAGTYPE" val="q"/>
  <p:tag name="KSO_WM_TAG_VERSION" val="1.0"/>
  <p:tag name="KSO_WM_SLIDE_LAYOUT" val="a_b_q"/>
  <p:tag name="KSO_WM_SLIDE_LAYOUT_CNT" val="1_1_1"/>
  <p:tag name="KSO_WM_SLIDE_TYPE" val="text"/>
  <p:tag name="KSO_WM_SLIDE_SUBTYPE" val="diag"/>
  <p:tag name="KSO_WM_SLIDE_SIZE" val="831.21*350.952"/>
  <p:tag name="KSO_WM_SLIDE_POSITION" val="44.1482*127.665"/>
</p:tagLst>
</file>

<file path=ppt/tags/tag1429.xml><?xml version="1.0" encoding="utf-8"?>
<p:tagLst xmlns:p="http://schemas.openxmlformats.org/presentationml/2006/main">
  <p:tag name="KSO_WM_UNIT_ISCONTENTSTITLE" val="0"/>
  <p:tag name="KSO_WM_UNIT_PRESET_TEXT" val="单击此处添加标题"/>
  <p:tag name="KSO_WM_UNIT_NOCLEAR" val="0"/>
  <p:tag name="KSO_WM_UNIT_VALUE" val="11"/>
  <p:tag name="KSO_WM_UNIT_HIGHLIGHT" val="0"/>
  <p:tag name="KSO_WM_UNIT_COMPATIBLE" val="0"/>
  <p:tag name="KSO_WM_UNIT_DIAGRAM_ISNUMVISUAL" val="0"/>
  <p:tag name="KSO_WM_UNIT_DIAGRAM_ISREFERUNIT" val="0"/>
  <p:tag name="KSO_WM_DIAGRAM_GROUP_CODE" val="l1-1"/>
  <p:tag name="KSO_WM_UNIT_TYPE" val="a"/>
  <p:tag name="KSO_WM_UNIT_INDEX" val="1"/>
  <p:tag name="KSO_WM_UNIT_ID" val="diagram20200122_1*a*1"/>
  <p:tag name="KSO_WM_TEMPLATE_CATEGORY" val="diagram"/>
  <p:tag name="KSO_WM_TEMPLATE_INDEX" val="20200122"/>
  <p:tag name="KSO_WM_UNIT_LAYERLEVEL" val="1"/>
  <p:tag name="KSO_WM_TAG_VERSION" val="1.0"/>
  <p:tag name="KSO_WM_BEAUTIFY_FLAG" val="#wm#"/>
  <p:tag name="KSO_WM_UNIT_TEXT_FILL_FORE_SCHEMECOLOR_INDEX" val="13"/>
  <p:tag name="KSO_WM_UNIT_TEXT_FILL_TYPE" val="1"/>
  <p:tag name="KSO_WM_UNIT_USESOURCEFORMAT_APPLY" val="1"/>
</p:tagLst>
</file>

<file path=ppt/tags/tag1430.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2"/>
  <p:tag name="KSO_WM_UNIT_ID" val="diagram20200122_1*l_h_i*1_1_2"/>
  <p:tag name="KSO_WM_TEMPLATE_CATEGORY" val="diagram"/>
  <p:tag name="KSO_WM_TEMPLATE_INDEX" val="20200122"/>
  <p:tag name="KSO_WM_UNIT_LAYERLEVEL" val="1_1_1"/>
  <p:tag name="KSO_WM_TAG_VERSION" val="1.0"/>
  <p:tag name="KSO_WM_BEAUTIFY_FLAG" val="#wm#"/>
  <p:tag name="KSO_WM_UNIT_LINE_FORE_SCHEMECOLOR_INDEX" val="13"/>
  <p:tag name="KSO_WM_UNIT_LINE_FILL_TYPE" val="2"/>
  <p:tag name="KSO_WM_UNIT_TEXT_FILL_FORE_SCHEMECOLOR_INDEX" val="13"/>
  <p:tag name="KSO_WM_UNIT_TEXT_FILL_TYPE" val="1"/>
  <p:tag name="KSO_WM_UNIT_USESOURCEFORMAT_APPLY" val="1"/>
  <p:tag name="KSO_WM_UNIT_DIAGRAM_SCHEMECOLOR_ID" val="3"/>
</p:tagLst>
</file>

<file path=ppt/tags/tag1431.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2_2"/>
  <p:tag name="KSO_WM_UNIT_ID" val="diagram20200122_1*l_h_i*1_2_2"/>
  <p:tag name="KSO_WM_TEMPLATE_CATEGORY" val="diagram"/>
  <p:tag name="KSO_WM_TEMPLATE_INDEX" val="20200122"/>
  <p:tag name="KSO_WM_UNIT_LAYERLEVEL" val="1_1_1"/>
  <p:tag name="KSO_WM_TAG_VERSION" val="1.0"/>
  <p:tag name="KSO_WM_BEAUTIFY_FLAG" val="#wm#"/>
  <p:tag name="KSO_WM_UNIT_LINE_FORE_SCHEMECOLOR_INDEX" val="13"/>
  <p:tag name="KSO_WM_UNIT_LINE_FILL_TYPE" val="2"/>
  <p:tag name="KSO_WM_UNIT_TEXT_FILL_FORE_SCHEMECOLOR_INDEX" val="13"/>
  <p:tag name="KSO_WM_UNIT_TEXT_FILL_TYPE" val="1"/>
  <p:tag name="KSO_WM_UNIT_USESOURCEFORMAT_APPLY" val="1"/>
  <p:tag name="KSO_WM_UNIT_DIAGRAM_SCHEMECOLOR_ID" val="3"/>
</p:tagLst>
</file>

<file path=ppt/tags/tag143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1"/>
  <p:tag name="KSO_WM_UNIT_ID" val="diagram20200122_1*i*1"/>
  <p:tag name="KSO_WM_TEMPLATE_CATEGORY" val="diagram"/>
  <p:tag name="KSO_WM_TEMPLATE_INDEX" val="20200122"/>
  <p:tag name="KSO_WM_UNIT_LAYERLEVEL" val="1"/>
  <p:tag name="KSO_WM_TAG_VERSION" val="1.0"/>
  <p:tag name="KSO_WM_BEAUTIFY_FLAG" val="#wm#"/>
  <p:tag name="KSO_WM_UNIT_FILL_FORE_SCHEMECOLOR_INDEX" val="14"/>
  <p:tag name="KSO_WM_UNIT_FILL_TYPE" val="1"/>
  <p:tag name="KSO_WM_UNIT_TEXT_FILL_FORE_SCHEMECOLOR_INDEX" val="13"/>
  <p:tag name="KSO_WM_UNIT_TEXT_FILL_TYPE" val="1"/>
  <p:tag name="KSO_WM_UNIT_USESOURCEFORMAT_APPLY" val="1"/>
</p:tagLst>
</file>

<file path=ppt/tags/tag1433.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2"/>
  <p:tag name="KSO_WM_UNIT_ID" val="diagram20200122_1*i*2"/>
  <p:tag name="KSO_WM_TEMPLATE_CATEGORY" val="diagram"/>
  <p:tag name="KSO_WM_TEMPLATE_INDEX" val="20200122"/>
  <p:tag name="KSO_WM_UNIT_LAYERLEVEL" val="1"/>
  <p:tag name="KSO_WM_TAG_VERSION" val="1.0"/>
  <p:tag name="KSO_WM_BEAUTIFY_FLAG" val="#wm#"/>
  <p:tag name="KSO_WM_UNIT_FILL_FORE_SCHEMECOLOR_INDEX" val="14"/>
  <p:tag name="KSO_WM_UNIT_FILL_TYPE" val="1"/>
  <p:tag name="KSO_WM_UNIT_TEXT_FILL_FORE_SCHEMECOLOR_INDEX" val="13"/>
  <p:tag name="KSO_WM_UNIT_TEXT_FILL_TYPE" val="1"/>
  <p:tag name="KSO_WM_UNIT_USESOURCEFORMAT_APPLY" val="1"/>
</p:tagLst>
</file>

<file path=ppt/tags/tag1434.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3"/>
  <p:tag name="KSO_WM_UNIT_ID" val="diagram20200122_1*i*3"/>
  <p:tag name="KSO_WM_TEMPLATE_CATEGORY" val="diagram"/>
  <p:tag name="KSO_WM_TEMPLATE_INDEX" val="20200122"/>
  <p:tag name="KSO_WM_UNIT_LAYERLEVEL" val="1"/>
  <p:tag name="KSO_WM_TAG_VERSION" val="1.0"/>
  <p:tag name="KSO_WM_BEAUTIFY_FLAG" val="#wm#"/>
  <p:tag name="KSO_WM_UNIT_FILL_FORE_SCHEMECOLOR_INDEX" val="14"/>
  <p:tag name="KSO_WM_UNIT_FILL_TYPE" val="1"/>
  <p:tag name="KSO_WM_UNIT_TEXT_FILL_FORE_SCHEMECOLOR_INDEX" val="13"/>
  <p:tag name="KSO_WM_UNIT_TEXT_FILL_TYPE" val="1"/>
  <p:tag name="KSO_WM_UNIT_USESOURCEFORMAT_APPLY" val="1"/>
</p:tagLst>
</file>

<file path=ppt/tags/tag1435.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4"/>
  <p:tag name="KSO_WM_UNIT_ID" val="diagram20200122_1*i*4"/>
  <p:tag name="KSO_WM_TEMPLATE_CATEGORY" val="diagram"/>
  <p:tag name="KSO_WM_TEMPLATE_INDEX" val="20200122"/>
  <p:tag name="KSO_WM_UNIT_LAYERLEVEL" val="1"/>
  <p:tag name="KSO_WM_TAG_VERSION" val="1.0"/>
  <p:tag name="KSO_WM_BEAUTIFY_FLAG" val="#wm#"/>
  <p:tag name="KSO_WM_UNIT_FILL_FORE_SCHEMECOLOR_INDEX" val="14"/>
  <p:tag name="KSO_WM_UNIT_FILL_TYPE" val="1"/>
  <p:tag name="KSO_WM_UNIT_TEXT_FILL_FORE_SCHEMECOLOR_INDEX" val="13"/>
  <p:tag name="KSO_WM_UNIT_TEXT_FILL_TYPE" val="1"/>
  <p:tag name="KSO_WM_UNIT_USESOURCEFORMAT_APPLY" val="1"/>
</p:tagLst>
</file>

<file path=ppt/tags/tag1436.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5"/>
  <p:tag name="KSO_WM_UNIT_ID" val="diagram20200122_1*i*5"/>
  <p:tag name="KSO_WM_TEMPLATE_CATEGORY" val="diagram"/>
  <p:tag name="KSO_WM_TEMPLATE_INDEX" val="20200122"/>
  <p:tag name="KSO_WM_UNIT_LAYERLEVEL" val="1"/>
  <p:tag name="KSO_WM_TAG_VERSION" val="1.0"/>
  <p:tag name="KSO_WM_BEAUTIFY_FLAG" val="#wm#"/>
  <p:tag name="KSO_WM_UNIT_FILL_FORE_SCHEMECOLOR_INDEX" val="14"/>
  <p:tag name="KSO_WM_UNIT_FILL_TYPE" val="1"/>
  <p:tag name="KSO_WM_UNIT_TEXT_FILL_FORE_SCHEMECOLOR_INDEX" val="13"/>
  <p:tag name="KSO_WM_UNIT_TEXT_FILL_TYPE" val="1"/>
  <p:tag name="KSO_WM_UNIT_USESOURCEFORMAT_APPLY" val="1"/>
</p:tagLst>
</file>

<file path=ppt/tags/tag1437.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6"/>
  <p:tag name="KSO_WM_UNIT_ID" val="diagram20200122_1*i*6"/>
  <p:tag name="KSO_WM_TEMPLATE_CATEGORY" val="diagram"/>
  <p:tag name="KSO_WM_TEMPLATE_INDEX" val="20200122"/>
  <p:tag name="KSO_WM_UNIT_LAYERLEVEL" val="1"/>
  <p:tag name="KSO_WM_TAG_VERSION" val="1.0"/>
  <p:tag name="KSO_WM_BEAUTIFY_FLAG" val="#wm#"/>
  <p:tag name="KSO_WM_UNIT_FILL_FORE_SCHEMECOLOR_INDEX" val="14"/>
  <p:tag name="KSO_WM_UNIT_FILL_TYPE" val="1"/>
  <p:tag name="KSO_WM_UNIT_TEXT_FILL_FORE_SCHEMECOLOR_INDEX" val="13"/>
  <p:tag name="KSO_WM_UNIT_TEXT_FILL_TYPE" val="1"/>
  <p:tag name="KSO_WM_UNIT_USESOURCEFORMAT_APPLY" val="1"/>
</p:tagLst>
</file>

<file path=ppt/tags/tag1438.xml><?xml version="1.0" encoding="utf-8"?>
<p:tagLst xmlns:p="http://schemas.openxmlformats.org/presentationml/2006/main">
  <p:tag name="KSO_WM_UNIT_ISCONTENTSTITLE" val="0"/>
  <p:tag name="KSO_WM_UNIT_PRESET_TEXT" val="添加标题"/>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1_1"/>
  <p:tag name="KSO_WM_UNIT_ID" val="diagram20200122_1*l_h_a*1_1_1"/>
  <p:tag name="KSO_WM_TEMPLATE_CATEGORY" val="diagram"/>
  <p:tag name="KSO_WM_TEMPLATE_INDEX" val="20200122"/>
  <p:tag name="KSO_WM_UNIT_LAYERLEVEL" val="1_1_1"/>
  <p:tag name="KSO_WM_TAG_VERSION" val="1.0"/>
  <p:tag name="KSO_WM_BEAUTIFY_FLAG" val="#wm#"/>
  <p:tag name="KSO_WM_UNIT_TEXT_FILL_FORE_SCHEMECOLOR_INDEX" val="5"/>
  <p:tag name="KSO_WM_UNIT_TEXT_FILL_TYPE" val="1"/>
  <p:tag name="KSO_WM_UNIT_USESOURCEFORMAT_APPLY" val="1"/>
  <p:tag name="KSO_WM_UNIT_DIAGRAM_SCHEMECOLOR_ID" val="3"/>
</p:tagLst>
</file>

<file path=ppt/tags/tag1439.xml><?xml version="1.0" encoding="utf-8"?>
<p:tagLst xmlns:p="http://schemas.openxmlformats.org/presentationml/2006/main">
  <p:tag name="KSO_WM_UNIT_PRESET_TEXT" val="单击此处添加文本具体内容，简明扼要的阐述您的观点。"/>
  <p:tag name="KSO_WM_UNIT_NOCLEAR" val="0"/>
  <p:tag name="KSO_WM_UNIT_VALUE" val="39"/>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20200122_1*l_h_f*1_1_1"/>
  <p:tag name="KSO_WM_TEMPLATE_CATEGORY" val="diagram"/>
  <p:tag name="KSO_WM_TEMPLATE_INDEX" val="20200122"/>
  <p:tag name="KSO_WM_UNIT_LAYERLEVEL" val="1_1_1"/>
  <p:tag name="KSO_WM_TAG_VERSION" val="1.0"/>
  <p:tag name="KSO_WM_BEAUTIFY_FLAG" val="#wm#"/>
  <p:tag name="KSO_WM_UNIT_TEXT_FILL_FORE_SCHEMECOLOR_INDEX" val="13"/>
  <p:tag name="KSO_WM_UNIT_TEXT_FILL_TYPE" val="1"/>
  <p:tag name="KSO_WM_UNIT_USESOURCEFORMAT_APPLY" val="1"/>
  <p:tag name="KSO_WM_UNIT_DIAGRAM_SCHEMECOLOR_ID" val="3"/>
</p:tagLst>
</file>

<file path=ppt/tags/tag1440.xml><?xml version="1.0" encoding="utf-8"?>
<p:tagLst xmlns:p="http://schemas.openxmlformats.org/presentationml/2006/main">
  <p:tag name="KSO_WM_UNIT_ISCONTENTSTITLE" val="0"/>
  <p:tag name="KSO_WM_UNIT_PRESET_TEXT" val="添加标题"/>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2_1"/>
  <p:tag name="KSO_WM_UNIT_ID" val="diagram20200122_1*l_h_a*1_2_1"/>
  <p:tag name="KSO_WM_TEMPLATE_CATEGORY" val="diagram"/>
  <p:tag name="KSO_WM_TEMPLATE_INDEX" val="20200122"/>
  <p:tag name="KSO_WM_UNIT_LAYERLEVEL" val="1_1_1"/>
  <p:tag name="KSO_WM_TAG_VERSION" val="1.0"/>
  <p:tag name="KSO_WM_BEAUTIFY_FLAG" val="#wm#"/>
  <p:tag name="KSO_WM_UNIT_TEXT_FILL_FORE_SCHEMECOLOR_INDEX" val="5"/>
  <p:tag name="KSO_WM_UNIT_TEXT_FILL_TYPE" val="1"/>
  <p:tag name="KSO_WM_UNIT_USESOURCEFORMAT_APPLY" val="1"/>
  <p:tag name="KSO_WM_UNIT_DIAGRAM_SCHEMECOLOR_ID" val="3"/>
</p:tagLst>
</file>

<file path=ppt/tags/tag1441.xml><?xml version="1.0" encoding="utf-8"?>
<p:tagLst xmlns:p="http://schemas.openxmlformats.org/presentationml/2006/main">
  <p:tag name="KSO_WM_UNIT_PRESET_TEXT" val="单击此处添加文本具体内容，简明扼要的阐述您的观点。"/>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diagram20200122_1*l_h_f*1_2_1"/>
  <p:tag name="KSO_WM_TEMPLATE_CATEGORY" val="diagram"/>
  <p:tag name="KSO_WM_TEMPLATE_INDEX" val="20200122"/>
  <p:tag name="KSO_WM_UNIT_LAYERLEVEL" val="1_1_1"/>
  <p:tag name="KSO_WM_TAG_VERSION" val="1.0"/>
  <p:tag name="KSO_WM_BEAUTIFY_FLAG" val="#wm#"/>
  <p:tag name="KSO_WM_UNIT_TEXT_FILL_FORE_SCHEMECOLOR_INDEX" val="13"/>
  <p:tag name="KSO_WM_UNIT_TEXT_FILL_TYPE" val="1"/>
  <p:tag name="KSO_WM_UNIT_USESOURCEFORMAT_APPLY" val="1"/>
  <p:tag name="KSO_WM_UNIT_DIAGRAM_SCHEMECOLOR_ID" val="3"/>
</p:tagLst>
</file>

<file path=ppt/tags/tag144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i"/>
  <p:tag name="KSO_WM_UNIT_INDEX" val="1_1"/>
  <p:tag name="KSO_WM_UNIT_ID" val="diagram20200122_1*l_i*1_1"/>
  <p:tag name="KSO_WM_TEMPLATE_CATEGORY" val="diagram"/>
  <p:tag name="KSO_WM_TEMPLATE_INDEX" val="20200122"/>
  <p:tag name="KSO_WM_UNIT_LAYERLEVEL" val="1_1"/>
  <p:tag name="KSO_WM_TAG_VERSION" val="1.0"/>
  <p:tag name="KSO_WM_BEAUTIFY_FLAG" val="#wm#"/>
  <p:tag name="KSO_WM_UNIT_FILL_FORE_SCHEMECOLOR_INDEX" val="5"/>
  <p:tag name="KSO_WM_UNIT_FILL_TYPE" val="1"/>
  <p:tag name="KSO_WM_UNIT_USESOURCEFORMAT_APPLY" val="1"/>
  <p:tag name="KSO_WM_UNIT_DIAGRAM_SCHEMECOLOR_ID" val="3"/>
</p:tagLst>
</file>

<file path=ppt/tags/tag1443.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1"/>
  <p:tag name="KSO_WM_UNIT_ID" val="diagram20200122_1*l_h_i*1_1_1"/>
  <p:tag name="KSO_WM_TEMPLATE_CATEGORY" val="diagram"/>
  <p:tag name="KSO_WM_TEMPLATE_INDEX" val="20200122"/>
  <p:tag name="KSO_WM_UNIT_LAYERLEVEL" val="1_1_1"/>
  <p:tag name="KSO_WM_TAG_VERSION" val="1.0"/>
  <p:tag name="KSO_WM_BEAUTIFY_FLAG" val="#wm#"/>
  <p:tag name="KSO_WM_UNIT_FILL_FORE_SCHEMECOLOR_INDEX" val="5"/>
  <p:tag name="KSO_WM_UNIT_FILL_TYPE" val="1"/>
  <p:tag name="KSO_WM_UNIT_USESOURCEFORMAT_APPLY" val="1"/>
  <p:tag name="KSO_WM_UNIT_DIAGRAM_SCHEMECOLOR_ID" val="3"/>
</p:tagLst>
</file>

<file path=ppt/tags/tag1444.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2_1"/>
  <p:tag name="KSO_WM_UNIT_ID" val="diagram20200122_1*l_h_i*1_2_1"/>
  <p:tag name="KSO_WM_TEMPLATE_CATEGORY" val="diagram"/>
  <p:tag name="KSO_WM_TEMPLATE_INDEX" val="20200122"/>
  <p:tag name="KSO_WM_UNIT_LAYERLEVEL" val="1_1_1"/>
  <p:tag name="KSO_WM_TAG_VERSION" val="1.0"/>
  <p:tag name="KSO_WM_BEAUTIFY_FLAG" val="#wm#"/>
  <p:tag name="KSO_WM_UNIT_FILL_FORE_SCHEMECOLOR_INDEX" val="5"/>
  <p:tag name="KSO_WM_UNIT_FILL_TYPE" val="1"/>
  <p:tag name="KSO_WM_UNIT_USESOURCEFORMAT_APPLY" val="1"/>
  <p:tag name="KSO_WM_UNIT_DIAGRAM_SCHEMECOLOR_ID" val="3"/>
</p:tagLst>
</file>

<file path=ppt/tags/tag1445.xml><?xml version="1.0" encoding="utf-8"?>
<p:tagLst xmlns:p="http://schemas.openxmlformats.org/presentationml/2006/main">
  <p:tag name="KSO_WM_BEAUTIFY_FLAG" val="#wm#"/>
  <p:tag name="KSO_WM_TEMPLATE_CATEGORY" val="diagram"/>
  <p:tag name="KSO_WM_TEMPLATE_INDEX" val="20200122"/>
  <p:tag name="KSO_WM_SLIDE_ID" val="diagram20200122_1"/>
  <p:tag name="KSO_WM_TEMPLATE_SUBCATEGORY" val="0"/>
  <p:tag name="KSO_WM_TEMPLATE_MASTER_TYPE" val="0"/>
  <p:tag name="KSO_WM_TEMPLATE_COLOR_TYPE" val="1"/>
  <p:tag name="KSO_WM_SLIDE_TYPE" val="text"/>
  <p:tag name="KSO_WM_SLIDE_SUBTYPE" val="diag"/>
  <p:tag name="KSO_WM_SLIDE_ITEM_CNT" val="2"/>
  <p:tag name="KSO_WM_SLIDE_INDEX" val="1"/>
  <p:tag name="KSO_WM_SLIDE_SIZE" val="798.981*293.221"/>
  <p:tag name="KSO_WM_SLIDE_POSITION" val="80.5094*168.933"/>
  <p:tag name="KSO_WM_DIAGRAM_GROUP_CODE" val="l1-1"/>
  <p:tag name="KSO_WM_SLIDE_DIAGTYPE" val="l"/>
  <p:tag name="KSO_WM_TAG_VERSION" val="1.0"/>
  <p:tag name="KSO_WM_SLIDE_LAYOUT" val="a_l"/>
  <p:tag name="KSO_WM_SLIDE_LAYOUT_CNT" val="1_1"/>
</p:tagLst>
</file>

<file path=ppt/tags/tag1446.xml><?xml version="1.0" encoding="utf-8"?>
<p:tagLst xmlns:p="http://schemas.openxmlformats.org/presentationml/2006/main">
  <p:tag name="KSO_WM_BEAUTIFY_FLAG" val="#wm#"/>
  <p:tag name="KSO_WM_TEMPLATE_CATEGORY" val="diagram"/>
  <p:tag name="KSO_WM_TEMPLATE_INDEX" val="20200122"/>
</p:tagLst>
</file>

<file path=ppt/tags/tag14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_12*i*1"/>
  <p:tag name="KSO_WM_UNIT_LAYERLEVEL" val="1"/>
  <p:tag name="KSO_WM_TAG_VERSION" val="1.0"/>
  <p:tag name="KSO_WM_BEAUTIFY_FLAG" val="#wm#"/>
  <p:tag name="KSO_WM_SLIDE_BACKGROUND_TYPE" val="general"/>
  <p:tag name="KSO_WM_SLIDE_BK_DARK_LIGHT" val="2"/>
</p:tagLst>
</file>

<file path=ppt/tags/tag1448.xml><?xml version="1.0" encoding="utf-8"?>
<p:tagLst xmlns:p="http://schemas.openxmlformats.org/presentationml/2006/main">
  <p:tag name="KSO_WM_UNIT_LARGE_SHAPE" val="1"/>
  <p:tag name="KSO_WM_UNIT_FOIL_COLOR" val="1"/>
  <p:tag name="KSO_WM_UNIT_COLOR_SCHEME_SHAPE_ID" val="4"/>
  <p:tag name="KSO_WM_UNIT_COLOR_SCHEME_PARENT_PAGE" val="0_1"/>
  <p:tag name="KSO_WM_UNIT_HIGHLIGHT" val="0"/>
  <p:tag name="KSO_WM_UNIT_COMPATIBLE" val="0"/>
  <p:tag name="KSO_WM_UNIT_DIAGRAM_ISNUMVISUAL" val="0"/>
  <p:tag name="KSO_WM_UNIT_DIAGRAM_ISREFERUNIT" val="0"/>
  <p:tag name="KSO_WM_UNIT_TYPE" val="i"/>
  <p:tag name="KSO_WM_UNIT_INDEX" val="1"/>
  <p:tag name="KSO_WM_UNIT_ID" val="diagram20194605_1*i*1"/>
  <p:tag name="KSO_WM_TEMPLATE_CATEGORY" val="diagram"/>
  <p:tag name="KSO_WM_TEMPLATE_INDEX" val="20194605"/>
  <p:tag name="KSO_WM_UNIT_LAYERLEVEL" val="1"/>
  <p:tag name="KSO_WM_TAG_VERSION" val="1.0"/>
  <p:tag name="KSO_WM_BEAUTIFY_FLAG" val="#wm#"/>
  <p:tag name="KSO_WM_UNIT_FILL_FORE_SCHEMECOLOR_INDEX_BRIGHTNESS" val="-0.15"/>
  <p:tag name="KSO_WM_UNIT_FILL_FORE_SCHEMECOLOR_INDEX" val="14"/>
  <p:tag name="KSO_WM_UNIT_FILL_BACK_SCHEMECOLOR_INDEX_BRIGHTNESS" val="0"/>
  <p:tag name="KSO_WM_UNIT_FILL_BACK_SCHEMECOLOR_INDEX" val="14"/>
  <p:tag name="KSO_WM_UNIT_FILL_TYPE" val="2"/>
  <p:tag name="KSO_WM_UNIT_TEXT_FILL_FORE_SCHEMECOLOR_INDEX_BRIGHTNESS" val="0"/>
  <p:tag name="KSO_WM_UNIT_TEXT_FILL_FORE_SCHEMECOLOR_INDEX" val="2"/>
  <p:tag name="KSO_WM_UNIT_TEXT_FILL_TYPE" val="1"/>
</p:tagLst>
</file>

<file path=ppt/tags/tag1449.xml><?xml version="1.0" encoding="utf-8"?>
<p:tagLst xmlns:p="http://schemas.openxmlformats.org/presentationml/2006/main">
  <p:tag name="KSO_WM_UNIT_COLOR_SCHEME_SHAPE_ID" val="8"/>
  <p:tag name="KSO_WM_UNIT_COLOR_SCHEME_PARENT_PAGE" val="0_1"/>
  <p:tag name="KSO_WM_UNIT_DECOLORIZATION" val="1"/>
  <p:tag name="KSO_WM_UNIT_HIGHLIGHT" val="0"/>
  <p:tag name="KSO_WM_UNIT_COMPATIBLE" val="0"/>
  <p:tag name="KSO_WM_UNIT_DIAGRAM_ISNUMVISUAL" val="0"/>
  <p:tag name="KSO_WM_UNIT_DIAGRAM_ISREFERUNIT" val="0"/>
  <p:tag name="KSO_WM_UNIT_TYPE" val="i"/>
  <p:tag name="KSO_WM_UNIT_INDEX" val="2"/>
  <p:tag name="KSO_WM_UNIT_ID" val="diagram20194605_1*i*2"/>
  <p:tag name="KSO_WM_TEMPLATE_CATEGORY" val="diagram"/>
  <p:tag name="KSO_WM_TEMPLATE_INDEX" val="20194605"/>
  <p:tag name="KSO_WM_UNIT_LAYERLEVEL" val="1"/>
  <p:tag name="KSO_WM_TAG_VERSION" val="1.0"/>
  <p:tag name="KSO_WM_BEAUTIFY_FLAG" val="#wm#"/>
  <p:tag name="KSO_WM_UNIT_FILL_FORE_SCHEMECOLOR_INDEX_BRIGHTNESS" val="-0.15"/>
  <p:tag name="KSO_WM_UNIT_FILL_FORE_SCHEMECOLOR_INDEX" val="14"/>
  <p:tag name="KSO_WM_UNIT_FILL_TYPE" val="1"/>
  <p:tag name="KSO_WM_UNIT_TEXT_FILL_FORE_SCHEMECOLOR_INDEX_BRIGHTNESS" val="0"/>
  <p:tag name="KSO_WM_UNIT_TEXT_FILL_FORE_SCHEMECOLOR_INDEX" val="2"/>
  <p:tag name="KSO_WM_UNIT_TEXT_FILL_TYPE" val="1"/>
</p:tagLst>
</file>

<file path=ppt/tags/tag1450.xml><?xml version="1.0" encoding="utf-8"?>
<p:tagLst xmlns:p="http://schemas.openxmlformats.org/presentationml/2006/main">
  <p:tag name="KSO_WM_UNIT_COLOR_SCHEME_SHAPE_ID" val="9"/>
  <p:tag name="KSO_WM_UNIT_COLOR_SCHEME_PARENT_PAGE" val="0_1"/>
  <p:tag name="KSO_WM_UNIT_DECOLORIZATION" val="1"/>
  <p:tag name="KSO_WM_UNIT_HIGHLIGHT" val="0"/>
  <p:tag name="KSO_WM_UNIT_COMPATIBLE" val="0"/>
  <p:tag name="KSO_WM_UNIT_DIAGRAM_ISNUMVISUAL" val="0"/>
  <p:tag name="KSO_WM_UNIT_DIAGRAM_ISREFERUNIT" val="0"/>
  <p:tag name="KSO_WM_UNIT_TYPE" val="i"/>
  <p:tag name="KSO_WM_UNIT_INDEX" val="3"/>
  <p:tag name="KSO_WM_UNIT_ID" val="diagram20194605_1*i*3"/>
  <p:tag name="KSO_WM_TEMPLATE_CATEGORY" val="diagram"/>
  <p:tag name="KSO_WM_TEMPLATE_INDEX" val="20194605"/>
  <p:tag name="KSO_WM_UNIT_LAYERLEVEL" val="1"/>
  <p:tag name="KSO_WM_TAG_VERSION" val="1.0"/>
  <p:tag name="KSO_WM_BEAUTIFY_FLAG" val="#wm#"/>
  <p:tag name="KSO_WM_UNIT_FILL_FORE_SCHEMECOLOR_INDEX_BRIGHTNESS" val="0.4"/>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1451.xml><?xml version="1.0" encoding="utf-8"?>
<p:tagLst xmlns:p="http://schemas.openxmlformats.org/presentationml/2006/main">
  <p:tag name="KSO_WM_UNIT_COLOR_SCHEME_SHAPE_ID" val="10"/>
  <p:tag name="KSO_WM_UNIT_COLOR_SCHEME_PARENT_PAGE" val="0_1"/>
  <p:tag name="KSO_WM_UNIT_DECOLORIZATION" val="1"/>
  <p:tag name="KSO_WM_UNIT_HIGHLIGHT" val="0"/>
  <p:tag name="KSO_WM_UNIT_COMPATIBLE" val="0"/>
  <p:tag name="KSO_WM_UNIT_DIAGRAM_ISNUMVISUAL" val="0"/>
  <p:tag name="KSO_WM_UNIT_DIAGRAM_ISREFERUNIT" val="0"/>
  <p:tag name="KSO_WM_UNIT_TYPE" val="i"/>
  <p:tag name="KSO_WM_UNIT_INDEX" val="4"/>
  <p:tag name="KSO_WM_UNIT_ID" val="diagram20194605_1*i*4"/>
  <p:tag name="KSO_WM_TEMPLATE_CATEGORY" val="diagram"/>
  <p:tag name="KSO_WM_TEMPLATE_INDEX" val="20194605"/>
  <p:tag name="KSO_WM_UNIT_LAYERLEVEL" val="1"/>
  <p:tag name="KSO_WM_TAG_VERSION" val="1.0"/>
  <p:tag name="KSO_WM_BEAUTIFY_FLAG" val="#wm#"/>
  <p:tag name="KSO_WM_UNIT_FILL_FORE_SCHEMECOLOR_INDEX_BRIGHTNESS" val="0.8"/>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1452.xml><?xml version="1.0" encoding="utf-8"?>
<p:tagLst xmlns:p="http://schemas.openxmlformats.org/presentationml/2006/main">
  <p:tag name="KSO_WM_UNIT_COLOR_SCHEME_SHAPE_ID" val="11"/>
  <p:tag name="KSO_WM_UNIT_COLOR_SCHEME_PARENT_PAGE" val="0_1"/>
  <p:tag name="KSO_WM_UNIT_FOIL_COLOR" val="1"/>
  <p:tag name="KSO_WM_UNIT_HIGHLIGHT" val="0"/>
  <p:tag name="KSO_WM_UNIT_COMPATIBLE" val="0"/>
  <p:tag name="KSO_WM_UNIT_DIAGRAM_ISNUMVISUAL" val="0"/>
  <p:tag name="KSO_WM_UNIT_DIAGRAM_ISREFERUNIT" val="0"/>
  <p:tag name="KSO_WM_UNIT_TYPE" val="i"/>
  <p:tag name="KSO_WM_UNIT_INDEX" val="5"/>
  <p:tag name="KSO_WM_UNIT_ID" val="diagram20194605_1*i*5"/>
  <p:tag name="KSO_WM_TEMPLATE_CATEGORY" val="diagram"/>
  <p:tag name="KSO_WM_TEMPLATE_INDEX" val="20194605"/>
  <p:tag name="KSO_WM_UNIT_LAYERLEVEL" val="1"/>
  <p:tag name="KSO_WM_TAG_VERSION" val="1.0"/>
  <p:tag name="KSO_WM_BEAUTIFY_FLAG" val="#wm#"/>
  <p:tag name="KSO_WM_UNIT_FILL_FORE_SCHEMECOLOR_INDEX_BRIGHTNESS" val="0"/>
  <p:tag name="KSO_WM_UNIT_FILL_FORE_SCHEMECOLOR_INDEX" val="14"/>
  <p:tag name="KSO_WM_UNIT_FILL_TYPE" val="1"/>
  <p:tag name="KSO_WM_UNIT_LINE_FORE_SCHEMECOLOR_INDEX_BRIGHTNESS" val="-0.05"/>
  <p:tag name="KSO_WM_UNIT_LINE_FORE_SCHEMECOLOR_INDEX" val="14"/>
  <p:tag name="KSO_WM_UNIT_LINE_FILL_TYPE" val="2"/>
  <p:tag name="KSO_WM_UNIT_TEXT_FILL_FORE_SCHEMECOLOR_INDEX_BRIGHTNESS" val="0"/>
  <p:tag name="KSO_WM_UNIT_TEXT_FILL_FORE_SCHEMECOLOR_INDEX" val="2"/>
  <p:tag name="KSO_WM_UNIT_TEXT_FILL_TYPE" val="1"/>
</p:tagLst>
</file>

<file path=ppt/tags/tag1453.xml><?xml version="1.0" encoding="utf-8"?>
<p:tagLst xmlns:p="http://schemas.openxmlformats.org/presentationml/2006/main">
  <p:tag name="KSO_WM_UNIT_TEXT_PART_ID_V2" val="d-1-2"/>
  <p:tag name="KSO_WM_UNIT_COLOR_SCHEME_SHAPE_ID" val="2"/>
  <p:tag name="KSO_WM_UNIT_COLOR_SCHEME_PARENT_PAGE" val="0_1"/>
  <p:tag name="KSO_WM_UNIT_PRESET_TEXT" val="添加小标题：&#10;点击此处加正文您思想&#10;添加小标题：&#10;言简意赅阐述观点&#10;添加小标题：&#10;恰如其分表达您的观点"/>
  <p:tag name="KSO_WM_UNIT_NOCLEAR" val="1"/>
  <p:tag name="KSO_WM_UNIT_VALUE" val="104"/>
  <p:tag name="KSO_WM_UNIT_HIGHLIGHT" val="0"/>
  <p:tag name="KSO_WM_UNIT_COMPATIBLE" val="0"/>
  <p:tag name="KSO_WM_UNIT_DIAGRAM_ISNUMVISUAL" val="0"/>
  <p:tag name="KSO_WM_UNIT_DIAGRAM_ISREFERUNIT" val="0"/>
  <p:tag name="KSO_WM_UNIT_TYPE" val="f"/>
  <p:tag name="KSO_WM_UNIT_INDEX" val="1"/>
  <p:tag name="KSO_WM_UNIT_ID" val="diagram20194605_1*f*1"/>
  <p:tag name="KSO_WM_TEMPLATE_CATEGORY" val="diagram"/>
  <p:tag name="KSO_WM_TEMPLATE_INDEX" val="20194605"/>
  <p:tag name="KSO_WM_UNIT_LAYERLEVEL" val="1"/>
  <p:tag name="KSO_WM_TAG_VERSION" val="1.0"/>
  <p:tag name="KSO_WM_BEAUTIFY_FLAG" val="#wm#"/>
  <p:tag name="KSO_WM_UNIT_TEXT_FILL_FORE_SCHEMECOLOR_INDEX_BRIGHTNESS" val="0.25"/>
  <p:tag name="KSO_WM_UNIT_TEXT_FILL_FORE_SCHEMECOLOR_INDEX" val="13"/>
  <p:tag name="KSO_WM_UNIT_TEXT_FILL_TYPE" val="1"/>
</p:tagLst>
</file>

<file path=ppt/tags/tag1454.xml><?xml version="1.0" encoding="utf-8"?>
<p:tagLst xmlns:p="http://schemas.openxmlformats.org/presentationml/2006/main">
  <p:tag name="KSO_WM_UNIT_TEXT_PART_ID_V2" val="a-1-2"/>
  <p:tag name="KSO_WM_UNIT_COLOR_SCHEME_SHAPE_ID" val="12"/>
  <p:tag name="KSO_WM_UNIT_COLOR_SCHEME_PARENT_PAGE" val="0_1"/>
  <p:tag name="KSO_WM_UNIT_ISCONTENTSTITLE" val="0"/>
  <p:tag name="KSO_WM_UNIT_PRESET_TEXT" val="单击添加大标题"/>
  <p:tag name="KSO_WM_UNIT_NOCLEAR" val="0"/>
  <p:tag name="KSO_WM_UNIT_VALUE" val="8"/>
  <p:tag name="KSO_WM_UNIT_HIGHLIGHT" val="0"/>
  <p:tag name="KSO_WM_UNIT_COMPATIBLE" val="0"/>
  <p:tag name="KSO_WM_UNIT_DIAGRAM_ISNUMVISUAL" val="0"/>
  <p:tag name="KSO_WM_UNIT_DIAGRAM_ISREFERUNIT" val="0"/>
  <p:tag name="KSO_WM_UNIT_TYPE" val="a"/>
  <p:tag name="KSO_WM_UNIT_INDEX" val="1"/>
  <p:tag name="KSO_WM_UNIT_ID" val="diagram20194605_1*a*1"/>
  <p:tag name="KSO_WM_TEMPLATE_CATEGORY" val="diagram"/>
  <p:tag name="KSO_WM_TEMPLATE_INDEX" val="20194605"/>
  <p:tag name="KSO_WM_UNIT_LAYERLEVEL" val="1"/>
  <p:tag name="KSO_WM_TAG_VERSION" val="1.0"/>
  <p:tag name="KSO_WM_BEAUTIFY_FLAG" val="#wm#"/>
  <p:tag name="KSO_WM_UNIT_TEXT_FILL_FORE_SCHEMECOLOR_INDEX_BRIGHTNESS" val="0.25"/>
  <p:tag name="KSO_WM_UNIT_TEXT_FILL_FORE_SCHEMECOLOR_INDEX" val="13"/>
  <p:tag name="KSO_WM_UNIT_TEXT_FILL_TYPE" val="1"/>
</p:tagLst>
</file>

<file path=ppt/tags/tag1455.xml><?xml version="1.0" encoding="utf-8"?>
<p:tagLst xmlns:p="http://schemas.openxmlformats.org/presentationml/2006/main">
  <p:tag name="KSO_WM_BEAUTIFY_FLAG" val="#wm#"/>
  <p:tag name="KSO_WM_TEMPLATE_CATEGORY" val="diagram"/>
  <p:tag name="KSO_WM_TEMPLATE_INDEX" val="20194605"/>
  <p:tag name="KSO_WM_SLIDE_COLORSCHEME_VERSION" val="3.2"/>
  <p:tag name="KSO_WM_SLIDE_ID" val="diagram20194605_1"/>
  <p:tag name="KSO_WM_TEMPLATE_SUBCATEGORY" val="0"/>
  <p:tag name="KSO_WM_TEMPLATE_MASTER_TYPE" val="0"/>
  <p:tag name="KSO_WM_TEMPLATE_COLOR_TYPE" val="1"/>
  <p:tag name="KSO_WM_SLIDE_TYPE" val="text"/>
  <p:tag name="KSO_WM_SLIDE_SUBTYPE" val="pureTxt"/>
  <p:tag name="KSO_WM_SLIDE_ITEM_CNT" val="0"/>
  <p:tag name="KSO_WM_SLIDE_INDEX" val="1"/>
  <p:tag name="KSO_WM_SLIDE_SIZE" val="960*540"/>
  <p:tag name="KSO_WM_SLIDE_POSITION" val="0*0"/>
  <p:tag name="KSO_WM_TAG_VERSION" val="1.0"/>
  <p:tag name="KSO_WM_SLIDE_LAYOUT" val="a_f"/>
  <p:tag name="KSO_WM_SLIDE_LAYOUT_CNT" val="1_1"/>
  <p:tag name="KSO_WM_SLIDE_BK_DARK_LIGHT" val="2"/>
  <p:tag name="KSO_WM_SLIDE_BACKGROUND_TYPE" val="general"/>
</p:tagLst>
</file>

<file path=ppt/tags/tag14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i*1"/>
  <p:tag name="KSO_WM_UNIT_LAYERLEVEL" val="1"/>
  <p:tag name="KSO_WM_TAG_VERSION" val="1.0"/>
  <p:tag name="KSO_WM_BEAUTIFY_FLAG" val="#wm#"/>
  <p:tag name="KSO_WM_UNIT_TYPE" val="i"/>
  <p:tag name="KSO_WM_UNIT_INDEX" val="1"/>
  <p:tag name="KSO_WM_SLIDE_BACKGROUND_TYPE" val="navigation"/>
  <p:tag name="KSO_WM_SLIDE_BK_DARK_LIGHT" val="2"/>
</p:tagLst>
</file>

<file path=ppt/tags/tag14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h"/>
  <p:tag name="KSO_WM_UNIT_TYPE" val="i"/>
  <p:tag name="KSO_WM_UNIT_INDEX" val="1"/>
  <p:tag name="KSO_WM_UNIT_ID" val="_17*i*1"/>
  <p:tag name="KSO_WM_UNIT_BK_DARK_LIGHT" val="2"/>
  <p:tag name="KSO_WM_UNIT_LAYERLEVEL" val="1"/>
  <p:tag name="KSO_WM_TAG_VERSION" val="1.0"/>
  <p:tag name="KSO_WM_BEAUTIFY_FLAG" val="#wm#"/>
  <p:tag name="KSO_WM_SLIDE_BACKGROUND_TYPE" val="navigation"/>
  <p:tag name="KSO_WM_SLIDE_BK_DARK_LIGHT" val="2"/>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2"/>
  <p:tag name="KSO_WM_UNIT_TEXT_FILL_TYPE" val="1"/>
</p:tagLst>
</file>

<file path=ppt/tags/tag14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03892_1*i*1"/>
  <p:tag name="KSO_WM_TEMPLATE_CATEGORY" val="diagram"/>
  <p:tag name="KSO_WM_TEMPLATE_INDEX" val="20203892"/>
  <p:tag name="KSO_WM_UNIT_LAYERLEVEL" val="1"/>
  <p:tag name="KSO_WM_TAG_VERSION" val="1.0"/>
  <p:tag name="KSO_WM_BEAUTIFY_FLAG" val="#wm#"/>
  <p:tag name="KSO_WM_UNIT_BLOCK" val="0"/>
  <p:tag name="KSO_WM_UNIT_SM_LIMIT_TYPE" val="2"/>
  <p:tag name="KSO_WM_UNIT_DECORATE_INFO" val="{&quot;DecorateInfoX&quot;:{&quot;IsLeft&quot;:true,&quot;IsRight&quot;:false,&quot;IsAbs&quot;:true},&quot;DecorateInfoY&quot;:{&quot;IsTop&quot;:true,&quot;IsBottom&quot;:false,&quot;IsAbs&quot;:true}}"/>
  <p:tag name="KSO_WM_UNIT_FILL_FORE_SCHEMECOLOR_INDEX_BRIGHTNESS" val="0"/>
  <p:tag name="KSO_WM_UNIT_FILL_FORE_SCHEMECOLOR_INDEX" val="16"/>
  <p:tag name="KSO_WM_UNIT_FILL_TYPE" val="1"/>
  <p:tag name="KSO_WM_UNIT_SHADOW_SCHEMECOLOR_INDEX_BRIGHTNESS" val="0"/>
  <p:tag name="KSO_WM_UNIT_SHADOW_SCHEMECOLOR_INDEX" val="13"/>
  <p:tag name="KSO_WM_UNIT_TEXT_FILL_TYPE" val="1"/>
</p:tagLst>
</file>

<file path=ppt/tags/tag1459.xml><?xml version="1.0" encoding="utf-8"?>
<p:tagLst xmlns:p="http://schemas.openxmlformats.org/presentationml/2006/main">
  <p:tag name="KSO_WM_UNIT_TEXTBOXSTYLE_SHAPETYPE" val="1"/>
  <p:tag name="KSO_WM_UNIT_TEXTBOXSTYLE_ADJUSTLEFT" val="0_-29.09998"/>
  <p:tag name="KSO_WM_UNIT_TEXTBOXSTYLE_ADJUSTTOP" val="0_-63.95001"/>
  <p:tag name="KSO_WM_UNIT_TEXTBOXSTYLE_ADJUSTWIDTH" val="100_58.19998"/>
  <p:tag name="KSO_WM_UNIT_TEXTBOXSTYLE_ADJUSTHEIGTH" val="100_109.65"/>
  <p:tag name="KSO_WM_UNIT_HIGHLIGHT" val="0"/>
  <p:tag name="KSO_WM_UNIT_COMPATIBLE" val="0"/>
  <p:tag name="KSO_WM_UNIT_DIAGRAM_ISNUMVISUAL" val="0"/>
  <p:tag name="KSO_WM_UNIT_DIAGRAM_ISREFERUNIT" val="0"/>
  <p:tag name="KSO_WM_UNIT_TYPE" val="i"/>
  <p:tag name="KSO_WM_UNIT_INDEX" val="6"/>
  <p:tag name="KSO_WM_UNIT_ID" val="diagram20203892_1*i*6"/>
  <p:tag name="KSO_WM_TEMPLATE_CATEGORY" val="diagram"/>
  <p:tag name="KSO_WM_TEMPLATE_INDEX" val="20203892"/>
  <p:tag name="KSO_WM_UNIT_LAYERLEVEL" val="1"/>
  <p:tag name="KSO_WM_TAG_VERSION" val="1.0"/>
  <p:tag name="KSO_WM_BEAUTIFY_FLAG" val="#wm#"/>
  <p:tag name="KSO_WM_UNIT_BLOCK" val="0"/>
  <p:tag name="KSO_WM_UNIT_SM_LIMIT_TYPE" val="2"/>
  <p:tag name="KSO_WM_UNIT_DECORATE_INFO" val="{&quot;DecorateInfoX&quot;:{&quot;IsLeft&quot;:false,&quot;IsRight&quot;:true,&quot;IsAbs&quot;:true},&quot;DecorateInfoY&quot;:{&quot;IsTop&quot;:true,&quot;IsBottom&quot;:false,&quot;IsAbs&quot;:true}}"/>
  <p:tag name="KSO_WM_UNIT_FILL_FORE_SCHEMECOLOR_INDEX_BRIGHTNESS" val="0"/>
  <p:tag name="KSO_WM_UNIT_FILL_FORE_SCHEMECOLOR_INDEX" val="16"/>
  <p:tag name="KSO_WM_UNIT_FILL_TYPE" val="1"/>
  <p:tag name="KSO_WM_UNIT_SHADOW_SCHEMECOLOR_INDEX_BRIGHTNESS" val="0"/>
  <p:tag name="KSO_WM_UNIT_SHADOW_SCHEMECOLOR_INDEX" val="13"/>
  <p:tag name="KSO_WM_UNIT_TEXT_FILL_FORE_SCHEMECOLOR_INDEX_BRIGHTNESS" val="0"/>
  <p:tag name="KSO_WM_UNIT_TEXT_FILL_FORE_SCHEMECOLOR_INDEX" val="2"/>
  <p:tag name="KSO_WM_UNIT_TEXT_FILL_TYPE" val="1"/>
</p:tagLst>
</file>

<file path=ppt/tags/tag1460.xml><?xml version="1.0" encoding="utf-8"?>
<p:tagLst xmlns:p="http://schemas.openxmlformats.org/presentationml/2006/main">
  <p:tag name="KSO_WM_UNIT_TEXTBOXSTYLE_SHAPETYPE" val="1"/>
  <p:tag name="KSO_WM_UNIT_TEXTBOXSTYLE_ADJUSTLEFT" val="10_-35.445"/>
  <p:tag name="KSO_WM_UNIT_TEXTBOXSTYLE_ADJUSTTOP" val="0_-63.95001"/>
  <p:tag name="KSO_WM_UNIT_HIGHLIGHT" val="0"/>
  <p:tag name="KSO_WM_UNIT_COMPATIBLE" val="0"/>
  <p:tag name="KSO_WM_UNIT_DIAGRAM_ISNUMVISUAL" val="0"/>
  <p:tag name="KSO_WM_UNIT_DIAGRAM_ISREFERUNIT" val="0"/>
  <p:tag name="KSO_WM_UNIT_TYPE" val="i"/>
  <p:tag name="KSO_WM_UNIT_INDEX" val="7"/>
  <p:tag name="KSO_WM_UNIT_ID" val="diagram20203892_1*i*7"/>
  <p:tag name="KSO_WM_TEMPLATE_CATEGORY" val="diagram"/>
  <p:tag name="KSO_WM_TEMPLATE_INDEX" val="20203892"/>
  <p:tag name="KSO_WM_UNIT_LAYERLEVEL" val="1"/>
  <p:tag name="KSO_WM_TAG_VERSION" val="1.0"/>
  <p:tag name="KSO_WM_BEAUTIFY_FLAG" val="#wm#"/>
  <p:tag name="KSO_WM_UNIT_BLOCK" val="0"/>
  <p:tag name="KSO_WM_UNIT_SM_LIMIT_TYPE" val="1"/>
  <p:tag name="KSO_WM_UNIT_DECORATE_INFO" val="{&quot;DecorateInfoX&quot;:{&quot;IsLeft&quot;:true,&quot;IsRight&quot;:false,&quot;IsAbs&quot;:true},&quot;DecorateInfoY&quot;:{&quot;IsTop&quot;:true,&quot;IsBottom&quot;:false,&quot;IsAbs&quot;:true}}"/>
  <p:tag name="KSO_WM_UNIT_FILL_FORE_SCHEMECOLOR_INDEX_BRIGHTNESS" val="0.8"/>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1461.xml><?xml version="1.0" encoding="utf-8"?>
<p:tagLst xmlns:p="http://schemas.openxmlformats.org/presentationml/2006/main">
  <p:tag name="KSO_WM_UNIT_PRESET_TEXT" val="我们是致力于研究AI智能创作PPT的一个团队;&#10;我们潜心钻研幻灯片的演示规律与创作思路，希望通过人工智能解放用户双手，不仅高效，而且精准。"/>
  <p:tag name="KSO_WM_UNIT_NOCLEAR" val="0"/>
  <p:tag name="KSO_WM_UNIT_VALUE" val="85"/>
  <p:tag name="KSO_WM_UNIT_HIGHLIGHT" val="0"/>
  <p:tag name="KSO_WM_UNIT_COMPATIBLE" val="0"/>
  <p:tag name="KSO_WM_UNIT_DIAGRAM_ISNUMVISUAL" val="0"/>
  <p:tag name="KSO_WM_UNIT_DIAGRAM_ISREFERUNIT" val="0"/>
  <p:tag name="KSO_WM_UNIT_TYPE" val="f"/>
  <p:tag name="KSO_WM_UNIT_INDEX" val="1"/>
  <p:tag name="KSO_WM_UNIT_ID" val="diagram20203892_1*f*1"/>
  <p:tag name="KSO_WM_TEMPLATE_CATEGORY" val="diagram"/>
  <p:tag name="KSO_WM_TEMPLATE_INDEX" val="20203892"/>
  <p:tag name="KSO_WM_UNIT_LAYERLEVEL" val="1"/>
  <p:tag name="KSO_WM_TAG_VERSION" val="1.0"/>
  <p:tag name="KSO_WM_BEAUTIFY_FLAG" val="#wm#"/>
  <p:tag name="KSO_WM_UNIT_DEFAULT_FONT" val="16;20;2"/>
  <p:tag name="KSO_WM_UNIT_BLOCK" val="0"/>
  <p:tag name="KSO_WM_UNIT_TEXT_FILL_FORE_SCHEMECOLOR_INDEX_BRIGHTNESS" val="0.35"/>
  <p:tag name="KSO_WM_UNIT_TEXT_FILL_FORE_SCHEMECOLOR_INDEX" val="13"/>
  <p:tag name="KSO_WM_UNIT_TEXT_FILL_TYPE" val="1"/>
</p:tagLst>
</file>

<file path=ppt/tags/tag1462.xml><?xml version="1.0" encoding="utf-8"?>
<p:tagLst xmlns:p="http://schemas.openxmlformats.org/presentationml/2006/main">
  <p:tag name="KSO_WM_UNIT_ISCONTENTSTITLE" val="0"/>
  <p:tag name="KSO_WM_UNIT_NOCLEAR" val="0"/>
  <p:tag name="KSO_WM_UNIT_HIGHLIGHT" val="0"/>
  <p:tag name="KSO_WM_UNIT_COMPATIBLE" val="0"/>
  <p:tag name="KSO_WM_UNIT_DIAGRAM_ISNUMVISUAL" val="0"/>
  <p:tag name="KSO_WM_UNIT_DIAGRAM_ISREFERUNIT" val="0"/>
  <p:tag name="KSO_WM_UNIT_ID" val="diagram20203892_1*a*1"/>
  <p:tag name="KSO_WM_TEMPLATE_CATEGORY" val="diagram"/>
  <p:tag name="KSO_WM_TEMPLATE_INDEX" val="20203892"/>
  <p:tag name="KSO_WM_UNIT_LAYERLEVEL" val="1"/>
  <p:tag name="KSO_WM_TAG_VERSION" val="1.0"/>
  <p:tag name="KSO_WM_BEAUTIFY_FLAG" val="#wm#"/>
  <p:tag name="KSO_WM_UNIT_PRESET_TEXT" val="单击输入大标题"/>
  <p:tag name="KSO_WM_UNIT_VALUE" val="30"/>
  <p:tag name="KSO_WM_UNIT_TYPE" val="a"/>
  <p:tag name="KSO_WM_UNIT_INDEX" val="1"/>
  <p:tag name="KSO_WM_UNIT_DEFAULT_FONT" val="28;32;4"/>
  <p:tag name="KSO_WM_UNIT_BLOCK" val="0"/>
  <p:tag name="KSO_WM_UNIT_TEXT_FILL_FORE_SCHEMECOLOR_INDEX_BRIGHTNESS" val="0"/>
  <p:tag name="KSO_WM_UNIT_TEXT_FILL_FORE_SCHEMECOLOR_INDEX" val="14"/>
  <p:tag name="KSO_WM_UNIT_TEXT_FILL_TYPE" val="1"/>
</p:tagLst>
</file>

<file path=ppt/tags/tag146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8"/>
  <p:tag name="KSO_WM_UNIT_ID" val="diagram20203892_1*i*8"/>
  <p:tag name="KSO_WM_TEMPLATE_CATEGORY" val="diagram"/>
  <p:tag name="KSO_WM_TEMPLATE_INDEX" val="20203892"/>
  <p:tag name="KSO_WM_UNIT_LAYERLEVEL" val="1"/>
  <p:tag name="KSO_WM_TAG_VERSION" val="1.0"/>
  <p:tag name="KSO_WM_BEAUTIFY_FLAG" val="#wm#"/>
  <p:tag name="KSO_WM_UNIT_BLOCK" val="0"/>
  <p:tag name="KSO_WM_UNIT_SM_LIMIT_TYPE" val="1"/>
  <p:tag name="KSO_WM_UNIT_DECORATE_INFO" val="{&quot;DecorateInfoX&quot;:{&quot;IsLeft&quot;:true,&quot;IsRight&quot;:false,&quot;IsAbs&quot;:true},&quot;DecorateInfoY&quot;:{&quot;IsTop&quot;:true,&quot;IsBottom&quot;:false,&quot;IsAbs&quot;:true}}"/>
  <p:tag name="KSO_WM_UNIT_TEXT_FILL_TYPE" val="1"/>
</p:tagLst>
</file>

<file path=ppt/tags/tag146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diagram20203892_1*i*3"/>
  <p:tag name="KSO_WM_TEMPLATE_CATEGORY" val="diagram"/>
  <p:tag name="KSO_WM_TEMPLATE_INDEX" val="20203892"/>
  <p:tag name="KSO_WM_UNIT_LAYERLEVEL" val="1"/>
  <p:tag name="KSO_WM_TAG_VERSION" val="1.0"/>
  <p:tag name="KSO_WM_BEAUTIFY_FLAG" val="#wm#"/>
  <p:tag name="KSO_WM_UNIT_SM_LIMIT_TYPE" val="1"/>
  <p:tag name="KSO_WM_UNIT_FILL_FORE_SCHEMECOLOR_INDEX_BRIGHTNESS" val="-0.25"/>
  <p:tag name="KSO_WM_UNIT_FILL_FORE_SCHEMECOLOR_INDEX" val="8"/>
  <p:tag name="KSO_WM_UNIT_FILL_TYPE" val="1"/>
  <p:tag name="KSO_WM_UNIT_TEXT_FILL_TYPE" val="1"/>
</p:tagLst>
</file>

<file path=ppt/tags/tag14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
  <p:tag name="KSO_WM_UNIT_ID" val="diagram20203892_1*i*4"/>
  <p:tag name="KSO_WM_TEMPLATE_CATEGORY" val="diagram"/>
  <p:tag name="KSO_WM_TEMPLATE_INDEX" val="20203892"/>
  <p:tag name="KSO_WM_UNIT_LAYERLEVEL" val="1"/>
  <p:tag name="KSO_WM_TAG_VERSION" val="1.0"/>
  <p:tag name="KSO_WM_BEAUTIFY_FLAG" val="#wm#"/>
  <p:tag name="KSO_WM_UNIT_SM_LIMIT_TYPE" val="1"/>
  <p:tag name="KSO_WM_UNIT_FILL_FORE_SCHEMECOLOR_INDEX_BRIGHTNESS" val="-0.25"/>
  <p:tag name="KSO_WM_UNIT_FILL_FORE_SCHEMECOLOR_INDEX" val="8"/>
  <p:tag name="KSO_WM_UNIT_FILL_TYPE" val="1"/>
  <p:tag name="KSO_WM_UNIT_TEXT_FILL_TYPE" val="1"/>
</p:tagLst>
</file>

<file path=ppt/tags/tag14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5"/>
  <p:tag name="KSO_WM_UNIT_ID" val="diagram20203892_1*i*5"/>
  <p:tag name="KSO_WM_TEMPLATE_CATEGORY" val="diagram"/>
  <p:tag name="KSO_WM_TEMPLATE_INDEX" val="20203892"/>
  <p:tag name="KSO_WM_UNIT_LAYERLEVEL" val="1"/>
  <p:tag name="KSO_WM_TAG_VERSION" val="1.0"/>
  <p:tag name="KSO_WM_BEAUTIFY_FLAG" val="#wm#"/>
  <p:tag name="KSO_WM_UNIT_SM_LIMIT_TYPE" val="1"/>
  <p:tag name="KSO_WM_UNIT_FILL_FORE_SCHEMECOLOR_INDEX_BRIGHTNESS" val="-0.25"/>
  <p:tag name="KSO_WM_UNIT_FILL_FORE_SCHEMECOLOR_INDEX" val="8"/>
  <p:tag name="KSO_WM_UNIT_FILL_TYPE" val="1"/>
  <p:tag name="KSO_WM_UNIT_TEXT_FILL_TYPE" val="1"/>
</p:tagLst>
</file>

<file path=ppt/tags/tag14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03892_1*d*1"/>
  <p:tag name="KSO_WM_TEMPLATE_CATEGORY" val="diagram"/>
  <p:tag name="KSO_WM_TEMPLATE_INDEX" val="20203892"/>
  <p:tag name="KSO_WM_UNIT_LAYERLEVEL" val="1"/>
  <p:tag name="KSO_WM_TAG_VERSION" val="1.0"/>
  <p:tag name="KSO_WM_BEAUTIFY_FLAG" val="#wm#"/>
  <p:tag name="KSO_WM_UNIT_PLACING_PICTURE_INFO" val="{&quot;full_picture&quot;:false,&quot;last_crop_picture&quot;:&quot;1-1&quot;,&quot;selected&quot;:&quot;1-1&quot;,&quot;spacing&quot;:6}"/>
  <p:tag name="KSO_WM_UNIT_VALUE" val="1016*1355"/>
  <p:tag name="KSO_WM_UNIT_TYPE" val="d"/>
  <p:tag name="KSO_WM_UNIT_INDEX" val="1"/>
  <p:tag name="KSO_WM_UNIT_SUPPORT_UNIT_TYPE" val="[&quot;all&quot;]"/>
  <p:tag name="KSO_WM_UNIT_BLOCK" val="0"/>
  <p:tag name="REFSHAPE" val="861117348"/>
</p:tagLst>
</file>

<file path=ppt/tags/tag1468.xml><?xml version="1.0" encoding="utf-8"?>
<p:tagLst xmlns:p="http://schemas.openxmlformats.org/presentationml/2006/main">
  <p:tag name="KSO_WM_BEAUTIFY_FLAG" val="#wm#"/>
  <p:tag name="KSO_WM_TEMPLATE_CATEGORY" val="diagram"/>
  <p:tag name="KSO_WM_TEMPLATE_INDEX" val="20203892"/>
  <p:tag name="KSO_WM_SLIDE_ID" val="diagram20203892_1"/>
  <p:tag name="KSO_WM_TEMPLATE_SUBCATEGORY" val="11"/>
  <p:tag name="KSO_WM_TEMPLATE_MASTER_TYPE" val="0"/>
  <p:tag name="KSO_WM_TEMPLATE_COLOR_TYPE" val="1"/>
  <p:tag name="KSO_WM_SLIDE_TYPE" val="text"/>
  <p:tag name="KSO_WM_SLIDE_SUBTYPE" val="picTxt"/>
  <p:tag name="KSO_WM_SLIDE_ITEM_CNT" val="0"/>
  <p:tag name="KSO_WM_SLIDE_INDEX" val="1"/>
  <p:tag name="KSO_WM_SLIDE_SIZE" val="960*508"/>
  <p:tag name="KSO_WM_SLIDE_POSITION" val="0*0"/>
  <p:tag name="KSO_WM_TAG_VERSION" val="1.0"/>
  <p:tag name="KSO_WM_SLIDE_LAYOUT" val="a_d_f_i"/>
  <p:tag name="KSO_WM_SLIDE_LAYOUT_CNT" val="1_1_1_1"/>
  <p:tag name="KSO_WM_SLIDE_LAYOUT_INFO" val="{&#10;    &quot;backgroundInfo&quot;: [&#10;        {&#10;            &quot;bottom&quot;: 0,&#10;            &quot;bottomAbs&quot;: false,&#10;            &quot;left&quot;: 0,&#10;            &quot;leftAbs&quot;: false,&#10;            &quot;right&quot;: 0,&#10;            &quot;rightAbs&quot;: false,&#10;            &quot;top&quot;: 0,&#10;            &quot;topAbs&quot;: false,&#10;            &quot;type&quot;: &quot;general&quot;&#10;        }&#10;    ],&#10;    &quot;id&quot;: &quot;2020-04-01T16:01:35&quot;,&#10;    &quot;maxSize&quot;: {&#10;        &quot;size1&quot;: 13.5&#10;    },&#10;    &quot;minSize&quot;: {&#10;        &quot;size1&quot;: 13.5&#10;    },&#10;    &quot;normalSize&quot;: {&#10;        &quot;size1&quot;: 13.5&#10;    },&#10;    &quot;subLayout&quot;: [&#10;        {&#10;            &quot;backgroundInfo&quot;: [&#10;                {&#10;                    &quot;bottom&quot;: 0,&#10;                    &quot;bottomAbs&quot;: false,&#10;                    &quot;left&quot;: 0,&#10;                    &quot;leftAbs&quot;: false,&#10;                    &quot;right&quot;: 0,&#10;                    &quot;rightAbs&quot;: false,&#10;                    &quot;top&quot;: 0,&#10;                    &quot;topAbs&quot;: false,&#10;                    &quot;type&quot;: &quot;navigation&quot;&#10;                }&#10;            ],&#10;            &quot;id&quot;: &quot;2020-04-01T16:01:35&quot;,&#10;            &quot;margin&quot;: {&#10;                &quot;bottom&quot;: 0.43000000715255737,&#10;                &quot;left&quot;: 1.690000057220459,&#10;                &quot;right&quot;: 1.690000057220459,&#10;                &quot;top&quot;: 0.43000000715255737&#10;            },&#10;            &quot;type&quot;: 0&#10;        },&#10;        {&#10;            &quot;direction&quot;: 1,&#10;            &quot;id&quot;: &quot;2020-04-01T16:01:35&quot;,&#10;            &quot;maxSize&quot;: {&#10;                &quot;size1&quot;: 71&#10;            },&#10;            &quot;minSize&quot;: {&#10;                &quot;size1&quot;: 40.299999999999997&#10;            },&#10;            &quot;normalSize&quot;: {&#10;                &quot;size1&quot;: 58.131250000000009&#10;            },&#10;            &quot;subLayout&quot;: [&#10;                {&#10;                    &quot;id&quot;: &quot;2020-04-01T16:01:35&quot;,&#10;                    &quot;margin&quot;: {&#10;                        &quot;bottom&quot;: 5.8600001335144043,&#10;                        &quot;left&quot;: 2.5499999523162842,&#10;                        &quot;right&quot;: 2.9600000381469727,&#10;                        &quot;top&quot;: 4.1100001335144043&#10;                    },&#10;                    &quot;type&quot;: 0&#10;                },&#10;                {&#10;                    &quot;id&quot;: &quot;2020-04-01T16:01:35&quot;,&#10;                    &quot;margin&quot;: {&#10;                        &quot;bottom&quot;: 4.0399999618530273,&#10;                        &quot;left&quot;: 0.026000002399086952,&#10;                        &quot;right&quot;: 2.130000114440918,&#10;                        &quot;top&quot;: 2.2690002918243408&#10;                    },&#10;                    &quot;type&quot;: 0&#10;                }&#10;            ],&#10;            &quot;type&quot;: 0&#10;        }&#10;    ],&#10;    &quot;type&quot;: 0&#10;}&#10;"/>
  <p:tag name="KSO_WM_SLIDE_CAN_ADD_NAVIGATION" val="1"/>
  <p:tag name="KSO_WM_SLIDE_BACKGROUND" val="[&quot;general&quot;,&quot;navigation&quot;]"/>
  <p:tag name="KSO_WM_SLIDE_RATIO" val="1.777778"/>
  <p:tag name="KSO_WM_SLIDE_BK_DARK_LIGHT" val="2"/>
  <p:tag name="KSO_WM_SLIDE_BACKGROUND_TYPE" val="navigation"/>
</p:tagLst>
</file>

<file path=ppt/tags/tag14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04622_1*i*1"/>
  <p:tag name="KSO_WM_TEMPLATE_CATEGORY" val="diagram"/>
  <p:tag name="KSO_WM_TEMPLATE_INDEX" val="20204622"/>
  <p:tag name="KSO_WM_UNIT_LAYERLEVEL" val="1"/>
  <p:tag name="KSO_WM_TAG_VERSION" val="1.0"/>
  <p:tag name="KSO_WM_BEAUTIFY_FLAG" val="#wm#"/>
  <p:tag name="KSO_WM_UNIT_FILL_FORE_SCHEMECOLOR_INDEX_BRIGHTNESS" val="0.8"/>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14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diagram20204622_1*i*2"/>
  <p:tag name="KSO_WM_TEMPLATE_CATEGORY" val="diagram"/>
  <p:tag name="KSO_WM_TEMPLATE_INDEX" val="20204622"/>
  <p:tag name="KSO_WM_UNIT_LAYERLEVEL" val="1"/>
  <p:tag name="KSO_WM_TAG_VERSION" val="1.0"/>
  <p:tag name="KSO_WM_BEAUTIFY_FLAG" val="#wm#"/>
  <p:tag name="KSO_WM_UNIT_FILL_FORE_SCHEMECOLOR_INDEX_BRIGHTNESS" val="0.8"/>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1471.xml><?xml version="1.0" encoding="utf-8"?>
<p:tagLst xmlns:p="http://schemas.openxmlformats.org/presentationml/2006/main">
  <p:tag name="KSO_WM_UNIT_ISCONTENTSTITLE" val="0"/>
  <p:tag name="KSO_WM_UNIT_NOCLEAR" val="0"/>
  <p:tag name="KSO_WM_UNIT_VALUE" val="20"/>
  <p:tag name="KSO_WM_UNIT_HIGHLIGHT" val="0"/>
  <p:tag name="KSO_WM_UNIT_COMPATIBLE" val="0"/>
  <p:tag name="KSO_WM_UNIT_DIAGRAM_ISNUMVISUAL" val="0"/>
  <p:tag name="KSO_WM_UNIT_DIAGRAM_ISREFERUNIT" val="0"/>
  <p:tag name="KSO_WM_UNIT_TYPE" val="a"/>
  <p:tag name="KSO_WM_UNIT_INDEX" val="1"/>
  <p:tag name="KSO_WM_UNIT_ID" val="diagram20204622_1*a*1"/>
  <p:tag name="KSO_WM_TEMPLATE_CATEGORY" val="diagram"/>
  <p:tag name="KSO_WM_TEMPLATE_INDEX" val="20204622"/>
  <p:tag name="KSO_WM_UNIT_LAYERLEVEL" val="1"/>
  <p:tag name="KSO_WM_TAG_VERSION" val="1.0"/>
  <p:tag name="KSO_WM_BEAUTIFY_FLAG" val="#wm#"/>
  <p:tag name="KSO_WM_UNIT_PRESET_TEXT" val="单击此处添加大标题内容"/>
  <p:tag name="KSO_WM_UNIT_TEXT_FILL_FORE_SCHEMECOLOR_INDEX_BRIGHTNESS" val="0.25"/>
  <p:tag name="KSO_WM_UNIT_TEXT_FILL_FORE_SCHEMECOLOR_INDEX" val="13"/>
  <p:tag name="KSO_WM_UNIT_TEXT_FILL_TYPE" val="1"/>
</p:tagLst>
</file>

<file path=ppt/tags/tag1472.xml><?xml version="1.0" encoding="utf-8"?>
<p:tagLst xmlns:p="http://schemas.openxmlformats.org/presentationml/2006/main">
  <p:tag name="KSO_WM_UNIT_NOCLEAR" val="0"/>
  <p:tag name="KSO_WM_UNIT_VALUE" val="672"/>
  <p:tag name="KSO_WM_UNIT_HIGHLIGHT" val="0"/>
  <p:tag name="KSO_WM_UNIT_COMPATIBLE" val="0"/>
  <p:tag name="KSO_WM_UNIT_DIAGRAM_ISNUMVISUAL" val="0"/>
  <p:tag name="KSO_WM_UNIT_DIAGRAM_ISREFERUNIT" val="0"/>
  <p:tag name="KSO_WM_UNIT_TYPE" val="f"/>
  <p:tag name="KSO_WM_UNIT_INDEX" val="1"/>
  <p:tag name="KSO_WM_UNIT_ID" val="diagram20204622_1*f*1"/>
  <p:tag name="KSO_WM_TEMPLATE_CATEGORY" val="diagram"/>
  <p:tag name="KSO_WM_TEMPLATE_INDEX" val="20204622"/>
  <p:tag name="KSO_WM_UNIT_LAYERLEVEL" val="1"/>
  <p:tag name="KSO_WM_TAG_VERSION" val="1.0"/>
  <p:tag name="KSO_WM_BEAUTIFY_FLAG" val="#wm#"/>
  <p:tag name="KSO_WM_UNIT_PRESET_TEXT" val="单击此处输入你的正文，文字是您思想的提炼，为了最终演示发布的良好效果，请尽量言简意赅的阐述观点；根据需要可酌情增减文字，以便观者可以准确理解您所传达的信息。&#10;您的正文已经简明扼要，但信息却错综复杂，需要用更多的文字来表述；但请您尽可能提炼思想的精髓，否则容易造成观者的阅读压力，适得其反。&#10;正如我们都希望改变世界，希望给人带去光明，但更多时候只需播下一颗种子，自然有微光照拂，雨露滋养。恰如其分的表达观点，往往可以事半功倍。&#10;单击此处输入你的正文，文字是您思想的提炼，为了最终演示发布的良好效果，请尽量言简意赅的阐述观点；根据需要可酌情增减文字，以便观者可以准确理解您所传达的信息。&#10;您的正文已经简明扼要，但信息却错综复杂，需要用更多的文字来表述；但请您尽可能提炼思想的精髓，否则容易造成观者的阅读压力，适得其反。&#10;正如我们都希望改变世界，希望给人带去光明，但更多时候只需播下一颗种子，自然有微光照拂，雨露滋养。恰如其分的表达观点，往往可以事半功倍。&#10;单击此处输入你的正文，文字是您思想的提炼，为了最终演示发布的良好效果，请尽量言简意赅的阐述观点；根据需要可酌情增减文字，以便观者可以准确理解您所传达的信息。"/>
  <p:tag name="KSO_WM_UNIT_TEXT_FILL_FORE_SCHEMECOLOR_INDEX_BRIGHTNESS" val="0.25"/>
  <p:tag name="KSO_WM_UNIT_TEXT_FILL_FORE_SCHEMECOLOR_INDEX" val="13"/>
  <p:tag name="KSO_WM_UNIT_TEXT_FILL_TYPE" val="1"/>
</p:tagLst>
</file>

<file path=ppt/tags/tag14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diagram20204622_1*i*3"/>
  <p:tag name="KSO_WM_TEMPLATE_CATEGORY" val="diagram"/>
  <p:tag name="KSO_WM_TEMPLATE_INDEX" val="20204622"/>
  <p:tag name="KSO_WM_UNIT_LAYERLEVEL" val="1"/>
  <p:tag name="KSO_WM_TAG_VERSION" val="1.0"/>
  <p:tag name="KSO_WM_BEAUTIFY_FLAG" val="#wm#"/>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147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5"/>
  <p:tag name="KSO_WM_UNIT_ID" val="diagram20204622_1*i*5"/>
  <p:tag name="KSO_WM_TEMPLATE_CATEGORY" val="diagram"/>
  <p:tag name="KSO_WM_TEMPLATE_INDEX" val="20204622"/>
  <p:tag name="KSO_WM_UNIT_LAYERLEVEL" val="1"/>
  <p:tag name="KSO_WM_TAG_VERSION" val="1.0"/>
  <p:tag name="KSO_WM_BEAUTIFY_FLAG" val="#wm#"/>
  <p:tag name="KSO_WM_UNIT_FILL_FORE_SCHEMECOLOR_INDEX_BRIGHTNESS" val="0.8"/>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147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6"/>
  <p:tag name="KSO_WM_UNIT_ID" val="diagram20204622_1*i*6"/>
  <p:tag name="KSO_WM_TEMPLATE_CATEGORY" val="diagram"/>
  <p:tag name="KSO_WM_TEMPLATE_INDEX" val="20204622"/>
  <p:tag name="KSO_WM_UNIT_LAYERLEVEL" val="1"/>
  <p:tag name="KSO_WM_TAG_VERSION" val="1.0"/>
  <p:tag name="KSO_WM_BEAUTIFY_FLAG" val="#wm#"/>
  <p:tag name="KSO_WM_UNIT_FILL_FORE_SCHEMECOLOR_INDEX_BRIGHTNESS" val="0.8"/>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147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8"/>
  <p:tag name="KSO_WM_UNIT_ID" val="diagram20204622_1*i*8"/>
  <p:tag name="KSO_WM_TEMPLATE_CATEGORY" val="diagram"/>
  <p:tag name="KSO_WM_TEMPLATE_INDEX" val="20204622"/>
  <p:tag name="KSO_WM_UNIT_LAYERLEVEL" val="1"/>
  <p:tag name="KSO_WM_TAG_VERSION" val="1.0"/>
  <p:tag name="KSO_WM_BEAUTIFY_FLAG" val="#wm#"/>
  <p:tag name="KSO_WM_UNIT_FILL_FORE_SCHEMECOLOR_INDEX_BRIGHTNESS" val="0.8"/>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147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9"/>
  <p:tag name="KSO_WM_UNIT_ID" val="diagram20204622_1*i*9"/>
  <p:tag name="KSO_WM_TEMPLATE_CATEGORY" val="diagram"/>
  <p:tag name="KSO_WM_TEMPLATE_INDEX" val="20204622"/>
  <p:tag name="KSO_WM_UNIT_LAYERLEVEL" val="1"/>
  <p:tag name="KSO_WM_TAG_VERSION" val="1.0"/>
  <p:tag name="KSO_WM_BEAUTIFY_FLAG" val="#wm#"/>
  <p:tag name="KSO_WM_UNIT_FILL_FORE_SCHEMECOLOR_INDEX_BRIGHTNESS" val="0.8"/>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1478.xml><?xml version="1.0" encoding="utf-8"?>
<p:tagLst xmlns:p="http://schemas.openxmlformats.org/presentationml/2006/main">
  <p:tag name="KSO_WM_BEAUTIFY_FLAG" val="#wm#"/>
  <p:tag name="KSO_WM_TEMPLATE_CATEGORY" val="diagram"/>
  <p:tag name="KSO_WM_TEMPLATE_INDEX" val="20204622"/>
  <p:tag name="KSO_WM_SLIDE_ID" val="diagram20204622_1"/>
  <p:tag name="KSO_WM_TEMPLATE_SUBCATEGORY" val="0"/>
  <p:tag name="KSO_WM_TEMPLATE_MASTER_TYPE" val="0"/>
  <p:tag name="KSO_WM_TEMPLATE_COLOR_TYPE" val="1"/>
  <p:tag name="KSO_WM_SLIDE_TYPE" val="text"/>
  <p:tag name="KSO_WM_SLIDE_SUBTYPE" val="picTxt"/>
  <p:tag name="KSO_WM_SLIDE_ITEM_CNT" val="0"/>
  <p:tag name="KSO_WM_SLIDE_INDEX" val="1"/>
  <p:tag name="KSO_WM_SLIDE_SIZE" val="952*513"/>
  <p:tag name="KSO_WM_SLIDE_POSITION" val="3*0"/>
  <p:tag name="KSO_WM_TAG_VERSION" val="1.0"/>
  <p:tag name="KSO_WM_SLIDE_LAYOUT" val="a_f"/>
  <p:tag name="KSO_WM_SLIDE_LAYOUT_CNT" val="1_1"/>
  <p:tag name="KSO_WM_SLIDE_BK_DARK_LIGHT" val="2"/>
  <p:tag name="KSO_WM_SLIDE_BACKGROUND_TYPE" val="general"/>
</p:tagLst>
</file>

<file path=ppt/tags/tag147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h"/>
  <p:tag name="KSO_WM_UNIT_TYPE" val="i"/>
  <p:tag name="KSO_WM_UNIT_INDEX" val="1"/>
  <p:tag name="KSO_WM_UNIT_ID" val="_17*i*1"/>
  <p:tag name="KSO_WM_UNIT_BK_DARK_LIGHT" val="2"/>
  <p:tag name="KSO_WM_UNIT_LAYERLEVEL" val="1"/>
  <p:tag name="KSO_WM_TAG_VERSION" val="1.0"/>
  <p:tag name="KSO_WM_BEAUTIFY_FLAG" val="#wm#"/>
  <p:tag name="KSO_WM_SLIDE_BACKGROUND_TYPE" val="navigation"/>
  <p:tag name="KSO_WM_SLIDE_BK_DARK_LIGHT" val="2"/>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2"/>
  <p:tag name="KSO_WM_UNIT_TEXT_FILL_TYPE" val="1"/>
</p:tagLst>
</file>

<file path=ppt/tags/tag148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03892_1*i*1"/>
  <p:tag name="KSO_WM_TEMPLATE_CATEGORY" val="diagram"/>
  <p:tag name="KSO_WM_TEMPLATE_INDEX" val="20203892"/>
  <p:tag name="KSO_WM_UNIT_LAYERLEVEL" val="1"/>
  <p:tag name="KSO_WM_TAG_VERSION" val="1.0"/>
  <p:tag name="KSO_WM_BEAUTIFY_FLAG" val="#wm#"/>
  <p:tag name="KSO_WM_UNIT_BLOCK" val="0"/>
  <p:tag name="KSO_WM_UNIT_SM_LIMIT_TYPE" val="2"/>
  <p:tag name="KSO_WM_UNIT_DECORATE_INFO" val="{&quot;DecorateInfoX&quot;:{&quot;IsLeft&quot;:true,&quot;IsRight&quot;:false,&quot;IsAbs&quot;:true},&quot;DecorateInfoY&quot;:{&quot;IsTop&quot;:true,&quot;IsBottom&quot;:false,&quot;IsAbs&quot;:true}}"/>
  <p:tag name="KSO_WM_UNIT_FILL_FORE_SCHEMECOLOR_INDEX_BRIGHTNESS" val="0"/>
  <p:tag name="KSO_WM_UNIT_FILL_FORE_SCHEMECOLOR_INDEX" val="16"/>
  <p:tag name="KSO_WM_UNIT_FILL_TYPE" val="1"/>
  <p:tag name="KSO_WM_UNIT_SHADOW_SCHEMECOLOR_INDEX_BRIGHTNESS" val="0"/>
  <p:tag name="KSO_WM_UNIT_SHADOW_SCHEMECOLOR_INDEX" val="13"/>
  <p:tag name="KSO_WM_UNIT_TEXT_FILL_TYPE" val="1"/>
</p:tagLst>
</file>

<file path=ppt/tags/tag1481.xml><?xml version="1.0" encoding="utf-8"?>
<p:tagLst xmlns:p="http://schemas.openxmlformats.org/presentationml/2006/main">
  <p:tag name="KSO_WM_UNIT_TEXTBOXSTYLE_SHAPETYPE" val="1"/>
  <p:tag name="KSO_WM_UNIT_TEXTBOXSTYLE_ADJUSTLEFT" val="0_-29.09998"/>
  <p:tag name="KSO_WM_UNIT_TEXTBOXSTYLE_ADJUSTTOP" val="0_-63.95001"/>
  <p:tag name="KSO_WM_UNIT_TEXTBOXSTYLE_ADJUSTWIDTH" val="100_58.19998"/>
  <p:tag name="KSO_WM_UNIT_TEXTBOXSTYLE_ADJUSTHEIGTH" val="100_109.65"/>
  <p:tag name="KSO_WM_UNIT_HIGHLIGHT" val="0"/>
  <p:tag name="KSO_WM_UNIT_COMPATIBLE" val="0"/>
  <p:tag name="KSO_WM_UNIT_DIAGRAM_ISNUMVISUAL" val="0"/>
  <p:tag name="KSO_WM_UNIT_DIAGRAM_ISREFERUNIT" val="0"/>
  <p:tag name="KSO_WM_UNIT_TYPE" val="i"/>
  <p:tag name="KSO_WM_UNIT_INDEX" val="6"/>
  <p:tag name="KSO_WM_UNIT_ID" val="diagram20203892_1*i*6"/>
  <p:tag name="KSO_WM_TEMPLATE_CATEGORY" val="diagram"/>
  <p:tag name="KSO_WM_TEMPLATE_INDEX" val="20203892"/>
  <p:tag name="KSO_WM_UNIT_LAYERLEVEL" val="1"/>
  <p:tag name="KSO_WM_TAG_VERSION" val="1.0"/>
  <p:tag name="KSO_WM_BEAUTIFY_FLAG" val="#wm#"/>
  <p:tag name="KSO_WM_UNIT_BLOCK" val="0"/>
  <p:tag name="KSO_WM_UNIT_SM_LIMIT_TYPE" val="2"/>
  <p:tag name="KSO_WM_UNIT_DECORATE_INFO" val="{&quot;DecorateInfoX&quot;:{&quot;IsLeft&quot;:false,&quot;IsRight&quot;:true,&quot;IsAbs&quot;:true},&quot;DecorateInfoY&quot;:{&quot;IsTop&quot;:true,&quot;IsBottom&quot;:false,&quot;IsAbs&quot;:true}}"/>
  <p:tag name="KSO_WM_UNIT_FILL_FORE_SCHEMECOLOR_INDEX_BRIGHTNESS" val="0"/>
  <p:tag name="KSO_WM_UNIT_FILL_FORE_SCHEMECOLOR_INDEX" val="16"/>
  <p:tag name="KSO_WM_UNIT_FILL_TYPE" val="1"/>
  <p:tag name="KSO_WM_UNIT_SHADOW_SCHEMECOLOR_INDEX_BRIGHTNESS" val="0"/>
  <p:tag name="KSO_WM_UNIT_SHADOW_SCHEMECOLOR_INDEX" val="13"/>
  <p:tag name="KSO_WM_UNIT_TEXT_FILL_FORE_SCHEMECOLOR_INDEX_BRIGHTNESS" val="0"/>
  <p:tag name="KSO_WM_UNIT_TEXT_FILL_FORE_SCHEMECOLOR_INDEX" val="2"/>
  <p:tag name="KSO_WM_UNIT_TEXT_FILL_TYPE" val="1"/>
</p:tagLst>
</file>

<file path=ppt/tags/tag1482.xml><?xml version="1.0" encoding="utf-8"?>
<p:tagLst xmlns:p="http://schemas.openxmlformats.org/presentationml/2006/main">
  <p:tag name="KSO_WM_UNIT_TEXTBOXSTYLE_SHAPETYPE" val="1"/>
  <p:tag name="KSO_WM_UNIT_TEXTBOXSTYLE_ADJUSTLEFT" val="10_-35.445"/>
  <p:tag name="KSO_WM_UNIT_TEXTBOXSTYLE_ADJUSTTOP" val="0_-63.95001"/>
  <p:tag name="KSO_WM_UNIT_HIGHLIGHT" val="0"/>
  <p:tag name="KSO_WM_UNIT_COMPATIBLE" val="0"/>
  <p:tag name="KSO_WM_UNIT_DIAGRAM_ISNUMVISUAL" val="0"/>
  <p:tag name="KSO_WM_UNIT_DIAGRAM_ISREFERUNIT" val="0"/>
  <p:tag name="KSO_WM_UNIT_TYPE" val="i"/>
  <p:tag name="KSO_WM_UNIT_INDEX" val="7"/>
  <p:tag name="KSO_WM_UNIT_ID" val="diagram20203892_1*i*7"/>
  <p:tag name="KSO_WM_TEMPLATE_CATEGORY" val="diagram"/>
  <p:tag name="KSO_WM_TEMPLATE_INDEX" val="20203892"/>
  <p:tag name="KSO_WM_UNIT_LAYERLEVEL" val="1"/>
  <p:tag name="KSO_WM_TAG_VERSION" val="1.0"/>
  <p:tag name="KSO_WM_BEAUTIFY_FLAG" val="#wm#"/>
  <p:tag name="KSO_WM_UNIT_BLOCK" val="0"/>
  <p:tag name="KSO_WM_UNIT_SM_LIMIT_TYPE" val="1"/>
  <p:tag name="KSO_WM_UNIT_DECORATE_INFO" val="{&quot;DecorateInfoX&quot;:{&quot;IsLeft&quot;:true,&quot;IsRight&quot;:false,&quot;IsAbs&quot;:true},&quot;DecorateInfoY&quot;:{&quot;IsTop&quot;:true,&quot;IsBottom&quot;:false,&quot;IsAbs&quot;:true}}"/>
  <p:tag name="KSO_WM_UNIT_FILL_FORE_SCHEMECOLOR_INDEX_BRIGHTNESS" val="0.8"/>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1483.xml><?xml version="1.0" encoding="utf-8"?>
<p:tagLst xmlns:p="http://schemas.openxmlformats.org/presentationml/2006/main">
  <p:tag name="KSO_WM_UNIT_PRESET_TEXT" val="我们是致力于研究AI智能创作PPT的一个团队;&#10;我们潜心钻研幻灯片的演示规律与创作思路，希望通过人工智能解放用户双手，不仅高效，而且精准。"/>
  <p:tag name="KSO_WM_UNIT_NOCLEAR" val="0"/>
  <p:tag name="KSO_WM_UNIT_VALUE" val="85"/>
  <p:tag name="KSO_WM_UNIT_HIGHLIGHT" val="0"/>
  <p:tag name="KSO_WM_UNIT_COMPATIBLE" val="0"/>
  <p:tag name="KSO_WM_UNIT_DIAGRAM_ISNUMVISUAL" val="0"/>
  <p:tag name="KSO_WM_UNIT_DIAGRAM_ISREFERUNIT" val="0"/>
  <p:tag name="KSO_WM_UNIT_TYPE" val="f"/>
  <p:tag name="KSO_WM_UNIT_INDEX" val="1"/>
  <p:tag name="KSO_WM_UNIT_ID" val="diagram20203892_1*f*1"/>
  <p:tag name="KSO_WM_TEMPLATE_CATEGORY" val="diagram"/>
  <p:tag name="KSO_WM_TEMPLATE_INDEX" val="20203892"/>
  <p:tag name="KSO_WM_UNIT_LAYERLEVEL" val="1"/>
  <p:tag name="KSO_WM_TAG_VERSION" val="1.0"/>
  <p:tag name="KSO_WM_BEAUTIFY_FLAG" val="#wm#"/>
  <p:tag name="KSO_WM_UNIT_DEFAULT_FONT" val="16;20;2"/>
  <p:tag name="KSO_WM_UNIT_BLOCK" val="0"/>
  <p:tag name="KSO_WM_UNIT_TEXT_FILL_FORE_SCHEMECOLOR_INDEX_BRIGHTNESS" val="0.35"/>
  <p:tag name="KSO_WM_UNIT_TEXT_FILL_FORE_SCHEMECOLOR_INDEX" val="13"/>
  <p:tag name="KSO_WM_UNIT_TEXT_FILL_TYPE" val="1"/>
</p:tagLst>
</file>

<file path=ppt/tags/tag1484.xml><?xml version="1.0" encoding="utf-8"?>
<p:tagLst xmlns:p="http://schemas.openxmlformats.org/presentationml/2006/main">
  <p:tag name="KSO_WM_UNIT_ISCONTENTSTITLE" val="0"/>
  <p:tag name="KSO_WM_UNIT_NOCLEAR" val="0"/>
  <p:tag name="KSO_WM_UNIT_HIGHLIGHT" val="0"/>
  <p:tag name="KSO_WM_UNIT_COMPATIBLE" val="0"/>
  <p:tag name="KSO_WM_UNIT_DIAGRAM_ISNUMVISUAL" val="0"/>
  <p:tag name="KSO_WM_UNIT_DIAGRAM_ISREFERUNIT" val="0"/>
  <p:tag name="KSO_WM_UNIT_ID" val="diagram20203892_1*a*1"/>
  <p:tag name="KSO_WM_TEMPLATE_CATEGORY" val="diagram"/>
  <p:tag name="KSO_WM_TEMPLATE_INDEX" val="20203892"/>
  <p:tag name="KSO_WM_UNIT_LAYERLEVEL" val="1"/>
  <p:tag name="KSO_WM_TAG_VERSION" val="1.0"/>
  <p:tag name="KSO_WM_BEAUTIFY_FLAG" val="#wm#"/>
  <p:tag name="KSO_WM_UNIT_PRESET_TEXT" val="单击输入大标题"/>
  <p:tag name="KSO_WM_UNIT_VALUE" val="30"/>
  <p:tag name="KSO_WM_UNIT_TYPE" val="a"/>
  <p:tag name="KSO_WM_UNIT_INDEX" val="1"/>
  <p:tag name="KSO_WM_UNIT_DEFAULT_FONT" val="28;32;4"/>
  <p:tag name="KSO_WM_UNIT_BLOCK" val="0"/>
  <p:tag name="KSO_WM_UNIT_TEXT_FILL_FORE_SCHEMECOLOR_INDEX_BRIGHTNESS" val="0"/>
  <p:tag name="KSO_WM_UNIT_TEXT_FILL_FORE_SCHEMECOLOR_INDEX" val="14"/>
  <p:tag name="KSO_WM_UNIT_TEXT_FILL_TYPE" val="1"/>
</p:tagLst>
</file>

<file path=ppt/tags/tag148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8"/>
  <p:tag name="KSO_WM_UNIT_ID" val="diagram20203892_1*i*8"/>
  <p:tag name="KSO_WM_TEMPLATE_CATEGORY" val="diagram"/>
  <p:tag name="KSO_WM_TEMPLATE_INDEX" val="20203892"/>
  <p:tag name="KSO_WM_UNIT_LAYERLEVEL" val="1"/>
  <p:tag name="KSO_WM_TAG_VERSION" val="1.0"/>
  <p:tag name="KSO_WM_BEAUTIFY_FLAG" val="#wm#"/>
  <p:tag name="KSO_WM_UNIT_BLOCK" val="0"/>
  <p:tag name="KSO_WM_UNIT_SM_LIMIT_TYPE" val="1"/>
  <p:tag name="KSO_WM_UNIT_DECORATE_INFO" val="{&quot;DecorateInfoX&quot;:{&quot;IsLeft&quot;:true,&quot;IsRight&quot;:false,&quot;IsAbs&quot;:true},&quot;DecorateInfoY&quot;:{&quot;IsTop&quot;:true,&quot;IsBottom&quot;:false,&quot;IsAbs&quot;:true}}"/>
  <p:tag name="KSO_WM_UNIT_TEXT_FILL_TYPE" val="1"/>
</p:tagLst>
</file>

<file path=ppt/tags/tag148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diagram20203892_1*i*3"/>
  <p:tag name="KSO_WM_TEMPLATE_CATEGORY" val="diagram"/>
  <p:tag name="KSO_WM_TEMPLATE_INDEX" val="20203892"/>
  <p:tag name="KSO_WM_UNIT_LAYERLEVEL" val="1"/>
  <p:tag name="KSO_WM_TAG_VERSION" val="1.0"/>
  <p:tag name="KSO_WM_BEAUTIFY_FLAG" val="#wm#"/>
  <p:tag name="KSO_WM_UNIT_SM_LIMIT_TYPE" val="1"/>
  <p:tag name="KSO_WM_UNIT_FILL_FORE_SCHEMECOLOR_INDEX_BRIGHTNESS" val="-0.25"/>
  <p:tag name="KSO_WM_UNIT_FILL_FORE_SCHEMECOLOR_INDEX" val="8"/>
  <p:tag name="KSO_WM_UNIT_FILL_TYPE" val="1"/>
  <p:tag name="KSO_WM_UNIT_TEXT_FILL_TYPE" val="1"/>
</p:tagLst>
</file>

<file path=ppt/tags/tag148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
  <p:tag name="KSO_WM_UNIT_ID" val="diagram20203892_1*i*4"/>
  <p:tag name="KSO_WM_TEMPLATE_CATEGORY" val="diagram"/>
  <p:tag name="KSO_WM_TEMPLATE_INDEX" val="20203892"/>
  <p:tag name="KSO_WM_UNIT_LAYERLEVEL" val="1"/>
  <p:tag name="KSO_WM_TAG_VERSION" val="1.0"/>
  <p:tag name="KSO_WM_BEAUTIFY_FLAG" val="#wm#"/>
  <p:tag name="KSO_WM_UNIT_SM_LIMIT_TYPE" val="1"/>
  <p:tag name="KSO_WM_UNIT_FILL_FORE_SCHEMECOLOR_INDEX_BRIGHTNESS" val="-0.25"/>
  <p:tag name="KSO_WM_UNIT_FILL_FORE_SCHEMECOLOR_INDEX" val="8"/>
  <p:tag name="KSO_WM_UNIT_FILL_TYPE" val="1"/>
  <p:tag name="KSO_WM_UNIT_TEXT_FILL_TYPE" val="1"/>
</p:tagLst>
</file>

<file path=ppt/tags/tag148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5"/>
  <p:tag name="KSO_WM_UNIT_ID" val="diagram20203892_1*i*5"/>
  <p:tag name="KSO_WM_TEMPLATE_CATEGORY" val="diagram"/>
  <p:tag name="KSO_WM_TEMPLATE_INDEX" val="20203892"/>
  <p:tag name="KSO_WM_UNIT_LAYERLEVEL" val="1"/>
  <p:tag name="KSO_WM_TAG_VERSION" val="1.0"/>
  <p:tag name="KSO_WM_BEAUTIFY_FLAG" val="#wm#"/>
  <p:tag name="KSO_WM_UNIT_SM_LIMIT_TYPE" val="1"/>
  <p:tag name="KSO_WM_UNIT_FILL_FORE_SCHEMECOLOR_INDEX_BRIGHTNESS" val="-0.25"/>
  <p:tag name="KSO_WM_UNIT_FILL_FORE_SCHEMECOLOR_INDEX" val="8"/>
  <p:tag name="KSO_WM_UNIT_FILL_TYPE" val="1"/>
  <p:tag name="KSO_WM_UNIT_TEXT_FILL_TYPE" val="1"/>
</p:tagLst>
</file>

<file path=ppt/tags/tag148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03892_1*d*1"/>
  <p:tag name="KSO_WM_TEMPLATE_CATEGORY" val="diagram"/>
  <p:tag name="KSO_WM_TEMPLATE_INDEX" val="20203892"/>
  <p:tag name="KSO_WM_UNIT_LAYERLEVEL" val="1"/>
  <p:tag name="KSO_WM_TAG_VERSION" val="1.0"/>
  <p:tag name="KSO_WM_BEAUTIFY_FLAG" val="#wm#"/>
  <p:tag name="KSO_WM_UNIT_PLACING_PICTURE_INFO" val="{&quot;full_picture&quot;:false,&quot;last_crop_picture&quot;:&quot;1-1&quot;,&quot;selected&quot;:&quot;1-1&quot;,&quot;spacing&quot;:6}"/>
  <p:tag name="KSO_WM_UNIT_VALUE" val="1016*1355"/>
  <p:tag name="KSO_WM_UNIT_TYPE" val="d"/>
  <p:tag name="KSO_WM_UNIT_INDEX" val="1"/>
  <p:tag name="KSO_WM_UNIT_SUPPORT_UNIT_TYPE" val="[&quot;all&quot;]"/>
  <p:tag name="KSO_WM_UNIT_BLOCK" val="0"/>
  <p:tag name="REFSHAPE" val="1151883556"/>
</p:tagLst>
</file>

<file path=ppt/tags/tag1490.xml><?xml version="1.0" encoding="utf-8"?>
<p:tagLst xmlns:p="http://schemas.openxmlformats.org/presentationml/2006/main">
  <p:tag name="KSO_WM_TEMPLATE_CATEGORY" val="diagram"/>
  <p:tag name="KSO_WM_TEMPLATE_INDEX" val="20203892"/>
  <p:tag name="KSO_WM_TAG_VERSION" val="1.0"/>
  <p:tag name="KSO_WM_SLIDE_ID" val="diagram20203892_1"/>
  <p:tag name="KSO_WM_SLIDE_INDEX" val="1"/>
  <p:tag name="KSO_WM_SLIDE_ITEM_CNT" val="0"/>
  <p:tag name="KSO_WM_SLIDE_LAYOUT" val="a_d_f_i"/>
  <p:tag name="KSO_WM_SLIDE_LAYOUT_CNT" val="1_1_1_1"/>
  <p:tag name="KSO_WM_SLIDE_TYPE" val="text"/>
  <p:tag name="KSO_WM_SLIDE_SUBTYPE" val="picTxt"/>
  <p:tag name="KSO_WM_BEAUTIFY_FLAG" val="#wm#"/>
  <p:tag name="KSO_WM_SLIDE_POSITION" val="0*0"/>
  <p:tag name="KSO_WM_SLIDE_SIZE" val="960*508"/>
  <p:tag name="KSO_WM_DIAGRAM_GROUP_CODE" val="m1-2"/>
  <p:tag name="KSO_WM_SLIDE_DIAGTYPE" val="m"/>
  <p:tag name="KSO_WM_TEMPLATE_SUBCATEGORY" val="11"/>
  <p:tag name="KSO_WM_TEMPLATE_MASTER_TYPE" val="0"/>
  <p:tag name="KSO_WM_TEMPLATE_COLOR_TYPE" val="1"/>
  <p:tag name="KSO_WM_SLIDE_LAYOUT_INFO" val="{&#10;    &quot;backgroundInfo&quot;: [&#10;        {&#10;            &quot;bottom&quot;: 0,&#10;            &quot;bottomAbs&quot;: false,&#10;            &quot;left&quot;: 0,&#10;            &quot;leftAbs&quot;: false,&#10;            &quot;right&quot;: 0,&#10;            &quot;rightAbs&quot;: false,&#10;            &quot;top&quot;: 0,&#10;            &quot;topAbs&quot;: false,&#10;            &quot;type&quot;: &quot;general&quot;&#10;        }&#10;    ],&#10;    &quot;id&quot;: &quot;2020-04-01T16:24:47&quot;,&#10;    &quot;maxSize&quot;: {&#10;        &quot;size1&quot;: 13.5&#10;    },&#10;    &quot;minSize&quot;: {&#10;        &quot;size1&quot;: 13.5&#10;    },&#10;    &quot;normalSize&quot;: {&#10;        &quot;size1&quot;: 13.5&#10;    },&#10;    &quot;subLayout&quot;: [&#10;        {&#10;            &quot;backgroundInfo&quot;: [&#10;                {&#10;                    &quot;bottom&quot;: 0,&#10;                    &quot;bottomAbs&quot;: false,&#10;                    &quot;left&quot;: 0,&#10;                    &quot;leftAbs&quot;: false,&#10;                    &quot;right&quot;: 0,&#10;                    &quot;rightAbs&quot;: false,&#10;                    &quot;top&quot;: 0,&#10;                    &quot;topAbs&quot;: false,&#10;                    &quot;type&quot;: &quot;navigation&quot;&#10;                }&#10;            ],&#10;            &quot;id&quot;: &quot;2020-04-01T16:24:47&quot;,&#10;            &quot;margin&quot;: {&#10;                &quot;bottom&quot;: 0.43000000715255737,&#10;                &quot;left&quot;: 1.690000057220459,&#10;                &quot;right&quot;: 1.690000057220459,&#10;                &quot;top&quot;: 0.43000000715255737&#10;            },&#10;            &quot;type&quot;: 0&#10;        },&#10;        {&#10;            &quot;direction&quot;: 1,&#10;            &quot;id&quot;: &quot;2020-04-01T16:24:47&quot;,&#10;            &quot;maxSize&quot;: {&#10;                &quot;size1&quot;: 71&#10;            },&#10;            &quot;minSize&quot;: {&#10;                &quot;size1&quot;: 40.299999999999997&#10;            },&#10;            &quot;normalSize&quot;: {&#10;                &quot;size1&quot;: 67.193750000000009&#10;            },&#10;            &quot;subLayout&quot;: [&#10;                {&#10;                    &quot;id&quot;: &quot;2020-04-01T16:24:47&quot;,&#10;                    &quot;margin&quot;: {&#10;                        &quot;bottom&quot;: 5.8600001335144043,&#10;                        &quot;left&quot;: 2.5499999523162842,&#10;                        &quot;right&quot;: 2.9600000381469727,&#10;                        &quot;top&quot;: 4.1100001335144043&#10;                    },&#10;                    &quot;type&quot;: 0&#10;                },&#10;                {&#10;                    &quot;id&quot;: &quot;2020-04-01T16:24:47&quot;,&#10;                    &quot;margin&quot;: {&#10;                        &quot;bottom&quot;: 4.0399999618530273,&#10;                        &quot;left&quot;: 0.026000002399086952,&#10;                        &quot;right&quot;: 2.130000114440918,&#10;                        &quot;top&quot;: 2.2690002918243408&#10;                    },&#10;                    &quot;type&quot;: 0&#10;                }&#10;            ],&#10;            &quot;type&quot;: 0&#10;        }&#10;    ],&#10;    &quot;type&quot;: 0&#10;}&#10;"/>
  <p:tag name="KSO_WM_SLIDE_BACKGROUND" val="[&quot;general&quot;,&quot;navigation&quot;]"/>
  <p:tag name="KSO_WM_SLIDE_RATIO" val="1.777778"/>
  <p:tag name="KSO_WM_SLIDE_BK_DARK_LIGHT" val="2"/>
  <p:tag name="KSO_WM_SLIDE_BACKGROUND_TYPE" val="navigation"/>
  <p:tag name="KSO_WM_SLIDE_CAN_ADD_NAVIGATION" val="1"/>
</p:tagLst>
</file>

<file path=ppt/tags/tag149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03696_1*i*1"/>
  <p:tag name="KSO_WM_TEMPLATE_CATEGORY" val="diagram"/>
  <p:tag name="KSO_WM_TEMPLATE_INDEX" val="20203696"/>
  <p:tag name="KSO_WM_UNIT_LAYERLEVEL" val="1"/>
  <p:tag name="KSO_WM_TAG_VERSION" val="1.0"/>
  <p:tag name="KSO_WM_BEAUTIFY_FLAG" val="#wm#"/>
  <p:tag name="KSO_WM_UNIT_FILL_FORE_SCHEMECOLOR_INDEX_BRIGHTNESS" val="0"/>
  <p:tag name="KSO_WM_UNIT_FILL_FORE_SCHEMECOLOR_INDEX" val="14"/>
  <p:tag name="KSO_WM_UNIT_FILL_TYPE" val="1"/>
  <p:tag name="KSO_WM_UNIT_LINE_FORE_SCHEMECOLOR_INDEX_BRIGHTNESS" val="-0.15"/>
  <p:tag name="KSO_WM_UNIT_LINE_FORE_SCHEMECOLOR_INDEX" val="14"/>
  <p:tag name="KSO_WM_UNIT_LINE_FILL_TYPE" val="2"/>
  <p:tag name="KSO_WM_UNIT_TEXT_FILL_FORE_SCHEMECOLOR_INDEX_BRIGHTNESS" val="0"/>
  <p:tag name="KSO_WM_UNIT_TEXT_FILL_FORE_SCHEMECOLOR_INDEX" val="2"/>
  <p:tag name="KSO_WM_UNIT_TEXT_FILL_TYPE" val="1"/>
</p:tagLst>
</file>

<file path=ppt/tags/tag149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diagram20203696_1*i*2"/>
  <p:tag name="KSO_WM_TEMPLATE_CATEGORY" val="diagram"/>
  <p:tag name="KSO_WM_TEMPLATE_INDEX" val="20203696"/>
  <p:tag name="KSO_WM_UNIT_LAYERLEVEL" val="1"/>
  <p:tag name="KSO_WM_TAG_VERSION" val="1.0"/>
  <p:tag name="KSO_WM_BEAUTIFY_FLAG" val="#wm#"/>
  <p:tag name="KSO_WM_UNIT_FILL_FORE_SCHEMECOLOR_INDEX_BRIGHTNESS" val="0"/>
  <p:tag name="KSO_WM_UNIT_FILL_FORE_SCHEMECOLOR_INDEX" val="14"/>
  <p:tag name="KSO_WM_UNIT_FILL_TYPE" val="1"/>
  <p:tag name="KSO_WM_UNIT_LINE_FORE_SCHEMECOLOR_INDEX_BRIGHTNESS" val="-0.15"/>
  <p:tag name="KSO_WM_UNIT_LINE_FORE_SCHEMECOLOR_INDEX" val="14"/>
  <p:tag name="KSO_WM_UNIT_LINE_FILL_TYPE" val="2"/>
  <p:tag name="KSO_WM_UNIT_TEXT_FILL_FORE_SCHEMECOLOR_INDEX_BRIGHTNESS" val="0"/>
  <p:tag name="KSO_WM_UNIT_TEXT_FILL_FORE_SCHEMECOLOR_INDEX" val="2"/>
  <p:tag name="KSO_WM_UNIT_TEXT_FILL_TYPE" val="1"/>
</p:tagLst>
</file>

<file path=ppt/tags/tag1493.xml><?xml version="1.0" encoding="utf-8"?>
<p:tagLst xmlns:p="http://schemas.openxmlformats.org/presentationml/2006/main">
  <p:tag name="KSO_WM_UNIT_ISCONTENTSTITLE" val="0"/>
  <p:tag name="KSO_WM_UNIT_PRESET_TEXT" val="单击此处添加大标题"/>
  <p:tag name="KSO_WM_UNIT_NOCLEAR" val="0"/>
  <p:tag name="KSO_WM_UNIT_VALUE" val="14"/>
  <p:tag name="KSO_WM_UNIT_HIGHLIGHT" val="0"/>
  <p:tag name="KSO_WM_UNIT_COMPATIBLE" val="0"/>
  <p:tag name="KSO_WM_UNIT_DIAGRAM_ISNUMVISUAL" val="0"/>
  <p:tag name="KSO_WM_UNIT_DIAGRAM_ISREFERUNIT" val="0"/>
  <p:tag name="KSO_WM_UNIT_TYPE" val="a"/>
  <p:tag name="KSO_WM_UNIT_INDEX" val="1"/>
  <p:tag name="KSO_WM_UNIT_ID" val="diagram20203696_1*a*1"/>
  <p:tag name="KSO_WM_TEMPLATE_CATEGORY" val="diagram"/>
  <p:tag name="KSO_WM_TEMPLATE_INDEX" val="20203696"/>
  <p:tag name="KSO_WM_UNIT_LAYERLEVEL" val="1"/>
  <p:tag name="KSO_WM_TAG_VERSION" val="1.0"/>
  <p:tag name="KSO_WM_BEAUTIFY_FLAG" val="#wm#"/>
  <p:tag name="KSO_WM_UNIT_TEXT_FILL_FORE_SCHEMECOLOR_INDEX_BRIGHTNESS" val="0"/>
  <p:tag name="KSO_WM_UNIT_TEXT_FILL_FORE_SCHEMECOLOR_INDEX" val="13"/>
  <p:tag name="KSO_WM_UNIT_TEXT_FILL_TYPE" val="1"/>
</p:tagLst>
</file>

<file path=ppt/tags/tag1494.xml><?xml version="1.0" encoding="utf-8"?>
<p:tagLst xmlns:p="http://schemas.openxmlformats.org/presentationml/2006/main">
  <p:tag name="KSO_WM_UNIT_VALUE" val="1456*1819"/>
  <p:tag name="KSO_WM_UNIT_HIGHLIGHT" val="0"/>
  <p:tag name="KSO_WM_UNIT_COMPATIBLE" val="0"/>
  <p:tag name="KSO_WM_UNIT_DIAGRAM_ISNUMVISUAL" val="0"/>
  <p:tag name="KSO_WM_UNIT_DIAGRAM_ISREFERUNIT" val="0"/>
  <p:tag name="KSO_WM_UNIT_TYPE" val="d"/>
  <p:tag name="KSO_WM_UNIT_INDEX" val="1"/>
  <p:tag name="KSO_WM_UNIT_ID" val="diagram20203696_1*d*1"/>
  <p:tag name="KSO_WM_TEMPLATE_CATEGORY" val="diagram"/>
  <p:tag name="KSO_WM_TEMPLATE_INDEX" val="20203696"/>
  <p:tag name="KSO_WM_UNIT_SUPPORT_UNIT_TYPE" val="[]"/>
  <p:tag name="KSO_WM_UNIT_LAYERLEVEL" val="1"/>
  <p:tag name="KSO_WM_TAG_VERSION" val="1.0"/>
  <p:tag name="KSO_WM_BEAUTIFY_FLAG" val="#wm#"/>
  <p:tag name="REFSHAPE" val="1453684556"/>
</p:tagLst>
</file>

<file path=ppt/tags/tag149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diagram20203696_1*i*3"/>
  <p:tag name="KSO_WM_TEMPLATE_CATEGORY" val="diagram"/>
  <p:tag name="KSO_WM_TEMPLATE_INDEX" val="20203696"/>
  <p:tag name="KSO_WM_UNIT_LAYERLEVEL" val="1"/>
  <p:tag name="KSO_WM_TAG_VERSION" val="1.0"/>
  <p:tag name="KSO_WM_BEAUTIFY_FLAG" val="#wm#"/>
  <p:tag name="KSO_WM_UNIT_FILL_FORE_SCHEMECOLOR_INDEX_BRIGHTNESS" val="-0.25"/>
  <p:tag name="KSO_WM_UNIT_FILL_FORE_SCHEMECOLOR_INDEX" val="14"/>
  <p:tag name="KSO_WM_UNIT_FILL_TYPE" val="1"/>
  <p:tag name="KSO_WM_UNIT_TEXT_FILL_FORE_SCHEMECOLOR_INDEX_BRIGHTNESS" val="0"/>
  <p:tag name="KSO_WM_UNIT_TEXT_FILL_FORE_SCHEMECOLOR_INDEX" val="2"/>
  <p:tag name="KSO_WM_UNIT_TEXT_FILL_TYPE" val="1"/>
</p:tagLst>
</file>

<file path=ppt/tags/tag1496.xml><?xml version="1.0" encoding="utf-8"?>
<p:tagLst xmlns:p="http://schemas.openxmlformats.org/presentationml/2006/main">
  <p:tag name="KSO_WM_UNIT_PRESET_TEXT" val="点击此处添加正文，文字是您思想的提炼，为了演示发布的良好效果，请言简意赅的阐述您的观点。&#10;您的正文已经经简明扼要，字字珠玑，否则容易造成观者的阅读压力，适得其反。"/>
  <p:tag name="KSO_WM_UNIT_NOCLEAR" val="0"/>
  <p:tag name="KSO_WM_UNIT_VALUE" val="120"/>
  <p:tag name="KSO_WM_UNIT_HIGHLIGHT" val="0"/>
  <p:tag name="KSO_WM_UNIT_COMPATIBLE" val="0"/>
  <p:tag name="KSO_WM_UNIT_DIAGRAM_ISNUMVISUAL" val="0"/>
  <p:tag name="KSO_WM_UNIT_DIAGRAM_ISREFERUNIT" val="0"/>
  <p:tag name="KSO_WM_UNIT_TYPE" val="f"/>
  <p:tag name="KSO_WM_UNIT_INDEX" val="1"/>
  <p:tag name="KSO_WM_UNIT_ID" val="diagram20203696_1*f*1"/>
  <p:tag name="KSO_WM_TEMPLATE_CATEGORY" val="diagram"/>
  <p:tag name="KSO_WM_TEMPLATE_INDEX" val="20203696"/>
  <p:tag name="KSO_WM_UNIT_LAYERLEVEL" val="1"/>
  <p:tag name="KSO_WM_TAG_VERSION" val="1.0"/>
  <p:tag name="KSO_WM_BEAUTIFY_FLAG" val="#wm#"/>
  <p:tag name="KSO_WM_UNIT_TEXT_FILL_FORE_SCHEMECOLOR_INDEX_BRIGHTNESS" val="0.25"/>
  <p:tag name="KSO_WM_UNIT_TEXT_FILL_FORE_SCHEMECOLOR_INDEX" val="13"/>
  <p:tag name="KSO_WM_UNIT_TEXT_FILL_TYPE" val="1"/>
</p:tagLst>
</file>

<file path=ppt/tags/tag1497.xml><?xml version="1.0" encoding="utf-8"?>
<p:tagLst xmlns:p="http://schemas.openxmlformats.org/presentationml/2006/main">
  <p:tag name="KSO_WM_TEMPLATE_CATEGORY" val="diagram"/>
  <p:tag name="KSO_WM_TEMPLATE_INDEX" val="20203696"/>
  <p:tag name="KSO_WM_TAG_VERSION" val="1.0"/>
  <p:tag name="KSO_WM_SLIDE_ID" val="diagram20203696_1"/>
  <p:tag name="KSO_WM_SLIDE_INDEX" val="1"/>
  <p:tag name="KSO_WM_SLIDE_ITEM_CNT" val="0"/>
  <p:tag name="KSO_WM_SLIDE_LAYOUT" val="a_d_f"/>
  <p:tag name="KSO_WM_SLIDE_LAYOUT_CNT" val="1_1_1"/>
  <p:tag name="KSO_WM_SLIDE_TYPE" val="text"/>
  <p:tag name="KSO_WM_SLIDE_SUBTYPE" val="picTxt"/>
  <p:tag name="KSO_WM_BEAUTIFY_FLAG" val="#wm#"/>
  <p:tag name="KSO_WM_SLIDE_POSITION" val="51*64"/>
  <p:tag name="KSO_WM_SLIDE_SIZE" val="865*422"/>
  <p:tag name="KSO_WM_DIAGRAM_GROUP_CODE" val="m1-2"/>
  <p:tag name="KSO_WM_SLIDE_DIAGTYPE" val="m"/>
  <p:tag name="KSO_WM_TEMPLATE_SUBCATEGORY" val="0"/>
  <p:tag name="KSO_WM_TEMPLATE_MASTER_TYPE" val="0"/>
  <p:tag name="KSO_WM_TEMPLATE_COLOR_TYPE" val="1"/>
  <p:tag name="KSO_WM_SLIDE_BK_DARK_LIGHT" val="2"/>
  <p:tag name="KSO_WM_SLIDE_BACKGROUND_TYPE" val="general"/>
</p:tagLst>
</file>

<file path=ppt/tags/tag149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_12*i*1"/>
  <p:tag name="KSO_WM_UNIT_LAYERLEVEL" val="1"/>
  <p:tag name="KSO_WM_TAG_VERSION" val="1.0"/>
  <p:tag name="KSO_WM_BEAUTIFY_FLAG" val="#wm#"/>
  <p:tag name="KSO_WM_SLIDE_BACKGROUND_TYPE" val="general"/>
  <p:tag name="KSO_WM_SLIDE_BK_DARK_LIGHT" val="2"/>
</p:tagLst>
</file>

<file path=ppt/tags/tag1499.xml><?xml version="1.0" encoding="utf-8"?>
<p:tagLst xmlns:p="http://schemas.openxmlformats.org/presentationml/2006/main">
  <p:tag name="KSO_WM_UNIT_ADJUSTLAYOUT_ID" val="257"/>
  <p:tag name="KSO_WM_UNIT_HIGHLIGHT" val="0"/>
  <p:tag name="KSO_WM_UNIT_COMPATIBLE" val="0"/>
  <p:tag name="KSO_WM_UNIT_DIAGRAM_ISNUMVISUAL" val="0"/>
  <p:tag name="KSO_WM_UNIT_DIAGRAM_ISREFERUNIT" val="0"/>
  <p:tag name="KSO_WM_UNIT_TYPE" val="i"/>
  <p:tag name="KSO_WM_UNIT_INDEX" val="1"/>
  <p:tag name="KSO_WM_UNIT_ID" val="diagram20198172_1*i*1"/>
  <p:tag name="KSO_WM_TEMPLATE_CATEGORY" val="diagram"/>
  <p:tag name="KSO_WM_TEMPLATE_INDEX" val="20198172"/>
  <p:tag name="KSO_WM_UNIT_LAYERLEVEL" val="1"/>
  <p:tag name="KSO_WM_TAG_VERSION" val="1.0"/>
  <p:tag name="KSO_WM_BEAUTIFY_FLAG" val="#wm#"/>
  <p:tag name="KSO_WM_UNIT_FILL_FORE_SCHEMECOLOR_INDEX_BRIGHTNESS" val="-0.05"/>
  <p:tag name="KSO_WM_UNIT_FILL_FORE_SCHEMECOLOR_INDEX" val="14"/>
  <p:tag name="KSO_WM_UNIT_FILL_TYPE" val="1"/>
  <p:tag name="KSO_WM_UNIT_TEXT_FILL_FORE_SCHEMECOLOR_INDEX_BRIGHTNESS" val="0"/>
  <p:tag name="KSO_WM_UNIT_TEXT_FILL_FORE_SCHEMECOLOR_INDEX" val="2"/>
  <p:tag name="KSO_WM_UNIT_TEXT_FILL_TYPE" val="1"/>
</p:tagLst>
</file>

<file path=ppt/tags/tag1500.xml><?xml version="1.0" encoding="utf-8"?>
<p:tagLst xmlns:p="http://schemas.openxmlformats.org/presentationml/2006/main">
  <p:tag name="KSO_WM_UNIT_ADJUSTLAYOUT_ID" val="258"/>
  <p:tag name="KSO_WM_UNIT_HIGHLIGHT" val="0"/>
  <p:tag name="KSO_WM_UNIT_COMPATIBLE" val="0"/>
  <p:tag name="KSO_WM_UNIT_DIAGRAM_ISNUMVISUAL" val="0"/>
  <p:tag name="KSO_WM_UNIT_DIAGRAM_ISREFERUNIT" val="0"/>
  <p:tag name="KSO_WM_UNIT_TYPE" val="i"/>
  <p:tag name="KSO_WM_UNIT_INDEX" val="23"/>
  <p:tag name="KSO_WM_UNIT_ID" val="diagram20198172_1*i*23"/>
  <p:tag name="KSO_WM_TEMPLATE_CATEGORY" val="diagram"/>
  <p:tag name="KSO_WM_TEMPLATE_INDEX" val="20198172"/>
  <p:tag name="KSO_WM_UNIT_LAYERLEVEL" val="1"/>
  <p:tag name="KSO_WM_TAG_VERSION" val="1.0"/>
  <p:tag name="KSO_WM_BEAUTIFY_FLAG" val="#wm#"/>
  <p:tag name="KSO_WM_UNIT_FILL_FORE_SCHEMECOLOR_INDEX_BRIGHTNESS" val="-0.05"/>
  <p:tag name="KSO_WM_UNIT_FILL_FORE_SCHEMECOLOR_INDEX" val="14"/>
  <p:tag name="KSO_WM_UNIT_FILL_TYPE" val="1"/>
  <p:tag name="KSO_WM_UNIT_TEXT_FILL_FORE_SCHEMECOLOR_INDEX_BRIGHTNESS" val="0"/>
  <p:tag name="KSO_WM_UNIT_TEXT_FILL_FORE_SCHEMECOLOR_INDEX" val="2"/>
  <p:tag name="KSO_WM_UNIT_TEXT_FILL_TYPE" val="1"/>
</p:tagLst>
</file>

<file path=ppt/tags/tag1501.xml><?xml version="1.0" encoding="utf-8"?>
<p:tagLst xmlns:p="http://schemas.openxmlformats.org/presentationml/2006/main">
  <p:tag name="KSO_WM_UNIT_ADJUSTLAYOUT_ID" val="260"/>
  <p:tag name="KSO_WM_UNIT_HIGHLIGHT" val="0"/>
  <p:tag name="KSO_WM_UNIT_COMPATIBLE" val="0"/>
  <p:tag name="KSO_WM_UNIT_DIAGRAM_ISNUMVISUAL" val="0"/>
  <p:tag name="KSO_WM_UNIT_DIAGRAM_ISREFERUNIT" val="0"/>
  <p:tag name="KSO_WM_UNIT_TYPE" val="i"/>
  <p:tag name="KSO_WM_UNIT_INDEX" val="34"/>
  <p:tag name="KSO_WM_UNIT_ID" val="diagram20198172_1*i*34"/>
  <p:tag name="KSO_WM_TEMPLATE_CATEGORY" val="diagram"/>
  <p:tag name="KSO_WM_TEMPLATE_INDEX" val="20198172"/>
  <p:tag name="KSO_WM_UNIT_LAYERLEVEL" val="1"/>
  <p:tag name="KSO_WM_TAG_VERSION" val="1.0"/>
  <p:tag name="KSO_WM_BEAUTIFY_FLAG" val="#wm#"/>
  <p:tag name="KSO_WM_UNIT_FILL_FORE_SCHEMECOLOR_INDEX_BRIGHTNESS" val="-0.05"/>
  <p:tag name="KSO_WM_UNIT_FILL_FORE_SCHEMECOLOR_INDEX" val="14"/>
  <p:tag name="KSO_WM_UNIT_FILL_TYPE" val="1"/>
  <p:tag name="KSO_WM_UNIT_TEXT_FILL_FORE_SCHEMECOLOR_INDEX_BRIGHTNESS" val="0"/>
  <p:tag name="KSO_WM_UNIT_TEXT_FILL_FORE_SCHEMECOLOR_INDEX" val="2"/>
  <p:tag name="KSO_WM_UNIT_TEXT_FILL_TYPE" val="1"/>
</p:tagLst>
</file>

<file path=ppt/tags/tag1502.xml><?xml version="1.0" encoding="utf-8"?>
<p:tagLst xmlns:p="http://schemas.openxmlformats.org/presentationml/2006/main">
  <p:tag name="KSO_WM_UNIT_ADJUSTLAYOUT_ID" val="261"/>
  <p:tag name="KSO_WM_UNIT_HIGHLIGHT" val="0"/>
  <p:tag name="KSO_WM_UNIT_COMPATIBLE" val="0"/>
  <p:tag name="KSO_WM_UNIT_DIAGRAM_ISNUMVISUAL" val="0"/>
  <p:tag name="KSO_WM_UNIT_DIAGRAM_ISREFERUNIT" val="0"/>
  <p:tag name="KSO_WM_UNIT_TYPE" val="i"/>
  <p:tag name="KSO_WM_UNIT_INDEX" val="45"/>
  <p:tag name="KSO_WM_UNIT_ID" val="diagram20198172_1*i*45"/>
  <p:tag name="KSO_WM_TEMPLATE_CATEGORY" val="diagram"/>
  <p:tag name="KSO_WM_TEMPLATE_INDEX" val="20198172"/>
  <p:tag name="KSO_WM_UNIT_LAYERLEVEL" val="1"/>
  <p:tag name="KSO_WM_TAG_VERSION" val="1.0"/>
  <p:tag name="KSO_WM_BEAUTIFY_FLAG" val="#wm#"/>
  <p:tag name="KSO_WM_UNIT_FILL_FORE_SCHEMECOLOR_INDEX_BRIGHTNESS" val="-0.05"/>
  <p:tag name="KSO_WM_UNIT_FILL_FORE_SCHEMECOLOR_INDEX" val="14"/>
  <p:tag name="KSO_WM_UNIT_FILL_TYPE" val="1"/>
  <p:tag name="KSO_WM_UNIT_TEXT_FILL_FORE_SCHEMECOLOR_INDEX_BRIGHTNESS" val="0"/>
  <p:tag name="KSO_WM_UNIT_TEXT_FILL_FORE_SCHEMECOLOR_INDEX" val="2"/>
  <p:tag name="KSO_WM_UNIT_TEXT_FILL_TYPE" val="1"/>
</p:tagLst>
</file>

<file path=ppt/tags/tag1503.xml><?xml version="1.0" encoding="utf-8"?>
<p:tagLst xmlns:p="http://schemas.openxmlformats.org/presentationml/2006/main">
  <p:tag name="KSO_WM_UNIT_ADJUSTLAYOUT_ID" val="262"/>
  <p:tag name="KSO_WM_UNIT_HIGHLIGHT" val="0"/>
  <p:tag name="KSO_WM_UNIT_COMPATIBLE" val="0"/>
  <p:tag name="KSO_WM_UNIT_DIAGRAM_ISNUMVISUAL" val="0"/>
  <p:tag name="KSO_WM_UNIT_DIAGRAM_ISREFERUNIT" val="0"/>
  <p:tag name="KSO_WM_UNIT_TYPE" val="i"/>
  <p:tag name="KSO_WM_UNIT_INDEX" val="56"/>
  <p:tag name="KSO_WM_UNIT_ID" val="diagram20198172_1*i*56"/>
  <p:tag name="KSO_WM_TEMPLATE_CATEGORY" val="diagram"/>
  <p:tag name="KSO_WM_TEMPLATE_INDEX" val="20198172"/>
  <p:tag name="KSO_WM_UNIT_LAYERLEVEL" val="1"/>
  <p:tag name="KSO_WM_TAG_VERSION" val="1.0"/>
  <p:tag name="KSO_WM_BEAUTIFY_FLAG" val="#wm#"/>
  <p:tag name="KSO_WM_UNIT_FILL_FORE_SCHEMECOLOR_INDEX_BRIGHTNESS" val="-0.05"/>
  <p:tag name="KSO_WM_UNIT_FILL_FORE_SCHEMECOLOR_INDEX" val="14"/>
  <p:tag name="KSO_WM_UNIT_FILL_TYPE" val="1"/>
  <p:tag name="KSO_WM_UNIT_TEXT_FILL_FORE_SCHEMECOLOR_INDEX_BRIGHTNESS" val="0"/>
  <p:tag name="KSO_WM_UNIT_TEXT_FILL_FORE_SCHEMECOLOR_INDEX" val="2"/>
  <p:tag name="KSO_WM_UNIT_TEXT_FILL_TYPE" val="1"/>
</p:tagLst>
</file>

<file path=ppt/tags/tag1504.xml><?xml version="1.0" encoding="utf-8"?>
<p:tagLst xmlns:p="http://schemas.openxmlformats.org/presentationml/2006/main">
  <p:tag name="KSO_WM_UNIT_ADJUSTLAYOUT_ID" val="612"/>
  <p:tag name="KSO_WM_UNIT_HIGHLIGHT" val="0"/>
  <p:tag name="KSO_WM_UNIT_COMPATIBLE" val="0"/>
  <p:tag name="KSO_WM_UNIT_DIAGRAM_ISNUMVISUAL" val="0"/>
  <p:tag name="KSO_WM_UNIT_DIAGRAM_ISREFERUNIT" val="0"/>
  <p:tag name="KSO_WM_UNIT_TYPE" val="i"/>
  <p:tag name="KSO_WM_UNIT_INDEX" val="67"/>
  <p:tag name="KSO_WM_UNIT_ID" val="diagram20198172_1*i*67"/>
  <p:tag name="KSO_WM_TEMPLATE_CATEGORY" val="diagram"/>
  <p:tag name="KSO_WM_TEMPLATE_INDEX" val="20198172"/>
  <p:tag name="KSO_WM_UNIT_LAYERLEVEL" val="1"/>
  <p:tag name="KSO_WM_TAG_VERSION" val="1.0"/>
  <p:tag name="KSO_WM_BEAUTIFY_FLAG" val="#wm#"/>
  <p:tag name="KSO_WM_UNIT_FILL_FORE_SCHEMECOLOR_INDEX_BRIGHTNESS" val="-0.15"/>
  <p:tag name="KSO_WM_UNIT_FILL_FORE_SCHEMECOLOR_INDEX" val="14"/>
  <p:tag name="KSO_WM_UNIT_FILL_TYPE" val="1"/>
  <p:tag name="KSO_WM_UNIT_TEXT_FILL_FORE_SCHEMECOLOR_INDEX_BRIGHTNESS" val="0"/>
  <p:tag name="KSO_WM_UNIT_TEXT_FILL_FORE_SCHEMECOLOR_INDEX" val="2"/>
  <p:tag name="KSO_WM_UNIT_TEXT_FILL_TYPE" val="1"/>
</p:tagLst>
</file>

<file path=ppt/tags/tag1505.xml><?xml version="1.0" encoding="utf-8"?>
<p:tagLst xmlns:p="http://schemas.openxmlformats.org/presentationml/2006/main">
  <p:tag name="KSO_WM_UNIT_ADJUSTLAYOUT_ID" val="613"/>
  <p:tag name="KSO_WM_UNIT_HIGHLIGHT" val="0"/>
  <p:tag name="KSO_WM_UNIT_COMPATIBLE" val="0"/>
  <p:tag name="KSO_WM_UNIT_DIAGRAM_ISNUMVISUAL" val="0"/>
  <p:tag name="KSO_WM_UNIT_DIAGRAM_ISREFERUNIT" val="0"/>
  <p:tag name="KSO_WM_UNIT_TYPE" val="i"/>
  <p:tag name="KSO_WM_UNIT_INDEX" val="78"/>
  <p:tag name="KSO_WM_UNIT_ID" val="diagram20198172_1*i*78"/>
  <p:tag name="KSO_WM_TEMPLATE_CATEGORY" val="diagram"/>
  <p:tag name="KSO_WM_TEMPLATE_INDEX" val="20198172"/>
  <p:tag name="KSO_WM_UNIT_LAYERLEVEL" val="1"/>
  <p:tag name="KSO_WM_TAG_VERSION" val="1.0"/>
  <p:tag name="KSO_WM_BEAUTIFY_FLAG" val="#wm#"/>
  <p:tag name="KSO_WM_UNIT_FILL_FORE_SCHEMECOLOR_INDEX_BRIGHTNESS" val="-0.15"/>
  <p:tag name="KSO_WM_UNIT_FILL_FORE_SCHEMECOLOR_INDEX" val="14"/>
  <p:tag name="KSO_WM_UNIT_FILL_TYPE" val="1"/>
  <p:tag name="KSO_WM_UNIT_TEXT_FILL_FORE_SCHEMECOLOR_INDEX_BRIGHTNESS" val="0"/>
  <p:tag name="KSO_WM_UNIT_TEXT_FILL_FORE_SCHEMECOLOR_INDEX" val="2"/>
  <p:tag name="KSO_WM_UNIT_TEXT_FILL_TYPE" val="1"/>
</p:tagLst>
</file>

<file path=ppt/tags/tag1506.xml><?xml version="1.0" encoding="utf-8"?>
<p:tagLst xmlns:p="http://schemas.openxmlformats.org/presentationml/2006/main">
  <p:tag name="KSO_WM_UNIT_ADJUSTLAYOUT_ID" val="614"/>
  <p:tag name="KSO_WM_UNIT_HIGHLIGHT" val="0"/>
  <p:tag name="KSO_WM_UNIT_COMPATIBLE" val="0"/>
  <p:tag name="KSO_WM_UNIT_DIAGRAM_ISNUMVISUAL" val="0"/>
  <p:tag name="KSO_WM_UNIT_DIAGRAM_ISREFERUNIT" val="0"/>
  <p:tag name="KSO_WM_UNIT_TYPE" val="i"/>
  <p:tag name="KSO_WM_UNIT_INDEX" val="89"/>
  <p:tag name="KSO_WM_UNIT_ID" val="diagram20198172_1*i*89"/>
  <p:tag name="KSO_WM_TEMPLATE_CATEGORY" val="diagram"/>
  <p:tag name="KSO_WM_TEMPLATE_INDEX" val="20198172"/>
  <p:tag name="KSO_WM_UNIT_LAYERLEVEL" val="1"/>
  <p:tag name="KSO_WM_TAG_VERSION" val="1.0"/>
  <p:tag name="KSO_WM_BEAUTIFY_FLAG" val="#wm#"/>
  <p:tag name="KSO_WM_UNIT_FILL_FORE_SCHEMECOLOR_INDEX_BRIGHTNESS" val="-0.15"/>
  <p:tag name="KSO_WM_UNIT_FILL_FORE_SCHEMECOLOR_INDEX" val="14"/>
  <p:tag name="KSO_WM_UNIT_FILL_TYPE" val="1"/>
  <p:tag name="KSO_WM_UNIT_TEXT_FILL_FORE_SCHEMECOLOR_INDEX_BRIGHTNESS" val="0"/>
  <p:tag name="KSO_WM_UNIT_TEXT_FILL_FORE_SCHEMECOLOR_INDEX" val="2"/>
  <p:tag name="KSO_WM_UNIT_TEXT_FILL_TYPE" val="1"/>
</p:tagLst>
</file>

<file path=ppt/tags/tag1507.xml><?xml version="1.0" encoding="utf-8"?>
<p:tagLst xmlns:p="http://schemas.openxmlformats.org/presentationml/2006/main">
  <p:tag name="KSO_WM_UNIT_ADJUSTLAYOUT_ID" val="615"/>
  <p:tag name="KSO_WM_UNIT_HIGHLIGHT" val="0"/>
  <p:tag name="KSO_WM_UNIT_COMPATIBLE" val="0"/>
  <p:tag name="KSO_WM_UNIT_DIAGRAM_ISNUMVISUAL" val="0"/>
  <p:tag name="KSO_WM_UNIT_DIAGRAM_ISREFERUNIT" val="0"/>
  <p:tag name="KSO_WM_UNIT_TYPE" val="i"/>
  <p:tag name="KSO_WM_UNIT_INDEX" val="100"/>
  <p:tag name="KSO_WM_UNIT_ID" val="diagram20198172_1*i*100"/>
  <p:tag name="KSO_WM_TEMPLATE_CATEGORY" val="diagram"/>
  <p:tag name="KSO_WM_TEMPLATE_INDEX" val="20198172"/>
  <p:tag name="KSO_WM_UNIT_LAYERLEVEL" val="1"/>
  <p:tag name="KSO_WM_TAG_VERSION" val="1.0"/>
  <p:tag name="KSO_WM_BEAUTIFY_FLAG" val="#wm#"/>
  <p:tag name="KSO_WM_UNIT_FILL_FORE_SCHEMECOLOR_INDEX_BRIGHTNESS" val="-0.15"/>
  <p:tag name="KSO_WM_UNIT_FILL_FORE_SCHEMECOLOR_INDEX" val="14"/>
  <p:tag name="KSO_WM_UNIT_FILL_TYPE" val="1"/>
  <p:tag name="KSO_WM_UNIT_TEXT_FILL_FORE_SCHEMECOLOR_INDEX_BRIGHTNESS" val="0"/>
  <p:tag name="KSO_WM_UNIT_TEXT_FILL_FORE_SCHEMECOLOR_INDEX" val="2"/>
  <p:tag name="KSO_WM_UNIT_TEXT_FILL_TYPE" val="1"/>
</p:tagLst>
</file>

<file path=ppt/tags/tag1508.xml><?xml version="1.0" encoding="utf-8"?>
<p:tagLst xmlns:p="http://schemas.openxmlformats.org/presentationml/2006/main">
  <p:tag name="KSO_WM_UNIT_ADJUSTLAYOUT_ID" val="616"/>
  <p:tag name="KSO_WM_UNIT_HIGHLIGHT" val="0"/>
  <p:tag name="KSO_WM_UNIT_COMPATIBLE" val="0"/>
  <p:tag name="KSO_WM_UNIT_DIAGRAM_ISNUMVISUAL" val="0"/>
  <p:tag name="KSO_WM_UNIT_DIAGRAM_ISREFERUNIT" val="0"/>
  <p:tag name="KSO_WM_UNIT_TYPE" val="i"/>
  <p:tag name="KSO_WM_UNIT_INDEX" val="2"/>
  <p:tag name="KSO_WM_UNIT_ID" val="diagram20198172_1*i*2"/>
  <p:tag name="KSO_WM_TEMPLATE_CATEGORY" val="diagram"/>
  <p:tag name="KSO_WM_TEMPLATE_INDEX" val="20198172"/>
  <p:tag name="KSO_WM_UNIT_LAYERLEVEL" val="1"/>
  <p:tag name="KSO_WM_TAG_VERSION" val="1.0"/>
  <p:tag name="KSO_WM_BEAUTIFY_FLAG" val="#wm#"/>
  <p:tag name="KSO_WM_UNIT_FILL_FORE_SCHEMECOLOR_INDEX_BRIGHTNESS" val="-0.15"/>
  <p:tag name="KSO_WM_UNIT_FILL_FORE_SCHEMECOLOR_INDEX" val="14"/>
  <p:tag name="KSO_WM_UNIT_FILL_TYPE" val="1"/>
  <p:tag name="KSO_WM_UNIT_TEXT_FILL_FORE_SCHEMECOLOR_INDEX_BRIGHTNESS" val="0"/>
  <p:tag name="KSO_WM_UNIT_TEXT_FILL_FORE_SCHEMECOLOR_INDEX" val="2"/>
  <p:tag name="KSO_WM_UNIT_TEXT_FILL_TYPE" val="1"/>
</p:tagLst>
</file>

<file path=ppt/tags/tag1509.xml><?xml version="1.0" encoding="utf-8"?>
<p:tagLst xmlns:p="http://schemas.openxmlformats.org/presentationml/2006/main">
  <p:tag name="KSO_WM_UNIT_ADJUSTLAYOUT_ID" val="617"/>
  <p:tag name="KSO_WM_UNIT_HIGHLIGHT" val="0"/>
  <p:tag name="KSO_WM_UNIT_COMPATIBLE" val="0"/>
  <p:tag name="KSO_WM_UNIT_DIAGRAM_ISNUMVISUAL" val="0"/>
  <p:tag name="KSO_WM_UNIT_DIAGRAM_ISREFERUNIT" val="0"/>
  <p:tag name="KSO_WM_UNIT_TYPE" val="i"/>
  <p:tag name="KSO_WM_UNIT_INDEX" val="13"/>
  <p:tag name="KSO_WM_UNIT_ID" val="diagram20198172_1*i*13"/>
  <p:tag name="KSO_WM_TEMPLATE_CATEGORY" val="diagram"/>
  <p:tag name="KSO_WM_TEMPLATE_INDEX" val="20198172"/>
  <p:tag name="KSO_WM_UNIT_LAYERLEVEL" val="1"/>
  <p:tag name="KSO_WM_TAG_VERSION" val="1.0"/>
  <p:tag name="KSO_WM_BEAUTIFY_FLAG" val="#wm#"/>
  <p:tag name="KSO_WM_UNIT_FILL_FORE_SCHEMECOLOR_INDEX_BRIGHTNESS" val="-0.15"/>
  <p:tag name="KSO_WM_UNIT_FILL_FORE_SCHEMECOLOR_INDEX" val="14"/>
  <p:tag name="KSO_WM_UNIT_FILL_TYPE" val="1"/>
  <p:tag name="KSO_WM_UNIT_TEXT_FILL_FORE_SCHEMECOLOR_INDEX_BRIGHTNESS" val="0"/>
  <p:tag name="KSO_WM_UNIT_TEXT_FILL_FORE_SCHEMECOLOR_INDEX" val="2"/>
  <p:tag name="KSO_WM_UNIT_TEXT_FILL_TYPE" val="1"/>
</p:tagLst>
</file>

<file path=ppt/tags/tag1510.xml><?xml version="1.0" encoding="utf-8"?>
<p:tagLst xmlns:p="http://schemas.openxmlformats.org/presentationml/2006/main">
  <p:tag name="KSO_WM_UNIT_ADJUSTLAYOUT_ID" val="618"/>
  <p:tag name="KSO_WM_UNIT_HIGHLIGHT" val="0"/>
  <p:tag name="KSO_WM_UNIT_COMPATIBLE" val="0"/>
  <p:tag name="KSO_WM_UNIT_DIAGRAM_ISNUMVISUAL" val="0"/>
  <p:tag name="KSO_WM_UNIT_DIAGRAM_ISREFERUNIT" val="0"/>
  <p:tag name="KSO_WM_UNIT_TYPE" val="i"/>
  <p:tag name="KSO_WM_UNIT_INDEX" val="15"/>
  <p:tag name="KSO_WM_UNIT_ID" val="diagram20198172_1*i*15"/>
  <p:tag name="KSO_WM_TEMPLATE_CATEGORY" val="diagram"/>
  <p:tag name="KSO_WM_TEMPLATE_INDEX" val="20198172"/>
  <p:tag name="KSO_WM_UNIT_LAYERLEVEL" val="1"/>
  <p:tag name="KSO_WM_TAG_VERSION" val="1.0"/>
  <p:tag name="KSO_WM_BEAUTIFY_FLAG" val="#wm#"/>
  <p:tag name="KSO_WM_UNIT_FILL_FORE_SCHEMECOLOR_INDEX_BRIGHTNESS" val="-0.15"/>
  <p:tag name="KSO_WM_UNIT_FILL_FORE_SCHEMECOLOR_INDEX" val="14"/>
  <p:tag name="KSO_WM_UNIT_FILL_TYPE" val="1"/>
  <p:tag name="KSO_WM_UNIT_TEXT_FILL_FORE_SCHEMECOLOR_INDEX_BRIGHTNESS" val="0"/>
  <p:tag name="KSO_WM_UNIT_TEXT_FILL_FORE_SCHEMECOLOR_INDEX" val="2"/>
  <p:tag name="KSO_WM_UNIT_TEXT_FILL_TYPE" val="1"/>
</p:tagLst>
</file>

<file path=ppt/tags/tag1511.xml><?xml version="1.0" encoding="utf-8"?>
<p:tagLst xmlns:p="http://schemas.openxmlformats.org/presentationml/2006/main">
  <p:tag name="KSO_WM_UNIT_ADJUSTLAYOUT_ID" val="619"/>
  <p:tag name="KSO_WM_UNIT_HIGHLIGHT" val="0"/>
  <p:tag name="KSO_WM_UNIT_COMPATIBLE" val="0"/>
  <p:tag name="KSO_WM_UNIT_DIAGRAM_ISNUMVISUAL" val="0"/>
  <p:tag name="KSO_WM_UNIT_DIAGRAM_ISREFERUNIT" val="0"/>
  <p:tag name="KSO_WM_UNIT_TYPE" val="i"/>
  <p:tag name="KSO_WM_UNIT_INDEX" val="16"/>
  <p:tag name="KSO_WM_UNIT_ID" val="diagram20198172_1*i*16"/>
  <p:tag name="KSO_WM_TEMPLATE_CATEGORY" val="diagram"/>
  <p:tag name="KSO_WM_TEMPLATE_INDEX" val="20198172"/>
  <p:tag name="KSO_WM_UNIT_LAYERLEVEL" val="1"/>
  <p:tag name="KSO_WM_TAG_VERSION" val="1.0"/>
  <p:tag name="KSO_WM_BEAUTIFY_FLAG" val="#wm#"/>
  <p:tag name="KSO_WM_UNIT_FILL_FORE_SCHEMECOLOR_INDEX_BRIGHTNESS" val="-0.15"/>
  <p:tag name="KSO_WM_UNIT_FILL_FORE_SCHEMECOLOR_INDEX" val="14"/>
  <p:tag name="KSO_WM_UNIT_FILL_TYPE" val="1"/>
  <p:tag name="KSO_WM_UNIT_TEXT_FILL_FORE_SCHEMECOLOR_INDEX_BRIGHTNESS" val="0"/>
  <p:tag name="KSO_WM_UNIT_TEXT_FILL_FORE_SCHEMECOLOR_INDEX" val="2"/>
  <p:tag name="KSO_WM_UNIT_TEXT_FILL_TYPE" val="1"/>
</p:tagLst>
</file>

<file path=ppt/tags/tag1512.xml><?xml version="1.0" encoding="utf-8"?>
<p:tagLst xmlns:p="http://schemas.openxmlformats.org/presentationml/2006/main">
  <p:tag name="KSO_WM_UNIT_ADJUSTLAYOUT_ID" val="620"/>
  <p:tag name="KSO_WM_UNIT_HIGHLIGHT" val="0"/>
  <p:tag name="KSO_WM_UNIT_COMPATIBLE" val="0"/>
  <p:tag name="KSO_WM_UNIT_DIAGRAM_ISNUMVISUAL" val="0"/>
  <p:tag name="KSO_WM_UNIT_DIAGRAM_ISREFERUNIT" val="0"/>
  <p:tag name="KSO_WM_UNIT_TYPE" val="i"/>
  <p:tag name="KSO_WM_UNIT_INDEX" val="17"/>
  <p:tag name="KSO_WM_UNIT_ID" val="diagram20198172_1*i*17"/>
  <p:tag name="KSO_WM_TEMPLATE_CATEGORY" val="diagram"/>
  <p:tag name="KSO_WM_TEMPLATE_INDEX" val="20198172"/>
  <p:tag name="KSO_WM_UNIT_LAYERLEVEL" val="1"/>
  <p:tag name="KSO_WM_TAG_VERSION" val="1.0"/>
  <p:tag name="KSO_WM_BEAUTIFY_FLAG" val="#wm#"/>
  <p:tag name="KSO_WM_UNIT_FILL_FORE_SCHEMECOLOR_INDEX_BRIGHTNESS" val="-0.15"/>
  <p:tag name="KSO_WM_UNIT_FILL_FORE_SCHEMECOLOR_INDEX" val="14"/>
  <p:tag name="KSO_WM_UNIT_FILL_TYPE" val="1"/>
  <p:tag name="KSO_WM_UNIT_TEXT_FILL_FORE_SCHEMECOLOR_INDEX_BRIGHTNESS" val="0"/>
  <p:tag name="KSO_WM_UNIT_TEXT_FILL_FORE_SCHEMECOLOR_INDEX" val="2"/>
  <p:tag name="KSO_WM_UNIT_TEXT_FILL_TYPE" val="1"/>
</p:tagLst>
</file>

<file path=ppt/tags/tag1513.xml><?xml version="1.0" encoding="utf-8"?>
<p:tagLst xmlns:p="http://schemas.openxmlformats.org/presentationml/2006/main">
  <p:tag name="KSO_WM_UNIT_ADJUSTLAYOUT_ID" val="621"/>
  <p:tag name="KSO_WM_UNIT_HIGHLIGHT" val="0"/>
  <p:tag name="KSO_WM_UNIT_COMPATIBLE" val="0"/>
  <p:tag name="KSO_WM_UNIT_DIAGRAM_ISNUMVISUAL" val="0"/>
  <p:tag name="KSO_WM_UNIT_DIAGRAM_ISREFERUNIT" val="0"/>
  <p:tag name="KSO_WM_UNIT_TYPE" val="i"/>
  <p:tag name="KSO_WM_UNIT_INDEX" val="18"/>
  <p:tag name="KSO_WM_UNIT_ID" val="diagram20198172_1*i*18"/>
  <p:tag name="KSO_WM_TEMPLATE_CATEGORY" val="diagram"/>
  <p:tag name="KSO_WM_TEMPLATE_INDEX" val="20198172"/>
  <p:tag name="KSO_WM_UNIT_LAYERLEVEL" val="1"/>
  <p:tag name="KSO_WM_TAG_VERSION" val="1.0"/>
  <p:tag name="KSO_WM_BEAUTIFY_FLAG" val="#wm#"/>
  <p:tag name="KSO_WM_UNIT_FILL_FORE_SCHEMECOLOR_INDEX_BRIGHTNESS" val="-0.15"/>
  <p:tag name="KSO_WM_UNIT_FILL_FORE_SCHEMECOLOR_INDEX" val="14"/>
  <p:tag name="KSO_WM_UNIT_FILL_TYPE" val="1"/>
  <p:tag name="KSO_WM_UNIT_TEXT_FILL_FORE_SCHEMECOLOR_INDEX_BRIGHTNESS" val="0"/>
  <p:tag name="KSO_WM_UNIT_TEXT_FILL_FORE_SCHEMECOLOR_INDEX" val="2"/>
  <p:tag name="KSO_WM_UNIT_TEXT_FILL_TYPE" val="1"/>
</p:tagLst>
</file>

<file path=ppt/tags/tag1514.xml><?xml version="1.0" encoding="utf-8"?>
<p:tagLst xmlns:p="http://schemas.openxmlformats.org/presentationml/2006/main">
  <p:tag name="KSO_WM_UNIT_ADJUSTLAYOUT_ID" val="602"/>
  <p:tag name="KSO_WM_UNIT_HIGHLIGHT" val="0"/>
  <p:tag name="KSO_WM_UNIT_COMPATIBLE" val="0"/>
  <p:tag name="KSO_WM_UNIT_DIAGRAM_ISNUMVISUAL" val="0"/>
  <p:tag name="KSO_WM_UNIT_DIAGRAM_ISREFERUNIT" val="0"/>
  <p:tag name="KSO_WM_UNIT_TYPE" val="i"/>
  <p:tag name="KSO_WM_UNIT_INDEX" val="19"/>
  <p:tag name="KSO_WM_UNIT_ID" val="diagram20198172_1*i*19"/>
  <p:tag name="KSO_WM_TEMPLATE_CATEGORY" val="diagram"/>
  <p:tag name="KSO_WM_TEMPLATE_INDEX" val="20198172"/>
  <p:tag name="KSO_WM_UNIT_LAYERLEVEL" val="1"/>
  <p:tag name="KSO_WM_TAG_VERSION" val="1.0"/>
  <p:tag name="KSO_WM_BEAUTIFY_FLAG" val="#wm#"/>
  <p:tag name="KSO_WM_UNIT_FILL_FORE_SCHEMECOLOR_INDEX_BRIGHTNESS" val="-0.15"/>
  <p:tag name="KSO_WM_UNIT_FILL_FORE_SCHEMECOLOR_INDEX" val="14"/>
  <p:tag name="KSO_WM_UNIT_FILL_TYPE" val="1"/>
  <p:tag name="KSO_WM_UNIT_TEXT_FILL_FORE_SCHEMECOLOR_INDEX_BRIGHTNESS" val="0"/>
  <p:tag name="KSO_WM_UNIT_TEXT_FILL_FORE_SCHEMECOLOR_INDEX" val="2"/>
  <p:tag name="KSO_WM_UNIT_TEXT_FILL_TYPE" val="1"/>
</p:tagLst>
</file>

<file path=ppt/tags/tag1515.xml><?xml version="1.0" encoding="utf-8"?>
<p:tagLst xmlns:p="http://schemas.openxmlformats.org/presentationml/2006/main">
  <p:tag name="KSO_WM_UNIT_ADJUSTLAYOUT_ID" val="603"/>
  <p:tag name="KSO_WM_UNIT_HIGHLIGHT" val="0"/>
  <p:tag name="KSO_WM_UNIT_COMPATIBLE" val="0"/>
  <p:tag name="KSO_WM_UNIT_DIAGRAM_ISNUMVISUAL" val="0"/>
  <p:tag name="KSO_WM_UNIT_DIAGRAM_ISREFERUNIT" val="0"/>
  <p:tag name="KSO_WM_UNIT_TYPE" val="i"/>
  <p:tag name="KSO_WM_UNIT_INDEX" val="20"/>
  <p:tag name="KSO_WM_UNIT_ID" val="diagram20198172_1*i*20"/>
  <p:tag name="KSO_WM_TEMPLATE_CATEGORY" val="diagram"/>
  <p:tag name="KSO_WM_TEMPLATE_INDEX" val="20198172"/>
  <p:tag name="KSO_WM_UNIT_LAYERLEVEL" val="1"/>
  <p:tag name="KSO_WM_TAG_VERSION" val="1.0"/>
  <p:tag name="KSO_WM_BEAUTIFY_FLAG" val="#wm#"/>
  <p:tag name="KSO_WM_UNIT_FILL_FORE_SCHEMECOLOR_INDEX_BRIGHTNESS" val="-0.15"/>
  <p:tag name="KSO_WM_UNIT_FILL_FORE_SCHEMECOLOR_INDEX" val="14"/>
  <p:tag name="KSO_WM_UNIT_FILL_TYPE" val="1"/>
  <p:tag name="KSO_WM_UNIT_TEXT_FILL_FORE_SCHEMECOLOR_INDEX_BRIGHTNESS" val="0"/>
  <p:tag name="KSO_WM_UNIT_TEXT_FILL_FORE_SCHEMECOLOR_INDEX" val="2"/>
  <p:tag name="KSO_WM_UNIT_TEXT_FILL_TYPE" val="1"/>
</p:tagLst>
</file>

<file path=ppt/tags/tag1516.xml><?xml version="1.0" encoding="utf-8"?>
<p:tagLst xmlns:p="http://schemas.openxmlformats.org/presentationml/2006/main">
  <p:tag name="KSO_WM_UNIT_ADJUSTLAYOUT_ID" val="604"/>
  <p:tag name="KSO_WM_UNIT_HIGHLIGHT" val="0"/>
  <p:tag name="KSO_WM_UNIT_COMPATIBLE" val="0"/>
  <p:tag name="KSO_WM_UNIT_DIAGRAM_ISNUMVISUAL" val="0"/>
  <p:tag name="KSO_WM_UNIT_DIAGRAM_ISREFERUNIT" val="0"/>
  <p:tag name="KSO_WM_UNIT_TYPE" val="i"/>
  <p:tag name="KSO_WM_UNIT_INDEX" val="21"/>
  <p:tag name="KSO_WM_UNIT_ID" val="diagram20198172_1*i*21"/>
  <p:tag name="KSO_WM_TEMPLATE_CATEGORY" val="diagram"/>
  <p:tag name="KSO_WM_TEMPLATE_INDEX" val="20198172"/>
  <p:tag name="KSO_WM_UNIT_LAYERLEVEL" val="1"/>
  <p:tag name="KSO_WM_TAG_VERSION" val="1.0"/>
  <p:tag name="KSO_WM_BEAUTIFY_FLAG" val="#wm#"/>
  <p:tag name="KSO_WM_UNIT_FILL_FORE_SCHEMECOLOR_INDEX_BRIGHTNESS" val="-0.15"/>
  <p:tag name="KSO_WM_UNIT_FILL_FORE_SCHEMECOLOR_INDEX" val="14"/>
  <p:tag name="KSO_WM_UNIT_FILL_TYPE" val="1"/>
  <p:tag name="KSO_WM_UNIT_TEXT_FILL_FORE_SCHEMECOLOR_INDEX_BRIGHTNESS" val="0"/>
  <p:tag name="KSO_WM_UNIT_TEXT_FILL_FORE_SCHEMECOLOR_INDEX" val="2"/>
  <p:tag name="KSO_WM_UNIT_TEXT_FILL_TYPE" val="1"/>
</p:tagLst>
</file>

<file path=ppt/tags/tag1517.xml><?xml version="1.0" encoding="utf-8"?>
<p:tagLst xmlns:p="http://schemas.openxmlformats.org/presentationml/2006/main">
  <p:tag name="KSO_WM_UNIT_ADJUSTLAYOUT_ID" val="605"/>
  <p:tag name="KSO_WM_UNIT_HIGHLIGHT" val="0"/>
  <p:tag name="KSO_WM_UNIT_COMPATIBLE" val="0"/>
  <p:tag name="KSO_WM_UNIT_DIAGRAM_ISNUMVISUAL" val="0"/>
  <p:tag name="KSO_WM_UNIT_DIAGRAM_ISREFERUNIT" val="0"/>
  <p:tag name="KSO_WM_UNIT_TYPE" val="i"/>
  <p:tag name="KSO_WM_UNIT_INDEX" val="22"/>
  <p:tag name="KSO_WM_UNIT_ID" val="diagram20198172_1*i*22"/>
  <p:tag name="KSO_WM_TEMPLATE_CATEGORY" val="diagram"/>
  <p:tag name="KSO_WM_TEMPLATE_INDEX" val="20198172"/>
  <p:tag name="KSO_WM_UNIT_LAYERLEVEL" val="1"/>
  <p:tag name="KSO_WM_TAG_VERSION" val="1.0"/>
  <p:tag name="KSO_WM_BEAUTIFY_FLAG" val="#wm#"/>
  <p:tag name="KSO_WM_UNIT_FILL_FORE_SCHEMECOLOR_INDEX_BRIGHTNESS" val="-0.15"/>
  <p:tag name="KSO_WM_UNIT_FILL_FORE_SCHEMECOLOR_INDEX" val="14"/>
  <p:tag name="KSO_WM_UNIT_FILL_TYPE" val="1"/>
  <p:tag name="KSO_WM_UNIT_TEXT_FILL_FORE_SCHEMECOLOR_INDEX_BRIGHTNESS" val="0"/>
  <p:tag name="KSO_WM_UNIT_TEXT_FILL_FORE_SCHEMECOLOR_INDEX" val="2"/>
  <p:tag name="KSO_WM_UNIT_TEXT_FILL_TYPE" val="1"/>
</p:tagLst>
</file>

<file path=ppt/tags/tag1518.xml><?xml version="1.0" encoding="utf-8"?>
<p:tagLst xmlns:p="http://schemas.openxmlformats.org/presentationml/2006/main">
  <p:tag name="KSO_WM_UNIT_ADJUSTLAYOUT_ID" val="606"/>
  <p:tag name="KSO_WM_UNIT_HIGHLIGHT" val="0"/>
  <p:tag name="KSO_WM_UNIT_COMPATIBLE" val="0"/>
  <p:tag name="KSO_WM_UNIT_DIAGRAM_ISNUMVISUAL" val="0"/>
  <p:tag name="KSO_WM_UNIT_DIAGRAM_ISREFERUNIT" val="0"/>
  <p:tag name="KSO_WM_UNIT_TYPE" val="i"/>
  <p:tag name="KSO_WM_UNIT_INDEX" val="24"/>
  <p:tag name="KSO_WM_UNIT_ID" val="diagram20198172_1*i*24"/>
  <p:tag name="KSO_WM_TEMPLATE_CATEGORY" val="diagram"/>
  <p:tag name="KSO_WM_TEMPLATE_INDEX" val="20198172"/>
  <p:tag name="KSO_WM_UNIT_LAYERLEVEL" val="1"/>
  <p:tag name="KSO_WM_TAG_VERSION" val="1.0"/>
  <p:tag name="KSO_WM_BEAUTIFY_FLAG" val="#wm#"/>
  <p:tag name="KSO_WM_UNIT_FILL_FORE_SCHEMECOLOR_INDEX_BRIGHTNESS" val="-0.15"/>
  <p:tag name="KSO_WM_UNIT_FILL_FORE_SCHEMECOLOR_INDEX" val="14"/>
  <p:tag name="KSO_WM_UNIT_FILL_TYPE" val="1"/>
  <p:tag name="KSO_WM_UNIT_TEXT_FILL_FORE_SCHEMECOLOR_INDEX_BRIGHTNESS" val="0"/>
  <p:tag name="KSO_WM_UNIT_TEXT_FILL_FORE_SCHEMECOLOR_INDEX" val="2"/>
  <p:tag name="KSO_WM_UNIT_TEXT_FILL_TYPE" val="1"/>
</p:tagLst>
</file>

<file path=ppt/tags/tag1519.xml><?xml version="1.0" encoding="utf-8"?>
<p:tagLst xmlns:p="http://schemas.openxmlformats.org/presentationml/2006/main">
  <p:tag name="KSO_WM_UNIT_ADJUSTLAYOUT_ID" val="607"/>
  <p:tag name="KSO_WM_UNIT_HIGHLIGHT" val="0"/>
  <p:tag name="KSO_WM_UNIT_COMPATIBLE" val="0"/>
  <p:tag name="KSO_WM_UNIT_DIAGRAM_ISNUMVISUAL" val="0"/>
  <p:tag name="KSO_WM_UNIT_DIAGRAM_ISREFERUNIT" val="0"/>
  <p:tag name="KSO_WM_UNIT_TYPE" val="i"/>
  <p:tag name="KSO_WM_UNIT_INDEX" val="25"/>
  <p:tag name="KSO_WM_UNIT_ID" val="diagram20198172_1*i*25"/>
  <p:tag name="KSO_WM_TEMPLATE_CATEGORY" val="diagram"/>
  <p:tag name="KSO_WM_TEMPLATE_INDEX" val="20198172"/>
  <p:tag name="KSO_WM_UNIT_LAYERLEVEL" val="1"/>
  <p:tag name="KSO_WM_TAG_VERSION" val="1.0"/>
  <p:tag name="KSO_WM_BEAUTIFY_FLAG" val="#wm#"/>
  <p:tag name="KSO_WM_UNIT_FILL_FORE_SCHEMECOLOR_INDEX_BRIGHTNESS" val="-0.15"/>
  <p:tag name="KSO_WM_UNIT_FILL_FORE_SCHEMECOLOR_INDEX" val="14"/>
  <p:tag name="KSO_WM_UNIT_FILL_TYPE" val="1"/>
  <p:tag name="KSO_WM_UNIT_TEXT_FILL_FORE_SCHEMECOLOR_INDEX_BRIGHTNESS" val="0"/>
  <p:tag name="KSO_WM_UNIT_TEXT_FILL_FORE_SCHEMECOLOR_INDEX" val="2"/>
  <p:tag name="KSO_WM_UNIT_TEXT_FILL_TYPE" val="1"/>
</p:tagLst>
</file>

<file path=ppt/tags/tag1520.xml><?xml version="1.0" encoding="utf-8"?>
<p:tagLst xmlns:p="http://schemas.openxmlformats.org/presentationml/2006/main">
  <p:tag name="KSO_WM_UNIT_ADJUSTLAYOUT_ID" val="608"/>
  <p:tag name="KSO_WM_UNIT_HIGHLIGHT" val="0"/>
  <p:tag name="KSO_WM_UNIT_COMPATIBLE" val="0"/>
  <p:tag name="KSO_WM_UNIT_DIAGRAM_ISNUMVISUAL" val="0"/>
  <p:tag name="KSO_WM_UNIT_DIAGRAM_ISREFERUNIT" val="0"/>
  <p:tag name="KSO_WM_UNIT_TYPE" val="i"/>
  <p:tag name="KSO_WM_UNIT_INDEX" val="26"/>
  <p:tag name="KSO_WM_UNIT_ID" val="diagram20198172_1*i*26"/>
  <p:tag name="KSO_WM_TEMPLATE_CATEGORY" val="diagram"/>
  <p:tag name="KSO_WM_TEMPLATE_INDEX" val="20198172"/>
  <p:tag name="KSO_WM_UNIT_LAYERLEVEL" val="1"/>
  <p:tag name="KSO_WM_TAG_VERSION" val="1.0"/>
  <p:tag name="KSO_WM_BEAUTIFY_FLAG" val="#wm#"/>
  <p:tag name="KSO_WM_UNIT_FILL_FORE_SCHEMECOLOR_INDEX_BRIGHTNESS" val="-0.15"/>
  <p:tag name="KSO_WM_UNIT_FILL_FORE_SCHEMECOLOR_INDEX" val="14"/>
  <p:tag name="KSO_WM_UNIT_FILL_TYPE" val="1"/>
  <p:tag name="KSO_WM_UNIT_TEXT_FILL_FORE_SCHEMECOLOR_INDEX_BRIGHTNESS" val="0"/>
  <p:tag name="KSO_WM_UNIT_TEXT_FILL_FORE_SCHEMECOLOR_INDEX" val="2"/>
  <p:tag name="KSO_WM_UNIT_TEXT_FILL_TYPE" val="1"/>
</p:tagLst>
</file>

<file path=ppt/tags/tag1521.xml><?xml version="1.0" encoding="utf-8"?>
<p:tagLst xmlns:p="http://schemas.openxmlformats.org/presentationml/2006/main">
  <p:tag name="KSO_WM_UNIT_ADJUSTLAYOUT_ID" val="609"/>
  <p:tag name="KSO_WM_UNIT_HIGHLIGHT" val="0"/>
  <p:tag name="KSO_WM_UNIT_COMPATIBLE" val="0"/>
  <p:tag name="KSO_WM_UNIT_DIAGRAM_ISNUMVISUAL" val="0"/>
  <p:tag name="KSO_WM_UNIT_DIAGRAM_ISREFERUNIT" val="0"/>
  <p:tag name="KSO_WM_UNIT_TYPE" val="i"/>
  <p:tag name="KSO_WM_UNIT_INDEX" val="27"/>
  <p:tag name="KSO_WM_UNIT_ID" val="diagram20198172_1*i*27"/>
  <p:tag name="KSO_WM_TEMPLATE_CATEGORY" val="diagram"/>
  <p:tag name="KSO_WM_TEMPLATE_INDEX" val="20198172"/>
  <p:tag name="KSO_WM_UNIT_LAYERLEVEL" val="1"/>
  <p:tag name="KSO_WM_TAG_VERSION" val="1.0"/>
  <p:tag name="KSO_WM_BEAUTIFY_FLAG" val="#wm#"/>
  <p:tag name="KSO_WM_UNIT_FILL_FORE_SCHEMECOLOR_INDEX_BRIGHTNESS" val="-0.15"/>
  <p:tag name="KSO_WM_UNIT_FILL_FORE_SCHEMECOLOR_INDEX" val="14"/>
  <p:tag name="KSO_WM_UNIT_FILL_TYPE" val="1"/>
  <p:tag name="KSO_WM_UNIT_TEXT_FILL_FORE_SCHEMECOLOR_INDEX_BRIGHTNESS" val="0"/>
  <p:tag name="KSO_WM_UNIT_TEXT_FILL_FORE_SCHEMECOLOR_INDEX" val="2"/>
  <p:tag name="KSO_WM_UNIT_TEXT_FILL_TYPE" val="1"/>
</p:tagLst>
</file>

<file path=ppt/tags/tag1522.xml><?xml version="1.0" encoding="utf-8"?>
<p:tagLst xmlns:p="http://schemas.openxmlformats.org/presentationml/2006/main">
  <p:tag name="KSO_WM_UNIT_ADJUSTLAYOUT_ID" val="610"/>
  <p:tag name="KSO_WM_UNIT_HIGHLIGHT" val="0"/>
  <p:tag name="KSO_WM_UNIT_COMPATIBLE" val="0"/>
  <p:tag name="KSO_WM_UNIT_DIAGRAM_ISNUMVISUAL" val="0"/>
  <p:tag name="KSO_WM_UNIT_DIAGRAM_ISREFERUNIT" val="0"/>
  <p:tag name="KSO_WM_UNIT_TYPE" val="i"/>
  <p:tag name="KSO_WM_UNIT_INDEX" val="28"/>
  <p:tag name="KSO_WM_UNIT_ID" val="diagram20198172_1*i*28"/>
  <p:tag name="KSO_WM_TEMPLATE_CATEGORY" val="diagram"/>
  <p:tag name="KSO_WM_TEMPLATE_INDEX" val="20198172"/>
  <p:tag name="KSO_WM_UNIT_LAYERLEVEL" val="1"/>
  <p:tag name="KSO_WM_TAG_VERSION" val="1.0"/>
  <p:tag name="KSO_WM_BEAUTIFY_FLAG" val="#wm#"/>
  <p:tag name="KSO_WM_UNIT_FILL_FORE_SCHEMECOLOR_INDEX_BRIGHTNESS" val="-0.15"/>
  <p:tag name="KSO_WM_UNIT_FILL_FORE_SCHEMECOLOR_INDEX" val="14"/>
  <p:tag name="KSO_WM_UNIT_FILL_TYPE" val="1"/>
  <p:tag name="KSO_WM_UNIT_TEXT_FILL_FORE_SCHEMECOLOR_INDEX_BRIGHTNESS" val="0"/>
  <p:tag name="KSO_WM_UNIT_TEXT_FILL_FORE_SCHEMECOLOR_INDEX" val="2"/>
  <p:tag name="KSO_WM_UNIT_TEXT_FILL_TYPE" val="1"/>
</p:tagLst>
</file>

<file path=ppt/tags/tag1523.xml><?xml version="1.0" encoding="utf-8"?>
<p:tagLst xmlns:p="http://schemas.openxmlformats.org/presentationml/2006/main">
  <p:tag name="KSO_WM_UNIT_ADJUSTLAYOUT_ID" val="611"/>
  <p:tag name="KSO_WM_UNIT_HIGHLIGHT" val="0"/>
  <p:tag name="KSO_WM_UNIT_COMPATIBLE" val="0"/>
  <p:tag name="KSO_WM_UNIT_DIAGRAM_ISNUMVISUAL" val="0"/>
  <p:tag name="KSO_WM_UNIT_DIAGRAM_ISREFERUNIT" val="0"/>
  <p:tag name="KSO_WM_UNIT_TYPE" val="i"/>
  <p:tag name="KSO_WM_UNIT_INDEX" val="29"/>
  <p:tag name="KSO_WM_UNIT_ID" val="diagram20198172_1*i*29"/>
  <p:tag name="KSO_WM_TEMPLATE_CATEGORY" val="diagram"/>
  <p:tag name="KSO_WM_TEMPLATE_INDEX" val="20198172"/>
  <p:tag name="KSO_WM_UNIT_LAYERLEVEL" val="1"/>
  <p:tag name="KSO_WM_TAG_VERSION" val="1.0"/>
  <p:tag name="KSO_WM_BEAUTIFY_FLAG" val="#wm#"/>
  <p:tag name="KSO_WM_UNIT_FILL_FORE_SCHEMECOLOR_INDEX_BRIGHTNESS" val="-0.15"/>
  <p:tag name="KSO_WM_UNIT_FILL_FORE_SCHEMECOLOR_INDEX" val="14"/>
  <p:tag name="KSO_WM_UNIT_FILL_TYPE" val="1"/>
  <p:tag name="KSO_WM_UNIT_TEXT_FILL_FORE_SCHEMECOLOR_INDEX_BRIGHTNESS" val="0"/>
  <p:tag name="KSO_WM_UNIT_TEXT_FILL_FORE_SCHEMECOLOR_INDEX" val="2"/>
  <p:tag name="KSO_WM_UNIT_TEXT_FILL_TYPE" val="1"/>
</p:tagLst>
</file>

<file path=ppt/tags/tag1524.xml><?xml version="1.0" encoding="utf-8"?>
<p:tagLst xmlns:p="http://schemas.openxmlformats.org/presentationml/2006/main">
  <p:tag name="KSO_WM_UNIT_ADJUSTLAYOUT_ID" val="592"/>
  <p:tag name="KSO_WM_UNIT_HIGHLIGHT" val="0"/>
  <p:tag name="KSO_WM_UNIT_COMPATIBLE" val="0"/>
  <p:tag name="KSO_WM_UNIT_DIAGRAM_ISNUMVISUAL" val="0"/>
  <p:tag name="KSO_WM_UNIT_DIAGRAM_ISREFERUNIT" val="0"/>
  <p:tag name="KSO_WM_UNIT_TYPE" val="i"/>
  <p:tag name="KSO_WM_UNIT_INDEX" val="30"/>
  <p:tag name="KSO_WM_UNIT_ID" val="diagram20198172_1*i*30"/>
  <p:tag name="KSO_WM_TEMPLATE_CATEGORY" val="diagram"/>
  <p:tag name="KSO_WM_TEMPLATE_INDEX" val="20198172"/>
  <p:tag name="KSO_WM_UNIT_LAYERLEVEL" val="1"/>
  <p:tag name="KSO_WM_TAG_VERSION" val="1.0"/>
  <p:tag name="KSO_WM_BEAUTIFY_FLAG" val="#wm#"/>
  <p:tag name="KSO_WM_UNIT_FILL_FORE_SCHEMECOLOR_INDEX_BRIGHTNESS" val="-0.15"/>
  <p:tag name="KSO_WM_UNIT_FILL_FORE_SCHEMECOLOR_INDEX" val="14"/>
  <p:tag name="KSO_WM_UNIT_FILL_TYPE" val="1"/>
  <p:tag name="KSO_WM_UNIT_TEXT_FILL_FORE_SCHEMECOLOR_INDEX_BRIGHTNESS" val="0"/>
  <p:tag name="KSO_WM_UNIT_TEXT_FILL_FORE_SCHEMECOLOR_INDEX" val="2"/>
  <p:tag name="KSO_WM_UNIT_TEXT_FILL_TYPE" val="1"/>
</p:tagLst>
</file>

<file path=ppt/tags/tag1525.xml><?xml version="1.0" encoding="utf-8"?>
<p:tagLst xmlns:p="http://schemas.openxmlformats.org/presentationml/2006/main">
  <p:tag name="KSO_WM_UNIT_ADJUSTLAYOUT_ID" val="593"/>
  <p:tag name="KSO_WM_UNIT_HIGHLIGHT" val="0"/>
  <p:tag name="KSO_WM_UNIT_COMPATIBLE" val="0"/>
  <p:tag name="KSO_WM_UNIT_DIAGRAM_ISNUMVISUAL" val="0"/>
  <p:tag name="KSO_WM_UNIT_DIAGRAM_ISREFERUNIT" val="0"/>
  <p:tag name="KSO_WM_UNIT_TYPE" val="i"/>
  <p:tag name="KSO_WM_UNIT_INDEX" val="31"/>
  <p:tag name="KSO_WM_UNIT_ID" val="diagram20198172_1*i*31"/>
  <p:tag name="KSO_WM_TEMPLATE_CATEGORY" val="diagram"/>
  <p:tag name="KSO_WM_TEMPLATE_INDEX" val="20198172"/>
  <p:tag name="KSO_WM_UNIT_LAYERLEVEL" val="1"/>
  <p:tag name="KSO_WM_TAG_VERSION" val="1.0"/>
  <p:tag name="KSO_WM_BEAUTIFY_FLAG" val="#wm#"/>
  <p:tag name="KSO_WM_UNIT_FILL_FORE_SCHEMECOLOR_INDEX_BRIGHTNESS" val="-0.15"/>
  <p:tag name="KSO_WM_UNIT_FILL_FORE_SCHEMECOLOR_INDEX" val="14"/>
  <p:tag name="KSO_WM_UNIT_FILL_TYPE" val="1"/>
  <p:tag name="KSO_WM_UNIT_TEXT_FILL_FORE_SCHEMECOLOR_INDEX_BRIGHTNESS" val="0"/>
  <p:tag name="KSO_WM_UNIT_TEXT_FILL_FORE_SCHEMECOLOR_INDEX" val="2"/>
  <p:tag name="KSO_WM_UNIT_TEXT_FILL_TYPE" val="1"/>
</p:tagLst>
</file>

<file path=ppt/tags/tag1526.xml><?xml version="1.0" encoding="utf-8"?>
<p:tagLst xmlns:p="http://schemas.openxmlformats.org/presentationml/2006/main">
  <p:tag name="KSO_WM_UNIT_ADJUSTLAYOUT_ID" val="594"/>
  <p:tag name="KSO_WM_UNIT_HIGHLIGHT" val="0"/>
  <p:tag name="KSO_WM_UNIT_COMPATIBLE" val="0"/>
  <p:tag name="KSO_WM_UNIT_DIAGRAM_ISNUMVISUAL" val="0"/>
  <p:tag name="KSO_WM_UNIT_DIAGRAM_ISREFERUNIT" val="0"/>
  <p:tag name="KSO_WM_UNIT_TYPE" val="i"/>
  <p:tag name="KSO_WM_UNIT_INDEX" val="32"/>
  <p:tag name="KSO_WM_UNIT_ID" val="diagram20198172_1*i*32"/>
  <p:tag name="KSO_WM_TEMPLATE_CATEGORY" val="diagram"/>
  <p:tag name="KSO_WM_TEMPLATE_INDEX" val="20198172"/>
  <p:tag name="KSO_WM_UNIT_LAYERLEVEL" val="1"/>
  <p:tag name="KSO_WM_TAG_VERSION" val="1.0"/>
  <p:tag name="KSO_WM_BEAUTIFY_FLAG" val="#wm#"/>
  <p:tag name="KSO_WM_UNIT_FILL_FORE_SCHEMECOLOR_INDEX_BRIGHTNESS" val="-0.15"/>
  <p:tag name="KSO_WM_UNIT_FILL_FORE_SCHEMECOLOR_INDEX" val="14"/>
  <p:tag name="KSO_WM_UNIT_FILL_TYPE" val="1"/>
  <p:tag name="KSO_WM_UNIT_TEXT_FILL_FORE_SCHEMECOLOR_INDEX_BRIGHTNESS" val="0"/>
  <p:tag name="KSO_WM_UNIT_TEXT_FILL_FORE_SCHEMECOLOR_INDEX" val="2"/>
  <p:tag name="KSO_WM_UNIT_TEXT_FILL_TYPE" val="1"/>
</p:tagLst>
</file>

<file path=ppt/tags/tag1527.xml><?xml version="1.0" encoding="utf-8"?>
<p:tagLst xmlns:p="http://schemas.openxmlformats.org/presentationml/2006/main">
  <p:tag name="KSO_WM_UNIT_ADJUSTLAYOUT_ID" val="595"/>
  <p:tag name="KSO_WM_UNIT_HIGHLIGHT" val="0"/>
  <p:tag name="KSO_WM_UNIT_COMPATIBLE" val="0"/>
  <p:tag name="KSO_WM_UNIT_DIAGRAM_ISNUMVISUAL" val="0"/>
  <p:tag name="KSO_WM_UNIT_DIAGRAM_ISREFERUNIT" val="0"/>
  <p:tag name="KSO_WM_UNIT_TYPE" val="i"/>
  <p:tag name="KSO_WM_UNIT_INDEX" val="33"/>
  <p:tag name="KSO_WM_UNIT_ID" val="diagram20198172_1*i*33"/>
  <p:tag name="KSO_WM_TEMPLATE_CATEGORY" val="diagram"/>
  <p:tag name="KSO_WM_TEMPLATE_INDEX" val="20198172"/>
  <p:tag name="KSO_WM_UNIT_LAYERLEVEL" val="1"/>
  <p:tag name="KSO_WM_TAG_VERSION" val="1.0"/>
  <p:tag name="KSO_WM_BEAUTIFY_FLAG" val="#wm#"/>
  <p:tag name="KSO_WM_UNIT_FILL_FORE_SCHEMECOLOR_INDEX_BRIGHTNESS" val="-0.15"/>
  <p:tag name="KSO_WM_UNIT_FILL_FORE_SCHEMECOLOR_INDEX" val="14"/>
  <p:tag name="KSO_WM_UNIT_FILL_TYPE" val="1"/>
  <p:tag name="KSO_WM_UNIT_TEXT_FILL_FORE_SCHEMECOLOR_INDEX_BRIGHTNESS" val="0"/>
  <p:tag name="KSO_WM_UNIT_TEXT_FILL_FORE_SCHEMECOLOR_INDEX" val="2"/>
  <p:tag name="KSO_WM_UNIT_TEXT_FILL_TYPE" val="1"/>
</p:tagLst>
</file>

<file path=ppt/tags/tag1528.xml><?xml version="1.0" encoding="utf-8"?>
<p:tagLst xmlns:p="http://schemas.openxmlformats.org/presentationml/2006/main">
  <p:tag name="KSO_WM_UNIT_ADJUSTLAYOUT_ID" val="596"/>
  <p:tag name="KSO_WM_UNIT_HIGHLIGHT" val="0"/>
  <p:tag name="KSO_WM_UNIT_COMPATIBLE" val="0"/>
  <p:tag name="KSO_WM_UNIT_DIAGRAM_ISNUMVISUAL" val="0"/>
  <p:tag name="KSO_WM_UNIT_DIAGRAM_ISREFERUNIT" val="0"/>
  <p:tag name="KSO_WM_UNIT_TYPE" val="i"/>
  <p:tag name="KSO_WM_UNIT_INDEX" val="35"/>
  <p:tag name="KSO_WM_UNIT_ID" val="diagram20198172_1*i*35"/>
  <p:tag name="KSO_WM_TEMPLATE_CATEGORY" val="diagram"/>
  <p:tag name="KSO_WM_TEMPLATE_INDEX" val="20198172"/>
  <p:tag name="KSO_WM_UNIT_LAYERLEVEL" val="1"/>
  <p:tag name="KSO_WM_TAG_VERSION" val="1.0"/>
  <p:tag name="KSO_WM_BEAUTIFY_FLAG" val="#wm#"/>
  <p:tag name="KSO_WM_UNIT_FILL_FORE_SCHEMECOLOR_INDEX_BRIGHTNESS" val="-0.15"/>
  <p:tag name="KSO_WM_UNIT_FILL_FORE_SCHEMECOLOR_INDEX" val="14"/>
  <p:tag name="KSO_WM_UNIT_FILL_TYPE" val="1"/>
  <p:tag name="KSO_WM_UNIT_TEXT_FILL_FORE_SCHEMECOLOR_INDEX_BRIGHTNESS" val="0"/>
  <p:tag name="KSO_WM_UNIT_TEXT_FILL_FORE_SCHEMECOLOR_INDEX" val="2"/>
  <p:tag name="KSO_WM_UNIT_TEXT_FILL_TYPE" val="1"/>
</p:tagLst>
</file>

<file path=ppt/tags/tag1529.xml><?xml version="1.0" encoding="utf-8"?>
<p:tagLst xmlns:p="http://schemas.openxmlformats.org/presentationml/2006/main">
  <p:tag name="KSO_WM_UNIT_ADJUSTLAYOUT_ID" val="597"/>
  <p:tag name="KSO_WM_UNIT_HIGHLIGHT" val="0"/>
  <p:tag name="KSO_WM_UNIT_COMPATIBLE" val="0"/>
  <p:tag name="KSO_WM_UNIT_DIAGRAM_ISNUMVISUAL" val="0"/>
  <p:tag name="KSO_WM_UNIT_DIAGRAM_ISREFERUNIT" val="0"/>
  <p:tag name="KSO_WM_UNIT_TYPE" val="i"/>
  <p:tag name="KSO_WM_UNIT_INDEX" val="36"/>
  <p:tag name="KSO_WM_UNIT_ID" val="diagram20198172_1*i*36"/>
  <p:tag name="KSO_WM_TEMPLATE_CATEGORY" val="diagram"/>
  <p:tag name="KSO_WM_TEMPLATE_INDEX" val="20198172"/>
  <p:tag name="KSO_WM_UNIT_LAYERLEVEL" val="1"/>
  <p:tag name="KSO_WM_TAG_VERSION" val="1.0"/>
  <p:tag name="KSO_WM_BEAUTIFY_FLAG" val="#wm#"/>
  <p:tag name="KSO_WM_UNIT_FILL_FORE_SCHEMECOLOR_INDEX_BRIGHTNESS" val="-0.15"/>
  <p:tag name="KSO_WM_UNIT_FILL_FORE_SCHEMECOLOR_INDEX" val="14"/>
  <p:tag name="KSO_WM_UNIT_FILL_TYPE" val="1"/>
  <p:tag name="KSO_WM_UNIT_TEXT_FILL_FORE_SCHEMECOLOR_INDEX_BRIGHTNESS" val="0"/>
  <p:tag name="KSO_WM_UNIT_TEXT_FILL_FORE_SCHEMECOLOR_INDEX" val="2"/>
  <p:tag name="KSO_WM_UNIT_TEXT_FILL_TYPE" val="1"/>
</p:tagLst>
</file>

<file path=ppt/tags/tag1530.xml><?xml version="1.0" encoding="utf-8"?>
<p:tagLst xmlns:p="http://schemas.openxmlformats.org/presentationml/2006/main">
  <p:tag name="KSO_WM_UNIT_ADJUSTLAYOUT_ID" val="598"/>
  <p:tag name="KSO_WM_UNIT_HIGHLIGHT" val="0"/>
  <p:tag name="KSO_WM_UNIT_COMPATIBLE" val="0"/>
  <p:tag name="KSO_WM_UNIT_DIAGRAM_ISNUMVISUAL" val="0"/>
  <p:tag name="KSO_WM_UNIT_DIAGRAM_ISREFERUNIT" val="0"/>
  <p:tag name="KSO_WM_UNIT_TYPE" val="i"/>
  <p:tag name="KSO_WM_UNIT_INDEX" val="37"/>
  <p:tag name="KSO_WM_UNIT_ID" val="diagram20198172_1*i*37"/>
  <p:tag name="KSO_WM_TEMPLATE_CATEGORY" val="diagram"/>
  <p:tag name="KSO_WM_TEMPLATE_INDEX" val="20198172"/>
  <p:tag name="KSO_WM_UNIT_LAYERLEVEL" val="1"/>
  <p:tag name="KSO_WM_TAG_VERSION" val="1.0"/>
  <p:tag name="KSO_WM_BEAUTIFY_FLAG" val="#wm#"/>
  <p:tag name="KSO_WM_UNIT_FILL_FORE_SCHEMECOLOR_INDEX_BRIGHTNESS" val="-0.15"/>
  <p:tag name="KSO_WM_UNIT_FILL_FORE_SCHEMECOLOR_INDEX" val="14"/>
  <p:tag name="KSO_WM_UNIT_FILL_TYPE" val="1"/>
  <p:tag name="KSO_WM_UNIT_TEXT_FILL_FORE_SCHEMECOLOR_INDEX_BRIGHTNESS" val="0"/>
  <p:tag name="KSO_WM_UNIT_TEXT_FILL_FORE_SCHEMECOLOR_INDEX" val="2"/>
  <p:tag name="KSO_WM_UNIT_TEXT_FILL_TYPE" val="1"/>
</p:tagLst>
</file>

<file path=ppt/tags/tag1531.xml><?xml version="1.0" encoding="utf-8"?>
<p:tagLst xmlns:p="http://schemas.openxmlformats.org/presentationml/2006/main">
  <p:tag name="KSO_WM_UNIT_ADJUSTLAYOUT_ID" val="599"/>
  <p:tag name="KSO_WM_UNIT_HIGHLIGHT" val="0"/>
  <p:tag name="KSO_WM_UNIT_COMPATIBLE" val="0"/>
  <p:tag name="KSO_WM_UNIT_DIAGRAM_ISNUMVISUAL" val="0"/>
  <p:tag name="KSO_WM_UNIT_DIAGRAM_ISREFERUNIT" val="0"/>
  <p:tag name="KSO_WM_UNIT_TYPE" val="i"/>
  <p:tag name="KSO_WM_UNIT_INDEX" val="38"/>
  <p:tag name="KSO_WM_UNIT_ID" val="diagram20198172_1*i*38"/>
  <p:tag name="KSO_WM_TEMPLATE_CATEGORY" val="diagram"/>
  <p:tag name="KSO_WM_TEMPLATE_INDEX" val="20198172"/>
  <p:tag name="KSO_WM_UNIT_LAYERLEVEL" val="1"/>
  <p:tag name="KSO_WM_TAG_VERSION" val="1.0"/>
  <p:tag name="KSO_WM_BEAUTIFY_FLAG" val="#wm#"/>
  <p:tag name="KSO_WM_UNIT_FILL_FORE_SCHEMECOLOR_INDEX_BRIGHTNESS" val="-0.15"/>
  <p:tag name="KSO_WM_UNIT_FILL_FORE_SCHEMECOLOR_INDEX" val="14"/>
  <p:tag name="KSO_WM_UNIT_FILL_TYPE" val="1"/>
  <p:tag name="KSO_WM_UNIT_TEXT_FILL_FORE_SCHEMECOLOR_INDEX_BRIGHTNESS" val="0"/>
  <p:tag name="KSO_WM_UNIT_TEXT_FILL_FORE_SCHEMECOLOR_INDEX" val="2"/>
  <p:tag name="KSO_WM_UNIT_TEXT_FILL_TYPE" val="1"/>
</p:tagLst>
</file>

<file path=ppt/tags/tag1532.xml><?xml version="1.0" encoding="utf-8"?>
<p:tagLst xmlns:p="http://schemas.openxmlformats.org/presentationml/2006/main">
  <p:tag name="KSO_WM_UNIT_ADJUSTLAYOUT_ID" val="600"/>
  <p:tag name="KSO_WM_UNIT_HIGHLIGHT" val="0"/>
  <p:tag name="KSO_WM_UNIT_COMPATIBLE" val="0"/>
  <p:tag name="KSO_WM_UNIT_DIAGRAM_ISNUMVISUAL" val="0"/>
  <p:tag name="KSO_WM_UNIT_DIAGRAM_ISREFERUNIT" val="0"/>
  <p:tag name="KSO_WM_UNIT_TYPE" val="i"/>
  <p:tag name="KSO_WM_UNIT_INDEX" val="39"/>
  <p:tag name="KSO_WM_UNIT_ID" val="diagram20198172_1*i*39"/>
  <p:tag name="KSO_WM_TEMPLATE_CATEGORY" val="diagram"/>
  <p:tag name="KSO_WM_TEMPLATE_INDEX" val="20198172"/>
  <p:tag name="KSO_WM_UNIT_LAYERLEVEL" val="1"/>
  <p:tag name="KSO_WM_TAG_VERSION" val="1.0"/>
  <p:tag name="KSO_WM_BEAUTIFY_FLAG" val="#wm#"/>
  <p:tag name="KSO_WM_UNIT_FILL_FORE_SCHEMECOLOR_INDEX_BRIGHTNESS" val="-0.15"/>
  <p:tag name="KSO_WM_UNIT_FILL_FORE_SCHEMECOLOR_INDEX" val="14"/>
  <p:tag name="KSO_WM_UNIT_FILL_TYPE" val="1"/>
  <p:tag name="KSO_WM_UNIT_TEXT_FILL_FORE_SCHEMECOLOR_INDEX_BRIGHTNESS" val="0"/>
  <p:tag name="KSO_WM_UNIT_TEXT_FILL_FORE_SCHEMECOLOR_INDEX" val="2"/>
  <p:tag name="KSO_WM_UNIT_TEXT_FILL_TYPE" val="1"/>
</p:tagLst>
</file>

<file path=ppt/tags/tag1533.xml><?xml version="1.0" encoding="utf-8"?>
<p:tagLst xmlns:p="http://schemas.openxmlformats.org/presentationml/2006/main">
  <p:tag name="KSO_WM_UNIT_ADJUSTLAYOUT_ID" val="601"/>
  <p:tag name="KSO_WM_UNIT_HIGHLIGHT" val="0"/>
  <p:tag name="KSO_WM_UNIT_COMPATIBLE" val="0"/>
  <p:tag name="KSO_WM_UNIT_DIAGRAM_ISNUMVISUAL" val="0"/>
  <p:tag name="KSO_WM_UNIT_DIAGRAM_ISREFERUNIT" val="0"/>
  <p:tag name="KSO_WM_UNIT_TYPE" val="i"/>
  <p:tag name="KSO_WM_UNIT_INDEX" val="40"/>
  <p:tag name="KSO_WM_UNIT_ID" val="diagram20198172_1*i*40"/>
  <p:tag name="KSO_WM_TEMPLATE_CATEGORY" val="diagram"/>
  <p:tag name="KSO_WM_TEMPLATE_INDEX" val="20198172"/>
  <p:tag name="KSO_WM_UNIT_LAYERLEVEL" val="1"/>
  <p:tag name="KSO_WM_TAG_VERSION" val="1.0"/>
  <p:tag name="KSO_WM_BEAUTIFY_FLAG" val="#wm#"/>
  <p:tag name="KSO_WM_UNIT_FILL_FORE_SCHEMECOLOR_INDEX_BRIGHTNESS" val="-0.15"/>
  <p:tag name="KSO_WM_UNIT_FILL_FORE_SCHEMECOLOR_INDEX" val="14"/>
  <p:tag name="KSO_WM_UNIT_FILL_TYPE" val="1"/>
  <p:tag name="KSO_WM_UNIT_TEXT_FILL_FORE_SCHEMECOLOR_INDEX_BRIGHTNESS" val="0"/>
  <p:tag name="KSO_WM_UNIT_TEXT_FILL_FORE_SCHEMECOLOR_INDEX" val="2"/>
  <p:tag name="KSO_WM_UNIT_TEXT_FILL_TYPE" val="1"/>
</p:tagLst>
</file>

<file path=ppt/tags/tag1534.xml><?xml version="1.0" encoding="utf-8"?>
<p:tagLst xmlns:p="http://schemas.openxmlformats.org/presentationml/2006/main">
  <p:tag name="KSO_WM_UNIT_ADJUSTLAYOUT_ID" val="582"/>
  <p:tag name="KSO_WM_UNIT_HIGHLIGHT" val="0"/>
  <p:tag name="KSO_WM_UNIT_COMPATIBLE" val="0"/>
  <p:tag name="KSO_WM_UNIT_DIAGRAM_ISNUMVISUAL" val="0"/>
  <p:tag name="KSO_WM_UNIT_DIAGRAM_ISREFERUNIT" val="0"/>
  <p:tag name="KSO_WM_UNIT_TYPE" val="i"/>
  <p:tag name="KSO_WM_UNIT_INDEX" val="41"/>
  <p:tag name="KSO_WM_UNIT_ID" val="diagram20198172_1*i*41"/>
  <p:tag name="KSO_WM_TEMPLATE_CATEGORY" val="diagram"/>
  <p:tag name="KSO_WM_TEMPLATE_INDEX" val="20198172"/>
  <p:tag name="KSO_WM_UNIT_LAYERLEVEL" val="1"/>
  <p:tag name="KSO_WM_TAG_VERSION" val="1.0"/>
  <p:tag name="KSO_WM_BEAUTIFY_FLAG" val="#wm#"/>
  <p:tag name="KSO_WM_UNIT_FILL_FORE_SCHEMECOLOR_INDEX_BRIGHTNESS" val="-0.15"/>
  <p:tag name="KSO_WM_UNIT_FILL_FORE_SCHEMECOLOR_INDEX" val="14"/>
  <p:tag name="KSO_WM_UNIT_FILL_TYPE" val="1"/>
  <p:tag name="KSO_WM_UNIT_TEXT_FILL_FORE_SCHEMECOLOR_INDEX_BRIGHTNESS" val="0"/>
  <p:tag name="KSO_WM_UNIT_TEXT_FILL_FORE_SCHEMECOLOR_INDEX" val="2"/>
  <p:tag name="KSO_WM_UNIT_TEXT_FILL_TYPE" val="1"/>
</p:tagLst>
</file>

<file path=ppt/tags/tag1535.xml><?xml version="1.0" encoding="utf-8"?>
<p:tagLst xmlns:p="http://schemas.openxmlformats.org/presentationml/2006/main">
  <p:tag name="KSO_WM_UNIT_ADJUSTLAYOUT_ID" val="583"/>
  <p:tag name="KSO_WM_UNIT_HIGHLIGHT" val="0"/>
  <p:tag name="KSO_WM_UNIT_COMPATIBLE" val="0"/>
  <p:tag name="KSO_WM_UNIT_DIAGRAM_ISNUMVISUAL" val="0"/>
  <p:tag name="KSO_WM_UNIT_DIAGRAM_ISREFERUNIT" val="0"/>
  <p:tag name="KSO_WM_UNIT_TYPE" val="i"/>
  <p:tag name="KSO_WM_UNIT_INDEX" val="42"/>
  <p:tag name="KSO_WM_UNIT_ID" val="diagram20198172_1*i*42"/>
  <p:tag name="KSO_WM_TEMPLATE_CATEGORY" val="diagram"/>
  <p:tag name="KSO_WM_TEMPLATE_INDEX" val="20198172"/>
  <p:tag name="KSO_WM_UNIT_LAYERLEVEL" val="1"/>
  <p:tag name="KSO_WM_TAG_VERSION" val="1.0"/>
  <p:tag name="KSO_WM_BEAUTIFY_FLAG" val="#wm#"/>
  <p:tag name="KSO_WM_UNIT_FILL_FORE_SCHEMECOLOR_INDEX_BRIGHTNESS" val="-0.15"/>
  <p:tag name="KSO_WM_UNIT_FILL_FORE_SCHEMECOLOR_INDEX" val="14"/>
  <p:tag name="KSO_WM_UNIT_FILL_TYPE" val="1"/>
  <p:tag name="KSO_WM_UNIT_TEXT_FILL_FORE_SCHEMECOLOR_INDEX_BRIGHTNESS" val="0"/>
  <p:tag name="KSO_WM_UNIT_TEXT_FILL_FORE_SCHEMECOLOR_INDEX" val="2"/>
  <p:tag name="KSO_WM_UNIT_TEXT_FILL_TYPE" val="1"/>
</p:tagLst>
</file>

<file path=ppt/tags/tag1536.xml><?xml version="1.0" encoding="utf-8"?>
<p:tagLst xmlns:p="http://schemas.openxmlformats.org/presentationml/2006/main">
  <p:tag name="KSO_WM_UNIT_ADJUSTLAYOUT_ID" val="584"/>
  <p:tag name="KSO_WM_UNIT_HIGHLIGHT" val="0"/>
  <p:tag name="KSO_WM_UNIT_COMPATIBLE" val="0"/>
  <p:tag name="KSO_WM_UNIT_DIAGRAM_ISNUMVISUAL" val="0"/>
  <p:tag name="KSO_WM_UNIT_DIAGRAM_ISREFERUNIT" val="0"/>
  <p:tag name="KSO_WM_UNIT_TYPE" val="i"/>
  <p:tag name="KSO_WM_UNIT_INDEX" val="43"/>
  <p:tag name="KSO_WM_UNIT_ID" val="diagram20198172_1*i*43"/>
  <p:tag name="KSO_WM_TEMPLATE_CATEGORY" val="diagram"/>
  <p:tag name="KSO_WM_TEMPLATE_INDEX" val="20198172"/>
  <p:tag name="KSO_WM_UNIT_LAYERLEVEL" val="1"/>
  <p:tag name="KSO_WM_TAG_VERSION" val="1.0"/>
  <p:tag name="KSO_WM_BEAUTIFY_FLAG" val="#wm#"/>
  <p:tag name="KSO_WM_UNIT_FILL_FORE_SCHEMECOLOR_INDEX_BRIGHTNESS" val="-0.15"/>
  <p:tag name="KSO_WM_UNIT_FILL_FORE_SCHEMECOLOR_INDEX" val="14"/>
  <p:tag name="KSO_WM_UNIT_FILL_TYPE" val="1"/>
  <p:tag name="KSO_WM_UNIT_TEXT_FILL_FORE_SCHEMECOLOR_INDEX_BRIGHTNESS" val="0"/>
  <p:tag name="KSO_WM_UNIT_TEXT_FILL_FORE_SCHEMECOLOR_INDEX" val="2"/>
  <p:tag name="KSO_WM_UNIT_TEXT_FILL_TYPE" val="1"/>
</p:tagLst>
</file>

<file path=ppt/tags/tag1537.xml><?xml version="1.0" encoding="utf-8"?>
<p:tagLst xmlns:p="http://schemas.openxmlformats.org/presentationml/2006/main">
  <p:tag name="KSO_WM_UNIT_ADJUSTLAYOUT_ID" val="585"/>
  <p:tag name="KSO_WM_UNIT_HIGHLIGHT" val="0"/>
  <p:tag name="KSO_WM_UNIT_COMPATIBLE" val="0"/>
  <p:tag name="KSO_WM_UNIT_DIAGRAM_ISNUMVISUAL" val="0"/>
  <p:tag name="KSO_WM_UNIT_DIAGRAM_ISREFERUNIT" val="0"/>
  <p:tag name="KSO_WM_UNIT_TYPE" val="i"/>
  <p:tag name="KSO_WM_UNIT_INDEX" val="44"/>
  <p:tag name="KSO_WM_UNIT_ID" val="diagram20198172_1*i*44"/>
  <p:tag name="KSO_WM_TEMPLATE_CATEGORY" val="diagram"/>
  <p:tag name="KSO_WM_TEMPLATE_INDEX" val="20198172"/>
  <p:tag name="KSO_WM_UNIT_LAYERLEVEL" val="1"/>
  <p:tag name="KSO_WM_TAG_VERSION" val="1.0"/>
  <p:tag name="KSO_WM_BEAUTIFY_FLAG" val="#wm#"/>
  <p:tag name="KSO_WM_UNIT_FILL_FORE_SCHEMECOLOR_INDEX_BRIGHTNESS" val="-0.15"/>
  <p:tag name="KSO_WM_UNIT_FILL_FORE_SCHEMECOLOR_INDEX" val="14"/>
  <p:tag name="KSO_WM_UNIT_FILL_TYPE" val="1"/>
  <p:tag name="KSO_WM_UNIT_TEXT_FILL_FORE_SCHEMECOLOR_INDEX_BRIGHTNESS" val="0"/>
  <p:tag name="KSO_WM_UNIT_TEXT_FILL_FORE_SCHEMECOLOR_INDEX" val="2"/>
  <p:tag name="KSO_WM_UNIT_TEXT_FILL_TYPE" val="1"/>
</p:tagLst>
</file>

<file path=ppt/tags/tag1538.xml><?xml version="1.0" encoding="utf-8"?>
<p:tagLst xmlns:p="http://schemas.openxmlformats.org/presentationml/2006/main">
  <p:tag name="KSO_WM_UNIT_ADJUSTLAYOUT_ID" val="586"/>
  <p:tag name="KSO_WM_UNIT_HIGHLIGHT" val="0"/>
  <p:tag name="KSO_WM_UNIT_COMPATIBLE" val="0"/>
  <p:tag name="KSO_WM_UNIT_DIAGRAM_ISNUMVISUAL" val="0"/>
  <p:tag name="KSO_WM_UNIT_DIAGRAM_ISREFERUNIT" val="0"/>
  <p:tag name="KSO_WM_UNIT_TYPE" val="i"/>
  <p:tag name="KSO_WM_UNIT_INDEX" val="46"/>
  <p:tag name="KSO_WM_UNIT_ID" val="diagram20198172_1*i*46"/>
  <p:tag name="KSO_WM_TEMPLATE_CATEGORY" val="diagram"/>
  <p:tag name="KSO_WM_TEMPLATE_INDEX" val="20198172"/>
  <p:tag name="KSO_WM_UNIT_LAYERLEVEL" val="1"/>
  <p:tag name="KSO_WM_TAG_VERSION" val="1.0"/>
  <p:tag name="KSO_WM_BEAUTIFY_FLAG" val="#wm#"/>
  <p:tag name="KSO_WM_UNIT_FILL_FORE_SCHEMECOLOR_INDEX_BRIGHTNESS" val="-0.15"/>
  <p:tag name="KSO_WM_UNIT_FILL_FORE_SCHEMECOLOR_INDEX" val="14"/>
  <p:tag name="KSO_WM_UNIT_FILL_TYPE" val="1"/>
  <p:tag name="KSO_WM_UNIT_TEXT_FILL_FORE_SCHEMECOLOR_INDEX_BRIGHTNESS" val="0"/>
  <p:tag name="KSO_WM_UNIT_TEXT_FILL_FORE_SCHEMECOLOR_INDEX" val="2"/>
  <p:tag name="KSO_WM_UNIT_TEXT_FILL_TYPE" val="1"/>
</p:tagLst>
</file>

<file path=ppt/tags/tag1539.xml><?xml version="1.0" encoding="utf-8"?>
<p:tagLst xmlns:p="http://schemas.openxmlformats.org/presentationml/2006/main">
  <p:tag name="KSO_WM_UNIT_ADJUSTLAYOUT_ID" val="587"/>
  <p:tag name="KSO_WM_UNIT_HIGHLIGHT" val="0"/>
  <p:tag name="KSO_WM_UNIT_COMPATIBLE" val="0"/>
  <p:tag name="KSO_WM_UNIT_DIAGRAM_ISNUMVISUAL" val="0"/>
  <p:tag name="KSO_WM_UNIT_DIAGRAM_ISREFERUNIT" val="0"/>
  <p:tag name="KSO_WM_UNIT_TYPE" val="i"/>
  <p:tag name="KSO_WM_UNIT_INDEX" val="47"/>
  <p:tag name="KSO_WM_UNIT_ID" val="diagram20198172_1*i*47"/>
  <p:tag name="KSO_WM_TEMPLATE_CATEGORY" val="diagram"/>
  <p:tag name="KSO_WM_TEMPLATE_INDEX" val="20198172"/>
  <p:tag name="KSO_WM_UNIT_LAYERLEVEL" val="1"/>
  <p:tag name="KSO_WM_TAG_VERSION" val="1.0"/>
  <p:tag name="KSO_WM_BEAUTIFY_FLAG" val="#wm#"/>
  <p:tag name="KSO_WM_UNIT_FILL_FORE_SCHEMECOLOR_INDEX_BRIGHTNESS" val="-0.15"/>
  <p:tag name="KSO_WM_UNIT_FILL_FORE_SCHEMECOLOR_INDEX" val="14"/>
  <p:tag name="KSO_WM_UNIT_FILL_TYPE" val="1"/>
  <p:tag name="KSO_WM_UNIT_TEXT_FILL_FORE_SCHEMECOLOR_INDEX_BRIGHTNESS" val="0"/>
  <p:tag name="KSO_WM_UNIT_TEXT_FILL_FORE_SCHEMECOLOR_INDEX" val="2"/>
  <p:tag name="KSO_WM_UNIT_TEXT_FILL_TYPE" val="1"/>
</p:tagLst>
</file>

<file path=ppt/tags/tag1540.xml><?xml version="1.0" encoding="utf-8"?>
<p:tagLst xmlns:p="http://schemas.openxmlformats.org/presentationml/2006/main">
  <p:tag name="KSO_WM_UNIT_ADJUSTLAYOUT_ID" val="588"/>
  <p:tag name="KSO_WM_UNIT_HIGHLIGHT" val="0"/>
  <p:tag name="KSO_WM_UNIT_COMPATIBLE" val="0"/>
  <p:tag name="KSO_WM_UNIT_DIAGRAM_ISNUMVISUAL" val="0"/>
  <p:tag name="KSO_WM_UNIT_DIAGRAM_ISREFERUNIT" val="0"/>
  <p:tag name="KSO_WM_UNIT_TYPE" val="i"/>
  <p:tag name="KSO_WM_UNIT_INDEX" val="48"/>
  <p:tag name="KSO_WM_UNIT_ID" val="diagram20198172_1*i*48"/>
  <p:tag name="KSO_WM_TEMPLATE_CATEGORY" val="diagram"/>
  <p:tag name="KSO_WM_TEMPLATE_INDEX" val="20198172"/>
  <p:tag name="KSO_WM_UNIT_LAYERLEVEL" val="1"/>
  <p:tag name="KSO_WM_TAG_VERSION" val="1.0"/>
  <p:tag name="KSO_WM_BEAUTIFY_FLAG" val="#wm#"/>
  <p:tag name="KSO_WM_UNIT_FILL_FORE_SCHEMECOLOR_INDEX_BRIGHTNESS" val="-0.15"/>
  <p:tag name="KSO_WM_UNIT_FILL_FORE_SCHEMECOLOR_INDEX" val="14"/>
  <p:tag name="KSO_WM_UNIT_FILL_TYPE" val="1"/>
  <p:tag name="KSO_WM_UNIT_TEXT_FILL_FORE_SCHEMECOLOR_INDEX_BRIGHTNESS" val="0"/>
  <p:tag name="KSO_WM_UNIT_TEXT_FILL_FORE_SCHEMECOLOR_INDEX" val="2"/>
  <p:tag name="KSO_WM_UNIT_TEXT_FILL_TYPE" val="1"/>
</p:tagLst>
</file>

<file path=ppt/tags/tag1541.xml><?xml version="1.0" encoding="utf-8"?>
<p:tagLst xmlns:p="http://schemas.openxmlformats.org/presentationml/2006/main">
  <p:tag name="KSO_WM_UNIT_ADJUSTLAYOUT_ID" val="589"/>
  <p:tag name="KSO_WM_UNIT_HIGHLIGHT" val="0"/>
  <p:tag name="KSO_WM_UNIT_COMPATIBLE" val="0"/>
  <p:tag name="KSO_WM_UNIT_DIAGRAM_ISNUMVISUAL" val="0"/>
  <p:tag name="KSO_WM_UNIT_DIAGRAM_ISREFERUNIT" val="0"/>
  <p:tag name="KSO_WM_UNIT_TYPE" val="i"/>
  <p:tag name="KSO_WM_UNIT_INDEX" val="49"/>
  <p:tag name="KSO_WM_UNIT_ID" val="diagram20198172_1*i*49"/>
  <p:tag name="KSO_WM_TEMPLATE_CATEGORY" val="diagram"/>
  <p:tag name="KSO_WM_TEMPLATE_INDEX" val="20198172"/>
  <p:tag name="KSO_WM_UNIT_LAYERLEVEL" val="1"/>
  <p:tag name="KSO_WM_TAG_VERSION" val="1.0"/>
  <p:tag name="KSO_WM_BEAUTIFY_FLAG" val="#wm#"/>
  <p:tag name="KSO_WM_UNIT_FILL_FORE_SCHEMECOLOR_INDEX_BRIGHTNESS" val="-0.15"/>
  <p:tag name="KSO_WM_UNIT_FILL_FORE_SCHEMECOLOR_INDEX" val="14"/>
  <p:tag name="KSO_WM_UNIT_FILL_TYPE" val="1"/>
  <p:tag name="KSO_WM_UNIT_TEXT_FILL_FORE_SCHEMECOLOR_INDEX_BRIGHTNESS" val="0"/>
  <p:tag name="KSO_WM_UNIT_TEXT_FILL_FORE_SCHEMECOLOR_INDEX" val="2"/>
  <p:tag name="KSO_WM_UNIT_TEXT_FILL_TYPE" val="1"/>
</p:tagLst>
</file>

<file path=ppt/tags/tag1542.xml><?xml version="1.0" encoding="utf-8"?>
<p:tagLst xmlns:p="http://schemas.openxmlformats.org/presentationml/2006/main">
  <p:tag name="KSO_WM_UNIT_ADJUSTLAYOUT_ID" val="590"/>
  <p:tag name="KSO_WM_UNIT_HIGHLIGHT" val="0"/>
  <p:tag name="KSO_WM_UNIT_COMPATIBLE" val="0"/>
  <p:tag name="KSO_WM_UNIT_DIAGRAM_ISNUMVISUAL" val="0"/>
  <p:tag name="KSO_WM_UNIT_DIAGRAM_ISREFERUNIT" val="0"/>
  <p:tag name="KSO_WM_UNIT_TYPE" val="i"/>
  <p:tag name="KSO_WM_UNIT_INDEX" val="50"/>
  <p:tag name="KSO_WM_UNIT_ID" val="diagram20198172_1*i*50"/>
  <p:tag name="KSO_WM_TEMPLATE_CATEGORY" val="diagram"/>
  <p:tag name="KSO_WM_TEMPLATE_INDEX" val="20198172"/>
  <p:tag name="KSO_WM_UNIT_LAYERLEVEL" val="1"/>
  <p:tag name="KSO_WM_TAG_VERSION" val="1.0"/>
  <p:tag name="KSO_WM_BEAUTIFY_FLAG" val="#wm#"/>
  <p:tag name="KSO_WM_UNIT_FILL_FORE_SCHEMECOLOR_INDEX_BRIGHTNESS" val="-0.15"/>
  <p:tag name="KSO_WM_UNIT_FILL_FORE_SCHEMECOLOR_INDEX" val="14"/>
  <p:tag name="KSO_WM_UNIT_FILL_TYPE" val="1"/>
  <p:tag name="KSO_WM_UNIT_TEXT_FILL_FORE_SCHEMECOLOR_INDEX_BRIGHTNESS" val="0"/>
  <p:tag name="KSO_WM_UNIT_TEXT_FILL_FORE_SCHEMECOLOR_INDEX" val="2"/>
  <p:tag name="KSO_WM_UNIT_TEXT_FILL_TYPE" val="1"/>
</p:tagLst>
</file>

<file path=ppt/tags/tag1543.xml><?xml version="1.0" encoding="utf-8"?>
<p:tagLst xmlns:p="http://schemas.openxmlformats.org/presentationml/2006/main">
  <p:tag name="KSO_WM_UNIT_ADJUSTLAYOUT_ID" val="591"/>
  <p:tag name="KSO_WM_UNIT_HIGHLIGHT" val="0"/>
  <p:tag name="KSO_WM_UNIT_COMPATIBLE" val="0"/>
  <p:tag name="KSO_WM_UNIT_DIAGRAM_ISNUMVISUAL" val="0"/>
  <p:tag name="KSO_WM_UNIT_DIAGRAM_ISREFERUNIT" val="0"/>
  <p:tag name="KSO_WM_UNIT_TYPE" val="i"/>
  <p:tag name="KSO_WM_UNIT_INDEX" val="51"/>
  <p:tag name="KSO_WM_UNIT_ID" val="diagram20198172_1*i*51"/>
  <p:tag name="KSO_WM_TEMPLATE_CATEGORY" val="diagram"/>
  <p:tag name="KSO_WM_TEMPLATE_INDEX" val="20198172"/>
  <p:tag name="KSO_WM_UNIT_LAYERLEVEL" val="1"/>
  <p:tag name="KSO_WM_TAG_VERSION" val="1.0"/>
  <p:tag name="KSO_WM_BEAUTIFY_FLAG" val="#wm#"/>
  <p:tag name="KSO_WM_UNIT_FILL_FORE_SCHEMECOLOR_INDEX_BRIGHTNESS" val="-0.15"/>
  <p:tag name="KSO_WM_UNIT_FILL_FORE_SCHEMECOLOR_INDEX" val="14"/>
  <p:tag name="KSO_WM_UNIT_FILL_TYPE" val="1"/>
  <p:tag name="KSO_WM_UNIT_TEXT_FILL_FORE_SCHEMECOLOR_INDEX_BRIGHTNESS" val="0"/>
  <p:tag name="KSO_WM_UNIT_TEXT_FILL_FORE_SCHEMECOLOR_INDEX" val="2"/>
  <p:tag name="KSO_WM_UNIT_TEXT_FILL_TYPE" val="1"/>
</p:tagLst>
</file>

<file path=ppt/tags/tag1544.xml><?xml version="1.0" encoding="utf-8"?>
<p:tagLst xmlns:p="http://schemas.openxmlformats.org/presentationml/2006/main">
  <p:tag name="KSO_WM_UNIT_ADJUSTLAYOUT_ID" val="572"/>
  <p:tag name="KSO_WM_UNIT_HIGHLIGHT" val="0"/>
  <p:tag name="KSO_WM_UNIT_COMPATIBLE" val="0"/>
  <p:tag name="KSO_WM_UNIT_DIAGRAM_ISNUMVISUAL" val="0"/>
  <p:tag name="KSO_WM_UNIT_DIAGRAM_ISREFERUNIT" val="0"/>
  <p:tag name="KSO_WM_UNIT_TYPE" val="i"/>
  <p:tag name="KSO_WM_UNIT_INDEX" val="52"/>
  <p:tag name="KSO_WM_UNIT_ID" val="diagram20198172_1*i*52"/>
  <p:tag name="KSO_WM_TEMPLATE_CATEGORY" val="diagram"/>
  <p:tag name="KSO_WM_TEMPLATE_INDEX" val="20198172"/>
  <p:tag name="KSO_WM_UNIT_LAYERLEVEL" val="1"/>
  <p:tag name="KSO_WM_TAG_VERSION" val="1.0"/>
  <p:tag name="KSO_WM_BEAUTIFY_FLAG" val="#wm#"/>
  <p:tag name="KSO_WM_UNIT_FILL_FORE_SCHEMECOLOR_INDEX_BRIGHTNESS" val="-0.15"/>
  <p:tag name="KSO_WM_UNIT_FILL_FORE_SCHEMECOLOR_INDEX" val="14"/>
  <p:tag name="KSO_WM_UNIT_FILL_TYPE" val="1"/>
  <p:tag name="KSO_WM_UNIT_TEXT_FILL_FORE_SCHEMECOLOR_INDEX_BRIGHTNESS" val="0"/>
  <p:tag name="KSO_WM_UNIT_TEXT_FILL_FORE_SCHEMECOLOR_INDEX" val="2"/>
  <p:tag name="KSO_WM_UNIT_TEXT_FILL_TYPE" val="1"/>
</p:tagLst>
</file>

<file path=ppt/tags/tag1545.xml><?xml version="1.0" encoding="utf-8"?>
<p:tagLst xmlns:p="http://schemas.openxmlformats.org/presentationml/2006/main">
  <p:tag name="KSO_WM_UNIT_ADJUSTLAYOUT_ID" val="573"/>
  <p:tag name="KSO_WM_UNIT_HIGHLIGHT" val="0"/>
  <p:tag name="KSO_WM_UNIT_COMPATIBLE" val="0"/>
  <p:tag name="KSO_WM_UNIT_DIAGRAM_ISNUMVISUAL" val="0"/>
  <p:tag name="KSO_WM_UNIT_DIAGRAM_ISREFERUNIT" val="0"/>
  <p:tag name="KSO_WM_UNIT_TYPE" val="i"/>
  <p:tag name="KSO_WM_UNIT_INDEX" val="53"/>
  <p:tag name="KSO_WM_UNIT_ID" val="diagram20198172_1*i*53"/>
  <p:tag name="KSO_WM_TEMPLATE_CATEGORY" val="diagram"/>
  <p:tag name="KSO_WM_TEMPLATE_INDEX" val="20198172"/>
  <p:tag name="KSO_WM_UNIT_LAYERLEVEL" val="1"/>
  <p:tag name="KSO_WM_TAG_VERSION" val="1.0"/>
  <p:tag name="KSO_WM_BEAUTIFY_FLAG" val="#wm#"/>
  <p:tag name="KSO_WM_UNIT_FILL_FORE_SCHEMECOLOR_INDEX_BRIGHTNESS" val="-0.15"/>
  <p:tag name="KSO_WM_UNIT_FILL_FORE_SCHEMECOLOR_INDEX" val="14"/>
  <p:tag name="KSO_WM_UNIT_FILL_TYPE" val="1"/>
  <p:tag name="KSO_WM_UNIT_TEXT_FILL_FORE_SCHEMECOLOR_INDEX_BRIGHTNESS" val="0"/>
  <p:tag name="KSO_WM_UNIT_TEXT_FILL_FORE_SCHEMECOLOR_INDEX" val="2"/>
  <p:tag name="KSO_WM_UNIT_TEXT_FILL_TYPE" val="1"/>
</p:tagLst>
</file>

<file path=ppt/tags/tag1546.xml><?xml version="1.0" encoding="utf-8"?>
<p:tagLst xmlns:p="http://schemas.openxmlformats.org/presentationml/2006/main">
  <p:tag name="KSO_WM_UNIT_ADJUSTLAYOUT_ID" val="574"/>
  <p:tag name="KSO_WM_UNIT_HIGHLIGHT" val="0"/>
  <p:tag name="KSO_WM_UNIT_COMPATIBLE" val="0"/>
  <p:tag name="KSO_WM_UNIT_DIAGRAM_ISNUMVISUAL" val="0"/>
  <p:tag name="KSO_WM_UNIT_DIAGRAM_ISREFERUNIT" val="0"/>
  <p:tag name="KSO_WM_UNIT_TYPE" val="i"/>
  <p:tag name="KSO_WM_UNIT_INDEX" val="54"/>
  <p:tag name="KSO_WM_UNIT_ID" val="diagram20198172_1*i*54"/>
  <p:tag name="KSO_WM_TEMPLATE_CATEGORY" val="diagram"/>
  <p:tag name="KSO_WM_TEMPLATE_INDEX" val="20198172"/>
  <p:tag name="KSO_WM_UNIT_LAYERLEVEL" val="1"/>
  <p:tag name="KSO_WM_TAG_VERSION" val="1.0"/>
  <p:tag name="KSO_WM_BEAUTIFY_FLAG" val="#wm#"/>
  <p:tag name="KSO_WM_UNIT_FILL_FORE_SCHEMECOLOR_INDEX_BRIGHTNESS" val="-0.15"/>
  <p:tag name="KSO_WM_UNIT_FILL_FORE_SCHEMECOLOR_INDEX" val="14"/>
  <p:tag name="KSO_WM_UNIT_FILL_TYPE" val="1"/>
  <p:tag name="KSO_WM_UNIT_TEXT_FILL_FORE_SCHEMECOLOR_INDEX_BRIGHTNESS" val="0"/>
  <p:tag name="KSO_WM_UNIT_TEXT_FILL_FORE_SCHEMECOLOR_INDEX" val="2"/>
  <p:tag name="KSO_WM_UNIT_TEXT_FILL_TYPE" val="1"/>
</p:tagLst>
</file>

<file path=ppt/tags/tag1547.xml><?xml version="1.0" encoding="utf-8"?>
<p:tagLst xmlns:p="http://schemas.openxmlformats.org/presentationml/2006/main">
  <p:tag name="KSO_WM_UNIT_ADJUSTLAYOUT_ID" val="575"/>
  <p:tag name="KSO_WM_UNIT_HIGHLIGHT" val="0"/>
  <p:tag name="KSO_WM_UNIT_COMPATIBLE" val="0"/>
  <p:tag name="KSO_WM_UNIT_DIAGRAM_ISNUMVISUAL" val="0"/>
  <p:tag name="KSO_WM_UNIT_DIAGRAM_ISREFERUNIT" val="0"/>
  <p:tag name="KSO_WM_UNIT_TYPE" val="i"/>
  <p:tag name="KSO_WM_UNIT_INDEX" val="55"/>
  <p:tag name="KSO_WM_UNIT_ID" val="diagram20198172_1*i*55"/>
  <p:tag name="KSO_WM_TEMPLATE_CATEGORY" val="diagram"/>
  <p:tag name="KSO_WM_TEMPLATE_INDEX" val="20198172"/>
  <p:tag name="KSO_WM_UNIT_LAYERLEVEL" val="1"/>
  <p:tag name="KSO_WM_TAG_VERSION" val="1.0"/>
  <p:tag name="KSO_WM_BEAUTIFY_FLAG" val="#wm#"/>
  <p:tag name="KSO_WM_UNIT_FILL_FORE_SCHEMECOLOR_INDEX_BRIGHTNESS" val="-0.15"/>
  <p:tag name="KSO_WM_UNIT_FILL_FORE_SCHEMECOLOR_INDEX" val="14"/>
  <p:tag name="KSO_WM_UNIT_FILL_TYPE" val="1"/>
  <p:tag name="KSO_WM_UNIT_TEXT_FILL_FORE_SCHEMECOLOR_INDEX_BRIGHTNESS" val="0"/>
  <p:tag name="KSO_WM_UNIT_TEXT_FILL_FORE_SCHEMECOLOR_INDEX" val="2"/>
  <p:tag name="KSO_WM_UNIT_TEXT_FILL_TYPE" val="1"/>
</p:tagLst>
</file>

<file path=ppt/tags/tag1548.xml><?xml version="1.0" encoding="utf-8"?>
<p:tagLst xmlns:p="http://schemas.openxmlformats.org/presentationml/2006/main">
  <p:tag name="KSO_WM_UNIT_ADJUSTLAYOUT_ID" val="576"/>
  <p:tag name="KSO_WM_UNIT_HIGHLIGHT" val="0"/>
  <p:tag name="KSO_WM_UNIT_COMPATIBLE" val="0"/>
  <p:tag name="KSO_WM_UNIT_DIAGRAM_ISNUMVISUAL" val="0"/>
  <p:tag name="KSO_WM_UNIT_DIAGRAM_ISREFERUNIT" val="0"/>
  <p:tag name="KSO_WM_UNIT_TYPE" val="i"/>
  <p:tag name="KSO_WM_UNIT_INDEX" val="57"/>
  <p:tag name="KSO_WM_UNIT_ID" val="diagram20198172_1*i*57"/>
  <p:tag name="KSO_WM_TEMPLATE_CATEGORY" val="diagram"/>
  <p:tag name="KSO_WM_TEMPLATE_INDEX" val="20198172"/>
  <p:tag name="KSO_WM_UNIT_LAYERLEVEL" val="1"/>
  <p:tag name="KSO_WM_TAG_VERSION" val="1.0"/>
  <p:tag name="KSO_WM_BEAUTIFY_FLAG" val="#wm#"/>
  <p:tag name="KSO_WM_UNIT_FILL_FORE_SCHEMECOLOR_INDEX_BRIGHTNESS" val="-0.15"/>
  <p:tag name="KSO_WM_UNIT_FILL_FORE_SCHEMECOLOR_INDEX" val="14"/>
  <p:tag name="KSO_WM_UNIT_FILL_TYPE" val="1"/>
  <p:tag name="KSO_WM_UNIT_TEXT_FILL_FORE_SCHEMECOLOR_INDEX_BRIGHTNESS" val="0"/>
  <p:tag name="KSO_WM_UNIT_TEXT_FILL_FORE_SCHEMECOLOR_INDEX" val="2"/>
  <p:tag name="KSO_WM_UNIT_TEXT_FILL_TYPE" val="1"/>
</p:tagLst>
</file>

<file path=ppt/tags/tag1549.xml><?xml version="1.0" encoding="utf-8"?>
<p:tagLst xmlns:p="http://schemas.openxmlformats.org/presentationml/2006/main">
  <p:tag name="KSO_WM_UNIT_ADJUSTLAYOUT_ID" val="577"/>
  <p:tag name="KSO_WM_UNIT_HIGHLIGHT" val="0"/>
  <p:tag name="KSO_WM_UNIT_COMPATIBLE" val="0"/>
  <p:tag name="KSO_WM_UNIT_DIAGRAM_ISNUMVISUAL" val="0"/>
  <p:tag name="KSO_WM_UNIT_DIAGRAM_ISREFERUNIT" val="0"/>
  <p:tag name="KSO_WM_UNIT_TYPE" val="i"/>
  <p:tag name="KSO_WM_UNIT_INDEX" val="58"/>
  <p:tag name="KSO_WM_UNIT_ID" val="diagram20198172_1*i*58"/>
  <p:tag name="KSO_WM_TEMPLATE_CATEGORY" val="diagram"/>
  <p:tag name="KSO_WM_TEMPLATE_INDEX" val="20198172"/>
  <p:tag name="KSO_WM_UNIT_LAYERLEVEL" val="1"/>
  <p:tag name="KSO_WM_TAG_VERSION" val="1.0"/>
  <p:tag name="KSO_WM_BEAUTIFY_FLAG" val="#wm#"/>
  <p:tag name="KSO_WM_UNIT_FILL_FORE_SCHEMECOLOR_INDEX_BRIGHTNESS" val="-0.15"/>
  <p:tag name="KSO_WM_UNIT_FILL_FORE_SCHEMECOLOR_INDEX" val="14"/>
  <p:tag name="KSO_WM_UNIT_FILL_TYPE" val="1"/>
  <p:tag name="KSO_WM_UNIT_TEXT_FILL_FORE_SCHEMECOLOR_INDEX_BRIGHTNESS" val="0"/>
  <p:tag name="KSO_WM_UNIT_TEXT_FILL_FORE_SCHEMECOLOR_INDEX" val="2"/>
  <p:tag name="KSO_WM_UNIT_TEXT_FILL_TYPE" val="1"/>
</p:tagLst>
</file>

<file path=ppt/tags/tag1550.xml><?xml version="1.0" encoding="utf-8"?>
<p:tagLst xmlns:p="http://schemas.openxmlformats.org/presentationml/2006/main">
  <p:tag name="KSO_WM_UNIT_ADJUSTLAYOUT_ID" val="578"/>
  <p:tag name="KSO_WM_UNIT_HIGHLIGHT" val="0"/>
  <p:tag name="KSO_WM_UNIT_COMPATIBLE" val="0"/>
  <p:tag name="KSO_WM_UNIT_DIAGRAM_ISNUMVISUAL" val="0"/>
  <p:tag name="KSO_WM_UNIT_DIAGRAM_ISREFERUNIT" val="0"/>
  <p:tag name="KSO_WM_UNIT_TYPE" val="i"/>
  <p:tag name="KSO_WM_UNIT_INDEX" val="59"/>
  <p:tag name="KSO_WM_UNIT_ID" val="diagram20198172_1*i*59"/>
  <p:tag name="KSO_WM_TEMPLATE_CATEGORY" val="diagram"/>
  <p:tag name="KSO_WM_TEMPLATE_INDEX" val="20198172"/>
  <p:tag name="KSO_WM_UNIT_LAYERLEVEL" val="1"/>
  <p:tag name="KSO_WM_TAG_VERSION" val="1.0"/>
  <p:tag name="KSO_WM_BEAUTIFY_FLAG" val="#wm#"/>
  <p:tag name="KSO_WM_UNIT_FILL_FORE_SCHEMECOLOR_INDEX_BRIGHTNESS" val="-0.15"/>
  <p:tag name="KSO_WM_UNIT_FILL_FORE_SCHEMECOLOR_INDEX" val="14"/>
  <p:tag name="KSO_WM_UNIT_FILL_TYPE" val="1"/>
  <p:tag name="KSO_WM_UNIT_TEXT_FILL_FORE_SCHEMECOLOR_INDEX_BRIGHTNESS" val="0"/>
  <p:tag name="KSO_WM_UNIT_TEXT_FILL_FORE_SCHEMECOLOR_INDEX" val="2"/>
  <p:tag name="KSO_WM_UNIT_TEXT_FILL_TYPE" val="1"/>
</p:tagLst>
</file>

<file path=ppt/tags/tag1551.xml><?xml version="1.0" encoding="utf-8"?>
<p:tagLst xmlns:p="http://schemas.openxmlformats.org/presentationml/2006/main">
  <p:tag name="KSO_WM_UNIT_ADJUSTLAYOUT_ID" val="579"/>
  <p:tag name="KSO_WM_UNIT_HIGHLIGHT" val="0"/>
  <p:tag name="KSO_WM_UNIT_COMPATIBLE" val="0"/>
  <p:tag name="KSO_WM_UNIT_DIAGRAM_ISNUMVISUAL" val="0"/>
  <p:tag name="KSO_WM_UNIT_DIAGRAM_ISREFERUNIT" val="0"/>
  <p:tag name="KSO_WM_UNIT_TYPE" val="i"/>
  <p:tag name="KSO_WM_UNIT_INDEX" val="60"/>
  <p:tag name="KSO_WM_UNIT_ID" val="diagram20198172_1*i*60"/>
  <p:tag name="KSO_WM_TEMPLATE_CATEGORY" val="diagram"/>
  <p:tag name="KSO_WM_TEMPLATE_INDEX" val="20198172"/>
  <p:tag name="KSO_WM_UNIT_LAYERLEVEL" val="1"/>
  <p:tag name="KSO_WM_TAG_VERSION" val="1.0"/>
  <p:tag name="KSO_WM_BEAUTIFY_FLAG" val="#wm#"/>
  <p:tag name="KSO_WM_UNIT_FILL_FORE_SCHEMECOLOR_INDEX_BRIGHTNESS" val="-0.15"/>
  <p:tag name="KSO_WM_UNIT_FILL_FORE_SCHEMECOLOR_INDEX" val="14"/>
  <p:tag name="KSO_WM_UNIT_FILL_TYPE" val="1"/>
  <p:tag name="KSO_WM_UNIT_TEXT_FILL_FORE_SCHEMECOLOR_INDEX_BRIGHTNESS" val="0"/>
  <p:tag name="KSO_WM_UNIT_TEXT_FILL_FORE_SCHEMECOLOR_INDEX" val="2"/>
  <p:tag name="KSO_WM_UNIT_TEXT_FILL_TYPE" val="1"/>
</p:tagLst>
</file>

<file path=ppt/tags/tag1552.xml><?xml version="1.0" encoding="utf-8"?>
<p:tagLst xmlns:p="http://schemas.openxmlformats.org/presentationml/2006/main">
  <p:tag name="KSO_WM_UNIT_ADJUSTLAYOUT_ID" val="580"/>
  <p:tag name="KSO_WM_UNIT_HIGHLIGHT" val="0"/>
  <p:tag name="KSO_WM_UNIT_COMPATIBLE" val="0"/>
  <p:tag name="KSO_WM_UNIT_DIAGRAM_ISNUMVISUAL" val="0"/>
  <p:tag name="KSO_WM_UNIT_DIAGRAM_ISREFERUNIT" val="0"/>
  <p:tag name="KSO_WM_UNIT_TYPE" val="i"/>
  <p:tag name="KSO_WM_UNIT_INDEX" val="61"/>
  <p:tag name="KSO_WM_UNIT_ID" val="diagram20198172_1*i*61"/>
  <p:tag name="KSO_WM_TEMPLATE_CATEGORY" val="diagram"/>
  <p:tag name="KSO_WM_TEMPLATE_INDEX" val="20198172"/>
  <p:tag name="KSO_WM_UNIT_LAYERLEVEL" val="1"/>
  <p:tag name="KSO_WM_TAG_VERSION" val="1.0"/>
  <p:tag name="KSO_WM_BEAUTIFY_FLAG" val="#wm#"/>
  <p:tag name="KSO_WM_UNIT_FILL_FORE_SCHEMECOLOR_INDEX_BRIGHTNESS" val="-0.15"/>
  <p:tag name="KSO_WM_UNIT_FILL_FORE_SCHEMECOLOR_INDEX" val="14"/>
  <p:tag name="KSO_WM_UNIT_FILL_TYPE" val="1"/>
  <p:tag name="KSO_WM_UNIT_TEXT_FILL_FORE_SCHEMECOLOR_INDEX_BRIGHTNESS" val="0"/>
  <p:tag name="KSO_WM_UNIT_TEXT_FILL_FORE_SCHEMECOLOR_INDEX" val="2"/>
  <p:tag name="KSO_WM_UNIT_TEXT_FILL_TYPE" val="1"/>
</p:tagLst>
</file>

<file path=ppt/tags/tag1553.xml><?xml version="1.0" encoding="utf-8"?>
<p:tagLst xmlns:p="http://schemas.openxmlformats.org/presentationml/2006/main">
  <p:tag name="KSO_WM_UNIT_ADJUSTLAYOUT_ID" val="581"/>
  <p:tag name="KSO_WM_UNIT_HIGHLIGHT" val="0"/>
  <p:tag name="KSO_WM_UNIT_COMPATIBLE" val="0"/>
  <p:tag name="KSO_WM_UNIT_DIAGRAM_ISNUMVISUAL" val="0"/>
  <p:tag name="KSO_WM_UNIT_DIAGRAM_ISREFERUNIT" val="0"/>
  <p:tag name="KSO_WM_UNIT_TYPE" val="i"/>
  <p:tag name="KSO_WM_UNIT_INDEX" val="62"/>
  <p:tag name="KSO_WM_UNIT_ID" val="diagram20198172_1*i*62"/>
  <p:tag name="KSO_WM_TEMPLATE_CATEGORY" val="diagram"/>
  <p:tag name="KSO_WM_TEMPLATE_INDEX" val="20198172"/>
  <p:tag name="KSO_WM_UNIT_LAYERLEVEL" val="1"/>
  <p:tag name="KSO_WM_TAG_VERSION" val="1.0"/>
  <p:tag name="KSO_WM_BEAUTIFY_FLAG" val="#wm#"/>
  <p:tag name="KSO_WM_UNIT_FILL_FORE_SCHEMECOLOR_INDEX_BRIGHTNESS" val="-0.15"/>
  <p:tag name="KSO_WM_UNIT_FILL_FORE_SCHEMECOLOR_INDEX" val="14"/>
  <p:tag name="KSO_WM_UNIT_FILL_TYPE" val="1"/>
  <p:tag name="KSO_WM_UNIT_TEXT_FILL_FORE_SCHEMECOLOR_INDEX_BRIGHTNESS" val="0"/>
  <p:tag name="KSO_WM_UNIT_TEXT_FILL_FORE_SCHEMECOLOR_INDEX" val="2"/>
  <p:tag name="KSO_WM_UNIT_TEXT_FILL_TYPE" val="1"/>
</p:tagLst>
</file>

<file path=ppt/tags/tag1554.xml><?xml version="1.0" encoding="utf-8"?>
<p:tagLst xmlns:p="http://schemas.openxmlformats.org/presentationml/2006/main">
  <p:tag name="KSO_WM_UNIT_ADJUSTLAYOUT_ID" val="562"/>
  <p:tag name="KSO_WM_UNIT_HIGHLIGHT" val="0"/>
  <p:tag name="KSO_WM_UNIT_COMPATIBLE" val="0"/>
  <p:tag name="KSO_WM_UNIT_DIAGRAM_ISNUMVISUAL" val="0"/>
  <p:tag name="KSO_WM_UNIT_DIAGRAM_ISREFERUNIT" val="0"/>
  <p:tag name="KSO_WM_UNIT_TYPE" val="i"/>
  <p:tag name="KSO_WM_UNIT_INDEX" val="63"/>
  <p:tag name="KSO_WM_UNIT_ID" val="diagram20198172_1*i*63"/>
  <p:tag name="KSO_WM_TEMPLATE_CATEGORY" val="diagram"/>
  <p:tag name="KSO_WM_TEMPLATE_INDEX" val="20198172"/>
  <p:tag name="KSO_WM_UNIT_LAYERLEVEL" val="1"/>
  <p:tag name="KSO_WM_TAG_VERSION" val="1.0"/>
  <p:tag name="KSO_WM_BEAUTIFY_FLAG" val="#wm#"/>
  <p:tag name="KSO_WM_UNIT_FILL_FORE_SCHEMECOLOR_INDEX_BRIGHTNESS" val="-0.15"/>
  <p:tag name="KSO_WM_UNIT_FILL_FORE_SCHEMECOLOR_INDEX" val="14"/>
  <p:tag name="KSO_WM_UNIT_FILL_TYPE" val="1"/>
  <p:tag name="KSO_WM_UNIT_TEXT_FILL_FORE_SCHEMECOLOR_INDEX_BRIGHTNESS" val="0"/>
  <p:tag name="KSO_WM_UNIT_TEXT_FILL_FORE_SCHEMECOLOR_INDEX" val="2"/>
  <p:tag name="KSO_WM_UNIT_TEXT_FILL_TYPE" val="1"/>
</p:tagLst>
</file>

<file path=ppt/tags/tag1555.xml><?xml version="1.0" encoding="utf-8"?>
<p:tagLst xmlns:p="http://schemas.openxmlformats.org/presentationml/2006/main">
  <p:tag name="KSO_WM_UNIT_ADJUSTLAYOUT_ID" val="563"/>
  <p:tag name="KSO_WM_UNIT_HIGHLIGHT" val="0"/>
  <p:tag name="KSO_WM_UNIT_COMPATIBLE" val="0"/>
  <p:tag name="KSO_WM_UNIT_DIAGRAM_ISNUMVISUAL" val="0"/>
  <p:tag name="KSO_WM_UNIT_DIAGRAM_ISREFERUNIT" val="0"/>
  <p:tag name="KSO_WM_UNIT_TYPE" val="i"/>
  <p:tag name="KSO_WM_UNIT_INDEX" val="64"/>
  <p:tag name="KSO_WM_UNIT_ID" val="diagram20198172_1*i*64"/>
  <p:tag name="KSO_WM_TEMPLATE_CATEGORY" val="diagram"/>
  <p:tag name="KSO_WM_TEMPLATE_INDEX" val="20198172"/>
  <p:tag name="KSO_WM_UNIT_LAYERLEVEL" val="1"/>
  <p:tag name="KSO_WM_TAG_VERSION" val="1.0"/>
  <p:tag name="KSO_WM_BEAUTIFY_FLAG" val="#wm#"/>
  <p:tag name="KSO_WM_UNIT_FILL_FORE_SCHEMECOLOR_INDEX_BRIGHTNESS" val="-0.15"/>
  <p:tag name="KSO_WM_UNIT_FILL_FORE_SCHEMECOLOR_INDEX" val="14"/>
  <p:tag name="KSO_WM_UNIT_FILL_TYPE" val="1"/>
  <p:tag name="KSO_WM_UNIT_TEXT_FILL_FORE_SCHEMECOLOR_INDEX_BRIGHTNESS" val="0"/>
  <p:tag name="KSO_WM_UNIT_TEXT_FILL_FORE_SCHEMECOLOR_INDEX" val="2"/>
  <p:tag name="KSO_WM_UNIT_TEXT_FILL_TYPE" val="1"/>
</p:tagLst>
</file>

<file path=ppt/tags/tag1556.xml><?xml version="1.0" encoding="utf-8"?>
<p:tagLst xmlns:p="http://schemas.openxmlformats.org/presentationml/2006/main">
  <p:tag name="KSO_WM_UNIT_ADJUSTLAYOUT_ID" val="564"/>
  <p:tag name="KSO_WM_UNIT_HIGHLIGHT" val="0"/>
  <p:tag name="KSO_WM_UNIT_COMPATIBLE" val="0"/>
  <p:tag name="KSO_WM_UNIT_DIAGRAM_ISNUMVISUAL" val="0"/>
  <p:tag name="KSO_WM_UNIT_DIAGRAM_ISREFERUNIT" val="0"/>
  <p:tag name="KSO_WM_UNIT_TYPE" val="i"/>
  <p:tag name="KSO_WM_UNIT_INDEX" val="65"/>
  <p:tag name="KSO_WM_UNIT_ID" val="diagram20198172_1*i*65"/>
  <p:tag name="KSO_WM_TEMPLATE_CATEGORY" val="diagram"/>
  <p:tag name="KSO_WM_TEMPLATE_INDEX" val="20198172"/>
  <p:tag name="KSO_WM_UNIT_LAYERLEVEL" val="1"/>
  <p:tag name="KSO_WM_TAG_VERSION" val="1.0"/>
  <p:tag name="KSO_WM_BEAUTIFY_FLAG" val="#wm#"/>
  <p:tag name="KSO_WM_UNIT_FILL_FORE_SCHEMECOLOR_INDEX_BRIGHTNESS" val="-0.15"/>
  <p:tag name="KSO_WM_UNIT_FILL_FORE_SCHEMECOLOR_INDEX" val="14"/>
  <p:tag name="KSO_WM_UNIT_FILL_TYPE" val="1"/>
  <p:tag name="KSO_WM_UNIT_TEXT_FILL_FORE_SCHEMECOLOR_INDEX_BRIGHTNESS" val="0"/>
  <p:tag name="KSO_WM_UNIT_TEXT_FILL_FORE_SCHEMECOLOR_INDEX" val="2"/>
  <p:tag name="KSO_WM_UNIT_TEXT_FILL_TYPE" val="1"/>
</p:tagLst>
</file>

<file path=ppt/tags/tag1557.xml><?xml version="1.0" encoding="utf-8"?>
<p:tagLst xmlns:p="http://schemas.openxmlformats.org/presentationml/2006/main">
  <p:tag name="KSO_WM_UNIT_ADJUSTLAYOUT_ID" val="565"/>
  <p:tag name="KSO_WM_UNIT_HIGHLIGHT" val="0"/>
  <p:tag name="KSO_WM_UNIT_COMPATIBLE" val="0"/>
  <p:tag name="KSO_WM_UNIT_DIAGRAM_ISNUMVISUAL" val="0"/>
  <p:tag name="KSO_WM_UNIT_DIAGRAM_ISREFERUNIT" val="0"/>
  <p:tag name="KSO_WM_UNIT_TYPE" val="i"/>
  <p:tag name="KSO_WM_UNIT_INDEX" val="66"/>
  <p:tag name="KSO_WM_UNIT_ID" val="diagram20198172_1*i*66"/>
  <p:tag name="KSO_WM_TEMPLATE_CATEGORY" val="diagram"/>
  <p:tag name="KSO_WM_TEMPLATE_INDEX" val="20198172"/>
  <p:tag name="KSO_WM_UNIT_LAYERLEVEL" val="1"/>
  <p:tag name="KSO_WM_TAG_VERSION" val="1.0"/>
  <p:tag name="KSO_WM_BEAUTIFY_FLAG" val="#wm#"/>
  <p:tag name="KSO_WM_UNIT_FILL_FORE_SCHEMECOLOR_INDEX_BRIGHTNESS" val="-0.15"/>
  <p:tag name="KSO_WM_UNIT_FILL_FORE_SCHEMECOLOR_INDEX" val="14"/>
  <p:tag name="KSO_WM_UNIT_FILL_TYPE" val="1"/>
  <p:tag name="KSO_WM_UNIT_TEXT_FILL_FORE_SCHEMECOLOR_INDEX_BRIGHTNESS" val="0"/>
  <p:tag name="KSO_WM_UNIT_TEXT_FILL_FORE_SCHEMECOLOR_INDEX" val="2"/>
  <p:tag name="KSO_WM_UNIT_TEXT_FILL_TYPE" val="1"/>
</p:tagLst>
</file>

<file path=ppt/tags/tag1558.xml><?xml version="1.0" encoding="utf-8"?>
<p:tagLst xmlns:p="http://schemas.openxmlformats.org/presentationml/2006/main">
  <p:tag name="KSO_WM_UNIT_ADJUSTLAYOUT_ID" val="566"/>
  <p:tag name="KSO_WM_UNIT_HIGHLIGHT" val="0"/>
  <p:tag name="KSO_WM_UNIT_COMPATIBLE" val="0"/>
  <p:tag name="KSO_WM_UNIT_DIAGRAM_ISNUMVISUAL" val="0"/>
  <p:tag name="KSO_WM_UNIT_DIAGRAM_ISREFERUNIT" val="0"/>
  <p:tag name="KSO_WM_UNIT_TYPE" val="i"/>
  <p:tag name="KSO_WM_UNIT_INDEX" val="68"/>
  <p:tag name="KSO_WM_UNIT_ID" val="diagram20198172_1*i*68"/>
  <p:tag name="KSO_WM_TEMPLATE_CATEGORY" val="diagram"/>
  <p:tag name="KSO_WM_TEMPLATE_INDEX" val="20198172"/>
  <p:tag name="KSO_WM_UNIT_LAYERLEVEL" val="1"/>
  <p:tag name="KSO_WM_TAG_VERSION" val="1.0"/>
  <p:tag name="KSO_WM_BEAUTIFY_FLAG" val="#wm#"/>
  <p:tag name="KSO_WM_UNIT_FILL_FORE_SCHEMECOLOR_INDEX_BRIGHTNESS" val="-0.15"/>
  <p:tag name="KSO_WM_UNIT_FILL_FORE_SCHEMECOLOR_INDEX" val="14"/>
  <p:tag name="KSO_WM_UNIT_FILL_TYPE" val="1"/>
  <p:tag name="KSO_WM_UNIT_TEXT_FILL_FORE_SCHEMECOLOR_INDEX_BRIGHTNESS" val="0"/>
  <p:tag name="KSO_WM_UNIT_TEXT_FILL_FORE_SCHEMECOLOR_INDEX" val="2"/>
  <p:tag name="KSO_WM_UNIT_TEXT_FILL_TYPE" val="1"/>
</p:tagLst>
</file>

<file path=ppt/tags/tag1559.xml><?xml version="1.0" encoding="utf-8"?>
<p:tagLst xmlns:p="http://schemas.openxmlformats.org/presentationml/2006/main">
  <p:tag name="KSO_WM_UNIT_ADJUSTLAYOUT_ID" val="567"/>
  <p:tag name="KSO_WM_UNIT_HIGHLIGHT" val="0"/>
  <p:tag name="KSO_WM_UNIT_COMPATIBLE" val="0"/>
  <p:tag name="KSO_WM_UNIT_DIAGRAM_ISNUMVISUAL" val="0"/>
  <p:tag name="KSO_WM_UNIT_DIAGRAM_ISREFERUNIT" val="0"/>
  <p:tag name="KSO_WM_UNIT_TYPE" val="i"/>
  <p:tag name="KSO_WM_UNIT_INDEX" val="69"/>
  <p:tag name="KSO_WM_UNIT_ID" val="diagram20198172_1*i*69"/>
  <p:tag name="KSO_WM_TEMPLATE_CATEGORY" val="diagram"/>
  <p:tag name="KSO_WM_TEMPLATE_INDEX" val="20198172"/>
  <p:tag name="KSO_WM_UNIT_LAYERLEVEL" val="1"/>
  <p:tag name="KSO_WM_TAG_VERSION" val="1.0"/>
  <p:tag name="KSO_WM_BEAUTIFY_FLAG" val="#wm#"/>
  <p:tag name="KSO_WM_UNIT_FILL_FORE_SCHEMECOLOR_INDEX_BRIGHTNESS" val="-0.15"/>
  <p:tag name="KSO_WM_UNIT_FILL_FORE_SCHEMECOLOR_INDEX" val="14"/>
  <p:tag name="KSO_WM_UNIT_FILL_TYPE" val="1"/>
  <p:tag name="KSO_WM_UNIT_TEXT_FILL_FORE_SCHEMECOLOR_INDEX_BRIGHTNESS" val="0"/>
  <p:tag name="KSO_WM_UNIT_TEXT_FILL_FORE_SCHEMECOLOR_INDEX" val="2"/>
  <p:tag name="KSO_WM_UNIT_TEXT_FILL_TYPE" val="1"/>
</p:tagLst>
</file>

<file path=ppt/tags/tag1560.xml><?xml version="1.0" encoding="utf-8"?>
<p:tagLst xmlns:p="http://schemas.openxmlformats.org/presentationml/2006/main">
  <p:tag name="KSO_WM_UNIT_ADJUSTLAYOUT_ID" val="568"/>
  <p:tag name="KSO_WM_UNIT_HIGHLIGHT" val="0"/>
  <p:tag name="KSO_WM_UNIT_COMPATIBLE" val="0"/>
  <p:tag name="KSO_WM_UNIT_DIAGRAM_ISNUMVISUAL" val="0"/>
  <p:tag name="KSO_WM_UNIT_DIAGRAM_ISREFERUNIT" val="0"/>
  <p:tag name="KSO_WM_UNIT_TYPE" val="i"/>
  <p:tag name="KSO_WM_UNIT_INDEX" val="70"/>
  <p:tag name="KSO_WM_UNIT_ID" val="diagram20198172_1*i*70"/>
  <p:tag name="KSO_WM_TEMPLATE_CATEGORY" val="diagram"/>
  <p:tag name="KSO_WM_TEMPLATE_INDEX" val="20198172"/>
  <p:tag name="KSO_WM_UNIT_LAYERLEVEL" val="1"/>
  <p:tag name="KSO_WM_TAG_VERSION" val="1.0"/>
  <p:tag name="KSO_WM_BEAUTIFY_FLAG" val="#wm#"/>
  <p:tag name="KSO_WM_UNIT_FILL_FORE_SCHEMECOLOR_INDEX_BRIGHTNESS" val="-0.15"/>
  <p:tag name="KSO_WM_UNIT_FILL_FORE_SCHEMECOLOR_INDEX" val="14"/>
  <p:tag name="KSO_WM_UNIT_FILL_TYPE" val="1"/>
  <p:tag name="KSO_WM_UNIT_TEXT_FILL_FORE_SCHEMECOLOR_INDEX_BRIGHTNESS" val="0"/>
  <p:tag name="KSO_WM_UNIT_TEXT_FILL_FORE_SCHEMECOLOR_INDEX" val="2"/>
  <p:tag name="KSO_WM_UNIT_TEXT_FILL_TYPE" val="1"/>
</p:tagLst>
</file>

<file path=ppt/tags/tag1561.xml><?xml version="1.0" encoding="utf-8"?>
<p:tagLst xmlns:p="http://schemas.openxmlformats.org/presentationml/2006/main">
  <p:tag name="KSO_WM_UNIT_ADJUSTLAYOUT_ID" val="569"/>
  <p:tag name="KSO_WM_UNIT_HIGHLIGHT" val="0"/>
  <p:tag name="KSO_WM_UNIT_COMPATIBLE" val="0"/>
  <p:tag name="KSO_WM_UNIT_DIAGRAM_ISNUMVISUAL" val="0"/>
  <p:tag name="KSO_WM_UNIT_DIAGRAM_ISREFERUNIT" val="0"/>
  <p:tag name="KSO_WM_UNIT_TYPE" val="i"/>
  <p:tag name="KSO_WM_UNIT_INDEX" val="71"/>
  <p:tag name="KSO_WM_UNIT_ID" val="diagram20198172_1*i*71"/>
  <p:tag name="KSO_WM_TEMPLATE_CATEGORY" val="diagram"/>
  <p:tag name="KSO_WM_TEMPLATE_INDEX" val="20198172"/>
  <p:tag name="KSO_WM_UNIT_LAYERLEVEL" val="1"/>
  <p:tag name="KSO_WM_TAG_VERSION" val="1.0"/>
  <p:tag name="KSO_WM_BEAUTIFY_FLAG" val="#wm#"/>
  <p:tag name="KSO_WM_UNIT_FILL_FORE_SCHEMECOLOR_INDEX_BRIGHTNESS" val="-0.15"/>
  <p:tag name="KSO_WM_UNIT_FILL_FORE_SCHEMECOLOR_INDEX" val="14"/>
  <p:tag name="KSO_WM_UNIT_FILL_TYPE" val="1"/>
  <p:tag name="KSO_WM_UNIT_TEXT_FILL_FORE_SCHEMECOLOR_INDEX_BRIGHTNESS" val="0"/>
  <p:tag name="KSO_WM_UNIT_TEXT_FILL_FORE_SCHEMECOLOR_INDEX" val="2"/>
  <p:tag name="KSO_WM_UNIT_TEXT_FILL_TYPE" val="1"/>
</p:tagLst>
</file>

<file path=ppt/tags/tag1562.xml><?xml version="1.0" encoding="utf-8"?>
<p:tagLst xmlns:p="http://schemas.openxmlformats.org/presentationml/2006/main">
  <p:tag name="KSO_WM_UNIT_ADJUSTLAYOUT_ID" val="570"/>
  <p:tag name="KSO_WM_UNIT_HIGHLIGHT" val="0"/>
  <p:tag name="KSO_WM_UNIT_COMPATIBLE" val="0"/>
  <p:tag name="KSO_WM_UNIT_DIAGRAM_ISNUMVISUAL" val="0"/>
  <p:tag name="KSO_WM_UNIT_DIAGRAM_ISREFERUNIT" val="0"/>
  <p:tag name="KSO_WM_UNIT_TYPE" val="i"/>
  <p:tag name="KSO_WM_UNIT_INDEX" val="72"/>
  <p:tag name="KSO_WM_UNIT_ID" val="diagram20198172_1*i*72"/>
  <p:tag name="KSO_WM_TEMPLATE_CATEGORY" val="diagram"/>
  <p:tag name="KSO_WM_TEMPLATE_INDEX" val="20198172"/>
  <p:tag name="KSO_WM_UNIT_LAYERLEVEL" val="1"/>
  <p:tag name="KSO_WM_TAG_VERSION" val="1.0"/>
  <p:tag name="KSO_WM_BEAUTIFY_FLAG" val="#wm#"/>
  <p:tag name="KSO_WM_UNIT_FILL_FORE_SCHEMECOLOR_INDEX_BRIGHTNESS" val="-0.15"/>
  <p:tag name="KSO_WM_UNIT_FILL_FORE_SCHEMECOLOR_INDEX" val="14"/>
  <p:tag name="KSO_WM_UNIT_FILL_TYPE" val="1"/>
  <p:tag name="KSO_WM_UNIT_TEXT_FILL_FORE_SCHEMECOLOR_INDEX_BRIGHTNESS" val="0"/>
  <p:tag name="KSO_WM_UNIT_TEXT_FILL_FORE_SCHEMECOLOR_INDEX" val="2"/>
  <p:tag name="KSO_WM_UNIT_TEXT_FILL_TYPE" val="1"/>
</p:tagLst>
</file>

<file path=ppt/tags/tag1563.xml><?xml version="1.0" encoding="utf-8"?>
<p:tagLst xmlns:p="http://schemas.openxmlformats.org/presentationml/2006/main">
  <p:tag name="KSO_WM_UNIT_ADJUSTLAYOUT_ID" val="571"/>
  <p:tag name="KSO_WM_UNIT_HIGHLIGHT" val="0"/>
  <p:tag name="KSO_WM_UNIT_COMPATIBLE" val="0"/>
  <p:tag name="KSO_WM_UNIT_DIAGRAM_ISNUMVISUAL" val="0"/>
  <p:tag name="KSO_WM_UNIT_DIAGRAM_ISREFERUNIT" val="0"/>
  <p:tag name="KSO_WM_UNIT_TYPE" val="i"/>
  <p:tag name="KSO_WM_UNIT_INDEX" val="73"/>
  <p:tag name="KSO_WM_UNIT_ID" val="diagram20198172_1*i*73"/>
  <p:tag name="KSO_WM_TEMPLATE_CATEGORY" val="diagram"/>
  <p:tag name="KSO_WM_TEMPLATE_INDEX" val="20198172"/>
  <p:tag name="KSO_WM_UNIT_LAYERLEVEL" val="1"/>
  <p:tag name="KSO_WM_TAG_VERSION" val="1.0"/>
  <p:tag name="KSO_WM_BEAUTIFY_FLAG" val="#wm#"/>
  <p:tag name="KSO_WM_UNIT_FILL_FORE_SCHEMECOLOR_INDEX_BRIGHTNESS" val="-0.15"/>
  <p:tag name="KSO_WM_UNIT_FILL_FORE_SCHEMECOLOR_INDEX" val="14"/>
  <p:tag name="KSO_WM_UNIT_FILL_TYPE" val="1"/>
  <p:tag name="KSO_WM_UNIT_TEXT_FILL_FORE_SCHEMECOLOR_INDEX_BRIGHTNESS" val="0"/>
  <p:tag name="KSO_WM_UNIT_TEXT_FILL_FORE_SCHEMECOLOR_INDEX" val="2"/>
  <p:tag name="KSO_WM_UNIT_TEXT_FILL_TYPE" val="1"/>
</p:tagLst>
</file>

<file path=ppt/tags/tag1564.xml><?xml version="1.0" encoding="utf-8"?>
<p:tagLst xmlns:p="http://schemas.openxmlformats.org/presentationml/2006/main">
  <p:tag name="KSO_WM_UNIT_ADJUSTLAYOUT_ID" val="552"/>
  <p:tag name="KSO_WM_UNIT_HIGHLIGHT" val="0"/>
  <p:tag name="KSO_WM_UNIT_COMPATIBLE" val="0"/>
  <p:tag name="KSO_WM_UNIT_DIAGRAM_ISNUMVISUAL" val="0"/>
  <p:tag name="KSO_WM_UNIT_DIAGRAM_ISREFERUNIT" val="0"/>
  <p:tag name="KSO_WM_UNIT_TYPE" val="i"/>
  <p:tag name="KSO_WM_UNIT_INDEX" val="74"/>
  <p:tag name="KSO_WM_UNIT_ID" val="diagram20198172_1*i*74"/>
  <p:tag name="KSO_WM_TEMPLATE_CATEGORY" val="diagram"/>
  <p:tag name="KSO_WM_TEMPLATE_INDEX" val="20198172"/>
  <p:tag name="KSO_WM_UNIT_LAYERLEVEL" val="1"/>
  <p:tag name="KSO_WM_TAG_VERSION" val="1.0"/>
  <p:tag name="KSO_WM_BEAUTIFY_FLAG" val="#wm#"/>
  <p:tag name="KSO_WM_UNIT_FILL_FORE_SCHEMECOLOR_INDEX_BRIGHTNESS" val="-0.15"/>
  <p:tag name="KSO_WM_UNIT_FILL_FORE_SCHEMECOLOR_INDEX" val="14"/>
  <p:tag name="KSO_WM_UNIT_FILL_TYPE" val="1"/>
  <p:tag name="KSO_WM_UNIT_TEXT_FILL_FORE_SCHEMECOLOR_INDEX_BRIGHTNESS" val="0"/>
  <p:tag name="KSO_WM_UNIT_TEXT_FILL_FORE_SCHEMECOLOR_INDEX" val="2"/>
  <p:tag name="KSO_WM_UNIT_TEXT_FILL_TYPE" val="1"/>
</p:tagLst>
</file>

<file path=ppt/tags/tag1565.xml><?xml version="1.0" encoding="utf-8"?>
<p:tagLst xmlns:p="http://schemas.openxmlformats.org/presentationml/2006/main">
  <p:tag name="KSO_WM_UNIT_ADJUSTLAYOUT_ID" val="553"/>
  <p:tag name="KSO_WM_UNIT_HIGHLIGHT" val="0"/>
  <p:tag name="KSO_WM_UNIT_COMPATIBLE" val="0"/>
  <p:tag name="KSO_WM_UNIT_DIAGRAM_ISNUMVISUAL" val="0"/>
  <p:tag name="KSO_WM_UNIT_DIAGRAM_ISREFERUNIT" val="0"/>
  <p:tag name="KSO_WM_UNIT_TYPE" val="i"/>
  <p:tag name="KSO_WM_UNIT_INDEX" val="75"/>
  <p:tag name="KSO_WM_UNIT_ID" val="diagram20198172_1*i*75"/>
  <p:tag name="KSO_WM_TEMPLATE_CATEGORY" val="diagram"/>
  <p:tag name="KSO_WM_TEMPLATE_INDEX" val="20198172"/>
  <p:tag name="KSO_WM_UNIT_LAYERLEVEL" val="1"/>
  <p:tag name="KSO_WM_TAG_VERSION" val="1.0"/>
  <p:tag name="KSO_WM_BEAUTIFY_FLAG" val="#wm#"/>
  <p:tag name="KSO_WM_UNIT_FILL_FORE_SCHEMECOLOR_INDEX_BRIGHTNESS" val="-0.15"/>
  <p:tag name="KSO_WM_UNIT_FILL_FORE_SCHEMECOLOR_INDEX" val="14"/>
  <p:tag name="KSO_WM_UNIT_FILL_TYPE" val="1"/>
  <p:tag name="KSO_WM_UNIT_TEXT_FILL_FORE_SCHEMECOLOR_INDEX_BRIGHTNESS" val="0"/>
  <p:tag name="KSO_WM_UNIT_TEXT_FILL_FORE_SCHEMECOLOR_INDEX" val="2"/>
  <p:tag name="KSO_WM_UNIT_TEXT_FILL_TYPE" val="1"/>
</p:tagLst>
</file>

<file path=ppt/tags/tag1566.xml><?xml version="1.0" encoding="utf-8"?>
<p:tagLst xmlns:p="http://schemas.openxmlformats.org/presentationml/2006/main">
  <p:tag name="KSO_WM_UNIT_ADJUSTLAYOUT_ID" val="554"/>
  <p:tag name="KSO_WM_UNIT_HIGHLIGHT" val="0"/>
  <p:tag name="KSO_WM_UNIT_COMPATIBLE" val="0"/>
  <p:tag name="KSO_WM_UNIT_DIAGRAM_ISNUMVISUAL" val="0"/>
  <p:tag name="KSO_WM_UNIT_DIAGRAM_ISREFERUNIT" val="0"/>
  <p:tag name="KSO_WM_UNIT_TYPE" val="i"/>
  <p:tag name="KSO_WM_UNIT_INDEX" val="76"/>
  <p:tag name="KSO_WM_UNIT_ID" val="diagram20198172_1*i*76"/>
  <p:tag name="KSO_WM_TEMPLATE_CATEGORY" val="diagram"/>
  <p:tag name="KSO_WM_TEMPLATE_INDEX" val="20198172"/>
  <p:tag name="KSO_WM_UNIT_LAYERLEVEL" val="1"/>
  <p:tag name="KSO_WM_TAG_VERSION" val="1.0"/>
  <p:tag name="KSO_WM_BEAUTIFY_FLAG" val="#wm#"/>
  <p:tag name="KSO_WM_UNIT_FILL_FORE_SCHEMECOLOR_INDEX_BRIGHTNESS" val="-0.15"/>
  <p:tag name="KSO_WM_UNIT_FILL_FORE_SCHEMECOLOR_INDEX" val="14"/>
  <p:tag name="KSO_WM_UNIT_FILL_TYPE" val="1"/>
  <p:tag name="KSO_WM_UNIT_TEXT_FILL_FORE_SCHEMECOLOR_INDEX_BRIGHTNESS" val="0"/>
  <p:tag name="KSO_WM_UNIT_TEXT_FILL_FORE_SCHEMECOLOR_INDEX" val="2"/>
  <p:tag name="KSO_WM_UNIT_TEXT_FILL_TYPE" val="1"/>
</p:tagLst>
</file>

<file path=ppt/tags/tag1567.xml><?xml version="1.0" encoding="utf-8"?>
<p:tagLst xmlns:p="http://schemas.openxmlformats.org/presentationml/2006/main">
  <p:tag name="KSO_WM_UNIT_ADJUSTLAYOUT_ID" val="555"/>
  <p:tag name="KSO_WM_UNIT_HIGHLIGHT" val="0"/>
  <p:tag name="KSO_WM_UNIT_COMPATIBLE" val="0"/>
  <p:tag name="KSO_WM_UNIT_DIAGRAM_ISNUMVISUAL" val="0"/>
  <p:tag name="KSO_WM_UNIT_DIAGRAM_ISREFERUNIT" val="0"/>
  <p:tag name="KSO_WM_UNIT_TYPE" val="i"/>
  <p:tag name="KSO_WM_UNIT_INDEX" val="77"/>
  <p:tag name="KSO_WM_UNIT_ID" val="diagram20198172_1*i*77"/>
  <p:tag name="KSO_WM_TEMPLATE_CATEGORY" val="diagram"/>
  <p:tag name="KSO_WM_TEMPLATE_INDEX" val="20198172"/>
  <p:tag name="KSO_WM_UNIT_LAYERLEVEL" val="1"/>
  <p:tag name="KSO_WM_TAG_VERSION" val="1.0"/>
  <p:tag name="KSO_WM_BEAUTIFY_FLAG" val="#wm#"/>
  <p:tag name="KSO_WM_UNIT_FILL_FORE_SCHEMECOLOR_INDEX_BRIGHTNESS" val="-0.15"/>
  <p:tag name="KSO_WM_UNIT_FILL_FORE_SCHEMECOLOR_INDEX" val="14"/>
  <p:tag name="KSO_WM_UNIT_FILL_TYPE" val="1"/>
  <p:tag name="KSO_WM_UNIT_TEXT_FILL_FORE_SCHEMECOLOR_INDEX_BRIGHTNESS" val="0"/>
  <p:tag name="KSO_WM_UNIT_TEXT_FILL_FORE_SCHEMECOLOR_INDEX" val="2"/>
  <p:tag name="KSO_WM_UNIT_TEXT_FILL_TYPE" val="1"/>
</p:tagLst>
</file>

<file path=ppt/tags/tag1568.xml><?xml version="1.0" encoding="utf-8"?>
<p:tagLst xmlns:p="http://schemas.openxmlformats.org/presentationml/2006/main">
  <p:tag name="KSO_WM_UNIT_ADJUSTLAYOUT_ID" val="556"/>
  <p:tag name="KSO_WM_UNIT_HIGHLIGHT" val="0"/>
  <p:tag name="KSO_WM_UNIT_COMPATIBLE" val="0"/>
  <p:tag name="KSO_WM_UNIT_DIAGRAM_ISNUMVISUAL" val="0"/>
  <p:tag name="KSO_WM_UNIT_DIAGRAM_ISREFERUNIT" val="0"/>
  <p:tag name="KSO_WM_UNIT_TYPE" val="i"/>
  <p:tag name="KSO_WM_UNIT_INDEX" val="79"/>
  <p:tag name="KSO_WM_UNIT_ID" val="diagram20198172_1*i*79"/>
  <p:tag name="KSO_WM_TEMPLATE_CATEGORY" val="diagram"/>
  <p:tag name="KSO_WM_TEMPLATE_INDEX" val="20198172"/>
  <p:tag name="KSO_WM_UNIT_LAYERLEVEL" val="1"/>
  <p:tag name="KSO_WM_TAG_VERSION" val="1.0"/>
  <p:tag name="KSO_WM_BEAUTIFY_FLAG" val="#wm#"/>
  <p:tag name="KSO_WM_UNIT_FILL_FORE_SCHEMECOLOR_INDEX_BRIGHTNESS" val="-0.15"/>
  <p:tag name="KSO_WM_UNIT_FILL_FORE_SCHEMECOLOR_INDEX" val="14"/>
  <p:tag name="KSO_WM_UNIT_FILL_TYPE" val="1"/>
  <p:tag name="KSO_WM_UNIT_TEXT_FILL_FORE_SCHEMECOLOR_INDEX_BRIGHTNESS" val="0"/>
  <p:tag name="KSO_WM_UNIT_TEXT_FILL_FORE_SCHEMECOLOR_INDEX" val="2"/>
  <p:tag name="KSO_WM_UNIT_TEXT_FILL_TYPE" val="1"/>
</p:tagLst>
</file>

<file path=ppt/tags/tag1569.xml><?xml version="1.0" encoding="utf-8"?>
<p:tagLst xmlns:p="http://schemas.openxmlformats.org/presentationml/2006/main">
  <p:tag name="KSO_WM_UNIT_ADJUSTLAYOUT_ID" val="557"/>
  <p:tag name="KSO_WM_UNIT_HIGHLIGHT" val="0"/>
  <p:tag name="KSO_WM_UNIT_COMPATIBLE" val="0"/>
  <p:tag name="KSO_WM_UNIT_DIAGRAM_ISNUMVISUAL" val="0"/>
  <p:tag name="KSO_WM_UNIT_DIAGRAM_ISREFERUNIT" val="0"/>
  <p:tag name="KSO_WM_UNIT_TYPE" val="i"/>
  <p:tag name="KSO_WM_UNIT_INDEX" val="80"/>
  <p:tag name="KSO_WM_UNIT_ID" val="diagram20198172_1*i*80"/>
  <p:tag name="KSO_WM_TEMPLATE_CATEGORY" val="diagram"/>
  <p:tag name="KSO_WM_TEMPLATE_INDEX" val="20198172"/>
  <p:tag name="KSO_WM_UNIT_LAYERLEVEL" val="1"/>
  <p:tag name="KSO_WM_TAG_VERSION" val="1.0"/>
  <p:tag name="KSO_WM_BEAUTIFY_FLAG" val="#wm#"/>
  <p:tag name="KSO_WM_UNIT_FILL_FORE_SCHEMECOLOR_INDEX_BRIGHTNESS" val="-0.15"/>
  <p:tag name="KSO_WM_UNIT_FILL_FORE_SCHEMECOLOR_INDEX" val="14"/>
  <p:tag name="KSO_WM_UNIT_FILL_TYPE" val="1"/>
  <p:tag name="KSO_WM_UNIT_TEXT_FILL_FORE_SCHEMECOLOR_INDEX_BRIGHTNESS" val="0"/>
  <p:tag name="KSO_WM_UNIT_TEXT_FILL_FORE_SCHEMECOLOR_INDEX" val="2"/>
  <p:tag name="KSO_WM_UNIT_TEXT_FILL_TYPE" val="1"/>
</p:tagLst>
</file>

<file path=ppt/tags/tag1570.xml><?xml version="1.0" encoding="utf-8"?>
<p:tagLst xmlns:p="http://schemas.openxmlformats.org/presentationml/2006/main">
  <p:tag name="KSO_WM_UNIT_ADJUSTLAYOUT_ID" val="558"/>
  <p:tag name="KSO_WM_UNIT_HIGHLIGHT" val="0"/>
  <p:tag name="KSO_WM_UNIT_COMPATIBLE" val="0"/>
  <p:tag name="KSO_WM_UNIT_DIAGRAM_ISNUMVISUAL" val="0"/>
  <p:tag name="KSO_WM_UNIT_DIAGRAM_ISREFERUNIT" val="0"/>
  <p:tag name="KSO_WM_UNIT_TYPE" val="i"/>
  <p:tag name="KSO_WM_UNIT_INDEX" val="81"/>
  <p:tag name="KSO_WM_UNIT_ID" val="diagram20198172_1*i*81"/>
  <p:tag name="KSO_WM_TEMPLATE_CATEGORY" val="diagram"/>
  <p:tag name="KSO_WM_TEMPLATE_INDEX" val="20198172"/>
  <p:tag name="KSO_WM_UNIT_LAYERLEVEL" val="1"/>
  <p:tag name="KSO_WM_TAG_VERSION" val="1.0"/>
  <p:tag name="KSO_WM_BEAUTIFY_FLAG" val="#wm#"/>
  <p:tag name="KSO_WM_UNIT_FILL_FORE_SCHEMECOLOR_INDEX_BRIGHTNESS" val="-0.15"/>
  <p:tag name="KSO_WM_UNIT_FILL_FORE_SCHEMECOLOR_INDEX" val="14"/>
  <p:tag name="KSO_WM_UNIT_FILL_TYPE" val="1"/>
  <p:tag name="KSO_WM_UNIT_TEXT_FILL_FORE_SCHEMECOLOR_INDEX_BRIGHTNESS" val="0"/>
  <p:tag name="KSO_WM_UNIT_TEXT_FILL_FORE_SCHEMECOLOR_INDEX" val="2"/>
  <p:tag name="KSO_WM_UNIT_TEXT_FILL_TYPE" val="1"/>
</p:tagLst>
</file>

<file path=ppt/tags/tag1571.xml><?xml version="1.0" encoding="utf-8"?>
<p:tagLst xmlns:p="http://schemas.openxmlformats.org/presentationml/2006/main">
  <p:tag name="KSO_WM_UNIT_ADJUSTLAYOUT_ID" val="559"/>
  <p:tag name="KSO_WM_UNIT_HIGHLIGHT" val="0"/>
  <p:tag name="KSO_WM_UNIT_COMPATIBLE" val="0"/>
  <p:tag name="KSO_WM_UNIT_DIAGRAM_ISNUMVISUAL" val="0"/>
  <p:tag name="KSO_WM_UNIT_DIAGRAM_ISREFERUNIT" val="0"/>
  <p:tag name="KSO_WM_UNIT_TYPE" val="i"/>
  <p:tag name="KSO_WM_UNIT_INDEX" val="82"/>
  <p:tag name="KSO_WM_UNIT_ID" val="diagram20198172_1*i*82"/>
  <p:tag name="KSO_WM_TEMPLATE_CATEGORY" val="diagram"/>
  <p:tag name="KSO_WM_TEMPLATE_INDEX" val="20198172"/>
  <p:tag name="KSO_WM_UNIT_LAYERLEVEL" val="1"/>
  <p:tag name="KSO_WM_TAG_VERSION" val="1.0"/>
  <p:tag name="KSO_WM_BEAUTIFY_FLAG" val="#wm#"/>
  <p:tag name="KSO_WM_UNIT_FILL_FORE_SCHEMECOLOR_INDEX_BRIGHTNESS" val="-0.15"/>
  <p:tag name="KSO_WM_UNIT_FILL_FORE_SCHEMECOLOR_INDEX" val="14"/>
  <p:tag name="KSO_WM_UNIT_FILL_TYPE" val="1"/>
  <p:tag name="KSO_WM_UNIT_TEXT_FILL_FORE_SCHEMECOLOR_INDEX_BRIGHTNESS" val="0"/>
  <p:tag name="KSO_WM_UNIT_TEXT_FILL_FORE_SCHEMECOLOR_INDEX" val="2"/>
  <p:tag name="KSO_WM_UNIT_TEXT_FILL_TYPE" val="1"/>
</p:tagLst>
</file>

<file path=ppt/tags/tag1572.xml><?xml version="1.0" encoding="utf-8"?>
<p:tagLst xmlns:p="http://schemas.openxmlformats.org/presentationml/2006/main">
  <p:tag name="KSO_WM_UNIT_ADJUSTLAYOUT_ID" val="560"/>
  <p:tag name="KSO_WM_UNIT_HIGHLIGHT" val="0"/>
  <p:tag name="KSO_WM_UNIT_COMPATIBLE" val="0"/>
  <p:tag name="KSO_WM_UNIT_DIAGRAM_ISNUMVISUAL" val="0"/>
  <p:tag name="KSO_WM_UNIT_DIAGRAM_ISREFERUNIT" val="0"/>
  <p:tag name="KSO_WM_UNIT_TYPE" val="i"/>
  <p:tag name="KSO_WM_UNIT_INDEX" val="83"/>
  <p:tag name="KSO_WM_UNIT_ID" val="diagram20198172_1*i*83"/>
  <p:tag name="KSO_WM_TEMPLATE_CATEGORY" val="diagram"/>
  <p:tag name="KSO_WM_TEMPLATE_INDEX" val="20198172"/>
  <p:tag name="KSO_WM_UNIT_LAYERLEVEL" val="1"/>
  <p:tag name="KSO_WM_TAG_VERSION" val="1.0"/>
  <p:tag name="KSO_WM_BEAUTIFY_FLAG" val="#wm#"/>
  <p:tag name="KSO_WM_UNIT_FILL_FORE_SCHEMECOLOR_INDEX_BRIGHTNESS" val="-0.15"/>
  <p:tag name="KSO_WM_UNIT_FILL_FORE_SCHEMECOLOR_INDEX" val="14"/>
  <p:tag name="KSO_WM_UNIT_FILL_TYPE" val="1"/>
  <p:tag name="KSO_WM_UNIT_TEXT_FILL_FORE_SCHEMECOLOR_INDEX_BRIGHTNESS" val="0"/>
  <p:tag name="KSO_WM_UNIT_TEXT_FILL_FORE_SCHEMECOLOR_INDEX" val="2"/>
  <p:tag name="KSO_WM_UNIT_TEXT_FILL_TYPE" val="1"/>
</p:tagLst>
</file>

<file path=ppt/tags/tag1573.xml><?xml version="1.0" encoding="utf-8"?>
<p:tagLst xmlns:p="http://schemas.openxmlformats.org/presentationml/2006/main">
  <p:tag name="KSO_WM_UNIT_ADJUSTLAYOUT_ID" val="561"/>
  <p:tag name="KSO_WM_UNIT_HIGHLIGHT" val="0"/>
  <p:tag name="KSO_WM_UNIT_COMPATIBLE" val="0"/>
  <p:tag name="KSO_WM_UNIT_DIAGRAM_ISNUMVISUAL" val="0"/>
  <p:tag name="KSO_WM_UNIT_DIAGRAM_ISREFERUNIT" val="0"/>
  <p:tag name="KSO_WM_UNIT_TYPE" val="i"/>
  <p:tag name="KSO_WM_UNIT_INDEX" val="84"/>
  <p:tag name="KSO_WM_UNIT_ID" val="diagram20198172_1*i*84"/>
  <p:tag name="KSO_WM_TEMPLATE_CATEGORY" val="diagram"/>
  <p:tag name="KSO_WM_TEMPLATE_INDEX" val="20198172"/>
  <p:tag name="KSO_WM_UNIT_LAYERLEVEL" val="1"/>
  <p:tag name="KSO_WM_TAG_VERSION" val="1.0"/>
  <p:tag name="KSO_WM_BEAUTIFY_FLAG" val="#wm#"/>
  <p:tag name="KSO_WM_UNIT_FILL_FORE_SCHEMECOLOR_INDEX_BRIGHTNESS" val="-0.15"/>
  <p:tag name="KSO_WM_UNIT_FILL_FORE_SCHEMECOLOR_INDEX" val="14"/>
  <p:tag name="KSO_WM_UNIT_FILL_TYPE" val="1"/>
  <p:tag name="KSO_WM_UNIT_TEXT_FILL_FORE_SCHEMECOLOR_INDEX_BRIGHTNESS" val="0"/>
  <p:tag name="KSO_WM_UNIT_TEXT_FILL_FORE_SCHEMECOLOR_INDEX" val="2"/>
  <p:tag name="KSO_WM_UNIT_TEXT_FILL_TYPE" val="1"/>
</p:tagLst>
</file>

<file path=ppt/tags/tag1574.xml><?xml version="1.0" encoding="utf-8"?>
<p:tagLst xmlns:p="http://schemas.openxmlformats.org/presentationml/2006/main">
  <p:tag name="KSO_WM_UNIT_ADJUSTLAYOUT_ID" val="542"/>
  <p:tag name="KSO_WM_UNIT_HIGHLIGHT" val="0"/>
  <p:tag name="KSO_WM_UNIT_COMPATIBLE" val="0"/>
  <p:tag name="KSO_WM_UNIT_DIAGRAM_ISNUMVISUAL" val="0"/>
  <p:tag name="KSO_WM_UNIT_DIAGRAM_ISREFERUNIT" val="0"/>
  <p:tag name="KSO_WM_UNIT_TYPE" val="i"/>
  <p:tag name="KSO_WM_UNIT_INDEX" val="85"/>
  <p:tag name="KSO_WM_UNIT_ID" val="diagram20198172_1*i*85"/>
  <p:tag name="KSO_WM_TEMPLATE_CATEGORY" val="diagram"/>
  <p:tag name="KSO_WM_TEMPLATE_INDEX" val="20198172"/>
  <p:tag name="KSO_WM_UNIT_LAYERLEVEL" val="1"/>
  <p:tag name="KSO_WM_TAG_VERSION" val="1.0"/>
  <p:tag name="KSO_WM_BEAUTIFY_FLAG" val="#wm#"/>
  <p:tag name="KSO_WM_UNIT_FILL_FORE_SCHEMECOLOR_INDEX_BRIGHTNESS" val="-0.15"/>
  <p:tag name="KSO_WM_UNIT_FILL_FORE_SCHEMECOLOR_INDEX" val="14"/>
  <p:tag name="KSO_WM_UNIT_FILL_TYPE" val="1"/>
  <p:tag name="KSO_WM_UNIT_TEXT_FILL_FORE_SCHEMECOLOR_INDEX_BRIGHTNESS" val="0"/>
  <p:tag name="KSO_WM_UNIT_TEXT_FILL_FORE_SCHEMECOLOR_INDEX" val="2"/>
  <p:tag name="KSO_WM_UNIT_TEXT_FILL_TYPE" val="1"/>
</p:tagLst>
</file>

<file path=ppt/tags/tag1575.xml><?xml version="1.0" encoding="utf-8"?>
<p:tagLst xmlns:p="http://schemas.openxmlformats.org/presentationml/2006/main">
  <p:tag name="KSO_WM_UNIT_ADJUSTLAYOUT_ID" val="543"/>
  <p:tag name="KSO_WM_UNIT_HIGHLIGHT" val="0"/>
  <p:tag name="KSO_WM_UNIT_COMPATIBLE" val="0"/>
  <p:tag name="KSO_WM_UNIT_DIAGRAM_ISNUMVISUAL" val="0"/>
  <p:tag name="KSO_WM_UNIT_DIAGRAM_ISREFERUNIT" val="0"/>
  <p:tag name="KSO_WM_UNIT_TYPE" val="i"/>
  <p:tag name="KSO_WM_UNIT_INDEX" val="86"/>
  <p:tag name="KSO_WM_UNIT_ID" val="diagram20198172_1*i*86"/>
  <p:tag name="KSO_WM_TEMPLATE_CATEGORY" val="diagram"/>
  <p:tag name="KSO_WM_TEMPLATE_INDEX" val="20198172"/>
  <p:tag name="KSO_WM_UNIT_LAYERLEVEL" val="1"/>
  <p:tag name="KSO_WM_TAG_VERSION" val="1.0"/>
  <p:tag name="KSO_WM_BEAUTIFY_FLAG" val="#wm#"/>
  <p:tag name="KSO_WM_UNIT_FILL_FORE_SCHEMECOLOR_INDEX_BRIGHTNESS" val="-0.15"/>
  <p:tag name="KSO_WM_UNIT_FILL_FORE_SCHEMECOLOR_INDEX" val="14"/>
  <p:tag name="KSO_WM_UNIT_FILL_TYPE" val="1"/>
  <p:tag name="KSO_WM_UNIT_TEXT_FILL_FORE_SCHEMECOLOR_INDEX_BRIGHTNESS" val="0"/>
  <p:tag name="KSO_WM_UNIT_TEXT_FILL_FORE_SCHEMECOLOR_INDEX" val="2"/>
  <p:tag name="KSO_WM_UNIT_TEXT_FILL_TYPE" val="1"/>
</p:tagLst>
</file>

<file path=ppt/tags/tag1576.xml><?xml version="1.0" encoding="utf-8"?>
<p:tagLst xmlns:p="http://schemas.openxmlformats.org/presentationml/2006/main">
  <p:tag name="KSO_WM_UNIT_ADJUSTLAYOUT_ID" val="544"/>
  <p:tag name="KSO_WM_UNIT_HIGHLIGHT" val="0"/>
  <p:tag name="KSO_WM_UNIT_COMPATIBLE" val="0"/>
  <p:tag name="KSO_WM_UNIT_DIAGRAM_ISNUMVISUAL" val="0"/>
  <p:tag name="KSO_WM_UNIT_DIAGRAM_ISREFERUNIT" val="0"/>
  <p:tag name="KSO_WM_UNIT_TYPE" val="i"/>
  <p:tag name="KSO_WM_UNIT_INDEX" val="87"/>
  <p:tag name="KSO_WM_UNIT_ID" val="diagram20198172_1*i*87"/>
  <p:tag name="KSO_WM_TEMPLATE_CATEGORY" val="diagram"/>
  <p:tag name="KSO_WM_TEMPLATE_INDEX" val="20198172"/>
  <p:tag name="KSO_WM_UNIT_LAYERLEVEL" val="1"/>
  <p:tag name="KSO_WM_TAG_VERSION" val="1.0"/>
  <p:tag name="KSO_WM_BEAUTIFY_FLAG" val="#wm#"/>
  <p:tag name="KSO_WM_UNIT_FILL_FORE_SCHEMECOLOR_INDEX_BRIGHTNESS" val="-0.15"/>
  <p:tag name="KSO_WM_UNIT_FILL_FORE_SCHEMECOLOR_INDEX" val="14"/>
  <p:tag name="KSO_WM_UNIT_FILL_TYPE" val="1"/>
  <p:tag name="KSO_WM_UNIT_TEXT_FILL_FORE_SCHEMECOLOR_INDEX_BRIGHTNESS" val="0"/>
  <p:tag name="KSO_WM_UNIT_TEXT_FILL_FORE_SCHEMECOLOR_INDEX" val="2"/>
  <p:tag name="KSO_WM_UNIT_TEXT_FILL_TYPE" val="1"/>
</p:tagLst>
</file>

<file path=ppt/tags/tag1577.xml><?xml version="1.0" encoding="utf-8"?>
<p:tagLst xmlns:p="http://schemas.openxmlformats.org/presentationml/2006/main">
  <p:tag name="KSO_WM_UNIT_ADJUSTLAYOUT_ID" val="545"/>
  <p:tag name="KSO_WM_UNIT_HIGHLIGHT" val="0"/>
  <p:tag name="KSO_WM_UNIT_COMPATIBLE" val="0"/>
  <p:tag name="KSO_WM_UNIT_DIAGRAM_ISNUMVISUAL" val="0"/>
  <p:tag name="KSO_WM_UNIT_DIAGRAM_ISREFERUNIT" val="0"/>
  <p:tag name="KSO_WM_UNIT_TYPE" val="i"/>
  <p:tag name="KSO_WM_UNIT_INDEX" val="88"/>
  <p:tag name="KSO_WM_UNIT_ID" val="diagram20198172_1*i*88"/>
  <p:tag name="KSO_WM_TEMPLATE_CATEGORY" val="diagram"/>
  <p:tag name="KSO_WM_TEMPLATE_INDEX" val="20198172"/>
  <p:tag name="KSO_WM_UNIT_LAYERLEVEL" val="1"/>
  <p:tag name="KSO_WM_TAG_VERSION" val="1.0"/>
  <p:tag name="KSO_WM_BEAUTIFY_FLAG" val="#wm#"/>
  <p:tag name="KSO_WM_UNIT_FILL_FORE_SCHEMECOLOR_INDEX_BRIGHTNESS" val="-0.15"/>
  <p:tag name="KSO_WM_UNIT_FILL_FORE_SCHEMECOLOR_INDEX" val="14"/>
  <p:tag name="KSO_WM_UNIT_FILL_TYPE" val="1"/>
  <p:tag name="KSO_WM_UNIT_TEXT_FILL_FORE_SCHEMECOLOR_INDEX_BRIGHTNESS" val="0"/>
  <p:tag name="KSO_WM_UNIT_TEXT_FILL_FORE_SCHEMECOLOR_INDEX" val="2"/>
  <p:tag name="KSO_WM_UNIT_TEXT_FILL_TYPE" val="1"/>
</p:tagLst>
</file>

<file path=ppt/tags/tag1578.xml><?xml version="1.0" encoding="utf-8"?>
<p:tagLst xmlns:p="http://schemas.openxmlformats.org/presentationml/2006/main">
  <p:tag name="KSO_WM_UNIT_ADJUSTLAYOUT_ID" val="546"/>
  <p:tag name="KSO_WM_UNIT_HIGHLIGHT" val="0"/>
  <p:tag name="KSO_WM_UNIT_COMPATIBLE" val="0"/>
  <p:tag name="KSO_WM_UNIT_DIAGRAM_ISNUMVISUAL" val="0"/>
  <p:tag name="KSO_WM_UNIT_DIAGRAM_ISREFERUNIT" val="0"/>
  <p:tag name="KSO_WM_UNIT_TYPE" val="i"/>
  <p:tag name="KSO_WM_UNIT_INDEX" val="90"/>
  <p:tag name="KSO_WM_UNIT_ID" val="diagram20198172_1*i*90"/>
  <p:tag name="KSO_WM_TEMPLATE_CATEGORY" val="diagram"/>
  <p:tag name="KSO_WM_TEMPLATE_INDEX" val="20198172"/>
  <p:tag name="KSO_WM_UNIT_LAYERLEVEL" val="1"/>
  <p:tag name="KSO_WM_TAG_VERSION" val="1.0"/>
  <p:tag name="KSO_WM_BEAUTIFY_FLAG" val="#wm#"/>
  <p:tag name="KSO_WM_UNIT_FILL_FORE_SCHEMECOLOR_INDEX_BRIGHTNESS" val="-0.15"/>
  <p:tag name="KSO_WM_UNIT_FILL_FORE_SCHEMECOLOR_INDEX" val="14"/>
  <p:tag name="KSO_WM_UNIT_FILL_TYPE" val="1"/>
  <p:tag name="KSO_WM_UNIT_TEXT_FILL_FORE_SCHEMECOLOR_INDEX_BRIGHTNESS" val="0"/>
  <p:tag name="KSO_WM_UNIT_TEXT_FILL_FORE_SCHEMECOLOR_INDEX" val="2"/>
  <p:tag name="KSO_WM_UNIT_TEXT_FILL_TYPE" val="1"/>
</p:tagLst>
</file>

<file path=ppt/tags/tag1579.xml><?xml version="1.0" encoding="utf-8"?>
<p:tagLst xmlns:p="http://schemas.openxmlformats.org/presentationml/2006/main">
  <p:tag name="KSO_WM_UNIT_ADJUSTLAYOUT_ID" val="547"/>
  <p:tag name="KSO_WM_UNIT_HIGHLIGHT" val="0"/>
  <p:tag name="KSO_WM_UNIT_COMPATIBLE" val="0"/>
  <p:tag name="KSO_WM_UNIT_DIAGRAM_ISNUMVISUAL" val="0"/>
  <p:tag name="KSO_WM_UNIT_DIAGRAM_ISREFERUNIT" val="0"/>
  <p:tag name="KSO_WM_UNIT_TYPE" val="i"/>
  <p:tag name="KSO_WM_UNIT_INDEX" val="91"/>
  <p:tag name="KSO_WM_UNIT_ID" val="diagram20198172_1*i*91"/>
  <p:tag name="KSO_WM_TEMPLATE_CATEGORY" val="diagram"/>
  <p:tag name="KSO_WM_TEMPLATE_INDEX" val="20198172"/>
  <p:tag name="KSO_WM_UNIT_LAYERLEVEL" val="1"/>
  <p:tag name="KSO_WM_TAG_VERSION" val="1.0"/>
  <p:tag name="KSO_WM_BEAUTIFY_FLAG" val="#wm#"/>
  <p:tag name="KSO_WM_UNIT_FILL_FORE_SCHEMECOLOR_INDEX_BRIGHTNESS" val="-0.15"/>
  <p:tag name="KSO_WM_UNIT_FILL_FORE_SCHEMECOLOR_INDEX" val="14"/>
  <p:tag name="KSO_WM_UNIT_FILL_TYPE" val="1"/>
  <p:tag name="KSO_WM_UNIT_TEXT_FILL_FORE_SCHEMECOLOR_INDEX_BRIGHTNESS" val="0"/>
  <p:tag name="KSO_WM_UNIT_TEXT_FILL_FORE_SCHEMECOLOR_INDEX" val="2"/>
  <p:tag name="KSO_WM_UNIT_TEXT_FILL_TYPE" val="1"/>
</p:tagLst>
</file>

<file path=ppt/tags/tag1580.xml><?xml version="1.0" encoding="utf-8"?>
<p:tagLst xmlns:p="http://schemas.openxmlformats.org/presentationml/2006/main">
  <p:tag name="KSO_WM_UNIT_ADJUSTLAYOUT_ID" val="548"/>
  <p:tag name="KSO_WM_UNIT_HIGHLIGHT" val="0"/>
  <p:tag name="KSO_WM_UNIT_COMPATIBLE" val="0"/>
  <p:tag name="KSO_WM_UNIT_DIAGRAM_ISNUMVISUAL" val="0"/>
  <p:tag name="KSO_WM_UNIT_DIAGRAM_ISREFERUNIT" val="0"/>
  <p:tag name="KSO_WM_UNIT_TYPE" val="i"/>
  <p:tag name="KSO_WM_UNIT_INDEX" val="92"/>
  <p:tag name="KSO_WM_UNIT_ID" val="diagram20198172_1*i*92"/>
  <p:tag name="KSO_WM_TEMPLATE_CATEGORY" val="diagram"/>
  <p:tag name="KSO_WM_TEMPLATE_INDEX" val="20198172"/>
  <p:tag name="KSO_WM_UNIT_LAYERLEVEL" val="1"/>
  <p:tag name="KSO_WM_TAG_VERSION" val="1.0"/>
  <p:tag name="KSO_WM_BEAUTIFY_FLAG" val="#wm#"/>
  <p:tag name="KSO_WM_UNIT_FILL_FORE_SCHEMECOLOR_INDEX_BRIGHTNESS" val="-0.15"/>
  <p:tag name="KSO_WM_UNIT_FILL_FORE_SCHEMECOLOR_INDEX" val="14"/>
  <p:tag name="KSO_WM_UNIT_FILL_TYPE" val="1"/>
  <p:tag name="KSO_WM_UNIT_TEXT_FILL_FORE_SCHEMECOLOR_INDEX_BRIGHTNESS" val="0"/>
  <p:tag name="KSO_WM_UNIT_TEXT_FILL_FORE_SCHEMECOLOR_INDEX" val="2"/>
  <p:tag name="KSO_WM_UNIT_TEXT_FILL_TYPE" val="1"/>
</p:tagLst>
</file>

<file path=ppt/tags/tag1581.xml><?xml version="1.0" encoding="utf-8"?>
<p:tagLst xmlns:p="http://schemas.openxmlformats.org/presentationml/2006/main">
  <p:tag name="KSO_WM_UNIT_ADJUSTLAYOUT_ID" val="549"/>
  <p:tag name="KSO_WM_UNIT_HIGHLIGHT" val="0"/>
  <p:tag name="KSO_WM_UNIT_COMPATIBLE" val="0"/>
  <p:tag name="KSO_WM_UNIT_DIAGRAM_ISNUMVISUAL" val="0"/>
  <p:tag name="KSO_WM_UNIT_DIAGRAM_ISREFERUNIT" val="0"/>
  <p:tag name="KSO_WM_UNIT_TYPE" val="i"/>
  <p:tag name="KSO_WM_UNIT_INDEX" val="93"/>
  <p:tag name="KSO_WM_UNIT_ID" val="diagram20198172_1*i*93"/>
  <p:tag name="KSO_WM_TEMPLATE_CATEGORY" val="diagram"/>
  <p:tag name="KSO_WM_TEMPLATE_INDEX" val="20198172"/>
  <p:tag name="KSO_WM_UNIT_LAYERLEVEL" val="1"/>
  <p:tag name="KSO_WM_TAG_VERSION" val="1.0"/>
  <p:tag name="KSO_WM_BEAUTIFY_FLAG" val="#wm#"/>
  <p:tag name="KSO_WM_UNIT_FILL_FORE_SCHEMECOLOR_INDEX_BRIGHTNESS" val="-0.15"/>
  <p:tag name="KSO_WM_UNIT_FILL_FORE_SCHEMECOLOR_INDEX" val="14"/>
  <p:tag name="KSO_WM_UNIT_FILL_TYPE" val="1"/>
  <p:tag name="KSO_WM_UNIT_TEXT_FILL_FORE_SCHEMECOLOR_INDEX_BRIGHTNESS" val="0"/>
  <p:tag name="KSO_WM_UNIT_TEXT_FILL_FORE_SCHEMECOLOR_INDEX" val="2"/>
  <p:tag name="KSO_WM_UNIT_TEXT_FILL_TYPE" val="1"/>
</p:tagLst>
</file>

<file path=ppt/tags/tag1582.xml><?xml version="1.0" encoding="utf-8"?>
<p:tagLst xmlns:p="http://schemas.openxmlformats.org/presentationml/2006/main">
  <p:tag name="KSO_WM_UNIT_ADJUSTLAYOUT_ID" val="550"/>
  <p:tag name="KSO_WM_UNIT_HIGHLIGHT" val="0"/>
  <p:tag name="KSO_WM_UNIT_COMPATIBLE" val="0"/>
  <p:tag name="KSO_WM_UNIT_DIAGRAM_ISNUMVISUAL" val="0"/>
  <p:tag name="KSO_WM_UNIT_DIAGRAM_ISREFERUNIT" val="0"/>
  <p:tag name="KSO_WM_UNIT_TYPE" val="i"/>
  <p:tag name="KSO_WM_UNIT_INDEX" val="94"/>
  <p:tag name="KSO_WM_UNIT_ID" val="diagram20198172_1*i*94"/>
  <p:tag name="KSO_WM_TEMPLATE_CATEGORY" val="diagram"/>
  <p:tag name="KSO_WM_TEMPLATE_INDEX" val="20198172"/>
  <p:tag name="KSO_WM_UNIT_LAYERLEVEL" val="1"/>
  <p:tag name="KSO_WM_TAG_VERSION" val="1.0"/>
  <p:tag name="KSO_WM_BEAUTIFY_FLAG" val="#wm#"/>
  <p:tag name="KSO_WM_UNIT_FILL_FORE_SCHEMECOLOR_INDEX_BRIGHTNESS" val="-0.15"/>
  <p:tag name="KSO_WM_UNIT_FILL_FORE_SCHEMECOLOR_INDEX" val="14"/>
  <p:tag name="KSO_WM_UNIT_FILL_TYPE" val="1"/>
  <p:tag name="KSO_WM_UNIT_TEXT_FILL_FORE_SCHEMECOLOR_INDEX_BRIGHTNESS" val="0"/>
  <p:tag name="KSO_WM_UNIT_TEXT_FILL_FORE_SCHEMECOLOR_INDEX" val="2"/>
  <p:tag name="KSO_WM_UNIT_TEXT_FILL_TYPE" val="1"/>
</p:tagLst>
</file>

<file path=ppt/tags/tag1583.xml><?xml version="1.0" encoding="utf-8"?>
<p:tagLst xmlns:p="http://schemas.openxmlformats.org/presentationml/2006/main">
  <p:tag name="KSO_WM_UNIT_ADJUSTLAYOUT_ID" val="551"/>
  <p:tag name="KSO_WM_UNIT_HIGHLIGHT" val="0"/>
  <p:tag name="KSO_WM_UNIT_COMPATIBLE" val="0"/>
  <p:tag name="KSO_WM_UNIT_DIAGRAM_ISNUMVISUAL" val="0"/>
  <p:tag name="KSO_WM_UNIT_DIAGRAM_ISREFERUNIT" val="0"/>
  <p:tag name="KSO_WM_UNIT_TYPE" val="i"/>
  <p:tag name="KSO_WM_UNIT_INDEX" val="95"/>
  <p:tag name="KSO_WM_UNIT_ID" val="diagram20198172_1*i*95"/>
  <p:tag name="KSO_WM_TEMPLATE_CATEGORY" val="diagram"/>
  <p:tag name="KSO_WM_TEMPLATE_INDEX" val="20198172"/>
  <p:tag name="KSO_WM_UNIT_LAYERLEVEL" val="1"/>
  <p:tag name="KSO_WM_TAG_VERSION" val="1.0"/>
  <p:tag name="KSO_WM_BEAUTIFY_FLAG" val="#wm#"/>
  <p:tag name="KSO_WM_UNIT_FILL_FORE_SCHEMECOLOR_INDEX_BRIGHTNESS" val="-0.15"/>
  <p:tag name="KSO_WM_UNIT_FILL_FORE_SCHEMECOLOR_INDEX" val="14"/>
  <p:tag name="KSO_WM_UNIT_FILL_TYPE" val="1"/>
  <p:tag name="KSO_WM_UNIT_TEXT_FILL_FORE_SCHEMECOLOR_INDEX_BRIGHTNESS" val="0"/>
  <p:tag name="KSO_WM_UNIT_TEXT_FILL_FORE_SCHEMECOLOR_INDEX" val="2"/>
  <p:tag name="KSO_WM_UNIT_TEXT_FILL_TYPE" val="1"/>
</p:tagLst>
</file>

<file path=ppt/tags/tag1584.xml><?xml version="1.0" encoding="utf-8"?>
<p:tagLst xmlns:p="http://schemas.openxmlformats.org/presentationml/2006/main">
  <p:tag name="KSO_WM_UNIT_ADJUSTLAYOUT_ID" val="532"/>
  <p:tag name="KSO_WM_UNIT_HIGHLIGHT" val="0"/>
  <p:tag name="KSO_WM_UNIT_COMPATIBLE" val="0"/>
  <p:tag name="KSO_WM_UNIT_DIAGRAM_ISNUMVISUAL" val="0"/>
  <p:tag name="KSO_WM_UNIT_DIAGRAM_ISREFERUNIT" val="0"/>
  <p:tag name="KSO_WM_UNIT_TYPE" val="i"/>
  <p:tag name="KSO_WM_UNIT_INDEX" val="96"/>
  <p:tag name="KSO_WM_UNIT_ID" val="diagram20198172_1*i*96"/>
  <p:tag name="KSO_WM_TEMPLATE_CATEGORY" val="diagram"/>
  <p:tag name="KSO_WM_TEMPLATE_INDEX" val="20198172"/>
  <p:tag name="KSO_WM_UNIT_LAYERLEVEL" val="1"/>
  <p:tag name="KSO_WM_TAG_VERSION" val="1.0"/>
  <p:tag name="KSO_WM_BEAUTIFY_FLAG" val="#wm#"/>
  <p:tag name="KSO_WM_UNIT_FILL_FORE_SCHEMECOLOR_INDEX_BRIGHTNESS" val="-0.15"/>
  <p:tag name="KSO_WM_UNIT_FILL_FORE_SCHEMECOLOR_INDEX" val="14"/>
  <p:tag name="KSO_WM_UNIT_FILL_TYPE" val="1"/>
  <p:tag name="KSO_WM_UNIT_TEXT_FILL_FORE_SCHEMECOLOR_INDEX_BRIGHTNESS" val="0"/>
  <p:tag name="KSO_WM_UNIT_TEXT_FILL_FORE_SCHEMECOLOR_INDEX" val="2"/>
  <p:tag name="KSO_WM_UNIT_TEXT_FILL_TYPE" val="1"/>
</p:tagLst>
</file>

<file path=ppt/tags/tag1585.xml><?xml version="1.0" encoding="utf-8"?>
<p:tagLst xmlns:p="http://schemas.openxmlformats.org/presentationml/2006/main">
  <p:tag name="KSO_WM_UNIT_ADJUSTLAYOUT_ID" val="533"/>
  <p:tag name="KSO_WM_UNIT_HIGHLIGHT" val="0"/>
  <p:tag name="KSO_WM_UNIT_COMPATIBLE" val="0"/>
  <p:tag name="KSO_WM_UNIT_DIAGRAM_ISNUMVISUAL" val="0"/>
  <p:tag name="KSO_WM_UNIT_DIAGRAM_ISREFERUNIT" val="0"/>
  <p:tag name="KSO_WM_UNIT_TYPE" val="i"/>
  <p:tag name="KSO_WM_UNIT_INDEX" val="97"/>
  <p:tag name="KSO_WM_UNIT_ID" val="diagram20198172_1*i*97"/>
  <p:tag name="KSO_WM_TEMPLATE_CATEGORY" val="diagram"/>
  <p:tag name="KSO_WM_TEMPLATE_INDEX" val="20198172"/>
  <p:tag name="KSO_WM_UNIT_LAYERLEVEL" val="1"/>
  <p:tag name="KSO_WM_TAG_VERSION" val="1.0"/>
  <p:tag name="KSO_WM_BEAUTIFY_FLAG" val="#wm#"/>
  <p:tag name="KSO_WM_UNIT_FILL_FORE_SCHEMECOLOR_INDEX_BRIGHTNESS" val="-0.15"/>
  <p:tag name="KSO_WM_UNIT_FILL_FORE_SCHEMECOLOR_INDEX" val="14"/>
  <p:tag name="KSO_WM_UNIT_FILL_TYPE" val="1"/>
  <p:tag name="KSO_WM_UNIT_TEXT_FILL_FORE_SCHEMECOLOR_INDEX_BRIGHTNESS" val="0"/>
  <p:tag name="KSO_WM_UNIT_TEXT_FILL_FORE_SCHEMECOLOR_INDEX" val="2"/>
  <p:tag name="KSO_WM_UNIT_TEXT_FILL_TYPE" val="1"/>
</p:tagLst>
</file>

<file path=ppt/tags/tag1586.xml><?xml version="1.0" encoding="utf-8"?>
<p:tagLst xmlns:p="http://schemas.openxmlformats.org/presentationml/2006/main">
  <p:tag name="KSO_WM_UNIT_ADJUSTLAYOUT_ID" val="534"/>
  <p:tag name="KSO_WM_UNIT_HIGHLIGHT" val="0"/>
  <p:tag name="KSO_WM_UNIT_COMPATIBLE" val="0"/>
  <p:tag name="KSO_WM_UNIT_DIAGRAM_ISNUMVISUAL" val="0"/>
  <p:tag name="KSO_WM_UNIT_DIAGRAM_ISREFERUNIT" val="0"/>
  <p:tag name="KSO_WM_UNIT_TYPE" val="i"/>
  <p:tag name="KSO_WM_UNIT_INDEX" val="98"/>
  <p:tag name="KSO_WM_UNIT_ID" val="diagram20198172_1*i*98"/>
  <p:tag name="KSO_WM_TEMPLATE_CATEGORY" val="diagram"/>
  <p:tag name="KSO_WM_TEMPLATE_INDEX" val="20198172"/>
  <p:tag name="KSO_WM_UNIT_LAYERLEVEL" val="1"/>
  <p:tag name="KSO_WM_TAG_VERSION" val="1.0"/>
  <p:tag name="KSO_WM_BEAUTIFY_FLAG" val="#wm#"/>
  <p:tag name="KSO_WM_UNIT_FILL_FORE_SCHEMECOLOR_INDEX_BRIGHTNESS" val="-0.15"/>
  <p:tag name="KSO_WM_UNIT_FILL_FORE_SCHEMECOLOR_INDEX" val="14"/>
  <p:tag name="KSO_WM_UNIT_FILL_TYPE" val="1"/>
  <p:tag name="KSO_WM_UNIT_TEXT_FILL_FORE_SCHEMECOLOR_INDEX_BRIGHTNESS" val="0"/>
  <p:tag name="KSO_WM_UNIT_TEXT_FILL_FORE_SCHEMECOLOR_INDEX" val="2"/>
  <p:tag name="KSO_WM_UNIT_TEXT_FILL_TYPE" val="1"/>
</p:tagLst>
</file>

<file path=ppt/tags/tag1587.xml><?xml version="1.0" encoding="utf-8"?>
<p:tagLst xmlns:p="http://schemas.openxmlformats.org/presentationml/2006/main">
  <p:tag name="KSO_WM_UNIT_ADJUSTLAYOUT_ID" val="535"/>
  <p:tag name="KSO_WM_UNIT_HIGHLIGHT" val="0"/>
  <p:tag name="KSO_WM_UNIT_COMPATIBLE" val="0"/>
  <p:tag name="KSO_WM_UNIT_DIAGRAM_ISNUMVISUAL" val="0"/>
  <p:tag name="KSO_WM_UNIT_DIAGRAM_ISREFERUNIT" val="0"/>
  <p:tag name="KSO_WM_UNIT_TYPE" val="i"/>
  <p:tag name="KSO_WM_UNIT_INDEX" val="99"/>
  <p:tag name="KSO_WM_UNIT_ID" val="diagram20198172_1*i*99"/>
  <p:tag name="KSO_WM_TEMPLATE_CATEGORY" val="diagram"/>
  <p:tag name="KSO_WM_TEMPLATE_INDEX" val="20198172"/>
  <p:tag name="KSO_WM_UNIT_LAYERLEVEL" val="1"/>
  <p:tag name="KSO_WM_TAG_VERSION" val="1.0"/>
  <p:tag name="KSO_WM_BEAUTIFY_FLAG" val="#wm#"/>
  <p:tag name="KSO_WM_UNIT_FILL_FORE_SCHEMECOLOR_INDEX_BRIGHTNESS" val="-0.15"/>
  <p:tag name="KSO_WM_UNIT_FILL_FORE_SCHEMECOLOR_INDEX" val="14"/>
  <p:tag name="KSO_WM_UNIT_FILL_TYPE" val="1"/>
  <p:tag name="KSO_WM_UNIT_TEXT_FILL_FORE_SCHEMECOLOR_INDEX_BRIGHTNESS" val="0"/>
  <p:tag name="KSO_WM_UNIT_TEXT_FILL_FORE_SCHEMECOLOR_INDEX" val="2"/>
  <p:tag name="KSO_WM_UNIT_TEXT_FILL_TYPE" val="1"/>
</p:tagLst>
</file>

<file path=ppt/tags/tag1588.xml><?xml version="1.0" encoding="utf-8"?>
<p:tagLst xmlns:p="http://schemas.openxmlformats.org/presentationml/2006/main">
  <p:tag name="KSO_WM_UNIT_ADJUSTLAYOUT_ID" val="536"/>
  <p:tag name="KSO_WM_UNIT_HIGHLIGHT" val="0"/>
  <p:tag name="KSO_WM_UNIT_COMPATIBLE" val="0"/>
  <p:tag name="KSO_WM_UNIT_DIAGRAM_ISNUMVISUAL" val="0"/>
  <p:tag name="KSO_WM_UNIT_DIAGRAM_ISREFERUNIT" val="0"/>
  <p:tag name="KSO_WM_UNIT_TYPE" val="i"/>
  <p:tag name="KSO_WM_UNIT_INDEX" val="101"/>
  <p:tag name="KSO_WM_UNIT_ID" val="diagram20198172_1*i*101"/>
  <p:tag name="KSO_WM_TEMPLATE_CATEGORY" val="diagram"/>
  <p:tag name="KSO_WM_TEMPLATE_INDEX" val="20198172"/>
  <p:tag name="KSO_WM_UNIT_LAYERLEVEL" val="1"/>
  <p:tag name="KSO_WM_TAG_VERSION" val="1.0"/>
  <p:tag name="KSO_WM_BEAUTIFY_FLAG" val="#wm#"/>
  <p:tag name="KSO_WM_UNIT_FILL_FORE_SCHEMECOLOR_INDEX_BRIGHTNESS" val="-0.15"/>
  <p:tag name="KSO_WM_UNIT_FILL_FORE_SCHEMECOLOR_INDEX" val="14"/>
  <p:tag name="KSO_WM_UNIT_FILL_TYPE" val="1"/>
  <p:tag name="KSO_WM_UNIT_TEXT_FILL_FORE_SCHEMECOLOR_INDEX_BRIGHTNESS" val="0"/>
  <p:tag name="KSO_WM_UNIT_TEXT_FILL_FORE_SCHEMECOLOR_INDEX" val="2"/>
  <p:tag name="KSO_WM_UNIT_TEXT_FILL_TYPE" val="1"/>
</p:tagLst>
</file>

<file path=ppt/tags/tag1589.xml><?xml version="1.0" encoding="utf-8"?>
<p:tagLst xmlns:p="http://schemas.openxmlformats.org/presentationml/2006/main">
  <p:tag name="KSO_WM_UNIT_ADJUSTLAYOUT_ID" val="537"/>
  <p:tag name="KSO_WM_UNIT_HIGHLIGHT" val="0"/>
  <p:tag name="KSO_WM_UNIT_COMPATIBLE" val="0"/>
  <p:tag name="KSO_WM_UNIT_DIAGRAM_ISNUMVISUAL" val="0"/>
  <p:tag name="KSO_WM_UNIT_DIAGRAM_ISREFERUNIT" val="0"/>
  <p:tag name="KSO_WM_UNIT_TYPE" val="i"/>
  <p:tag name="KSO_WM_UNIT_INDEX" val="102"/>
  <p:tag name="KSO_WM_UNIT_ID" val="diagram20198172_1*i*102"/>
  <p:tag name="KSO_WM_TEMPLATE_CATEGORY" val="diagram"/>
  <p:tag name="KSO_WM_TEMPLATE_INDEX" val="20198172"/>
  <p:tag name="KSO_WM_UNIT_LAYERLEVEL" val="1"/>
  <p:tag name="KSO_WM_TAG_VERSION" val="1.0"/>
  <p:tag name="KSO_WM_BEAUTIFY_FLAG" val="#wm#"/>
  <p:tag name="KSO_WM_UNIT_FILL_FORE_SCHEMECOLOR_INDEX_BRIGHTNESS" val="-0.15"/>
  <p:tag name="KSO_WM_UNIT_FILL_FORE_SCHEMECOLOR_INDEX" val="14"/>
  <p:tag name="KSO_WM_UNIT_FILL_TYPE" val="1"/>
  <p:tag name="KSO_WM_UNIT_TEXT_FILL_FORE_SCHEMECOLOR_INDEX_BRIGHTNESS" val="0"/>
  <p:tag name="KSO_WM_UNIT_TEXT_FILL_FORE_SCHEMECOLOR_INDEX" val="2"/>
  <p:tag name="KSO_WM_UNIT_TEXT_FILL_TYPE" val="1"/>
</p:tagLst>
</file>

<file path=ppt/tags/tag1590.xml><?xml version="1.0" encoding="utf-8"?>
<p:tagLst xmlns:p="http://schemas.openxmlformats.org/presentationml/2006/main">
  <p:tag name="KSO_WM_UNIT_ADJUSTLAYOUT_ID" val="538"/>
  <p:tag name="KSO_WM_UNIT_HIGHLIGHT" val="0"/>
  <p:tag name="KSO_WM_UNIT_COMPATIBLE" val="0"/>
  <p:tag name="KSO_WM_UNIT_DIAGRAM_ISNUMVISUAL" val="0"/>
  <p:tag name="KSO_WM_UNIT_DIAGRAM_ISREFERUNIT" val="0"/>
  <p:tag name="KSO_WM_UNIT_TYPE" val="i"/>
  <p:tag name="KSO_WM_UNIT_INDEX" val="103"/>
  <p:tag name="KSO_WM_UNIT_ID" val="diagram20198172_1*i*103"/>
  <p:tag name="KSO_WM_TEMPLATE_CATEGORY" val="diagram"/>
  <p:tag name="KSO_WM_TEMPLATE_INDEX" val="20198172"/>
  <p:tag name="KSO_WM_UNIT_LAYERLEVEL" val="1"/>
  <p:tag name="KSO_WM_TAG_VERSION" val="1.0"/>
  <p:tag name="KSO_WM_BEAUTIFY_FLAG" val="#wm#"/>
  <p:tag name="KSO_WM_UNIT_FILL_FORE_SCHEMECOLOR_INDEX_BRIGHTNESS" val="-0.15"/>
  <p:tag name="KSO_WM_UNIT_FILL_FORE_SCHEMECOLOR_INDEX" val="14"/>
  <p:tag name="KSO_WM_UNIT_FILL_TYPE" val="1"/>
  <p:tag name="KSO_WM_UNIT_TEXT_FILL_FORE_SCHEMECOLOR_INDEX_BRIGHTNESS" val="0"/>
  <p:tag name="KSO_WM_UNIT_TEXT_FILL_FORE_SCHEMECOLOR_INDEX" val="2"/>
  <p:tag name="KSO_WM_UNIT_TEXT_FILL_TYPE" val="1"/>
</p:tagLst>
</file>

<file path=ppt/tags/tag1591.xml><?xml version="1.0" encoding="utf-8"?>
<p:tagLst xmlns:p="http://schemas.openxmlformats.org/presentationml/2006/main">
  <p:tag name="KSO_WM_UNIT_ADJUSTLAYOUT_ID" val="539"/>
  <p:tag name="KSO_WM_UNIT_HIGHLIGHT" val="0"/>
  <p:tag name="KSO_WM_UNIT_COMPATIBLE" val="0"/>
  <p:tag name="KSO_WM_UNIT_DIAGRAM_ISNUMVISUAL" val="0"/>
  <p:tag name="KSO_WM_UNIT_DIAGRAM_ISREFERUNIT" val="0"/>
  <p:tag name="KSO_WM_UNIT_TYPE" val="i"/>
  <p:tag name="KSO_WM_UNIT_INDEX" val="104"/>
  <p:tag name="KSO_WM_UNIT_ID" val="diagram20198172_1*i*104"/>
  <p:tag name="KSO_WM_TEMPLATE_CATEGORY" val="diagram"/>
  <p:tag name="KSO_WM_TEMPLATE_INDEX" val="20198172"/>
  <p:tag name="KSO_WM_UNIT_LAYERLEVEL" val="1"/>
  <p:tag name="KSO_WM_TAG_VERSION" val="1.0"/>
  <p:tag name="KSO_WM_BEAUTIFY_FLAG" val="#wm#"/>
  <p:tag name="KSO_WM_UNIT_FILL_FORE_SCHEMECOLOR_INDEX_BRIGHTNESS" val="-0.15"/>
  <p:tag name="KSO_WM_UNIT_FILL_FORE_SCHEMECOLOR_INDEX" val="14"/>
  <p:tag name="KSO_WM_UNIT_FILL_TYPE" val="1"/>
  <p:tag name="KSO_WM_UNIT_TEXT_FILL_FORE_SCHEMECOLOR_INDEX_BRIGHTNESS" val="0"/>
  <p:tag name="KSO_WM_UNIT_TEXT_FILL_FORE_SCHEMECOLOR_INDEX" val="2"/>
  <p:tag name="KSO_WM_UNIT_TEXT_FILL_TYPE" val="1"/>
</p:tagLst>
</file>

<file path=ppt/tags/tag1592.xml><?xml version="1.0" encoding="utf-8"?>
<p:tagLst xmlns:p="http://schemas.openxmlformats.org/presentationml/2006/main">
  <p:tag name="KSO_WM_UNIT_ADJUSTLAYOUT_ID" val="540"/>
  <p:tag name="KSO_WM_UNIT_HIGHLIGHT" val="0"/>
  <p:tag name="KSO_WM_UNIT_COMPATIBLE" val="0"/>
  <p:tag name="KSO_WM_UNIT_DIAGRAM_ISNUMVISUAL" val="0"/>
  <p:tag name="KSO_WM_UNIT_DIAGRAM_ISREFERUNIT" val="0"/>
  <p:tag name="KSO_WM_UNIT_TYPE" val="i"/>
  <p:tag name="KSO_WM_UNIT_INDEX" val="105"/>
  <p:tag name="KSO_WM_UNIT_ID" val="diagram20198172_1*i*105"/>
  <p:tag name="KSO_WM_TEMPLATE_CATEGORY" val="diagram"/>
  <p:tag name="KSO_WM_TEMPLATE_INDEX" val="20198172"/>
  <p:tag name="KSO_WM_UNIT_LAYERLEVEL" val="1"/>
  <p:tag name="KSO_WM_TAG_VERSION" val="1.0"/>
  <p:tag name="KSO_WM_BEAUTIFY_FLAG" val="#wm#"/>
  <p:tag name="KSO_WM_UNIT_FILL_FORE_SCHEMECOLOR_INDEX_BRIGHTNESS" val="-0.15"/>
  <p:tag name="KSO_WM_UNIT_FILL_FORE_SCHEMECOLOR_INDEX" val="14"/>
  <p:tag name="KSO_WM_UNIT_FILL_TYPE" val="1"/>
  <p:tag name="KSO_WM_UNIT_TEXT_FILL_FORE_SCHEMECOLOR_INDEX_BRIGHTNESS" val="0"/>
  <p:tag name="KSO_WM_UNIT_TEXT_FILL_FORE_SCHEMECOLOR_INDEX" val="2"/>
  <p:tag name="KSO_WM_UNIT_TEXT_FILL_TYPE" val="1"/>
</p:tagLst>
</file>

<file path=ppt/tags/tag1593.xml><?xml version="1.0" encoding="utf-8"?>
<p:tagLst xmlns:p="http://schemas.openxmlformats.org/presentationml/2006/main">
  <p:tag name="KSO_WM_UNIT_ADJUSTLAYOUT_ID" val="541"/>
  <p:tag name="KSO_WM_UNIT_HIGHLIGHT" val="0"/>
  <p:tag name="KSO_WM_UNIT_COMPATIBLE" val="0"/>
  <p:tag name="KSO_WM_UNIT_DIAGRAM_ISNUMVISUAL" val="0"/>
  <p:tag name="KSO_WM_UNIT_DIAGRAM_ISREFERUNIT" val="0"/>
  <p:tag name="KSO_WM_UNIT_TYPE" val="i"/>
  <p:tag name="KSO_WM_UNIT_INDEX" val="106"/>
  <p:tag name="KSO_WM_UNIT_ID" val="diagram20198172_1*i*106"/>
  <p:tag name="KSO_WM_TEMPLATE_CATEGORY" val="diagram"/>
  <p:tag name="KSO_WM_TEMPLATE_INDEX" val="20198172"/>
  <p:tag name="KSO_WM_UNIT_LAYERLEVEL" val="1"/>
  <p:tag name="KSO_WM_TAG_VERSION" val="1.0"/>
  <p:tag name="KSO_WM_BEAUTIFY_FLAG" val="#wm#"/>
  <p:tag name="KSO_WM_UNIT_FILL_FORE_SCHEMECOLOR_INDEX_BRIGHTNESS" val="-0.15"/>
  <p:tag name="KSO_WM_UNIT_FILL_FORE_SCHEMECOLOR_INDEX" val="14"/>
  <p:tag name="KSO_WM_UNIT_FILL_TYPE" val="1"/>
  <p:tag name="KSO_WM_UNIT_TEXT_FILL_FORE_SCHEMECOLOR_INDEX_BRIGHTNESS" val="0"/>
  <p:tag name="KSO_WM_UNIT_TEXT_FILL_FORE_SCHEMECOLOR_INDEX" val="2"/>
  <p:tag name="KSO_WM_UNIT_TEXT_FILL_TYPE" val="1"/>
</p:tagLst>
</file>

<file path=ppt/tags/tag1594.xml><?xml version="1.0" encoding="utf-8"?>
<p:tagLst xmlns:p="http://schemas.openxmlformats.org/presentationml/2006/main">
  <p:tag name="KSO_WM_UNIT_ADJUSTLAYOUT_ID" val="522"/>
  <p:tag name="KSO_WM_UNIT_HIGHLIGHT" val="0"/>
  <p:tag name="KSO_WM_UNIT_COMPATIBLE" val="0"/>
  <p:tag name="KSO_WM_UNIT_DIAGRAM_ISNUMVISUAL" val="0"/>
  <p:tag name="KSO_WM_UNIT_DIAGRAM_ISREFERUNIT" val="0"/>
  <p:tag name="KSO_WM_UNIT_TYPE" val="i"/>
  <p:tag name="KSO_WM_UNIT_INDEX" val="107"/>
  <p:tag name="KSO_WM_UNIT_ID" val="diagram20198172_1*i*107"/>
  <p:tag name="KSO_WM_TEMPLATE_CATEGORY" val="diagram"/>
  <p:tag name="KSO_WM_TEMPLATE_INDEX" val="20198172"/>
  <p:tag name="KSO_WM_UNIT_LAYERLEVEL" val="1"/>
  <p:tag name="KSO_WM_TAG_VERSION" val="1.0"/>
  <p:tag name="KSO_WM_BEAUTIFY_FLAG" val="#wm#"/>
  <p:tag name="KSO_WM_UNIT_FILL_FORE_SCHEMECOLOR_INDEX_BRIGHTNESS" val="-0.15"/>
  <p:tag name="KSO_WM_UNIT_FILL_FORE_SCHEMECOLOR_INDEX" val="14"/>
  <p:tag name="KSO_WM_UNIT_FILL_TYPE" val="1"/>
  <p:tag name="KSO_WM_UNIT_TEXT_FILL_FORE_SCHEMECOLOR_INDEX_BRIGHTNESS" val="0"/>
  <p:tag name="KSO_WM_UNIT_TEXT_FILL_FORE_SCHEMECOLOR_INDEX" val="2"/>
  <p:tag name="KSO_WM_UNIT_TEXT_FILL_TYPE" val="1"/>
</p:tagLst>
</file>

<file path=ppt/tags/tag1595.xml><?xml version="1.0" encoding="utf-8"?>
<p:tagLst xmlns:p="http://schemas.openxmlformats.org/presentationml/2006/main">
  <p:tag name="KSO_WM_UNIT_ADJUSTLAYOUT_ID" val="523"/>
  <p:tag name="KSO_WM_UNIT_HIGHLIGHT" val="0"/>
  <p:tag name="KSO_WM_UNIT_COMPATIBLE" val="0"/>
  <p:tag name="KSO_WM_UNIT_DIAGRAM_ISNUMVISUAL" val="0"/>
  <p:tag name="KSO_WM_UNIT_DIAGRAM_ISREFERUNIT" val="0"/>
  <p:tag name="KSO_WM_UNIT_TYPE" val="i"/>
  <p:tag name="KSO_WM_UNIT_INDEX" val="108"/>
  <p:tag name="KSO_WM_UNIT_ID" val="diagram20198172_1*i*108"/>
  <p:tag name="KSO_WM_TEMPLATE_CATEGORY" val="diagram"/>
  <p:tag name="KSO_WM_TEMPLATE_INDEX" val="20198172"/>
  <p:tag name="KSO_WM_UNIT_LAYERLEVEL" val="1"/>
  <p:tag name="KSO_WM_TAG_VERSION" val="1.0"/>
  <p:tag name="KSO_WM_BEAUTIFY_FLAG" val="#wm#"/>
  <p:tag name="KSO_WM_UNIT_FILL_FORE_SCHEMECOLOR_INDEX_BRIGHTNESS" val="-0.15"/>
  <p:tag name="KSO_WM_UNIT_FILL_FORE_SCHEMECOLOR_INDEX" val="14"/>
  <p:tag name="KSO_WM_UNIT_FILL_TYPE" val="1"/>
  <p:tag name="KSO_WM_UNIT_TEXT_FILL_FORE_SCHEMECOLOR_INDEX_BRIGHTNESS" val="0"/>
  <p:tag name="KSO_WM_UNIT_TEXT_FILL_FORE_SCHEMECOLOR_INDEX" val="2"/>
  <p:tag name="KSO_WM_UNIT_TEXT_FILL_TYPE" val="1"/>
</p:tagLst>
</file>

<file path=ppt/tags/tag1596.xml><?xml version="1.0" encoding="utf-8"?>
<p:tagLst xmlns:p="http://schemas.openxmlformats.org/presentationml/2006/main">
  <p:tag name="KSO_WM_UNIT_ADJUSTLAYOUT_ID" val="524"/>
  <p:tag name="KSO_WM_UNIT_HIGHLIGHT" val="0"/>
  <p:tag name="KSO_WM_UNIT_COMPATIBLE" val="0"/>
  <p:tag name="KSO_WM_UNIT_DIAGRAM_ISNUMVISUAL" val="0"/>
  <p:tag name="KSO_WM_UNIT_DIAGRAM_ISREFERUNIT" val="0"/>
  <p:tag name="KSO_WM_UNIT_TYPE" val="i"/>
  <p:tag name="KSO_WM_UNIT_INDEX" val="109"/>
  <p:tag name="KSO_WM_UNIT_ID" val="diagram20198172_1*i*109"/>
  <p:tag name="KSO_WM_TEMPLATE_CATEGORY" val="diagram"/>
  <p:tag name="KSO_WM_TEMPLATE_INDEX" val="20198172"/>
  <p:tag name="KSO_WM_UNIT_LAYERLEVEL" val="1"/>
  <p:tag name="KSO_WM_TAG_VERSION" val="1.0"/>
  <p:tag name="KSO_WM_BEAUTIFY_FLAG" val="#wm#"/>
  <p:tag name="KSO_WM_UNIT_FILL_FORE_SCHEMECOLOR_INDEX_BRIGHTNESS" val="-0.15"/>
  <p:tag name="KSO_WM_UNIT_FILL_FORE_SCHEMECOLOR_INDEX" val="14"/>
  <p:tag name="KSO_WM_UNIT_FILL_TYPE" val="1"/>
  <p:tag name="KSO_WM_UNIT_TEXT_FILL_FORE_SCHEMECOLOR_INDEX_BRIGHTNESS" val="0"/>
  <p:tag name="KSO_WM_UNIT_TEXT_FILL_FORE_SCHEMECOLOR_INDEX" val="2"/>
  <p:tag name="KSO_WM_UNIT_TEXT_FILL_TYPE" val="1"/>
</p:tagLst>
</file>

<file path=ppt/tags/tag1597.xml><?xml version="1.0" encoding="utf-8"?>
<p:tagLst xmlns:p="http://schemas.openxmlformats.org/presentationml/2006/main">
  <p:tag name="KSO_WM_UNIT_ADJUSTLAYOUT_ID" val="525"/>
  <p:tag name="KSO_WM_UNIT_HIGHLIGHT" val="0"/>
  <p:tag name="KSO_WM_UNIT_COMPATIBLE" val="0"/>
  <p:tag name="KSO_WM_UNIT_DIAGRAM_ISNUMVISUAL" val="0"/>
  <p:tag name="KSO_WM_UNIT_DIAGRAM_ISREFERUNIT" val="0"/>
  <p:tag name="KSO_WM_UNIT_TYPE" val="i"/>
  <p:tag name="KSO_WM_UNIT_INDEX" val="110"/>
  <p:tag name="KSO_WM_UNIT_ID" val="diagram20198172_1*i*110"/>
  <p:tag name="KSO_WM_TEMPLATE_CATEGORY" val="diagram"/>
  <p:tag name="KSO_WM_TEMPLATE_INDEX" val="20198172"/>
  <p:tag name="KSO_WM_UNIT_LAYERLEVEL" val="1"/>
  <p:tag name="KSO_WM_TAG_VERSION" val="1.0"/>
  <p:tag name="KSO_WM_BEAUTIFY_FLAG" val="#wm#"/>
  <p:tag name="KSO_WM_UNIT_FILL_FORE_SCHEMECOLOR_INDEX_BRIGHTNESS" val="-0.15"/>
  <p:tag name="KSO_WM_UNIT_FILL_FORE_SCHEMECOLOR_INDEX" val="14"/>
  <p:tag name="KSO_WM_UNIT_FILL_TYPE" val="1"/>
  <p:tag name="KSO_WM_UNIT_TEXT_FILL_FORE_SCHEMECOLOR_INDEX_BRIGHTNESS" val="0"/>
  <p:tag name="KSO_WM_UNIT_TEXT_FILL_FORE_SCHEMECOLOR_INDEX" val="2"/>
  <p:tag name="KSO_WM_UNIT_TEXT_FILL_TYPE" val="1"/>
</p:tagLst>
</file>

<file path=ppt/tags/tag1598.xml><?xml version="1.0" encoding="utf-8"?>
<p:tagLst xmlns:p="http://schemas.openxmlformats.org/presentationml/2006/main">
  <p:tag name="KSO_WM_UNIT_ADJUSTLAYOUT_ID" val="526"/>
  <p:tag name="KSO_WM_UNIT_HIGHLIGHT" val="0"/>
  <p:tag name="KSO_WM_UNIT_COMPATIBLE" val="0"/>
  <p:tag name="KSO_WM_UNIT_DIAGRAM_ISNUMVISUAL" val="0"/>
  <p:tag name="KSO_WM_UNIT_DIAGRAM_ISREFERUNIT" val="0"/>
  <p:tag name="KSO_WM_UNIT_TYPE" val="i"/>
  <p:tag name="KSO_WM_UNIT_INDEX" val="3"/>
  <p:tag name="KSO_WM_UNIT_ID" val="diagram20198172_1*i*3"/>
  <p:tag name="KSO_WM_TEMPLATE_CATEGORY" val="diagram"/>
  <p:tag name="KSO_WM_TEMPLATE_INDEX" val="20198172"/>
  <p:tag name="KSO_WM_UNIT_LAYERLEVEL" val="1"/>
  <p:tag name="KSO_WM_TAG_VERSION" val="1.0"/>
  <p:tag name="KSO_WM_BEAUTIFY_FLAG" val="#wm#"/>
  <p:tag name="KSO_WM_UNIT_FILL_FORE_SCHEMECOLOR_INDEX_BRIGHTNESS" val="-0.15"/>
  <p:tag name="KSO_WM_UNIT_FILL_FORE_SCHEMECOLOR_INDEX" val="14"/>
  <p:tag name="KSO_WM_UNIT_FILL_TYPE" val="1"/>
  <p:tag name="KSO_WM_UNIT_TEXT_FILL_FORE_SCHEMECOLOR_INDEX_BRIGHTNESS" val="0"/>
  <p:tag name="KSO_WM_UNIT_TEXT_FILL_FORE_SCHEMECOLOR_INDEX" val="2"/>
  <p:tag name="KSO_WM_UNIT_TEXT_FILL_TYPE" val="1"/>
</p:tagLst>
</file>

<file path=ppt/tags/tag1599.xml><?xml version="1.0" encoding="utf-8"?>
<p:tagLst xmlns:p="http://schemas.openxmlformats.org/presentationml/2006/main">
  <p:tag name="KSO_WM_UNIT_ADJUSTLAYOUT_ID" val="527"/>
  <p:tag name="KSO_WM_UNIT_HIGHLIGHT" val="0"/>
  <p:tag name="KSO_WM_UNIT_COMPATIBLE" val="0"/>
  <p:tag name="KSO_WM_UNIT_DIAGRAM_ISNUMVISUAL" val="0"/>
  <p:tag name="KSO_WM_UNIT_DIAGRAM_ISREFERUNIT" val="0"/>
  <p:tag name="KSO_WM_UNIT_TYPE" val="i"/>
  <p:tag name="KSO_WM_UNIT_INDEX" val="4"/>
  <p:tag name="KSO_WM_UNIT_ID" val="diagram20198172_1*i*4"/>
  <p:tag name="KSO_WM_TEMPLATE_CATEGORY" val="diagram"/>
  <p:tag name="KSO_WM_TEMPLATE_INDEX" val="20198172"/>
  <p:tag name="KSO_WM_UNIT_LAYERLEVEL" val="1"/>
  <p:tag name="KSO_WM_TAG_VERSION" val="1.0"/>
  <p:tag name="KSO_WM_BEAUTIFY_FLAG" val="#wm#"/>
  <p:tag name="KSO_WM_UNIT_FILL_FORE_SCHEMECOLOR_INDEX_BRIGHTNESS" val="-0.15"/>
  <p:tag name="KSO_WM_UNIT_FILL_FORE_SCHEMECOLOR_INDEX" val="14"/>
  <p:tag name="KSO_WM_UNIT_FILL_TYPE" val="1"/>
  <p:tag name="KSO_WM_UNIT_TEXT_FILL_FORE_SCHEMECOLOR_INDEX_BRIGHTNESS" val="0"/>
  <p:tag name="KSO_WM_UNIT_TEXT_FILL_FORE_SCHEMECOLOR_INDEX" val="2"/>
  <p:tag name="KSO_WM_UNIT_TEXT_FILL_TYPE" val="1"/>
</p:tagLst>
</file>

<file path=ppt/tags/tag1600.xml><?xml version="1.0" encoding="utf-8"?>
<p:tagLst xmlns:p="http://schemas.openxmlformats.org/presentationml/2006/main">
  <p:tag name="KSO_WM_UNIT_ADJUSTLAYOUT_ID" val="528"/>
  <p:tag name="KSO_WM_UNIT_HIGHLIGHT" val="0"/>
  <p:tag name="KSO_WM_UNIT_COMPATIBLE" val="0"/>
  <p:tag name="KSO_WM_UNIT_DIAGRAM_ISNUMVISUAL" val="0"/>
  <p:tag name="KSO_WM_UNIT_DIAGRAM_ISREFERUNIT" val="0"/>
  <p:tag name="KSO_WM_UNIT_TYPE" val="i"/>
  <p:tag name="KSO_WM_UNIT_INDEX" val="5"/>
  <p:tag name="KSO_WM_UNIT_ID" val="diagram20198172_1*i*5"/>
  <p:tag name="KSO_WM_TEMPLATE_CATEGORY" val="diagram"/>
  <p:tag name="KSO_WM_TEMPLATE_INDEX" val="20198172"/>
  <p:tag name="KSO_WM_UNIT_LAYERLEVEL" val="1"/>
  <p:tag name="KSO_WM_TAG_VERSION" val="1.0"/>
  <p:tag name="KSO_WM_BEAUTIFY_FLAG" val="#wm#"/>
  <p:tag name="KSO_WM_UNIT_FILL_FORE_SCHEMECOLOR_INDEX_BRIGHTNESS" val="-0.15"/>
  <p:tag name="KSO_WM_UNIT_FILL_FORE_SCHEMECOLOR_INDEX" val="14"/>
  <p:tag name="KSO_WM_UNIT_FILL_TYPE" val="1"/>
  <p:tag name="KSO_WM_UNIT_TEXT_FILL_FORE_SCHEMECOLOR_INDEX_BRIGHTNESS" val="0"/>
  <p:tag name="KSO_WM_UNIT_TEXT_FILL_FORE_SCHEMECOLOR_INDEX" val="2"/>
  <p:tag name="KSO_WM_UNIT_TEXT_FILL_TYPE" val="1"/>
</p:tagLst>
</file>

<file path=ppt/tags/tag1601.xml><?xml version="1.0" encoding="utf-8"?>
<p:tagLst xmlns:p="http://schemas.openxmlformats.org/presentationml/2006/main">
  <p:tag name="KSO_WM_UNIT_ADJUSTLAYOUT_ID" val="529"/>
  <p:tag name="KSO_WM_UNIT_HIGHLIGHT" val="0"/>
  <p:tag name="KSO_WM_UNIT_COMPATIBLE" val="0"/>
  <p:tag name="KSO_WM_UNIT_DIAGRAM_ISNUMVISUAL" val="0"/>
  <p:tag name="KSO_WM_UNIT_DIAGRAM_ISREFERUNIT" val="0"/>
  <p:tag name="KSO_WM_UNIT_TYPE" val="i"/>
  <p:tag name="KSO_WM_UNIT_INDEX" val="6"/>
  <p:tag name="KSO_WM_UNIT_ID" val="diagram20198172_1*i*6"/>
  <p:tag name="KSO_WM_TEMPLATE_CATEGORY" val="diagram"/>
  <p:tag name="KSO_WM_TEMPLATE_INDEX" val="20198172"/>
  <p:tag name="KSO_WM_UNIT_LAYERLEVEL" val="1"/>
  <p:tag name="KSO_WM_TAG_VERSION" val="1.0"/>
  <p:tag name="KSO_WM_BEAUTIFY_FLAG" val="#wm#"/>
  <p:tag name="KSO_WM_UNIT_FILL_FORE_SCHEMECOLOR_INDEX_BRIGHTNESS" val="-0.15"/>
  <p:tag name="KSO_WM_UNIT_FILL_FORE_SCHEMECOLOR_INDEX" val="14"/>
  <p:tag name="KSO_WM_UNIT_FILL_TYPE" val="1"/>
  <p:tag name="KSO_WM_UNIT_TEXT_FILL_FORE_SCHEMECOLOR_INDEX_BRIGHTNESS" val="0"/>
  <p:tag name="KSO_WM_UNIT_TEXT_FILL_FORE_SCHEMECOLOR_INDEX" val="2"/>
  <p:tag name="KSO_WM_UNIT_TEXT_FILL_TYPE" val="1"/>
</p:tagLst>
</file>

<file path=ppt/tags/tag1602.xml><?xml version="1.0" encoding="utf-8"?>
<p:tagLst xmlns:p="http://schemas.openxmlformats.org/presentationml/2006/main">
  <p:tag name="KSO_WM_UNIT_ADJUSTLAYOUT_ID" val="530"/>
  <p:tag name="KSO_WM_UNIT_HIGHLIGHT" val="0"/>
  <p:tag name="KSO_WM_UNIT_COMPATIBLE" val="0"/>
  <p:tag name="KSO_WM_UNIT_DIAGRAM_ISNUMVISUAL" val="0"/>
  <p:tag name="KSO_WM_UNIT_DIAGRAM_ISREFERUNIT" val="0"/>
  <p:tag name="KSO_WM_UNIT_TYPE" val="i"/>
  <p:tag name="KSO_WM_UNIT_INDEX" val="7"/>
  <p:tag name="KSO_WM_UNIT_ID" val="diagram20198172_1*i*7"/>
  <p:tag name="KSO_WM_TEMPLATE_CATEGORY" val="diagram"/>
  <p:tag name="KSO_WM_TEMPLATE_INDEX" val="20198172"/>
  <p:tag name="KSO_WM_UNIT_LAYERLEVEL" val="1"/>
  <p:tag name="KSO_WM_TAG_VERSION" val="1.0"/>
  <p:tag name="KSO_WM_BEAUTIFY_FLAG" val="#wm#"/>
  <p:tag name="KSO_WM_UNIT_FILL_FORE_SCHEMECOLOR_INDEX_BRIGHTNESS" val="-0.15"/>
  <p:tag name="KSO_WM_UNIT_FILL_FORE_SCHEMECOLOR_INDEX" val="14"/>
  <p:tag name="KSO_WM_UNIT_FILL_TYPE" val="1"/>
  <p:tag name="KSO_WM_UNIT_TEXT_FILL_FORE_SCHEMECOLOR_INDEX_BRIGHTNESS" val="0"/>
  <p:tag name="KSO_WM_UNIT_TEXT_FILL_FORE_SCHEMECOLOR_INDEX" val="2"/>
  <p:tag name="KSO_WM_UNIT_TEXT_FILL_TYPE" val="1"/>
</p:tagLst>
</file>

<file path=ppt/tags/tag1603.xml><?xml version="1.0" encoding="utf-8"?>
<p:tagLst xmlns:p="http://schemas.openxmlformats.org/presentationml/2006/main">
  <p:tag name="KSO_WM_UNIT_ADJUSTLAYOUT_ID" val="531"/>
  <p:tag name="KSO_WM_UNIT_HIGHLIGHT" val="0"/>
  <p:tag name="KSO_WM_UNIT_COMPATIBLE" val="0"/>
  <p:tag name="KSO_WM_UNIT_DIAGRAM_ISNUMVISUAL" val="0"/>
  <p:tag name="KSO_WM_UNIT_DIAGRAM_ISREFERUNIT" val="0"/>
  <p:tag name="KSO_WM_UNIT_TYPE" val="i"/>
  <p:tag name="KSO_WM_UNIT_INDEX" val="8"/>
  <p:tag name="KSO_WM_UNIT_ID" val="diagram20198172_1*i*8"/>
  <p:tag name="KSO_WM_TEMPLATE_CATEGORY" val="diagram"/>
  <p:tag name="KSO_WM_TEMPLATE_INDEX" val="20198172"/>
  <p:tag name="KSO_WM_UNIT_LAYERLEVEL" val="1"/>
  <p:tag name="KSO_WM_TAG_VERSION" val="1.0"/>
  <p:tag name="KSO_WM_BEAUTIFY_FLAG" val="#wm#"/>
  <p:tag name="KSO_WM_UNIT_FILL_FORE_SCHEMECOLOR_INDEX_BRIGHTNESS" val="-0.15"/>
  <p:tag name="KSO_WM_UNIT_FILL_FORE_SCHEMECOLOR_INDEX" val="14"/>
  <p:tag name="KSO_WM_UNIT_FILL_TYPE" val="1"/>
  <p:tag name="KSO_WM_UNIT_TEXT_FILL_FORE_SCHEMECOLOR_INDEX_BRIGHTNESS" val="0"/>
  <p:tag name="KSO_WM_UNIT_TEXT_FILL_FORE_SCHEMECOLOR_INDEX" val="2"/>
  <p:tag name="KSO_WM_UNIT_TEXT_FILL_TYPE" val="1"/>
</p:tagLst>
</file>

<file path=ppt/tags/tag1604.xml><?xml version="1.0" encoding="utf-8"?>
<p:tagLst xmlns:p="http://schemas.openxmlformats.org/presentationml/2006/main">
  <p:tag name="KSO_WM_UNIT_ADJUSTLAYOUT_ID" val="513"/>
  <p:tag name="KSO_WM_UNIT_HIGHLIGHT" val="0"/>
  <p:tag name="KSO_WM_UNIT_COMPATIBLE" val="0"/>
  <p:tag name="KSO_WM_UNIT_DIAGRAM_ISNUMVISUAL" val="0"/>
  <p:tag name="KSO_WM_UNIT_DIAGRAM_ISREFERUNIT" val="0"/>
  <p:tag name="KSO_WM_UNIT_TYPE" val="i"/>
  <p:tag name="KSO_WM_UNIT_INDEX" val="11"/>
  <p:tag name="KSO_WM_UNIT_ID" val="diagram20198172_1*i*11"/>
  <p:tag name="KSO_WM_TEMPLATE_CATEGORY" val="diagram"/>
  <p:tag name="KSO_WM_TEMPLATE_INDEX" val="20198172"/>
  <p:tag name="KSO_WM_UNIT_LAYERLEVEL" val="1"/>
  <p:tag name="KSO_WM_TAG_VERSION" val="1.0"/>
  <p:tag name="KSO_WM_BEAUTIFY_FLAG" val="#wm#"/>
  <p:tag name="KSO_WM_UNIT_FILL_FORE_SCHEMECOLOR_INDEX_BRIGHTNESS" val="0.8"/>
  <p:tag name="KSO_WM_UNIT_FILL_FORE_SCHEMECOLOR_INDEX" val="7"/>
  <p:tag name="KSO_WM_UNIT_FILL_TYPE" val="1"/>
  <p:tag name="KSO_WM_UNIT_TEXT_FILL_FORE_SCHEMECOLOR_INDEX_BRIGHTNESS" val="0"/>
  <p:tag name="KSO_WM_UNIT_TEXT_FILL_FORE_SCHEMECOLOR_INDEX" val="13"/>
  <p:tag name="KSO_WM_UNIT_TEXT_FILL_TYPE" val="1"/>
</p:tagLst>
</file>

<file path=ppt/tags/tag1605.xml><?xml version="1.0" encoding="utf-8"?>
<p:tagLst xmlns:p="http://schemas.openxmlformats.org/presentationml/2006/main">
  <p:tag name="KSO_WM_UNIT_TEXT_PART_ID_V2" val="b-3-1"/>
  <p:tag name="KSO_WM_UNIT_ADJUSTLAYOUT_ID" val="7"/>
  <p:tag name="KSO_WM_UNIT_ISCONTENTSTITLE" val="0"/>
  <p:tag name="KSO_WM_UNIT_NOCLEAR" val="0"/>
  <p:tag name="KSO_WM_UNIT_VALUE" val="29"/>
  <p:tag name="KSO_WM_UNIT_HIGHLIGHT" val="0"/>
  <p:tag name="KSO_WM_UNIT_COMPATIBLE" val="0"/>
  <p:tag name="KSO_WM_UNIT_DIAGRAM_ISNUMVISUAL" val="0"/>
  <p:tag name="KSO_WM_UNIT_DIAGRAM_ISREFERUNIT" val="0"/>
  <p:tag name="KSO_WM_UNIT_TYPE" val="a"/>
  <p:tag name="KSO_WM_UNIT_INDEX" val="1"/>
  <p:tag name="KSO_WM_UNIT_ID" val="diagram20198172_1*a*1"/>
  <p:tag name="KSO_WM_TEMPLATE_CATEGORY" val="diagram"/>
  <p:tag name="KSO_WM_TEMPLATE_INDEX" val="20198172"/>
  <p:tag name="KSO_WM_UNIT_LAYERLEVEL" val="1"/>
  <p:tag name="KSO_WM_TAG_VERSION" val="1.0"/>
  <p:tag name="KSO_WM_BEAUTIFY_FLAG" val="#wm#"/>
  <p:tag name="KSO_WM_UNIT_PRESET_TEXT" val="单击此处添加您的大标题"/>
  <p:tag name="KSO_WM_UNIT_TEXT_FILL_FORE_SCHEMECOLOR_INDEX_BRIGHTNESS" val="0.15"/>
  <p:tag name="KSO_WM_UNIT_TEXT_FILL_FORE_SCHEMECOLOR_INDEX" val="13"/>
  <p:tag name="KSO_WM_UNIT_TEXT_FILL_TYPE" val="1"/>
</p:tagLst>
</file>

<file path=ppt/tags/tag1606.xml><?xml version="1.0" encoding="utf-8"?>
<p:tagLst xmlns:p="http://schemas.openxmlformats.org/presentationml/2006/main">
  <p:tag name="KSO_WM_UNIT_ADJUSTLAYOUT_ID" val="13"/>
  <p:tag name="KSO_WM_UNIT_HIGHLIGHT" val="0"/>
  <p:tag name="KSO_WM_UNIT_COMPATIBLE" val="0"/>
  <p:tag name="KSO_WM_UNIT_DIAGRAM_ISNUMVISUAL" val="0"/>
  <p:tag name="KSO_WM_UNIT_DIAGRAM_ISREFERUNIT" val="0"/>
  <p:tag name="KSO_WM_UNIT_TYPE" val="i"/>
  <p:tag name="KSO_WM_UNIT_INDEX" val="9"/>
  <p:tag name="KSO_WM_UNIT_ID" val="diagram20198172_1*i*9"/>
  <p:tag name="KSO_WM_TEMPLATE_CATEGORY" val="diagram"/>
  <p:tag name="KSO_WM_TEMPLATE_INDEX" val="20198172"/>
  <p:tag name="KSO_WM_UNIT_LAYERLEVEL" val="1"/>
  <p:tag name="KSO_WM_TAG_VERSION" val="1.0"/>
  <p:tag name="KSO_WM_BEAUTIFY_FLAG" val="#wm#"/>
  <p:tag name="KSO_WM_UNIT_FILL_FORE_SCHEMECOLOR_INDEX_BRIGHTNESS" val="0"/>
  <p:tag name="KSO_WM_UNIT_FILL_FORE_SCHEMECOLOR_INDEX" val="14"/>
  <p:tag name="KSO_WM_UNIT_FILL_TYPE" val="1"/>
  <p:tag name="KSO_WM_UNIT_LINE_FORE_SCHEMECOLOR_INDEX_BRIGHTNESS" val="-0.25"/>
  <p:tag name="KSO_WM_UNIT_LINE_FORE_SCHEMECOLOR_INDEX" val="7"/>
  <p:tag name="KSO_WM_UNIT_LINE_FILL_TYPE" val="2"/>
  <p:tag name="KSO_WM_UNIT_TEXT_FILL_FORE_SCHEMECOLOR_INDEX_BRIGHTNESS" val="0"/>
  <p:tag name="KSO_WM_UNIT_TEXT_FILL_FORE_SCHEMECOLOR_INDEX" val="2"/>
  <p:tag name="KSO_WM_UNIT_TEXT_FILL_TYPE" val="1"/>
</p:tagLst>
</file>

<file path=ppt/tags/tag1607.xml><?xml version="1.0" encoding="utf-8"?>
<p:tagLst xmlns:p="http://schemas.openxmlformats.org/presentationml/2006/main">
  <p:tag name="KSO_WM_UNIT_ADJUSTLAYOUT_ID" val="13"/>
  <p:tag name="KSO_WM_UNIT_HIGHLIGHT" val="0"/>
  <p:tag name="KSO_WM_UNIT_COMPATIBLE" val="0"/>
  <p:tag name="KSO_WM_UNIT_DIAGRAM_ISNUMVISUAL" val="0"/>
  <p:tag name="KSO_WM_UNIT_DIAGRAM_ISREFERUNIT" val="0"/>
  <p:tag name="KSO_WM_UNIT_TYPE" val="i"/>
  <p:tag name="KSO_WM_UNIT_INDEX" val="10"/>
  <p:tag name="KSO_WM_UNIT_ID" val="diagram20198172_1*i*10"/>
  <p:tag name="KSO_WM_TEMPLATE_CATEGORY" val="diagram"/>
  <p:tag name="KSO_WM_TEMPLATE_INDEX" val="20198172"/>
  <p:tag name="KSO_WM_UNIT_LAYERLEVEL" val="1"/>
  <p:tag name="KSO_WM_TAG_VERSION" val="1.0"/>
  <p:tag name="KSO_WM_BEAUTIFY_FLAG" val="#wm#"/>
  <p:tag name="KSO_WM_UNIT_FILL_FORE_SCHEMECOLOR_INDEX_BRIGHTNESS" val="0"/>
  <p:tag name="KSO_WM_UNIT_FILL_FORE_SCHEMECOLOR_INDEX" val="14"/>
  <p:tag name="KSO_WM_UNIT_FILL_TYPE" val="1"/>
  <p:tag name="KSO_WM_UNIT_LINE_FORE_SCHEMECOLOR_INDEX_BRIGHTNESS" val="-0.25"/>
  <p:tag name="KSO_WM_UNIT_LINE_FORE_SCHEMECOLOR_INDEX" val="7"/>
  <p:tag name="KSO_WM_UNIT_LINE_FILL_TYPE" val="2"/>
  <p:tag name="KSO_WM_UNIT_TEXT_FILL_FORE_SCHEMECOLOR_INDEX_BRIGHTNESS" val="0"/>
  <p:tag name="KSO_WM_UNIT_TEXT_FILL_FORE_SCHEMECOLOR_INDEX" val="2"/>
  <p:tag name="KSO_WM_UNIT_TEXT_FILL_TYPE" val="1"/>
</p:tagLst>
</file>

<file path=ppt/tags/tag1608.xml><?xml version="1.0" encoding="utf-8"?>
<p:tagLst xmlns:p="http://schemas.openxmlformats.org/presentationml/2006/main">
  <p:tag name="KSO_WM_UNIT_ADJUSTLAYOUT_ID" val="15"/>
  <p:tag name="KSO_WM_UNIT_PICTURE_CLIP_FLAG" val="1"/>
  <p:tag name="KSO_WM_UNIT_VALUE" val="594*1782"/>
  <p:tag name="KSO_WM_UNIT_HIGHLIGHT" val="0"/>
  <p:tag name="KSO_WM_UNIT_COMPATIBLE" val="0"/>
  <p:tag name="KSO_WM_UNIT_DIAGRAM_ISNUMVISUAL" val="0"/>
  <p:tag name="KSO_WM_UNIT_DIAGRAM_ISREFERUNIT" val="0"/>
  <p:tag name="KSO_WM_UNIT_TYPE" val="d"/>
  <p:tag name="KSO_WM_UNIT_INDEX" val="1"/>
  <p:tag name="KSO_WM_UNIT_ID" val="diagram20198172_1*d*1"/>
  <p:tag name="KSO_WM_TEMPLATE_CATEGORY" val="diagram"/>
  <p:tag name="KSO_WM_TEMPLATE_INDEX" val="20198172"/>
  <p:tag name="KSO_WM_UNIT_SUPPORT_UNIT_TYPE" val="[]"/>
  <p:tag name="KSO_WM_UNIT_LAYERLEVEL" val="1"/>
  <p:tag name="KSO_WM_TAG_VERSION" val="1.0"/>
  <p:tag name="KSO_WM_BEAUTIFY_FLAG" val="#wm#"/>
  <p:tag name="REFSHAPE" val="2062007996"/>
</p:tagLst>
</file>

<file path=ppt/tags/tag1609.xml><?xml version="1.0" encoding="utf-8"?>
<p:tagLst xmlns:p="http://schemas.openxmlformats.org/presentationml/2006/main">
  <p:tag name="KSO_WM_UNIT_TEXT_PART_ID_V2" val="c-1-1"/>
  <p:tag name="KSO_WM_UNIT_ADJUSTLAYOUT_ID" val="8"/>
  <p:tag name="KSO_WM_UNIT_NOCLEAR" val="0"/>
  <p:tag name="KSO_WM_UNIT_VALUE" val="10"/>
  <p:tag name="KSO_WM_UNIT_HIGHLIGHT" val="0"/>
  <p:tag name="KSO_WM_UNIT_COMPATIBLE" val="0"/>
  <p:tag name="KSO_WM_UNIT_DIAGRAM_ISNUMVISUAL" val="0"/>
  <p:tag name="KSO_WM_UNIT_DIAGRAM_ISREFERUNIT" val="0"/>
  <p:tag name="KSO_WM_UNIT_TYPE" val="f"/>
  <p:tag name="KSO_WM_UNIT_INDEX" val="1"/>
  <p:tag name="KSO_WM_UNIT_ID" val="diagram20198172_1*f*1"/>
  <p:tag name="KSO_WM_TEMPLATE_CATEGORY" val="diagram"/>
  <p:tag name="KSO_WM_TEMPLATE_INDEX" val="20198172"/>
  <p:tag name="KSO_WM_UNIT_LAYERLEVEL" val="1"/>
  <p:tag name="KSO_WM_TAG_VERSION" val="1.0"/>
  <p:tag name="KSO_WM_BEAUTIFY_FLAG" val="#wm#"/>
  <p:tag name="KSO_WM_UNIT_PRESET_TEXT" val="单击此处添加文本具体内容，简明扼要的阐述您的观点。根据需要可酌情增减文字，以便观者准确的理解您传达的思想。"/>
  <p:tag name="KSO_WM_UNIT_TEXT_FILL_FORE_SCHEMECOLOR_INDEX_BRIGHTNESS" val="0"/>
  <p:tag name="KSO_WM_UNIT_TEXT_FILL_FORE_SCHEMECOLOR_INDEX" val="13"/>
  <p:tag name="KSO_WM_UNIT_TEXT_FILL_TYPE" val="1"/>
</p:tagLst>
</file>

<file path=ppt/tags/tag1610.xml><?xml version="1.0" encoding="utf-8"?>
<p:tagLst xmlns:p="http://schemas.openxmlformats.org/presentationml/2006/main">
  <p:tag name="KSO_WM_TEMPLATE_CATEGORY" val="diagram"/>
  <p:tag name="KSO_WM_TEMPLATE_INDEX" val="20198172"/>
  <p:tag name="KSO_WM_TAG_VERSION" val="1.0"/>
  <p:tag name="KSO_WM_SLIDE_ID" val="diagram20198172_1"/>
  <p:tag name="KSO_WM_SLIDE_INDEX" val="1"/>
  <p:tag name="KSO_WM_SLIDE_ITEM_CNT" val="0"/>
  <p:tag name="KSO_WM_SLIDE_LAYOUT" val="a_d_f"/>
  <p:tag name="KSO_WM_SLIDE_LAYOUT_CNT" val="1_1_1"/>
  <p:tag name="KSO_WM_SLIDE_TYPE" val="text"/>
  <p:tag name="KSO_WM_SLIDE_SUBTYPE" val="picTxt"/>
  <p:tag name="KSO_WM_BEAUTIFY_FLAG" val="#wm#"/>
  <p:tag name="KSO_WM_SLIDE_POSITION" val="-19*-1"/>
  <p:tag name="KSO_WM_SLIDE_SIZE" val="978*541"/>
  <p:tag name="KSO_WM_DIAGRAM_GROUP_CODE" val="m1-2"/>
  <p:tag name="KSO_WM_SLIDE_DIAGTYPE" val="m"/>
  <p:tag name="KSO_WM_TEMPLATE_SUBCATEGORY" val="8"/>
  <p:tag name="KSO_WM_TEMPLATE_MASTER_TYPE" val="0"/>
  <p:tag name="KSO_WM_TEMPLATE_COLOR_TYPE" val="1"/>
  <p:tag name="KSO_WM_SLIDE_BK_DARK_LIGHT" val="2"/>
  <p:tag name="KSO_WM_SLIDE_BACKGROUND_TYPE" val="general"/>
</p:tagLst>
</file>

<file path=ppt/tags/tag1611.xml><?xml version="1.0" encoding="utf-8"?>
<p:tagLst xmlns:p="http://schemas.openxmlformats.org/presentationml/2006/main">
  <p:tag name="KSO_WM_UNIT_COLOR_SCHEME_SHAPE_ID" val="7"/>
  <p:tag name="KSO_WM_UNIT_COLOR_SCHEME_PARENT_PAGE" val="0_1"/>
  <p:tag name="KSO_WM_UNIT_ADJUSTLAYOUT_ID" val="7"/>
  <p:tag name="KSO_WM_UNIT_HIGHLIGHT" val="0"/>
  <p:tag name="KSO_WM_UNIT_COMPATIBLE" val="0"/>
  <p:tag name="KSO_WM_UNIT_DIAGRAM_ISNUMVISUAL" val="0"/>
  <p:tag name="KSO_WM_UNIT_DIAGRAM_ISREFERUNIT" val="0"/>
  <p:tag name="KSO_WM_UNIT_TYPE" val="i"/>
  <p:tag name="KSO_WM_UNIT_INDEX" val="1"/>
  <p:tag name="KSO_WM_UNIT_ID" val="diagram20195030_1*i*1"/>
  <p:tag name="KSO_WM_TEMPLATE_CATEGORY" val="diagram"/>
  <p:tag name="KSO_WM_TEMPLATE_INDEX" val="20195030"/>
  <p:tag name="KSO_WM_UNIT_LAYERLEVEL" val="1"/>
  <p:tag name="KSO_WM_TAG_VERSION" val="1.0"/>
  <p:tag name="KSO_WM_BEAUTIFY_FLAG" val="#wm#"/>
  <p:tag name="KSO_WM_UNIT_FILL_FORE_SCHEMECOLOR_INDEX_BRIGHTNESS" val="0.4"/>
  <p:tag name="KSO_WM_UNIT_FILL_FORE_SCHEMECOLOR_INDEX" val="15"/>
  <p:tag name="KSO_WM_UNIT_FILL_TYPE" val="1"/>
  <p:tag name="KSO_WM_UNIT_TEXT_FILL_TYPE" val="1"/>
</p:tagLst>
</file>

<file path=ppt/tags/tag1612.xml><?xml version="1.0" encoding="utf-8"?>
<p:tagLst xmlns:p="http://schemas.openxmlformats.org/presentationml/2006/main">
  <p:tag name="KSO_WM_UNIT_COLOR_SCHEME_SHAPE_ID" val="9"/>
  <p:tag name="KSO_WM_UNIT_COLOR_SCHEME_PARENT_PAGE" val="0_1"/>
  <p:tag name="KSO_WM_UNIT_ADJUSTLAYOUT_ID" val="9"/>
  <p:tag name="KSO_WM_UNIT_HIGHLIGHT" val="0"/>
  <p:tag name="KSO_WM_UNIT_COMPATIBLE" val="0"/>
  <p:tag name="KSO_WM_UNIT_DIAGRAM_ISNUMVISUAL" val="0"/>
  <p:tag name="KSO_WM_UNIT_DIAGRAM_ISREFERUNIT" val="0"/>
  <p:tag name="KSO_WM_UNIT_TYPE" val="i"/>
  <p:tag name="KSO_WM_UNIT_INDEX" val="2"/>
  <p:tag name="KSO_WM_UNIT_ID" val="diagram20195030_1*i*2"/>
  <p:tag name="KSO_WM_TEMPLATE_CATEGORY" val="diagram"/>
  <p:tag name="KSO_WM_TEMPLATE_INDEX" val="20195030"/>
  <p:tag name="KSO_WM_UNIT_LAYERLEVEL" val="1"/>
  <p:tag name="KSO_WM_TAG_VERSION" val="1.0"/>
  <p:tag name="KSO_WM_BEAUTIFY_FLAG" val="#wm#"/>
  <p:tag name="KSO_WM_UNIT_FILL_FORE_SCHEMECOLOR_INDEX_BRIGHTNESS" val="0"/>
  <p:tag name="KSO_WM_UNIT_FILL_FORE_SCHEMECOLOR_INDEX" val="10"/>
  <p:tag name="KSO_WM_UNIT_FILL_TYPE" val="1"/>
  <p:tag name="KSO_WM_UNIT_TEXT_FILL_TYPE" val="1"/>
</p:tagLst>
</file>

<file path=ppt/tags/tag1613.xml><?xml version="1.0" encoding="utf-8"?>
<p:tagLst xmlns:p="http://schemas.openxmlformats.org/presentationml/2006/main">
  <p:tag name="KSO_WM_UNIT_COLOR_SCHEME_SHAPE_ID" val="2"/>
  <p:tag name="KSO_WM_UNIT_COLOR_SCHEME_PARENT_PAGE" val="0_1"/>
  <p:tag name="KSO_WM_UNIT_ADJUSTLAYOUT_ID" val="2"/>
  <p:tag name="KSO_WM_UNIT_PRESET_TEXT" val="九号平衡车上手非常容易，稍加适应就能轻松操控。这种灵活得益于它配备的诸多精密传感器，不断捕捉身体的微小动作，并以每秒200次的速度动态平衡调整车辆姿态。几分钟上手，稍加练习就能熟练掌握。"/>
  <p:tag name="KSO_WM_UNIT_NOCLEAR" val="0"/>
  <p:tag name="KSO_WM_UNIT_VALUE" val="189"/>
  <p:tag name="KSO_WM_UNIT_HIGHLIGHT" val="0"/>
  <p:tag name="KSO_WM_UNIT_COMPATIBLE" val="0"/>
  <p:tag name="KSO_WM_UNIT_DIAGRAM_ISNUMVISUAL" val="0"/>
  <p:tag name="KSO_WM_UNIT_DIAGRAM_ISREFERUNIT" val="0"/>
  <p:tag name="KSO_WM_UNIT_TYPE" val="f"/>
  <p:tag name="KSO_WM_UNIT_INDEX" val="1"/>
  <p:tag name="KSO_WM_UNIT_ID" val="diagram20195030_1*f*1"/>
  <p:tag name="KSO_WM_TEMPLATE_CATEGORY" val="diagram"/>
  <p:tag name="KSO_WM_TEMPLATE_INDEX" val="20195030"/>
  <p:tag name="KSO_WM_UNIT_LAYERLEVEL" val="1"/>
  <p:tag name="KSO_WM_TAG_VERSION" val="1.0"/>
  <p:tag name="KSO_WM_BEAUTIFY_FLAG" val="#wm#"/>
  <p:tag name="KSO_WM_UNIT_TEXT_FILL_FORE_SCHEMECOLOR_INDEX_BRIGHTNESS" val="-0.05"/>
  <p:tag name="KSO_WM_UNIT_TEXT_FILL_FORE_SCHEMECOLOR_INDEX" val="14"/>
  <p:tag name="KSO_WM_UNIT_TEXT_FILL_TYPE" val="1"/>
</p:tagLst>
</file>

<file path=ppt/tags/tag1614.xml><?xml version="1.0" encoding="utf-8"?>
<p:tagLst xmlns:p="http://schemas.openxmlformats.org/presentationml/2006/main">
  <p:tag name="KSO_WM_UNIT_COLOR_SCHEME_SHAPE_ID" val="3"/>
  <p:tag name="KSO_WM_UNIT_COLOR_SCHEME_PARENT_PAGE" val="0_1"/>
  <p:tag name="KSO_WM_UNIT_ADJUSTLAYOUT_ID" val="3"/>
  <p:tag name="KSO_WM_UNIT_ISCONTENTSTITLE" val="0"/>
  <p:tag name="KSO_WM_UNIT_PRESET_TEXT" val="3分钟学会骑行"/>
  <p:tag name="KSO_WM_UNIT_NOCLEAR" val="0"/>
  <p:tag name="KSO_WM_UNIT_VALUE" val="20"/>
  <p:tag name="KSO_WM_UNIT_HIGHLIGHT" val="0"/>
  <p:tag name="KSO_WM_UNIT_COMPATIBLE" val="0"/>
  <p:tag name="KSO_WM_UNIT_DIAGRAM_ISNUMVISUAL" val="0"/>
  <p:tag name="KSO_WM_UNIT_DIAGRAM_ISREFERUNIT" val="0"/>
  <p:tag name="KSO_WM_UNIT_TYPE" val="a"/>
  <p:tag name="KSO_WM_UNIT_INDEX" val="1"/>
  <p:tag name="KSO_WM_UNIT_ID" val="diagram20195030_1*a*1"/>
  <p:tag name="KSO_WM_TEMPLATE_CATEGORY" val="diagram"/>
  <p:tag name="KSO_WM_TEMPLATE_INDEX" val="20195030"/>
  <p:tag name="KSO_WM_UNIT_LAYERLEVEL" val="1"/>
  <p:tag name="KSO_WM_TAG_VERSION" val="1.0"/>
  <p:tag name="KSO_WM_BEAUTIFY_FLAG" val="#wm#"/>
  <p:tag name="KSO_WM_UNIT_TEXT_FILL_FORE_SCHEMECOLOR_INDEX_BRIGHTNESS" val="0.25"/>
  <p:tag name="KSO_WM_UNIT_TEXT_FILL_FORE_SCHEMECOLOR_INDEX" val="13"/>
  <p:tag name="KSO_WM_UNIT_TEXT_FILL_TYPE" val="1"/>
</p:tagLst>
</file>

<file path=ppt/tags/tag1615.xml><?xml version="1.0" encoding="utf-8"?>
<p:tagLst xmlns:p="http://schemas.openxmlformats.org/presentationml/2006/main">
  <p:tag name="KSO_WM_BEAUTIFY_FLAG" val="#wm#"/>
  <p:tag name="KSO_WM_TEMPLATE_CATEGORY" val="diagram"/>
  <p:tag name="KSO_WM_TEMPLATE_INDEX" val="20195030"/>
  <p:tag name="KSO_WM_SLIDE_COLORSCHEME_VERSION" val="3.2"/>
  <p:tag name="KSO_WM_SLIDE_CONSTRAINT" val="%7b%22slideConstraint%22%3a%7b%22seriesAreas%22%3a%5b%5d%2c%22singleAreas%22%3a%5b%7b%22shapes%22%3a%5b1026%5d%2c%22serialConstraintIndex%22%3a-1%2c%22areatextmark%22%3a0%2c%22pictureprocessmark%22%3a0%7d%5d%7d%7d"/>
  <p:tag name="KSO_WM_SLIDE_ID" val="diagram20195030_1"/>
  <p:tag name="KSO_WM_TEMPLATE_SUBCATEGORY" val="0"/>
  <p:tag name="KSO_WM_TEMPLATE_MASTER_TYPE" val="0"/>
  <p:tag name="KSO_WM_TEMPLATE_COLOR_TYPE" val="1"/>
  <p:tag name="KSO_WM_SLIDE_TYPE" val="text"/>
  <p:tag name="KSO_WM_SLIDE_SUBTYPE" val="picTxt"/>
  <p:tag name="KSO_WM_SLIDE_ITEM_CNT" val="0"/>
  <p:tag name="KSO_WM_SLIDE_INDEX" val="1"/>
  <p:tag name="KSO_WM_SLIDE_SIZE" val="960*462"/>
  <p:tag name="KSO_WM_SLIDE_POSITION" val="0*38"/>
  <p:tag name="KSO_WM_TAG_VERSION" val="1.0"/>
  <p:tag name="KSO_WM_SLIDE_LAYOUT" val="a_d_f"/>
  <p:tag name="KSO_WM_SLIDE_LAYOUT_CNT" val="1_1_1"/>
  <p:tag name="KSO_WM_SLIDE_BK_DARK_LIGHT" val="2"/>
  <p:tag name="KSO_WM_SLIDE_BACKGROUND_TYPE" val="general"/>
</p:tagLst>
</file>

<file path=ppt/tags/tag16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h"/>
  <p:tag name="KSO_WM_UNIT_TYPE" val="i"/>
  <p:tag name="KSO_WM_UNIT_INDEX" val="1"/>
  <p:tag name="KSO_WM_UNIT_ID" val="_14*i*1"/>
  <p:tag name="KSO_WM_UNIT_BK_DARK_LIGHT" val="2"/>
  <p:tag name="KSO_WM_UNIT_LAYERLEVEL" val="1"/>
  <p:tag name="KSO_WM_TAG_VERSION" val="1.0"/>
  <p:tag name="KSO_WM_BEAUTIFY_FLAG" val="#wm#"/>
  <p:tag name="KSO_WM_SLIDE_BACKGROUND_TYPE" val="leftRight"/>
  <p:tag name="KSO_WM_SLIDE_BK_DARK_LIGHT" val="2"/>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2"/>
  <p:tag name="KSO_WM_UNIT_TEXT_FILL_TYPE" val="1"/>
</p:tagLst>
</file>

<file path=ppt/tags/tag1617.xml><?xml version="1.0" encoding="utf-8"?>
<p:tagLst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UNIT_TYPE" val="i"/>
</p:tagLst>
</file>

<file path=ppt/tags/tag1618.xml><?xml version="1.0" encoding="utf-8"?>
<p:tagLst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1619.xml><?xml version="1.0" encoding="utf-8"?>
<p:tagLst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1620.xml><?xml version="1.0" encoding="utf-8"?>
<p:tagLst xmlns:p="http://schemas.openxmlformats.org/presentationml/2006/main">
  <p:tag name="KSO_WM_UNIT_VALUE" val="1226*1226"/>
  <p:tag name="KSO_WM_UNIT_HIGHLIGHT" val="0"/>
  <p:tag name="KSO_WM_UNIT_COMPATIBLE" val="0"/>
  <p:tag name="KSO_WM_UNIT_DIAGRAM_ISNUMVISUAL" val="0"/>
  <p:tag name="KSO_WM_UNIT_DIAGRAM_ISREFERUNIT" val="0"/>
  <p:tag name="KSO_WM_UNIT_TYPE" val="d"/>
  <p:tag name="KSO_WM_UNIT_INDEX" val="1"/>
  <p:tag name="KSO_WM_UNIT_ID" val="diagram20201875_1*d*1"/>
  <p:tag name="KSO_WM_TEMPLATE_CATEGORY" val="diagram"/>
  <p:tag name="KSO_WM_TEMPLATE_INDEX" val="20201875"/>
  <p:tag name="KSO_WM_UNIT_LAYERLEVEL" val="1"/>
  <p:tag name="KSO_WM_TAG_VERSION" val="1.0"/>
  <p:tag name="KSO_WM_BEAUTIFY_FLAG" val="#wm#"/>
  <p:tag name="KSO_WM_UNIT_PLACING_PICTURE_INFO" val="{&quot;code&quot;:&quot;[1]&quot;,&quot;full_picture&quot;:false,&quot;last_crop_picture&quot;:&quot;[1]&quot;,&quot;scheme&quot;:&quot;1-1&quot;,&quot;spacing&quot;:6}"/>
  <p:tag name="KSO_WM_UNIT_BLOCK" val="0"/>
  <p:tag name="KSO_WM_UNIT_SUPPORT_UNIT_TYPE" val="[&quot;all&quot;]"/>
  <p:tag name="KSO_WM_UNIT_PLACING_PICTURE_USER_VIEWPORT" val="{&quot;height&quot;:6955.5921259842517,&quot;width&quot;:6957.8976377952758}"/>
  <p:tag name="KSO_WM_UNIT_PLACING_PICTURE_USER_RELATIVERECTANGLE" val="{&quot;bottom&quot;:0,&quot;left&quot;:0,&quot;right&quot;:0,&quot;top&quot;:0}"/>
  <p:tag name="KSO_WM_UNIT_PLACING_PICTURE_COLLAGE_RELATIVERECTANGLE" val="{&quot;bottom&quot;:0,&quot;left&quot;:0,&quot;right&quot;:0,&quot;top&quot;:0}"/>
  <p:tag name="KSO_WM_UNIT_PLACING_PICTURE_COLLAGE_VIEWPORT" val="{&quot;height&quot;:6955.5921259842507,&quot;width&quot;:6957.8976377952758}"/>
  <p:tag name="KSO_WM_UNIT_PLACING_PICTURE" val="145728.376"/>
  <p:tag name="KSO_WM_UNIT_PLACING_PICTURE_MD4" val="0"/>
  <p:tag name="REFSHAPE" val="2052264500"/>
</p:tagLst>
</file>

<file path=ppt/tags/tag1621.xml><?xml version="1.0" encoding="utf-8"?>
<p:tagLst xmlns:p="http://schemas.openxmlformats.org/presentationml/2006/main">
  <p:tag name="KSO_WM_UNIT_PRESET_TEXT" val="我们是致力于研究AI智能创作PPT的一个团队;我们潜心钻研幻灯片的演示规律与创作思路……"/>
  <p:tag name="KSO_WM_UNIT_NOCLEAR" val="0"/>
  <p:tag name="KSO_WM_UNIT_VALUE" val="150"/>
  <p:tag name="KSO_WM_UNIT_HIGHLIGHT" val="0"/>
  <p:tag name="KSO_WM_UNIT_COMPATIBLE" val="0"/>
  <p:tag name="KSO_WM_UNIT_DIAGRAM_ISNUMVISUAL" val="0"/>
  <p:tag name="KSO_WM_UNIT_DIAGRAM_ISREFERUNIT" val="0"/>
  <p:tag name="KSO_WM_UNIT_TYPE" val="f"/>
  <p:tag name="KSO_WM_UNIT_INDEX" val="1"/>
  <p:tag name="KSO_WM_UNIT_ID" val="diagram20201875_1*f*1"/>
  <p:tag name="KSO_WM_TEMPLATE_CATEGORY" val="diagram"/>
  <p:tag name="KSO_WM_TEMPLATE_INDEX" val="20201875"/>
  <p:tag name="KSO_WM_UNIT_LAYERLEVEL" val="1"/>
  <p:tag name="KSO_WM_TAG_VERSION" val="1.0"/>
  <p:tag name="KSO_WM_BEAUTIFY_FLAG" val="#wm#"/>
  <p:tag name="KSO_WM_UNIT_DEFAULT_FONT" val="14;18;2"/>
  <p:tag name="KSO_WM_UNIT_BLOCK" val="0"/>
  <p:tag name="KSO_WM_UNIT_PLACING_PICTURE_MD4" val="0"/>
  <p:tag name="KSO_WM_UNIT_TEXT_FILL_FORE_SCHEMECOLOR_INDEX_BRIGHTNESS" val="0.35"/>
  <p:tag name="KSO_WM_UNIT_TEXT_FILL_FORE_SCHEMECOLOR_INDEX" val="13"/>
  <p:tag name="KSO_WM_UNIT_TEXT_FILL_TYPE" val="1"/>
</p:tagLst>
</file>

<file path=ppt/tags/tag1622.xml><?xml version="1.0" encoding="utf-8"?>
<p:tagLst xmlns:p="http://schemas.openxmlformats.org/presentationml/2006/main">
  <p:tag name="KSO_WM_UNIT_ISCONTENTSTITLE" val="0"/>
  <p:tag name="KSO_WM_UNIT_PRESET_TEXT" val="点击输入大标题"/>
  <p:tag name="KSO_WM_UNIT_NOCLEAR" val="0"/>
  <p:tag name="KSO_WM_UNIT_VALUE" val="15"/>
  <p:tag name="KSO_WM_UNIT_HIGHLIGHT" val="0"/>
  <p:tag name="KSO_WM_UNIT_COMPATIBLE" val="0"/>
  <p:tag name="KSO_WM_UNIT_DIAGRAM_ISNUMVISUAL" val="0"/>
  <p:tag name="KSO_WM_UNIT_DIAGRAM_ISREFERUNIT" val="0"/>
  <p:tag name="KSO_WM_UNIT_TYPE" val="a"/>
  <p:tag name="KSO_WM_UNIT_INDEX" val="1"/>
  <p:tag name="KSO_WM_UNIT_ID" val="diagram20201875_1*a*1"/>
  <p:tag name="KSO_WM_TEMPLATE_CATEGORY" val="diagram"/>
  <p:tag name="KSO_WM_TEMPLATE_INDEX" val="20201875"/>
  <p:tag name="KSO_WM_UNIT_LAYERLEVEL" val="1"/>
  <p:tag name="KSO_WM_TAG_VERSION" val="1.0"/>
  <p:tag name="KSO_WM_BEAUTIFY_FLAG" val="#wm#"/>
  <p:tag name="KSO_WM_UNIT_DEFAULT_FONT" val="36;44;4"/>
  <p:tag name="KSO_WM_UNIT_BLOCK" val="0"/>
  <p:tag name="KSO_WM_UNIT_ISNUMDGMTITLE" val="0"/>
  <p:tag name="KSO_WM_UNIT_PLACING_PICTURE_MD4" val="0"/>
  <p:tag name="KSO_WM_UNIT_SMARTLAYOUT_COMPRESS_INFO" val="{&#10;    &quot;id&quot;: &quot;2020-04-01T16:40:49&quot;,&#10;    &quot;max&quot;: 10.487874015748034,&#10;    &quot;topChanged&quot;: 1.4387323140089407&#10;}&#10;"/>
  <p:tag name="KSO_WM_UNIT_TEXT_FILL_FORE_SCHEMECOLOR_INDEX_BRIGHTNESS" val="0.25"/>
  <p:tag name="KSO_WM_UNIT_TEXT_FILL_FORE_SCHEMECOLOR_INDEX" val="13"/>
  <p:tag name="KSO_WM_UNIT_TEXT_FILL_TYPE" val="1"/>
</p:tagLst>
</file>

<file path=ppt/tags/tag16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01875_1*i*2"/>
  <p:tag name="KSO_WM_TEMPLATE_CATEGORY" val="diagram"/>
  <p:tag name="KSO_WM_TEMPLATE_INDEX" val="20201875"/>
  <p:tag name="KSO_WM_UNIT_LAYERLEVEL" val="1"/>
  <p:tag name="KSO_WM_TAG_VERSION" val="1.0"/>
  <p:tag name="KSO_WM_BEAUTIFY_FLAG" val="#wm#"/>
  <p:tag name="KSO_WM_UNIT_TYPE" val="i"/>
  <p:tag name="KSO_WM_UNIT_INDEX" val="2"/>
  <p:tag name="KSO_WM_UNIT_SM_LIMIT_TYPE" val="1"/>
  <p:tag name="KSO_WM_UNIT_PLACING_PICTURE_MD4" val="0"/>
  <p:tag name="KSO_WM_UNIT_LINE_FORE_SCHEMECOLOR_INDEX_BRIGHTNESS" val="0"/>
  <p:tag name="KSO_WM_UNIT_LINE_FORE_SCHEMECOLOR_INDEX" val="15"/>
  <p:tag name="KSO_WM_UNIT_LINE_FILL_TYPE" val="2"/>
</p:tagLst>
</file>

<file path=ppt/tags/tag16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01875_1*i*3"/>
  <p:tag name="KSO_WM_TEMPLATE_CATEGORY" val="diagram"/>
  <p:tag name="KSO_WM_TEMPLATE_INDEX" val="20201875"/>
  <p:tag name="KSO_WM_UNIT_LAYERLEVEL" val="1"/>
  <p:tag name="KSO_WM_TAG_VERSION" val="1.0"/>
  <p:tag name="KSO_WM_BEAUTIFY_FLAG" val="#wm#"/>
  <p:tag name="KSO_WM_UNIT_TYPE" val="i"/>
  <p:tag name="KSO_WM_UNIT_INDEX" val="3"/>
  <p:tag name="KSO_WM_UNIT_SM_LIMIT_TYPE" val="1"/>
  <p:tag name="KSO_WM_UNIT_PLACING_PICTURE_MD4" val="0"/>
  <p:tag name="KSO_WM_UNIT_LINE_FORE_SCHEMECOLOR_INDEX_BRIGHTNESS" val="0"/>
  <p:tag name="KSO_WM_UNIT_LINE_FORE_SCHEMECOLOR_INDEX" val="15"/>
  <p:tag name="KSO_WM_UNIT_LINE_FILL_TYPE" val="2"/>
</p:tagLst>
</file>

<file path=ppt/tags/tag1625.xml><?xml version="1.0" encoding="utf-8"?>
<p:tagLst xmlns:p="http://schemas.openxmlformats.org/presentationml/2006/main">
  <p:tag name="KSO_WM_BEAUTIFY_FLAG" val="#wm#"/>
  <p:tag name="KSO_WM_TEMPLATE_CATEGORY" val="diagram"/>
  <p:tag name="KSO_WM_TEMPLATE_INDEX" val="20201875"/>
  <p:tag name="KSO_WM_SLIDE_ID" val="diagram20201875_1"/>
  <p:tag name="KSO_WM_TEMPLATE_SUBCATEGORY" val="11"/>
  <p:tag name="KSO_WM_SLIDE_TYPE" val="text"/>
  <p:tag name="KSO_WM_SLIDE_SUBTYPE" val="picTxt"/>
  <p:tag name="KSO_WM_SLIDE_ITEM_CNT" val="0"/>
  <p:tag name="KSO_WM_SLIDE_INDEX" val="1"/>
  <p:tag name="KSO_WM_SLIDE_SIZE" val="789*358"/>
  <p:tag name="KSO_WM_SLIDE_POSITION" val="96*85"/>
  <p:tag name="KSO_WM_TAG_VERSION" val="1.0"/>
  <p:tag name="KSO_WM_SLIDE_LAYOUT" val="a_d_f"/>
  <p:tag name="KSO_WM_SLIDE_LAYOUT_CNT" val="1_1_1"/>
  <p:tag name="KSO_WM_SLIDE_LAYOUT_INFO" val="{&#10;    &quot;backgroundInfo&quot;: [&#10;        {&#10;            &quot;bottom&quot;: 0,&#10;            &quot;bottomAbs&quot;: false,&#10;            &quot;left&quot;: 0,&#10;            &quot;leftAbs&quot;: false,&#10;            &quot;right&quot;: 0,&#10;            &quot;rightAbs&quot;: false,&#10;            &quot;top&quot;: 0,&#10;            &quot;topAbs&quot;: false,&#10;            &quot;type&quot;: &quot;general&quot;&#10;        },&#10;        {&#10;            &quot;bottom&quot;: 0,&#10;            &quot;bottomAbs&quot;: false,&#10;            &quot;left&quot;: 0,&#10;            &quot;leftAbs&quot;: false,&#10;            &quot;right&quot;: 0,&#10;            &quot;rightAbs&quot;: false,&#10;            &quot;top&quot;: 0,&#10;            &quot;topAbs&quot;: false,&#10;            &quot;type&quot;: &quot;frame&quot;&#10;        }&#10;    ],&#10;    &quot;direction&quot;: 1,&#10;    &quot;horizontalAlign&quot;: 1,&#10;    &quot;id&quot;: &quot;2020-04-01T16:40:49&quot;,&#10;    &quot;maxSize&quot;: {&#10;        &quot;size1&quot;: 64.200000000000003&#10;    },&#10;    &quot;minSize&quot;: {&#10;        &quot;size1&quot;: 37.899999999999999&#10;    },&#10;    &quot;normalSize&quot;: {&#10;        &quot;size1&quot;: 45.991666666666667&#10;    },&#10;    &quot;subLayout&quot;: [&#10;        {&#10;            &quot;backgroundInfo&quot;: [&#10;                {&#10;                    &quot;bottom&quot;: 0,&#10;                    &quot;bottomAbs&quot;: false,&#10;                    &quot;left&quot;: 0,&#10;                    &quot;leftAbs&quot;: false,&#10;                    &quot;right&quot;: 0.13871805400000001,&#10;                    &quot;rightAbs&quot;: false,&#10;                    &quot;top&quot;: 0,&#10;                    &quot;topAbs&quot;: false,&#10;                    &quot;type&quot;: &quot;leftRight&quot;&#10;                }&#10;            ],&#10;            &quot;horizontalAlign&quot;: 2,&#10;            &quot;id&quot;: &quot;2020-04-01T16:40:49&quot;,&#10;            &quot;margin&quot;: {&#10;                &quot;bottom&quot;: 3.3900001049041748,&#10;                &quot;left&quot;: 3.3900001049041748,&#10;                &quot;right&quot;: 2.5139999389648438,&#10;                &quot;top&quot;: 3.3900001049041748&#10;            },&#10;            &quot;marginOverLayout&quot;: {&#10;                &quot;bottom&quot;: 3.3900001049041748,&#10;                &quot;left&quot;: 3.3900001049041748,&#10;                &quot;right&quot;: 2.5139999389648438,&#10;                &quot;top&quot;: 3.3900001049041748&#10;            },&#10;            &quot;type&quot;: 0,&#10;            &quot;verticalAlign&quot;: 1&#10;        },&#10;        {&#10;            &quot;horizontalAlign&quot;: 0,&#10;            &quot;id&quot;: &quot;2020-04-01T16:40:49&quot;,&#10;            &quot;margin&quot;: {&#10;                &quot;bottom&quot;: 3.3900001049041748,&#10;                &quot;left&quot;: 0.026000002399086952,&#10;                &quot;right&quot;: 3.3900001049041748,&#10;                &quot;top&quot;: 3.3900001049041748&#10;            },&#10;            &quot;type&quot;: 0,&#10;            &quot;verticalAlign&quot;: 1&#10;        }&#10;    ],&#10;    &quot;type&quot;: 0,&#10;    &quot;verticalAlign&quot;: 1&#10;}&#10;"/>
  <p:tag name="KSO_WM_SLIDE_CAN_ADD_NAVIGATION" val="1"/>
  <p:tag name="KSO_WM_SLIDE_BACKGROUND" val="[&quot;general&quot;,&quot;frame&quot;,&quot;leftRight&quot;]"/>
  <p:tag name="KSO_WM_SLIDE_RATIO" val="1.777778"/>
  <p:tag name="KSO_WM_TEMPLATE_MASTER_TYPE" val="0"/>
  <p:tag name="KSO_WM_TEMPLATE_COLOR_TYPE" val="1"/>
  <p:tag name="KSO_WM_SLIDE_BK_DARK_LIGHT" val="2"/>
  <p:tag name="KSO_WM_SLIDE_BACKGROUND_TYPE" val="leftRight"/>
</p:tagLst>
</file>

<file path=ppt/tags/tag1626.xml><?xml version="1.0" encoding="utf-8"?>
<p:tagLst xmlns:p="http://schemas.openxmlformats.org/presentationml/2006/main">
  <p:tag name="KSO_WM_UNIT_COLOR_SCHEME_SHAPE_ID" val="5"/>
  <p:tag name="KSO_WM_UNIT_FOIL_COLOR" val="1"/>
  <p:tag name="KSO_WM_UNIT_COLOR_SCHEME_PARENT_PAGE" val="0_1"/>
  <p:tag name="KSO_WM_UNIT_HIGHLIGHT" val="0"/>
  <p:tag name="KSO_WM_UNIT_COMPATIBLE" val="0"/>
  <p:tag name="KSO_WM_UNIT_DIAGRAM_ISNUMVISUAL" val="0"/>
  <p:tag name="KSO_WM_UNIT_DIAGRAM_ISREFERUNIT" val="0"/>
  <p:tag name="KSO_WM_UNIT_TYPE" val="i"/>
  <p:tag name="KSO_WM_UNIT_INDEX" val="1"/>
  <p:tag name="KSO_WM_UNIT_ID" val="diagram20194601_1*i*1"/>
  <p:tag name="KSO_WM_TEMPLATE_CATEGORY" val="diagram"/>
  <p:tag name="KSO_WM_TEMPLATE_INDEX" val="20194601"/>
  <p:tag name="KSO_WM_UNIT_LAYERLEVEL" val="1"/>
  <p:tag name="KSO_WM_TAG_VERSION" val="1.0"/>
  <p:tag name="KSO_WM_BEAUTIFY_FLAG" val="#wm#"/>
  <p:tag name="KSO_WM_UNIT_FILL_FORE_SCHEMECOLOR_INDEX_BRIGHTNESS" val="0"/>
  <p:tag name="KSO_WM_UNIT_FILL_FORE_SCHEMECOLOR_INDEX" val="14"/>
  <p:tag name="KSO_WM_UNIT_FILL_TYPE" val="1"/>
  <p:tag name="KSO_WM_UNIT_TEXT_FILL_FORE_SCHEMECOLOR_INDEX_BRIGHTNESS" val="0"/>
  <p:tag name="KSO_WM_UNIT_TEXT_FILL_FORE_SCHEMECOLOR_INDEX" val="14"/>
  <p:tag name="KSO_WM_UNIT_TEXT_FILL_TYPE" val="1"/>
</p:tagLst>
</file>

<file path=ppt/tags/tag1627.xml><?xml version="1.0" encoding="utf-8"?>
<p:tagLst xmlns:p="http://schemas.openxmlformats.org/presentationml/2006/main">
  <p:tag name="KSO_WM_UNIT_COLOR_SCHEME_SHAPE_ID" val="6"/>
  <p:tag name="KSO_WM_UNIT_COLOR_SCHEME_PARENT_PAGE" val="0_1"/>
  <p:tag name="KSO_WM_UNIT_DECOLORIZATION" val="1"/>
  <p:tag name="KSO_WM_UNIT_HIGHLIGHT" val="0"/>
  <p:tag name="KSO_WM_UNIT_COMPATIBLE" val="0"/>
  <p:tag name="KSO_WM_UNIT_DIAGRAM_ISNUMVISUAL" val="0"/>
  <p:tag name="KSO_WM_UNIT_DIAGRAM_ISREFERUNIT" val="0"/>
  <p:tag name="KSO_WM_UNIT_TYPE" val="i"/>
  <p:tag name="KSO_WM_UNIT_INDEX" val="2"/>
  <p:tag name="KSO_WM_UNIT_ID" val="diagram20194601_1*i*2"/>
  <p:tag name="KSO_WM_TEMPLATE_CATEGORY" val="diagram"/>
  <p:tag name="KSO_WM_TEMPLATE_INDEX" val="20194601"/>
  <p:tag name="KSO_WM_UNIT_LAYERLEVEL" val="1"/>
  <p:tag name="KSO_WM_TAG_VERSION" val="1.0"/>
  <p:tag name="KSO_WM_BEAUTIFY_FLAG" val="#wm#"/>
  <p:tag name="KSO_WM_UNIT_LINE_FORE_SCHEMECOLOR_INDEX_BRIGHTNESS" val="-0.15"/>
  <p:tag name="KSO_WM_UNIT_LINE_FORE_SCHEMECOLOR_INDEX" val="14"/>
  <p:tag name="KSO_WM_UNIT_LINE_FILL_TYPE" val="2"/>
</p:tagLst>
</file>

<file path=ppt/tags/tag1628.xml><?xml version="1.0" encoding="utf-8"?>
<p:tagLst xmlns:p="http://schemas.openxmlformats.org/presentationml/2006/main">
  <p:tag name="KSO_WM_UNIT_COLOR_SCHEME_SHAPE_ID" val="8"/>
  <p:tag name="KSO_WM_UNIT_COLOR_SCHEME_PARENT_PAGE" val="0_1"/>
  <p:tag name="KSO_WM_UNIT_DECOLORIZATION" val="1"/>
  <p:tag name="KSO_WM_UNIT_HIGHLIGHT" val="0"/>
  <p:tag name="KSO_WM_UNIT_COMPATIBLE" val="0"/>
  <p:tag name="KSO_WM_UNIT_DIAGRAM_ISNUMVISUAL" val="0"/>
  <p:tag name="KSO_WM_UNIT_DIAGRAM_ISREFERUNIT" val="0"/>
  <p:tag name="KSO_WM_UNIT_TYPE" val="i"/>
  <p:tag name="KSO_WM_UNIT_INDEX" val="3"/>
  <p:tag name="KSO_WM_UNIT_ID" val="diagram20194601_1*i*3"/>
  <p:tag name="KSO_WM_TEMPLATE_CATEGORY" val="diagram"/>
  <p:tag name="KSO_WM_TEMPLATE_INDEX" val="20194601"/>
  <p:tag name="KSO_WM_UNIT_LAYERLEVEL" val="1"/>
  <p:tag name="KSO_WM_TAG_VERSION" val="1.0"/>
  <p:tag name="KSO_WM_BEAUTIFY_FLAG" val="#wm#"/>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1629.xml><?xml version="1.0" encoding="utf-8"?>
<p:tagLst xmlns:p="http://schemas.openxmlformats.org/presentationml/2006/main">
  <p:tag name="KSO_WM_UNIT_COLOR_SCHEME_SHAPE_ID" val="9"/>
  <p:tag name="KSO_WM_UNIT_COLOR_SCHEME_PARENT_PAGE" val="0_1"/>
  <p:tag name="KSO_WM_UNIT_DECOLORIZATION" val="1"/>
  <p:tag name="KSO_WM_UNIT_HIGHLIGHT" val="0"/>
  <p:tag name="KSO_WM_UNIT_COMPATIBLE" val="0"/>
  <p:tag name="KSO_WM_UNIT_DIAGRAM_ISNUMVISUAL" val="0"/>
  <p:tag name="KSO_WM_UNIT_DIAGRAM_ISREFERUNIT" val="0"/>
  <p:tag name="KSO_WM_UNIT_TYPE" val="i"/>
  <p:tag name="KSO_WM_UNIT_INDEX" val="4"/>
  <p:tag name="KSO_WM_UNIT_ID" val="diagram20194601_1*i*4"/>
  <p:tag name="KSO_WM_TEMPLATE_CATEGORY" val="diagram"/>
  <p:tag name="KSO_WM_TEMPLATE_INDEX" val="20194601"/>
  <p:tag name="KSO_WM_UNIT_LAYERLEVEL" val="1"/>
  <p:tag name="KSO_WM_TAG_VERSION" val="1.0"/>
  <p:tag name="KSO_WM_BEAUTIFY_FLAG" val="#wm#"/>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1630.xml><?xml version="1.0" encoding="utf-8"?>
<p:tagLst xmlns:p="http://schemas.openxmlformats.org/presentationml/2006/main">
  <p:tag name="KSO_WM_UNIT_TEXT_PART_ID_V2" val="d-1-2"/>
  <p:tag name="KSO_WM_UNIT_COLOR_SCHEME_SHAPE_ID" val="2"/>
  <p:tag name="KSO_WM_UNIT_COLOR_SCHEME_PARENT_PAGE" val="0_1"/>
  <p:tag name="KSO_WM_UNIT_PRESET_TEXT" val="点击此处添加正文。&#10;请尽量言简意赅的阐述。&#10;您的观点。&#10;恰如其分的表达观点。&#10;往往事半功倍。"/>
  <p:tag name="KSO_WM_UNIT_NOCLEAR" val="1"/>
  <p:tag name="KSO_WM_UNIT_VALUE" val="91"/>
  <p:tag name="KSO_WM_UNIT_HIGHLIGHT" val="0"/>
  <p:tag name="KSO_WM_UNIT_COMPATIBLE" val="0"/>
  <p:tag name="KSO_WM_UNIT_DIAGRAM_ISNUMVISUAL" val="0"/>
  <p:tag name="KSO_WM_UNIT_DIAGRAM_ISREFERUNIT" val="0"/>
  <p:tag name="KSO_WM_UNIT_TYPE" val="f"/>
  <p:tag name="KSO_WM_UNIT_INDEX" val="1"/>
  <p:tag name="KSO_WM_UNIT_ID" val="diagram20194601_1*f*1"/>
  <p:tag name="KSO_WM_TEMPLATE_CATEGORY" val="diagram"/>
  <p:tag name="KSO_WM_TEMPLATE_INDEX" val="20194601"/>
  <p:tag name="KSO_WM_UNIT_LAYERLEVEL" val="1"/>
  <p:tag name="KSO_WM_TAG_VERSION" val="1.0"/>
  <p:tag name="KSO_WM_BEAUTIFY_FLAG" val="#wm#"/>
  <p:tag name="KSO_WM_UNIT_TEXT_FILL_FORE_SCHEMECOLOR_INDEX_BRIGHTNESS" val="0.25"/>
  <p:tag name="KSO_WM_UNIT_TEXT_FILL_FORE_SCHEMECOLOR_INDEX" val="13"/>
  <p:tag name="KSO_WM_UNIT_TEXT_FILL_TYPE" val="1"/>
</p:tagLst>
</file>

<file path=ppt/tags/tag1631.xml><?xml version="1.0" encoding="utf-8"?>
<p:tagLst xmlns:p="http://schemas.openxmlformats.org/presentationml/2006/main">
  <p:tag name="KSO_WM_UNIT_TEXT_PART_ID_V2" val="a-1-2"/>
  <p:tag name="KSO_WM_UNIT_COLOR_SCHEME_SHAPE_ID" val="16"/>
  <p:tag name="KSO_WM_UNIT_COLOR_SCHEME_PARENT_PAGE" val="0_1"/>
  <p:tag name="KSO_WM_UNIT_ISCONTENTSTITLE" val="0"/>
  <p:tag name="KSO_WM_UNIT_NOCLEAR" val="0"/>
  <p:tag name="KSO_WM_UNIT_VALUE" val="16"/>
  <p:tag name="KSO_WM_UNIT_HIGHLIGHT" val="0"/>
  <p:tag name="KSO_WM_UNIT_COMPATIBLE" val="0"/>
  <p:tag name="KSO_WM_UNIT_DIAGRAM_ISNUMVISUAL" val="0"/>
  <p:tag name="KSO_WM_UNIT_DIAGRAM_ISREFERUNIT" val="0"/>
  <p:tag name="KSO_WM_UNIT_TYPE" val="a"/>
  <p:tag name="KSO_WM_UNIT_INDEX" val="1"/>
  <p:tag name="KSO_WM_UNIT_ID" val="diagram20194601_1*a*1"/>
  <p:tag name="KSO_WM_TEMPLATE_CATEGORY" val="diagram"/>
  <p:tag name="KSO_WM_TEMPLATE_INDEX" val="20194601"/>
  <p:tag name="KSO_WM_UNIT_LAYERLEVEL" val="1"/>
  <p:tag name="KSO_WM_TAG_VERSION" val="1.0"/>
  <p:tag name="KSO_WM_BEAUTIFY_FLAG" val="#wm#"/>
  <p:tag name="KSO_WM_UNIT_PRESET_TEXT" val="单击此处可自行添加大标题"/>
  <p:tag name="KSO_WM_UNIT_TEXT_FILL_FORE_SCHEMECOLOR_INDEX_BRIGHTNESS" val="0.25"/>
  <p:tag name="KSO_WM_UNIT_TEXT_FILL_FORE_SCHEMECOLOR_INDEX" val="13"/>
  <p:tag name="KSO_WM_UNIT_TEXT_FILL_TYPE" val="1"/>
</p:tagLst>
</file>

<file path=ppt/tags/tag1632.xml><?xml version="1.0" encoding="utf-8"?>
<p:tagLst xmlns:p="http://schemas.openxmlformats.org/presentationml/2006/main">
  <p:tag name="KSO_WM_UNIT_COLOR_SCHEME_SHAPE_ID" val="11"/>
  <p:tag name="KSO_WM_UNIT_COLOR_SCHEME_PARENT_PAGE" val="0_1"/>
  <p:tag name="KSO_WM_UNIT_DECOLORIZATION" val="1"/>
  <p:tag name="KSO_WM_UNIT_HIGHLIGHT" val="0"/>
  <p:tag name="KSO_WM_UNIT_COMPATIBLE" val="0"/>
  <p:tag name="KSO_WM_UNIT_DIAGRAM_ISNUMVISUAL" val="0"/>
  <p:tag name="KSO_WM_UNIT_DIAGRAM_ISREFERUNIT" val="0"/>
  <p:tag name="KSO_WM_UNIT_TYPE" val="i"/>
  <p:tag name="KSO_WM_UNIT_INDEX" val="5"/>
  <p:tag name="KSO_WM_UNIT_ID" val="diagram20194601_1*i*5"/>
  <p:tag name="KSO_WM_TEMPLATE_CATEGORY" val="diagram"/>
  <p:tag name="KSO_WM_TEMPLATE_INDEX" val="20194601"/>
  <p:tag name="KSO_WM_UNIT_LAYERLEVEL" val="1"/>
  <p:tag name="KSO_WM_TAG_VERSION" val="1.0"/>
  <p:tag name="KSO_WM_BEAUTIFY_FLAG" val="#wm#"/>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1633.xml><?xml version="1.0" encoding="utf-8"?>
<p:tagLst xmlns:p="http://schemas.openxmlformats.org/presentationml/2006/main">
  <p:tag name="KSO_WM_UNIT_COLOR_SCHEME_SHAPE_ID" val="12"/>
  <p:tag name="KSO_WM_UNIT_COLOR_SCHEME_PARENT_PAGE" val="0_1"/>
  <p:tag name="KSO_WM_UNIT_DECOLORIZATION" val="1"/>
  <p:tag name="KSO_WM_UNIT_HIGHLIGHT" val="0"/>
  <p:tag name="KSO_WM_UNIT_COMPATIBLE" val="0"/>
  <p:tag name="KSO_WM_UNIT_DIAGRAM_ISNUMVISUAL" val="0"/>
  <p:tag name="KSO_WM_UNIT_DIAGRAM_ISREFERUNIT" val="0"/>
  <p:tag name="KSO_WM_UNIT_TYPE" val="i"/>
  <p:tag name="KSO_WM_UNIT_INDEX" val="6"/>
  <p:tag name="KSO_WM_UNIT_ID" val="diagram20194601_1*i*6"/>
  <p:tag name="KSO_WM_TEMPLATE_CATEGORY" val="diagram"/>
  <p:tag name="KSO_WM_TEMPLATE_INDEX" val="20194601"/>
  <p:tag name="KSO_WM_UNIT_LAYERLEVEL" val="1"/>
  <p:tag name="KSO_WM_TAG_VERSION" val="1.0"/>
  <p:tag name="KSO_WM_BEAUTIFY_FLAG" val="#wm#"/>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14"/>
  <p:tag name="KSO_WM_UNIT_TEXT_FILL_TYPE" val="1"/>
</p:tagLst>
</file>

<file path=ppt/tags/tag16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_12*i*1"/>
  <p:tag name="KSO_WM_UNIT_LAYERLEVEL" val="1"/>
  <p:tag name="KSO_WM_TAG_VERSION" val="1.0"/>
  <p:tag name="KSO_WM_BEAUTIFY_FLAG" val="#wm#"/>
  <p:tag name="KSO_WM_SLIDE_BACKGROUND_TYPE" val="general"/>
  <p:tag name="KSO_WM_SLIDE_BK_DARK_LIGHT" val="2"/>
</p:tagLst>
</file>

<file path=ppt/tags/tag1635.xml><?xml version="1.0" encoding="utf-8"?>
<p:tagLst xmlns:p="http://schemas.openxmlformats.org/presentationml/2006/main">
  <p:tag name="KSO_WM_BEAUTIFY_FLAG" val="#wm#"/>
  <p:tag name="KSO_WM_TEMPLATE_CATEGORY" val="diagram"/>
  <p:tag name="KSO_WM_TEMPLATE_INDEX" val="20194601"/>
  <p:tag name="KSO_WM_SLIDE_COLORSCHEME_VERSION" val="3.2"/>
  <p:tag name="KSO_WM_SLIDE_ID" val="diagram20194601_1"/>
  <p:tag name="KSO_WM_TEMPLATE_SUBCATEGORY" val="0"/>
  <p:tag name="KSO_WM_TEMPLATE_MASTER_TYPE" val="0"/>
  <p:tag name="KSO_WM_TEMPLATE_COLOR_TYPE" val="1"/>
  <p:tag name="KSO_WM_SLIDE_TYPE" val="text"/>
  <p:tag name="KSO_WM_SLIDE_SUBTYPE" val="pureTxt"/>
  <p:tag name="KSO_WM_SLIDE_ITEM_CNT" val="0"/>
  <p:tag name="KSO_WM_SLIDE_INDEX" val="1"/>
  <p:tag name="KSO_WM_SLIDE_SIZE" val="785*392"/>
  <p:tag name="KSO_WM_SLIDE_POSITION" val="97*74"/>
  <p:tag name="KSO_WM_TAG_VERSION" val="1.0"/>
  <p:tag name="KSO_WM_SLIDE_LAYOUT" val="a_f"/>
  <p:tag name="KSO_WM_SLIDE_LAYOUT_CNT" val="1_1"/>
  <p:tag name="KSO_WM_SLIDE_BK_DARK_LIGHT" val="2"/>
  <p:tag name="KSO_WM_SLIDE_BACKGROUND_TYPE" val="general"/>
</p:tagLst>
</file>

<file path=ppt/tags/tag16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_12*i*1"/>
  <p:tag name="KSO_WM_UNIT_LAYERLEVEL" val="1"/>
  <p:tag name="KSO_WM_TAG_VERSION" val="1.0"/>
  <p:tag name="KSO_WM_BEAUTIFY_FLAG" val="#wm#"/>
  <p:tag name="KSO_WM_SLIDE_BACKGROUND_TYPE" val="general"/>
  <p:tag name="KSO_WM_SLIDE_BK_DARK_LIGHT" val="2"/>
</p:tagLst>
</file>

<file path=ppt/tags/tag1637.xml><?xml version="1.0" encoding="utf-8"?>
<p:tagLst xmlns:p="http://schemas.openxmlformats.org/presentationml/2006/main">
  <p:tag name="KSO_WM_UNIT_LARGE_SHAPE" val="1"/>
  <p:tag name="KSO_WM_UNIT_FOIL_COLOR" val="1"/>
  <p:tag name="KSO_WM_UNIT_COLOR_SCHEME_SHAPE_ID" val="4"/>
  <p:tag name="KSO_WM_UNIT_COLOR_SCHEME_PARENT_PAGE" val="0_1"/>
  <p:tag name="KSO_WM_UNIT_HIGHLIGHT" val="0"/>
  <p:tag name="KSO_WM_UNIT_COMPATIBLE" val="0"/>
  <p:tag name="KSO_WM_UNIT_DIAGRAM_ISNUMVISUAL" val="0"/>
  <p:tag name="KSO_WM_UNIT_DIAGRAM_ISREFERUNIT" val="0"/>
  <p:tag name="KSO_WM_UNIT_TYPE" val="i"/>
  <p:tag name="KSO_WM_UNIT_INDEX" val="1"/>
  <p:tag name="KSO_WM_UNIT_ID" val="diagram20194605_1*i*1"/>
  <p:tag name="KSO_WM_TEMPLATE_CATEGORY" val="diagram"/>
  <p:tag name="KSO_WM_TEMPLATE_INDEX" val="20194605"/>
  <p:tag name="KSO_WM_UNIT_LAYERLEVEL" val="1"/>
  <p:tag name="KSO_WM_TAG_VERSION" val="1.0"/>
  <p:tag name="KSO_WM_BEAUTIFY_FLAG" val="#wm#"/>
  <p:tag name="KSO_WM_UNIT_FILL_FORE_SCHEMECOLOR_INDEX_BRIGHTNESS" val="-0.15"/>
  <p:tag name="KSO_WM_UNIT_FILL_FORE_SCHEMECOLOR_INDEX" val="14"/>
  <p:tag name="KSO_WM_UNIT_FILL_BACK_SCHEMECOLOR_INDEX_BRIGHTNESS" val="0"/>
  <p:tag name="KSO_WM_UNIT_FILL_BACK_SCHEMECOLOR_INDEX" val="14"/>
  <p:tag name="KSO_WM_UNIT_FILL_TYPE" val="2"/>
  <p:tag name="KSO_WM_UNIT_TEXT_FILL_FORE_SCHEMECOLOR_INDEX_BRIGHTNESS" val="0"/>
  <p:tag name="KSO_WM_UNIT_TEXT_FILL_FORE_SCHEMECOLOR_INDEX" val="2"/>
  <p:tag name="KSO_WM_UNIT_TEXT_FILL_TYPE" val="1"/>
</p:tagLst>
</file>

<file path=ppt/tags/tag1638.xml><?xml version="1.0" encoding="utf-8"?>
<p:tagLst xmlns:p="http://schemas.openxmlformats.org/presentationml/2006/main">
  <p:tag name="KSO_WM_UNIT_COLOR_SCHEME_SHAPE_ID" val="8"/>
  <p:tag name="KSO_WM_UNIT_COLOR_SCHEME_PARENT_PAGE" val="0_1"/>
  <p:tag name="KSO_WM_UNIT_DECOLORIZATION" val="1"/>
  <p:tag name="KSO_WM_UNIT_HIGHLIGHT" val="0"/>
  <p:tag name="KSO_WM_UNIT_COMPATIBLE" val="0"/>
  <p:tag name="KSO_WM_UNIT_DIAGRAM_ISNUMVISUAL" val="0"/>
  <p:tag name="KSO_WM_UNIT_DIAGRAM_ISREFERUNIT" val="0"/>
  <p:tag name="KSO_WM_UNIT_TYPE" val="i"/>
  <p:tag name="KSO_WM_UNIT_INDEX" val="2"/>
  <p:tag name="KSO_WM_UNIT_ID" val="diagram20194605_1*i*2"/>
  <p:tag name="KSO_WM_TEMPLATE_CATEGORY" val="diagram"/>
  <p:tag name="KSO_WM_TEMPLATE_INDEX" val="20194605"/>
  <p:tag name="KSO_WM_UNIT_LAYERLEVEL" val="1"/>
  <p:tag name="KSO_WM_TAG_VERSION" val="1.0"/>
  <p:tag name="KSO_WM_BEAUTIFY_FLAG" val="#wm#"/>
  <p:tag name="KSO_WM_UNIT_FILL_FORE_SCHEMECOLOR_INDEX_BRIGHTNESS" val="-0.15"/>
  <p:tag name="KSO_WM_UNIT_FILL_FORE_SCHEMECOLOR_INDEX" val="14"/>
  <p:tag name="KSO_WM_UNIT_FILL_TYPE" val="1"/>
  <p:tag name="KSO_WM_UNIT_TEXT_FILL_FORE_SCHEMECOLOR_INDEX_BRIGHTNESS" val="0"/>
  <p:tag name="KSO_WM_UNIT_TEXT_FILL_FORE_SCHEMECOLOR_INDEX" val="2"/>
  <p:tag name="KSO_WM_UNIT_TEXT_FILL_TYPE" val="1"/>
</p:tagLst>
</file>

<file path=ppt/tags/tag1639.xml><?xml version="1.0" encoding="utf-8"?>
<p:tagLst xmlns:p="http://schemas.openxmlformats.org/presentationml/2006/main">
  <p:tag name="KSO_WM_UNIT_COLOR_SCHEME_SHAPE_ID" val="9"/>
  <p:tag name="KSO_WM_UNIT_COLOR_SCHEME_PARENT_PAGE" val="0_1"/>
  <p:tag name="KSO_WM_UNIT_DECOLORIZATION" val="1"/>
  <p:tag name="KSO_WM_UNIT_HIGHLIGHT" val="0"/>
  <p:tag name="KSO_WM_UNIT_COMPATIBLE" val="0"/>
  <p:tag name="KSO_WM_UNIT_DIAGRAM_ISNUMVISUAL" val="0"/>
  <p:tag name="KSO_WM_UNIT_DIAGRAM_ISREFERUNIT" val="0"/>
  <p:tag name="KSO_WM_UNIT_TYPE" val="i"/>
  <p:tag name="KSO_WM_UNIT_INDEX" val="3"/>
  <p:tag name="KSO_WM_UNIT_ID" val="diagram20194605_1*i*3"/>
  <p:tag name="KSO_WM_TEMPLATE_CATEGORY" val="diagram"/>
  <p:tag name="KSO_WM_TEMPLATE_INDEX" val="20194605"/>
  <p:tag name="KSO_WM_UNIT_LAYERLEVEL" val="1"/>
  <p:tag name="KSO_WM_TAG_VERSION" val="1.0"/>
  <p:tag name="KSO_WM_BEAUTIFY_FLAG" val="#wm#"/>
  <p:tag name="KSO_WM_UNIT_FILL_FORE_SCHEMECOLOR_INDEX_BRIGHTNESS" val="0.4"/>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1640.xml><?xml version="1.0" encoding="utf-8"?>
<p:tagLst xmlns:p="http://schemas.openxmlformats.org/presentationml/2006/main">
  <p:tag name="KSO_WM_UNIT_COLOR_SCHEME_SHAPE_ID" val="10"/>
  <p:tag name="KSO_WM_UNIT_COLOR_SCHEME_PARENT_PAGE" val="0_1"/>
  <p:tag name="KSO_WM_UNIT_DECOLORIZATION" val="1"/>
  <p:tag name="KSO_WM_UNIT_HIGHLIGHT" val="0"/>
  <p:tag name="KSO_WM_UNIT_COMPATIBLE" val="0"/>
  <p:tag name="KSO_WM_UNIT_DIAGRAM_ISNUMVISUAL" val="0"/>
  <p:tag name="KSO_WM_UNIT_DIAGRAM_ISREFERUNIT" val="0"/>
  <p:tag name="KSO_WM_UNIT_TYPE" val="i"/>
  <p:tag name="KSO_WM_UNIT_INDEX" val="4"/>
  <p:tag name="KSO_WM_UNIT_ID" val="diagram20194605_1*i*4"/>
  <p:tag name="KSO_WM_TEMPLATE_CATEGORY" val="diagram"/>
  <p:tag name="KSO_WM_TEMPLATE_INDEX" val="20194605"/>
  <p:tag name="KSO_WM_UNIT_LAYERLEVEL" val="1"/>
  <p:tag name="KSO_WM_TAG_VERSION" val="1.0"/>
  <p:tag name="KSO_WM_BEAUTIFY_FLAG" val="#wm#"/>
  <p:tag name="KSO_WM_UNIT_FILL_FORE_SCHEMECOLOR_INDEX_BRIGHTNESS" val="0.8"/>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1641.xml><?xml version="1.0" encoding="utf-8"?>
<p:tagLst xmlns:p="http://schemas.openxmlformats.org/presentationml/2006/main">
  <p:tag name="KSO_WM_UNIT_COLOR_SCHEME_SHAPE_ID" val="11"/>
  <p:tag name="KSO_WM_UNIT_COLOR_SCHEME_PARENT_PAGE" val="0_1"/>
  <p:tag name="KSO_WM_UNIT_FOIL_COLOR" val="1"/>
  <p:tag name="KSO_WM_UNIT_HIGHLIGHT" val="0"/>
  <p:tag name="KSO_WM_UNIT_COMPATIBLE" val="0"/>
  <p:tag name="KSO_WM_UNIT_DIAGRAM_ISNUMVISUAL" val="0"/>
  <p:tag name="KSO_WM_UNIT_DIAGRAM_ISREFERUNIT" val="0"/>
  <p:tag name="KSO_WM_UNIT_TYPE" val="i"/>
  <p:tag name="KSO_WM_UNIT_INDEX" val="5"/>
  <p:tag name="KSO_WM_UNIT_ID" val="diagram20194605_1*i*5"/>
  <p:tag name="KSO_WM_TEMPLATE_CATEGORY" val="diagram"/>
  <p:tag name="KSO_WM_TEMPLATE_INDEX" val="20194605"/>
  <p:tag name="KSO_WM_UNIT_LAYERLEVEL" val="1"/>
  <p:tag name="KSO_WM_TAG_VERSION" val="1.0"/>
  <p:tag name="KSO_WM_BEAUTIFY_FLAG" val="#wm#"/>
  <p:tag name="KSO_WM_UNIT_FILL_FORE_SCHEMECOLOR_INDEX_BRIGHTNESS" val="0"/>
  <p:tag name="KSO_WM_UNIT_FILL_FORE_SCHEMECOLOR_INDEX" val="14"/>
  <p:tag name="KSO_WM_UNIT_FILL_TYPE" val="1"/>
  <p:tag name="KSO_WM_UNIT_LINE_FORE_SCHEMECOLOR_INDEX_BRIGHTNESS" val="-0.05"/>
  <p:tag name="KSO_WM_UNIT_LINE_FORE_SCHEMECOLOR_INDEX" val="14"/>
  <p:tag name="KSO_WM_UNIT_LINE_FILL_TYPE" val="2"/>
  <p:tag name="KSO_WM_UNIT_TEXT_FILL_FORE_SCHEMECOLOR_INDEX_BRIGHTNESS" val="0"/>
  <p:tag name="KSO_WM_UNIT_TEXT_FILL_FORE_SCHEMECOLOR_INDEX" val="2"/>
  <p:tag name="KSO_WM_UNIT_TEXT_FILL_TYPE" val="1"/>
</p:tagLst>
</file>

<file path=ppt/tags/tag1642.xml><?xml version="1.0" encoding="utf-8"?>
<p:tagLst xmlns:p="http://schemas.openxmlformats.org/presentationml/2006/main">
  <p:tag name="KSO_WM_UNIT_TEXT_PART_ID_V2" val="d-1-2"/>
  <p:tag name="KSO_WM_UNIT_COLOR_SCHEME_SHAPE_ID" val="2"/>
  <p:tag name="KSO_WM_UNIT_COLOR_SCHEME_PARENT_PAGE" val="0_1"/>
  <p:tag name="KSO_WM_UNIT_PRESET_TEXT" val="添加小标题：&#10;点击此处加正文您思想&#10;添加小标题：&#10;言简意赅阐述观点&#10;添加小标题：&#10;恰如其分表达您的观点"/>
  <p:tag name="KSO_WM_UNIT_NOCLEAR" val="1"/>
  <p:tag name="KSO_WM_UNIT_VALUE" val="104"/>
  <p:tag name="KSO_WM_UNIT_HIGHLIGHT" val="0"/>
  <p:tag name="KSO_WM_UNIT_COMPATIBLE" val="0"/>
  <p:tag name="KSO_WM_UNIT_DIAGRAM_ISNUMVISUAL" val="0"/>
  <p:tag name="KSO_WM_UNIT_DIAGRAM_ISREFERUNIT" val="0"/>
  <p:tag name="KSO_WM_UNIT_TYPE" val="f"/>
  <p:tag name="KSO_WM_UNIT_INDEX" val="1"/>
  <p:tag name="KSO_WM_UNIT_ID" val="diagram20194605_1*f*1"/>
  <p:tag name="KSO_WM_TEMPLATE_CATEGORY" val="diagram"/>
  <p:tag name="KSO_WM_TEMPLATE_INDEX" val="20194605"/>
  <p:tag name="KSO_WM_UNIT_LAYERLEVEL" val="1"/>
  <p:tag name="KSO_WM_TAG_VERSION" val="1.0"/>
  <p:tag name="KSO_WM_BEAUTIFY_FLAG" val="#wm#"/>
  <p:tag name="KSO_WM_UNIT_TEXT_FILL_FORE_SCHEMECOLOR_INDEX_BRIGHTNESS" val="0.25"/>
  <p:tag name="KSO_WM_UNIT_TEXT_FILL_FORE_SCHEMECOLOR_INDEX" val="13"/>
  <p:tag name="KSO_WM_UNIT_TEXT_FILL_TYPE" val="1"/>
</p:tagLst>
</file>

<file path=ppt/tags/tag1643.xml><?xml version="1.0" encoding="utf-8"?>
<p:tagLst xmlns:p="http://schemas.openxmlformats.org/presentationml/2006/main">
  <p:tag name="KSO_WM_UNIT_TEXT_PART_ID_V2" val="a-1-2"/>
  <p:tag name="KSO_WM_UNIT_COLOR_SCHEME_SHAPE_ID" val="12"/>
  <p:tag name="KSO_WM_UNIT_COLOR_SCHEME_PARENT_PAGE" val="0_1"/>
  <p:tag name="KSO_WM_UNIT_ISCONTENTSTITLE" val="0"/>
  <p:tag name="KSO_WM_UNIT_PRESET_TEXT" val="单击添加大标题"/>
  <p:tag name="KSO_WM_UNIT_NOCLEAR" val="0"/>
  <p:tag name="KSO_WM_UNIT_VALUE" val="8"/>
  <p:tag name="KSO_WM_UNIT_HIGHLIGHT" val="0"/>
  <p:tag name="KSO_WM_UNIT_COMPATIBLE" val="0"/>
  <p:tag name="KSO_WM_UNIT_DIAGRAM_ISNUMVISUAL" val="0"/>
  <p:tag name="KSO_WM_UNIT_DIAGRAM_ISREFERUNIT" val="0"/>
  <p:tag name="KSO_WM_UNIT_TYPE" val="a"/>
  <p:tag name="KSO_WM_UNIT_INDEX" val="1"/>
  <p:tag name="KSO_WM_UNIT_ID" val="diagram20194605_1*a*1"/>
  <p:tag name="KSO_WM_TEMPLATE_CATEGORY" val="diagram"/>
  <p:tag name="KSO_WM_TEMPLATE_INDEX" val="20194605"/>
  <p:tag name="KSO_WM_UNIT_LAYERLEVEL" val="1"/>
  <p:tag name="KSO_WM_TAG_VERSION" val="1.0"/>
  <p:tag name="KSO_WM_BEAUTIFY_FLAG" val="#wm#"/>
  <p:tag name="KSO_WM_UNIT_TEXT_FILL_FORE_SCHEMECOLOR_INDEX_BRIGHTNESS" val="0.25"/>
  <p:tag name="KSO_WM_UNIT_TEXT_FILL_FORE_SCHEMECOLOR_INDEX" val="13"/>
  <p:tag name="KSO_WM_UNIT_TEXT_FILL_TYPE" val="1"/>
</p:tagLst>
</file>

<file path=ppt/tags/tag1644.xml><?xml version="1.0" encoding="utf-8"?>
<p:tagLst xmlns:p="http://schemas.openxmlformats.org/presentationml/2006/main">
  <p:tag name="KSO_WM_BEAUTIFY_FLAG" val="#wm#"/>
  <p:tag name="KSO_WM_TEMPLATE_CATEGORY" val="diagram"/>
  <p:tag name="KSO_WM_TEMPLATE_INDEX" val="20194605"/>
  <p:tag name="KSO_WM_SLIDE_COLORSCHEME_VERSION" val="3.2"/>
  <p:tag name="KSO_WM_SLIDE_ID" val="diagram20194605_1"/>
  <p:tag name="KSO_WM_TEMPLATE_SUBCATEGORY" val="0"/>
  <p:tag name="KSO_WM_TEMPLATE_MASTER_TYPE" val="0"/>
  <p:tag name="KSO_WM_TEMPLATE_COLOR_TYPE" val="1"/>
  <p:tag name="KSO_WM_SLIDE_TYPE" val="text"/>
  <p:tag name="KSO_WM_SLIDE_SUBTYPE" val="pureTxt"/>
  <p:tag name="KSO_WM_SLIDE_ITEM_CNT" val="0"/>
  <p:tag name="KSO_WM_SLIDE_INDEX" val="1"/>
  <p:tag name="KSO_WM_SLIDE_SIZE" val="960*540"/>
  <p:tag name="KSO_WM_SLIDE_POSITION" val="0*0"/>
  <p:tag name="KSO_WM_TAG_VERSION" val="1.0"/>
  <p:tag name="KSO_WM_SLIDE_LAYOUT" val="a_f"/>
  <p:tag name="KSO_WM_SLIDE_LAYOUT_CNT" val="1_1"/>
  <p:tag name="KSO_WM_SLIDE_BK_DARK_LIGHT" val="2"/>
  <p:tag name="KSO_WM_SLIDE_BACKGROUND_TYPE" val="general"/>
</p:tagLst>
</file>

<file path=ppt/tags/tag16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05203_1*i*1"/>
  <p:tag name="KSO_WM_TEMPLATE_CATEGORY" val="diagram"/>
  <p:tag name="KSO_WM_TEMPLATE_INDEX" val="20205203"/>
  <p:tag name="KSO_WM_UNIT_LAYERLEVEL" val="1"/>
  <p:tag name="KSO_WM_TAG_VERSION" val="1.0"/>
  <p:tag name="KSO_WM_BEAUTIFY_FLAG" val="#wm#"/>
  <p:tag name="KSO_WM_UNIT_FILL_FORE_SCHEMECOLOR_INDEX_BRIGHTNESS" val="0"/>
  <p:tag name="KSO_WM_UNIT_FILL_FORE_SCHEMECOLOR_INDEX" val="14"/>
  <p:tag name="KSO_WM_UNIT_FILL_TYPE" val="1"/>
  <p:tag name="KSO_WM_UNIT_SHADOW_SCHEMECOLOR_INDEX_BRIGHTNESS" val="0.05"/>
  <p:tag name="KSO_WM_UNIT_SHADOW_SCHEMECOLOR_INDEX" val="13"/>
  <p:tag name="KSO_WM_UNIT_TEXT_FILL_FORE_SCHEMECOLOR_INDEX_BRIGHTNESS" val="0"/>
  <p:tag name="KSO_WM_UNIT_TEXT_FILL_FORE_SCHEMECOLOR_INDEX" val="2"/>
  <p:tag name="KSO_WM_UNIT_TEXT_FILL_TYPE" val="1"/>
</p:tagLst>
</file>

<file path=ppt/tags/tag16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diagram20205203_1*i*2"/>
  <p:tag name="KSO_WM_TEMPLATE_CATEGORY" val="diagram"/>
  <p:tag name="KSO_WM_TEMPLATE_INDEX" val="20205203"/>
  <p:tag name="KSO_WM_UNIT_LAYERLEVEL" val="1"/>
  <p:tag name="KSO_WM_TAG_VERSION" val="1.0"/>
  <p:tag name="KSO_WM_BEAUTIFY_FLAG" val="#wm#"/>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1647.xml><?xml version="1.0" encoding="utf-8"?>
<p:tagLst xmlns:p="http://schemas.openxmlformats.org/presentationml/2006/main">
  <p:tag name="KSO_WM_UNIT_TEXT_PART_ID_V2" val="d-4-2"/>
  <p:tag name="KSO_WM_UNIT_NOCLEAR" val="0"/>
  <p:tag name="KSO_WM_UNIT_VALUE" val="43"/>
  <p:tag name="KSO_WM_UNIT_HIGHLIGHT" val="0"/>
  <p:tag name="KSO_WM_UNIT_COMPATIBLE" val="0"/>
  <p:tag name="KSO_WM_UNIT_DIAGRAM_ISNUMVISUAL" val="0"/>
  <p:tag name="KSO_WM_UNIT_DIAGRAM_ISREFERUNIT" val="0"/>
  <p:tag name="KSO_WM_UNIT_TYPE" val="b"/>
  <p:tag name="KSO_WM_UNIT_INDEX" val="1"/>
  <p:tag name="KSO_WM_UNIT_ID" val="diagram20205203_1*b*1"/>
  <p:tag name="KSO_WM_TEMPLATE_CATEGORY" val="diagram"/>
  <p:tag name="KSO_WM_TEMPLATE_INDEX" val="20205203"/>
  <p:tag name="KSO_WM_UNIT_LAYERLEVEL" val="1"/>
  <p:tag name="KSO_WM_TAG_VERSION" val="1.0"/>
  <p:tag name="KSO_WM_BEAUTIFY_FLAG" val="#wm#"/>
  <p:tag name="KSO_WM_UNIT_ISCONTENTSTITLE" val="0"/>
  <p:tag name="KSO_WM_UNIT_ISNUMDGMTITLE" val="0"/>
  <p:tag name="KSO_WM_UNIT_PRESET_TEXT" val="单击此处添加你的副标题"/>
  <p:tag name="KSO_WM_UNIT_TEXT_FILL_FORE_SCHEMECOLOR_INDEX_BRIGHTNESS" val="0"/>
  <p:tag name="KSO_WM_UNIT_TEXT_FILL_FORE_SCHEMECOLOR_INDEX" val="14"/>
  <p:tag name="KSO_WM_UNIT_TEXT_FILL_TYPE" val="1"/>
</p:tagLst>
</file>

<file path=ppt/tags/tag1648.xml><?xml version="1.0" encoding="utf-8"?>
<p:tagLst xmlns:p="http://schemas.openxmlformats.org/presentationml/2006/main">
  <p:tag name="KSO_WM_UNIT_ISCONTENTSTITLE" val="0"/>
  <p:tag name="KSO_WM_UNIT_VALUE" val="24"/>
  <p:tag name="KSO_WM_UNIT_HIGHLIGHT" val="0"/>
  <p:tag name="KSO_WM_UNIT_COMPATIBLE" val="0"/>
  <p:tag name="KSO_WM_UNIT_DIAGRAM_ISNUMVISUAL" val="0"/>
  <p:tag name="KSO_WM_UNIT_DIAGRAM_ISREFERUNIT" val="0"/>
  <p:tag name="KSO_WM_UNIT_TYPE" val="a"/>
  <p:tag name="KSO_WM_UNIT_INDEX" val="1"/>
  <p:tag name="KSO_WM_UNIT_ID" val="diagram20205203_1*a*1"/>
  <p:tag name="KSO_WM_TEMPLATE_CATEGORY" val="diagram"/>
  <p:tag name="KSO_WM_TEMPLATE_INDEX" val="20205203"/>
  <p:tag name="KSO_WM_UNIT_LAYERLEVEL" val="1"/>
  <p:tag name="KSO_WM_TAG_VERSION" val="1.0"/>
  <p:tag name="KSO_WM_BEAUTIFY_FLAG" val="#wm#"/>
  <p:tag name="KSO_WM_UNIT_NOCLEAR" val="0"/>
  <p:tag name="KSO_WM_UNIT_TEXT_PART_ID_V2" val="a-4-1"/>
  <p:tag name="KSO_WM_UNIT_ISNUMDGMTITLE" val="0"/>
  <p:tag name="KSO_WM_UNIT_PRESET_TEXT" val="单击此处可添加您的大标题内容"/>
  <p:tag name="KSO_WM_UNIT_TEXT_FILL_FORE_SCHEMECOLOR_INDEX_BRIGHTNESS" val="0"/>
  <p:tag name="KSO_WM_UNIT_TEXT_FILL_FORE_SCHEMECOLOR_INDEX" val="14"/>
  <p:tag name="KSO_WM_UNIT_TEXT_FILL_TYPE" val="1"/>
</p:tagLst>
</file>

<file path=ppt/tags/tag1649.xml><?xml version="1.0" encoding="utf-8"?>
<p:tagLst xmlns:p="http://schemas.openxmlformats.org/presentationml/2006/main">
  <p:tag name="KSO_WM_UNIT_NOCLEAR" val="0"/>
  <p:tag name="KSO_WM_UNIT_VALUE" val="992"/>
  <p:tag name="KSO_WM_UNIT_HIGHLIGHT" val="0"/>
  <p:tag name="KSO_WM_UNIT_COMPATIBLE" val="0"/>
  <p:tag name="KSO_WM_UNIT_DIAGRAM_ISNUMVISUAL" val="0"/>
  <p:tag name="KSO_WM_UNIT_DIAGRAM_ISREFERUNIT" val="0"/>
  <p:tag name="KSO_WM_UNIT_TYPE" val="f"/>
  <p:tag name="KSO_WM_UNIT_INDEX" val="1"/>
  <p:tag name="KSO_WM_UNIT_ID" val="diagram20205203_1*f*1"/>
  <p:tag name="KSO_WM_TEMPLATE_CATEGORY" val="diagram"/>
  <p:tag name="KSO_WM_TEMPLATE_INDEX" val="20205203"/>
  <p:tag name="KSO_WM_UNIT_LAYERLEVEL" val="1"/>
  <p:tag name="KSO_WM_TAG_VERSION" val="1.0"/>
  <p:tag name="KSO_WM_BEAUTIFY_FLAG" val="#wm#"/>
  <p:tag name="KSO_WM_UNIT_PRESET_TEXT" val="单击此处输入你的正文，文字是您思想的提炼，为了最终演示发布的良好效果，请尽量言简意赅的阐述观点；根据需要可酌情增减文字，以便观者可以准确理解您所传达的信息。&#10;您的正文已经简明扼要，但信息却错综复杂，需要用更多的文字来表述；但请您尽可能提炼思想的精髓，否则容易造成观者的阅读压力，适得其反。&#10;正如我们都希望改变世界，希望给人带去光明，但更多时候只需播下一颗种子，自然有微光照拂，雨露滋养。恰如其分的表达观点，往往可以事半功倍。&#10;单击此处输入你的正文，文字是您思想的提炼，为了最终演示发布的良好效果，请尽量言简意赅的阐述观点；根据需要可酌情增减文字，以便观者可以准确理解您所传达的信息。&#10;您的正文已经简明扼要，但信息却错综复杂，需要用更多的文字来表述；但请您尽可能提炼思想的精髓，否则容易造成观者的阅读压力，适得其反。&#10;正如我们都希望改变世界，希望给人带去光明，但更多时候只需播下一颗种子，自然有微光照拂，雨露滋养。恰如其分的表达观点，往往可以事半功倍。"/>
  <p:tag name="KSO_WM_UNIT_TEXT_FILL_FORE_SCHEMECOLOR_INDEX_BRIGHTNESS" val="0.25"/>
  <p:tag name="KSO_WM_UNIT_TEXT_FILL_FORE_SCHEMECOLOR_INDEX" val="13"/>
  <p:tag name="KSO_WM_UNIT_TEXT_FILL_TYPE" val="1"/>
</p:tagLst>
</file>

<file path=ppt/tags/tag16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diagram20205203_1*i*3"/>
  <p:tag name="KSO_WM_TEMPLATE_CATEGORY" val="diagram"/>
  <p:tag name="KSO_WM_TEMPLATE_INDEX" val="20205203"/>
  <p:tag name="KSO_WM_UNIT_LAYERLEVEL" val="1"/>
  <p:tag name="KSO_WM_TAG_VERSION" val="1.0"/>
  <p:tag name="KSO_WM_BEAUTIFY_FLAG" val="#wm#"/>
  <p:tag name="KSO_WM_UNIT_FILL_FORE_SCHEMECOLOR_INDEX_BRIGHTNESS" val="0.4"/>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1651.xml><?xml version="1.0" encoding="utf-8"?>
<p:tagLst xmlns:p="http://schemas.openxmlformats.org/presentationml/2006/main">
  <p:tag name="KSO_WM_BEAUTIFY_FLAG" val="#wm#"/>
  <p:tag name="KSO_WM_TEMPLATE_CATEGORY" val="diagram"/>
  <p:tag name="KSO_WM_TEMPLATE_INDEX" val="20205203"/>
  <p:tag name="KSO_WM_SLIDE_ID" val="diagram20205203_1"/>
  <p:tag name="KSO_WM_TEMPLATE_SUBCATEGORY" val="0"/>
  <p:tag name="KSO_WM_TEMPLATE_MASTER_TYPE" val="0"/>
  <p:tag name="KSO_WM_TEMPLATE_COLOR_TYPE" val="1"/>
  <p:tag name="KSO_WM_SLIDE_ITEM_CNT" val="0"/>
  <p:tag name="KSO_WM_SLIDE_INDEX" val="1"/>
  <p:tag name="KSO_WM_TAG_VERSION" val="1.0"/>
  <p:tag name="KSO_WM_SLIDE_LAYOUT" val="a_b_f"/>
  <p:tag name="KSO_WM_SLIDE_LAYOUT_CNT" val="1_1_1"/>
  <p:tag name="KSO_WM_SLIDE_TYPE" val="text"/>
  <p:tag name="KSO_WM_SLIDE_SUBTYPE" val="pureTxt"/>
  <p:tag name="KSO_WM_SLIDE_SIZE" val="960*516"/>
  <p:tag name="KSO_WM_SLIDE_POSITION" val="0*0"/>
  <p:tag name="KSO_WM_SLIDE_BK_DARK_LIGHT" val="2"/>
  <p:tag name="KSO_WM_SLIDE_BACKGROUND_TYPE" val="general"/>
</p:tagLst>
</file>

<file path=ppt/tags/tag1652.xml><?xml version="1.0" encoding="utf-8"?>
<p:tagLst xmlns:p="http://schemas.openxmlformats.org/presentationml/2006/main">
  <p:tag name="KSO_WM_BEAUTIFY_FLAG" val="#wm#"/>
  <p:tag name="KSO_WM_TEMPLATE_CATEGORY" val="diagram"/>
  <p:tag name="KSO_WM_TEMPLATE_INDEX" val="20205203"/>
</p:tagLst>
</file>

<file path=ppt/tags/tag1653.xml><?xml version="1.0" encoding="utf-8"?>
<p:tagLst xmlns:p="http://schemas.openxmlformats.org/presentationml/2006/main">
  <p:tag name="KSO_WM_BEAUTIFY_FLAG" val="#wm#"/>
  <p:tag name="KSO_WM_TEMPLATE_CATEGORY" val="diagram"/>
  <p:tag name="KSO_WM_TEMPLATE_INDEX" val="20205203"/>
</p:tagLst>
</file>

<file path=ppt/tags/tag1654.xml><?xml version="1.0" encoding="utf-8"?>
<p:tagLst xmlns:p="http://schemas.openxmlformats.org/presentationml/2006/main">
  <p:tag name="KSO_WM_BEAUTIFY_FLAG" val="#wm#"/>
  <p:tag name="KSO_WM_TEMPLATE_CATEGORY" val="diagram"/>
  <p:tag name="KSO_WM_TEMPLATE_INDEX" val="20205203"/>
</p:tagLst>
</file>

<file path=ppt/tags/tag1655.xml><?xml version="1.0" encoding="utf-8"?>
<p:tagLst xmlns:p="http://schemas.openxmlformats.org/presentationml/2006/main">
  <p:tag name="KSO_WM_BEAUTIFY_FLAG" val="#wm#"/>
  <p:tag name="KSO_WM_TEMPLATE_CATEGORY" val="diagram"/>
  <p:tag name="KSO_WM_TEMPLATE_INDEX" val="20205203"/>
</p:tagLst>
</file>

<file path=ppt/tags/tag16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_12*i*1"/>
  <p:tag name="KSO_WM_UNIT_LAYERLEVEL" val="1"/>
  <p:tag name="KSO_WM_TAG_VERSION" val="1.0"/>
  <p:tag name="KSO_WM_BEAUTIFY_FLAG" val="#wm#"/>
  <p:tag name="KSO_WM_SLIDE_BACKGROUND_TYPE" val="general"/>
  <p:tag name="KSO_WM_SLIDE_BK_DARK_LIGHT" val="2"/>
</p:tagLst>
</file>

<file path=ppt/tags/tag16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y"/>
  <p:tag name="KSO_WM_UNIT_INDEX" val="1"/>
  <p:tag name="KSO_WM_UNIT_ID" val="diagram20204020_1*y*1"/>
  <p:tag name="KSO_WM_TEMPLATE_CATEGORY" val="diagram"/>
  <p:tag name="KSO_WM_TEMPLATE_INDEX" val="20204020"/>
  <p:tag name="KSO_WM_UNIT_LAYERLEVEL" val="1"/>
  <p:tag name="KSO_WM_TAG_VERSION" val="1.0"/>
  <p:tag name="KSO_WM_BEAUTIFY_FLAG" val="#wm#"/>
  <p:tag name="KSO_WM_UNIT_FILL_FORE_SCHEMECOLOR_INDEX_BRIGHTNESS" val="0.8"/>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16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04020_1*i*1"/>
  <p:tag name="KSO_WM_TEMPLATE_CATEGORY" val="diagram"/>
  <p:tag name="KSO_WM_TEMPLATE_INDEX" val="20204020"/>
  <p:tag name="KSO_WM_UNIT_LAYERLEVEL" val="1"/>
  <p:tag name="KSO_WM_TAG_VERSION" val="1.0"/>
  <p:tag name="KSO_WM_BEAUTIFY_FLAG" val="#wm#"/>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16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diagram20204020_1*i*2"/>
  <p:tag name="KSO_WM_TEMPLATE_CATEGORY" val="diagram"/>
  <p:tag name="KSO_WM_TEMPLATE_INDEX" val="20204020"/>
  <p:tag name="KSO_WM_UNIT_LAYERLEVEL" val="1"/>
  <p:tag name="KSO_WM_TAG_VERSION" val="1.0"/>
  <p:tag name="KSO_WM_BEAUTIFY_FLAG" val="#wm#"/>
  <p:tag name="KSO_WM_UNIT_FILL_FORE_SCHEMECOLOR_INDEX_BRIGHTNESS" val="0.6"/>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1660.xml><?xml version="1.0" encoding="utf-8"?>
<p:tagLst xmlns:p="http://schemas.openxmlformats.org/presentationml/2006/main">
  <p:tag name="KSO_WM_UNIT_ISCONTENTSTITLE" val="0"/>
  <p:tag name="KSO_WM_UNIT_NOCLEAR" val="0"/>
  <p:tag name="KSO_WM_UNIT_VALUE" val="15"/>
  <p:tag name="KSO_WM_UNIT_HIGHLIGHT" val="0"/>
  <p:tag name="KSO_WM_UNIT_COMPATIBLE" val="0"/>
  <p:tag name="KSO_WM_UNIT_DIAGRAM_ISNUMVISUAL" val="0"/>
  <p:tag name="KSO_WM_UNIT_DIAGRAM_ISREFERUNIT" val="0"/>
  <p:tag name="KSO_WM_UNIT_TYPE" val="a"/>
  <p:tag name="KSO_WM_UNIT_INDEX" val="1"/>
  <p:tag name="KSO_WM_UNIT_ID" val="diagram20204020_1*a*1"/>
  <p:tag name="KSO_WM_TEMPLATE_CATEGORY" val="diagram"/>
  <p:tag name="KSO_WM_TEMPLATE_INDEX" val="20204020"/>
  <p:tag name="KSO_WM_UNIT_LAYERLEVEL" val="1"/>
  <p:tag name="KSO_WM_TAG_VERSION" val="1.0"/>
  <p:tag name="KSO_WM_BEAUTIFY_FLAG" val="#wm#"/>
  <p:tag name="KSO_WM_UNIT_PRESET_TEXT" val="单击此处添加标题"/>
  <p:tag name="KSO_WM_UNIT_TEXT_FILL_FORE_SCHEMECOLOR_INDEX_BRIGHTNESS" val="0"/>
  <p:tag name="KSO_WM_UNIT_TEXT_FILL_FORE_SCHEMECOLOR_INDEX" val="5"/>
  <p:tag name="KSO_WM_UNIT_TEXT_FILL_TYPE" val="1"/>
</p:tagLst>
</file>

<file path=ppt/tags/tag1661.xml><?xml version="1.0" encoding="utf-8"?>
<p:tagLst xmlns:p="http://schemas.openxmlformats.org/presentationml/2006/main">
  <p:tag name="KSO_WM_UNIT_NOCLEAR" val="0"/>
  <p:tag name="KSO_WM_UNIT_VALUE" val="120"/>
  <p:tag name="KSO_WM_UNIT_HIGHLIGHT" val="0"/>
  <p:tag name="KSO_WM_UNIT_COMPATIBLE" val="0"/>
  <p:tag name="KSO_WM_UNIT_DIAGRAM_ISNUMVISUAL" val="0"/>
  <p:tag name="KSO_WM_UNIT_DIAGRAM_ISREFERUNIT" val="0"/>
  <p:tag name="KSO_WM_UNIT_TYPE" val="f"/>
  <p:tag name="KSO_WM_UNIT_INDEX" val="1"/>
  <p:tag name="KSO_WM_UNIT_ID" val="diagram20204020_1*f*1"/>
  <p:tag name="KSO_WM_TEMPLATE_CATEGORY" val="diagram"/>
  <p:tag name="KSO_WM_TEMPLATE_INDEX" val="20204020"/>
  <p:tag name="KSO_WM_UNIT_LAYERLEVEL" val="1"/>
  <p:tag name="KSO_WM_TAG_VERSION" val="1.0"/>
  <p:tag name="KSO_WM_BEAUTIFY_FLAG" val="#wm#"/>
  <p:tag name="KSO_WM_UNIT_PRESET_TEXT" val="单击此处添加文本具体内容，简明扼要的阐述您的观点。根据需要可酌情增减文字，以便观者准确的理解您传达的思想。"/>
  <p:tag name="KSO_WM_UNIT_TEXT_FILL_FORE_SCHEMECOLOR_INDEX_BRIGHTNESS" val="0.25"/>
  <p:tag name="KSO_WM_UNIT_TEXT_FILL_FORE_SCHEMECOLOR_INDEX" val="13"/>
  <p:tag name="KSO_WM_UNIT_TEXT_FILL_TYPE" val="1"/>
</p:tagLst>
</file>

<file path=ppt/tags/tag166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diagram20204020_1*i*3"/>
  <p:tag name="KSO_WM_TEMPLATE_CATEGORY" val="diagram"/>
  <p:tag name="KSO_WM_TEMPLATE_INDEX" val="20204020"/>
  <p:tag name="KSO_WM_UNIT_LAYERLEVEL" val="1"/>
  <p:tag name="KSO_WM_TAG_VERSION" val="1.0"/>
  <p:tag name="KSO_WM_BEAUTIFY_FLAG" val="#wm#"/>
  <p:tag name="KSO_WM_UNIT_FILL_FORE_SCHEMECOLOR_INDEX_BRIGHTNESS" val="0.6"/>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166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
  <p:tag name="KSO_WM_UNIT_ID" val="diagram20204020_1*i*4"/>
  <p:tag name="KSO_WM_TEMPLATE_CATEGORY" val="diagram"/>
  <p:tag name="KSO_WM_TEMPLATE_INDEX" val="20204020"/>
  <p:tag name="KSO_WM_UNIT_LAYERLEVEL" val="1"/>
  <p:tag name="KSO_WM_TAG_VERSION" val="1.0"/>
  <p:tag name="KSO_WM_BEAUTIFY_FLAG" val="#wm#"/>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166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5"/>
  <p:tag name="KSO_WM_UNIT_ID" val="diagram20204020_1*i*5"/>
  <p:tag name="KSO_WM_TEMPLATE_CATEGORY" val="diagram"/>
  <p:tag name="KSO_WM_TEMPLATE_INDEX" val="20204020"/>
  <p:tag name="KSO_WM_UNIT_LAYERLEVEL" val="1"/>
  <p:tag name="KSO_WM_TAG_VERSION" val="1.0"/>
  <p:tag name="KSO_WM_BEAUTIFY_FLAG" val="#wm#"/>
  <p:tag name="KSO_WM_UNIT_FILL_FORE_SCHEMECOLOR_INDEX_BRIGHTNESS" val="0.6"/>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1665.xml><?xml version="1.0" encoding="utf-8"?>
<p:tagLst xmlns:p="http://schemas.openxmlformats.org/presentationml/2006/main">
  <p:tag name="KSO_WM_BEAUTIFY_FLAG" val="#wm#"/>
  <p:tag name="KSO_WM_TEMPLATE_CATEGORY" val="diagram"/>
  <p:tag name="KSO_WM_TEMPLATE_INDEX" val="20204020"/>
  <p:tag name="KSO_WM_SLIDE_ID" val="diagram20204020_1"/>
  <p:tag name="KSO_WM_TEMPLATE_SUBCATEGORY" val="0"/>
  <p:tag name="KSO_WM_TEMPLATE_MASTER_TYPE" val="0"/>
  <p:tag name="KSO_WM_TEMPLATE_COLOR_TYPE" val="1"/>
  <p:tag name="KSO_WM_SLIDE_TYPE" val="text"/>
  <p:tag name="KSO_WM_SLIDE_SUBTYPE" val="pureTxt"/>
  <p:tag name="KSO_WM_SLIDE_ITEM_CNT" val="0"/>
  <p:tag name="KSO_WM_SLIDE_INDEX" val="1"/>
  <p:tag name="KSO_WM_SLIDE_SIZE" val="960*491"/>
  <p:tag name="KSO_WM_SLIDE_POSITION" val="0*48"/>
  <p:tag name="KSO_WM_TAG_VERSION" val="1.0"/>
  <p:tag name="KSO_WM_SLIDE_LAYOUT" val="a_f_y"/>
  <p:tag name="KSO_WM_SLIDE_LAYOUT_CNT" val="1_1_1"/>
  <p:tag name="KSO_WM_SLIDE_BK_DARK_LIGHT" val="2"/>
  <p:tag name="KSO_WM_SLIDE_BACKGROUND_TYPE" val="general"/>
</p:tagLst>
</file>

<file path=ppt/tags/tag16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
  <p:tag name="KSO_WM_UNIT_ID" val="diagram20202305_1*i*4"/>
  <p:tag name="KSO_WM_TEMPLATE_CATEGORY" val="diagram"/>
  <p:tag name="KSO_WM_TEMPLATE_INDEX" val="20202305"/>
  <p:tag name="KSO_WM_UNIT_LAYERLEVEL" val="1"/>
  <p:tag name="KSO_WM_TAG_VERSION" val="1.0"/>
  <p:tag name="KSO_WM_BEAUTIFY_FLAG" val="#wm#"/>
  <p:tag name="KSO_WM_UNIT_BLOCK" val="0"/>
  <p:tag name="KSO_WM_UNIT_SM_LIMIT_TYPE" val="2"/>
  <p:tag name="KSO_WM_UNIT_DECORATE_INFO" val="{&quot;DecorateInfoX&quot;:{&quot;IsLeft&quot;:true,&quot;IsRight&quot;:false,&quot;IsAbs&quot;:true},&quot;DecorateInfoY&quot;:{&quot;IsTop&quot;:true,&quot;IsBottom&quot;:false,&quot;IsAbs&quot;:true}}"/>
  <p:tag name="KSO_WM_UNIT_PLACING_PICTURE_MD4" val="0"/>
  <p:tag name="KSO_WM_UNIT_FILL_FORE_SCHEMECOLOR_INDEX_BRIGHTNESS" val="0"/>
  <p:tag name="KSO_WM_UNIT_FILL_FORE_SCHEMECOLOR_INDEX" val="14"/>
  <p:tag name="KSO_WM_UNIT_FILL_TYPE" val="1"/>
  <p:tag name="KSO_WM_UNIT_SHADOW_SCHEMECOLOR_INDEX_BRIGHTNESS" val="0"/>
  <p:tag name="KSO_WM_UNIT_SHADOW_SCHEMECOLOR_INDEX" val="13"/>
  <p:tag name="KSO_WM_UNIT_TEXT_FILL_TYPE" val="1"/>
</p:tagLst>
</file>

<file path=ppt/tags/tag1667.xml><?xml version="1.0" encoding="utf-8"?>
<p:tagLst xmlns:p="http://schemas.openxmlformats.org/presentationml/2006/main">
  <p:tag name="KSO_WM_UNIT_PRESET_TEXT" val="我们是致力于研究AI智能创作PPT的一个团队;我们潜心钻研幻灯片的演示规律与创作思路，希望通过人工智能解放用户双手，不仅高效，且精准。&#10;我们拥有金山办公软件30年的技术积累，以及一支富有研究精神，匠心做事的团队。"/>
  <p:tag name="KSO_WM_UNIT_NOCLEAR" val="0"/>
  <p:tag name="KSO_WM_UNIT_VALUE" val="564"/>
  <p:tag name="KSO_WM_UNIT_HIGHLIGHT" val="0"/>
  <p:tag name="KSO_WM_UNIT_COMPATIBLE" val="0"/>
  <p:tag name="KSO_WM_UNIT_DIAGRAM_ISNUMVISUAL" val="0"/>
  <p:tag name="KSO_WM_UNIT_DIAGRAM_ISREFERUNIT" val="0"/>
  <p:tag name="KSO_WM_UNIT_TYPE" val="f"/>
  <p:tag name="KSO_WM_UNIT_INDEX" val="1"/>
  <p:tag name="KSO_WM_UNIT_ID" val="diagram20202305_1*f*1"/>
  <p:tag name="KSO_WM_TEMPLATE_CATEGORY" val="diagram"/>
  <p:tag name="KSO_WM_TEMPLATE_INDEX" val="20202305"/>
  <p:tag name="KSO_WM_UNIT_LAYERLEVEL" val="1"/>
  <p:tag name="KSO_WM_TAG_VERSION" val="1.0"/>
  <p:tag name="KSO_WM_BEAUTIFY_FLAG" val="#wm#"/>
  <p:tag name="KSO_WM_UNIT_DEFAULT_FONT" val="16;24;2"/>
  <p:tag name="KSO_WM_UNIT_BLOCK" val="0"/>
  <p:tag name="KSO_WM_UNIT_SM_LIMIT_TYPE" val="1"/>
  <p:tag name="KSO_WM_UNIT_PLACING_PICTURE_MD4" val="0"/>
  <p:tag name="KSO_WM_UNIT_TEXT_FILL_FORE_SCHEMECOLOR_INDEX_BRIGHTNESS" val="0.35"/>
  <p:tag name="KSO_WM_UNIT_TEXT_FILL_FORE_SCHEMECOLOR_INDEX" val="13"/>
  <p:tag name="KSO_WM_UNIT_TEXT_FILL_TYPE" val="1"/>
</p:tagLst>
</file>

<file path=ppt/tags/tag166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diagram20202305_1*i*3"/>
  <p:tag name="KSO_WM_TEMPLATE_CATEGORY" val="diagram"/>
  <p:tag name="KSO_WM_TEMPLATE_INDEX" val="20202305"/>
  <p:tag name="KSO_WM_UNIT_LAYERLEVEL" val="1"/>
  <p:tag name="KSO_WM_TAG_VERSION" val="1.0"/>
  <p:tag name="KSO_WM_BEAUTIFY_FLAG" val="#wm#"/>
  <p:tag name="KSO_WM_UNIT_SM_LIMIT_TYPE" val="1"/>
  <p:tag name="KSO_WM_UNIT_PLACING_PICTURE_MD4" val="0"/>
  <p:tag name="KSO_WM_UNIT_FILL_FORE_SCHEMECOLOR_INDEX_BRIGHTNESS" val="0"/>
  <p:tag name="KSO_WM_UNIT_FILL_FORE_SCHEMECOLOR_INDEX" val="5"/>
  <p:tag name="KSO_WM_UNIT_FILL_TYPE" val="1"/>
  <p:tag name="KSO_WM_UNIT_TEXT_FILL_TYPE" val="1"/>
</p:tagLst>
</file>

<file path=ppt/tags/tag16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5"/>
  <p:tag name="KSO_WM_UNIT_ID" val="diagram20202305_1*i*5"/>
  <p:tag name="KSO_WM_TEMPLATE_CATEGORY" val="diagram"/>
  <p:tag name="KSO_WM_TEMPLATE_INDEX" val="20202305"/>
  <p:tag name="KSO_WM_UNIT_LAYERLEVEL" val="1"/>
  <p:tag name="KSO_WM_TAG_VERSION" val="1.0"/>
  <p:tag name="KSO_WM_BEAUTIFY_FLAG" val="#wm#"/>
  <p:tag name="KSO_WM_UNIT_SM_LIMIT_TYPE" val="1"/>
  <p:tag name="KSO_WM_UNIT_PLACING_PICTURE_MD4" val="0"/>
  <p:tag name="KSO_WM_UNIT_TEXT_FILL_FORE_SCHEMECOLOR_INDEX_BRIGHTNESS" val="0"/>
  <p:tag name="KSO_WM_UNIT_TEXT_FILL_FORE_SCHEMECOLOR_INDEX" val="14"/>
  <p:tag name="KSO_WM_UNIT_TEXT_FILL_TYPE" val="1"/>
</p:tagLst>
</file>

<file path=ppt/tags/tag16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02305_1*a*1"/>
  <p:tag name="KSO_WM_TEMPLATE_CATEGORY" val="diagram"/>
  <p:tag name="KSO_WM_TEMPLATE_INDEX" val="20202305"/>
  <p:tag name="KSO_WM_UNIT_LAYERLEVEL" val="1"/>
  <p:tag name="KSO_WM_TAG_VERSION" val="1.0"/>
  <p:tag name="KSO_WM_BEAUTIFY_FLAG" val="#wm#"/>
  <p:tag name="KSO_WM_UNIT_ISCONTENTSTITLE" val="0"/>
  <p:tag name="KSO_WM_UNIT_PRESET_TEXT" val="WPS-极墨产品部"/>
  <p:tag name="KSO_WM_UNIT_NOCLEAR" val="0"/>
  <p:tag name="KSO_WM_UNIT_VALUE" val="26"/>
  <p:tag name="KSO_WM_UNIT_TYPE" val="a"/>
  <p:tag name="KSO_WM_UNIT_INDEX" val="1"/>
  <p:tag name="KSO_WM_UNIT_DEFAULT_FONT" val="32;36;4"/>
  <p:tag name="KSO_WM_UNIT_BLOCK" val="1"/>
  <p:tag name="KSO_WM_UNIT_SM_LIMIT_TYPE" val="1"/>
  <p:tag name="KSO_WM_UNIT_ISNUMDGMTITLE" val="0"/>
  <p:tag name="KSO_WM_UNIT_PLACING_PICTURE_MD4" val="0"/>
  <p:tag name="KSO_WM_UNIT_TEXT_FILL_FORE_SCHEMECOLOR_INDEX_BRIGHTNESS" val="0.25"/>
  <p:tag name="KSO_WM_UNIT_TEXT_FILL_FORE_SCHEMECOLOR_INDEX" val="13"/>
  <p:tag name="KSO_WM_UNIT_TEXT_FILL_TYPE" val="1"/>
</p:tagLst>
</file>

<file path=ppt/tags/tag1671.xml><?xml version="1.0" encoding="utf-8"?>
<p:tagLst xmlns:p="http://schemas.openxmlformats.org/presentationml/2006/main">
  <p:tag name="KSO_WM_BEAUTIFY_FLAG" val="#wm#"/>
  <p:tag name="KSO_WM_TEMPLATE_CATEGORY" val="diagram"/>
  <p:tag name="KSO_WM_TEMPLATE_INDEX" val="20202305"/>
  <p:tag name="KSO_WM_SLIDE_ID" val="diagram20202305_1"/>
  <p:tag name="KSO_WM_TEMPLATE_SUBCATEGORY" val="11"/>
  <p:tag name="KSO_WM_SLIDE_TYPE" val="text"/>
  <p:tag name="KSO_WM_SLIDE_SUBTYPE" val="pureTxt"/>
  <p:tag name="KSO_WM_SLIDE_ITEM_CNT" val="0"/>
  <p:tag name="KSO_WM_SLIDE_INDEX" val="1"/>
  <p:tag name="KSO_WM_SLIDE_SIZE" val="960*494"/>
  <p:tag name="KSO_WM_SLIDE_POSITION" val="0*47"/>
  <p:tag name="KSO_WM_TAG_VERSION" val="1.0"/>
  <p:tag name="KSO_WM_SLIDE_LAYOUT" val="a_f_i"/>
  <p:tag name="KSO_WM_SLIDE_LAYOUT_CNT" val="1_1_1"/>
  <p:tag name="KSO_WM_TEMPLATE_MASTER_TYPE" val="0"/>
  <p:tag name="KSO_WM_TEMPLATE_COLOR_TYPE" val="1"/>
  <p:tag name="KSO_WM_SLIDE_LAYOUT_INFO" val="{&#10;    &quot;backgroundInfo&quot;: [&#10;        {&#10;            &quot;bottom&quot;: 0,&#10;            &quot;bottomAbs&quot;: false,&#10;            &quot;left&quot;: 0,&#10;            &quot;leftAbs&quot;: false,&#10;            &quot;right&quot;: 0,&#10;            &quot;rightAbs&quot;: false,&#10;            &quot;top&quot;: 0,&#10;            &quot;topAbs&quot;: false,&#10;            &quot;type&quot;: &quot;general&quot;&#10;        }&#10;    ],&#10;    &quot;id&quot;: &quot;2020-04-01T17:16:54&quot;,&#10;    &quot;maxSize&quot;: {&#10;        &quot;size1&quot;: 22.600000000000001&#10;    },&#10;    &quot;minSize&quot;: {&#10;        &quot;size1&quot;: 22.600000000000001&#10;    },&#10;    &quot;normalSize&quot;: {&#10;        &quot;size1&quot;: 22.600000000000001&#10;    },&#10;    &quot;subLayout&quot;: [&#10;        {&#10;            &quot;id&quot;: &quot;2020-04-01T17:16:54&quot;,&#10;            &quot;margin&quot;: {&#10;                &quot;bottom&quot;: 0.82400000095367432,&#10;                &quot;left&quot;: 1.2699999809265137,&#10;                &quot;right&quot;: 1.2699999809265137,&#10;                &quot;top&quot;: 1.690000057220459&#10;            },&#10;            &quot;type&quot;: 0&#10;        },&#10;        {&#10;            &quot;backgroundInfo&quot;: [&#10;                {&#10;                    &quot;bottom&quot;: 0,&#10;                    &quot;bottomAbs&quot;: false,&#10;                    &quot;left&quot;: 0,&#10;                    &quot;leftAbs&quot;: false,&#10;                    &quot;right&quot;: 0,&#10;                    &quot;rightAbs&quot;: false,&#10;                    &quot;top&quot;: 0.30275765100000002,&#10;                    &quot;topAbs&quot;: false,&#10;                    &quot;type&quot;: &quot;topBottom&quot;&#10;                }&#10;            ],&#10;            &quot;id&quot;: &quot;2020-04-01T17:16:54&quot;,&#10;            &quot;margin&quot;: {&#10;                &quot;bottom&quot;: 2.5399999618530273,&#10;                &quot;left&quot;: 2.119999885559082,&#10;                &quot;right&quot;: 2.119999885559082,&#10;                &quot;top&quot;: 0.87599998712539673&#10;            },&#10;            &quot;type&quot;: 0&#10;        }&#10;    ],&#10;    &quot;type&quot;: 0&#10;}&#10;"/>
  <p:tag name="KSO_WM_SLIDE_CAN_ADD_NAVIGATION" val="1"/>
  <p:tag name="KSO_WM_SLIDE_BACKGROUND" val="[&quot;general&quot;,&quot;topBottom&quot;]"/>
  <p:tag name="KSO_WM_SLIDE_RATIO" val="1.777778"/>
  <p:tag name="KSO_WM_SLIDE_BK_DARK_LIGHT" val="2"/>
  <p:tag name="KSO_WM_SLIDE_BACKGROUND_TYPE" val="topBottom"/>
</p:tagLst>
</file>

<file path=ppt/tags/tag1672.xml><?xml version="1.0" encoding="utf-8"?>
<p:tagLst xmlns:p="http://schemas.openxmlformats.org/presentationml/2006/main">
  <p:tag name="KSO_WM_BEAUTIFY_FLAG" val="#wm#"/>
  <p:tag name="KSO_WM_TEMPLATE_CATEGORY" val="diagram"/>
  <p:tag name="KSO_WM_TEMPLATE_INDEX" val="20187725"/>
</p:tagLst>
</file>

<file path=ppt/tags/tag1673.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n1-1"/>
  <p:tag name="KSO_WM_UNIT_TYPE" val="i"/>
  <p:tag name="KSO_WM_UNIT_INDEX" val="1"/>
  <p:tag name="KSO_WM_UNIT_ID" val="diagram20188036_2*i*1"/>
  <p:tag name="KSO_WM_TEMPLATE_CATEGORY" val="diagram"/>
  <p:tag name="KSO_WM_TEMPLATE_INDEX" val="20188036"/>
  <p:tag name="KSO_WM_UNIT_LAYERLEVEL" val="1"/>
  <p:tag name="KSO_WM_TAG_VERSION" val="1.0"/>
  <p:tag name="KSO_WM_BEAUTIFY_FLAG" val="#wm#"/>
  <p:tag name="KSO_WM_UNIT_COLOR_SCHEME_SHAPE_ID" val="58"/>
  <p:tag name="KSO_WM_UNIT_COLOR_SCHEME_PARENT_PAGE" val="0_5"/>
  <p:tag name="KSO_WM_UNIT_TEXT_FILL_FORE_SCHEMECOLOR_INDEX" val="13"/>
  <p:tag name="KSO_WM_UNIT_TEXT_FILL_TYPE" val="1"/>
  <p:tag name="KSO_WM_UNIT_USESOURCEFORMAT_APPLY" val="1"/>
</p:tagLst>
</file>

<file path=ppt/tags/tag1674.xml><?xml version="1.0" encoding="utf-8"?>
<p:tagLst xmlns:p="http://schemas.openxmlformats.org/presentationml/2006/main">
  <p:tag name="KSO_WM_UNIT_PRESET_TEXT" val="单击此处添加文本具体内容，简明扼要的阐述您的观点。根据需要可酌情增减文字，以便观者准确的理解您传达的思想。"/>
  <p:tag name="KSO_WM_UNIT_VALUE" val="119"/>
  <p:tag name="KSO_WM_UNIT_HIGHLIGHT" val="0"/>
  <p:tag name="KSO_WM_UNIT_COMPATIBLE" val="0"/>
  <p:tag name="KSO_WM_UNIT_DIAGRAM_ISNUMVISUAL" val="0"/>
  <p:tag name="KSO_WM_UNIT_DIAGRAM_ISREFERUNIT" val="0"/>
  <p:tag name="KSO_WM_DIAGRAM_GROUP_CODE" val="n1-1"/>
  <p:tag name="KSO_WM_UNIT_TYPE" val="f"/>
  <p:tag name="KSO_WM_UNIT_INDEX" val="1"/>
  <p:tag name="KSO_WM_UNIT_ID" val="diagram20188036_2*f*1"/>
  <p:tag name="KSO_WM_TEMPLATE_CATEGORY" val="diagram"/>
  <p:tag name="KSO_WM_TEMPLATE_INDEX" val="20188036"/>
  <p:tag name="KSO_WM_UNIT_LAYERLEVEL" val="1"/>
  <p:tag name="KSO_WM_TAG_VERSION" val="1.0"/>
  <p:tag name="KSO_WM_BEAUTIFY_FLAG" val="#wm#"/>
  <p:tag name="KSO_WM_UNIT_NOCLEAR" val="0"/>
  <p:tag name="KSO_WM_UNIT_COLOR_SCHEME_SHAPE_ID" val="60"/>
  <p:tag name="KSO_WM_UNIT_COLOR_SCHEME_PARENT_PAGE" val="0_5"/>
  <p:tag name="KSO_WM_UNIT_TEXT_FILL_FORE_SCHEMECOLOR_INDEX" val="13"/>
  <p:tag name="KSO_WM_UNIT_TEXT_FILL_TYPE" val="1"/>
  <p:tag name="KSO_WM_UNIT_USESOURCEFORMAT_APPLY" val="1"/>
</p:tagLst>
</file>

<file path=ppt/tags/tag1675.xml><?xml version="1.0" encoding="utf-8"?>
<p:tagLst xmlns:p="http://schemas.openxmlformats.org/presentationml/2006/main">
  <p:tag name="KSO_WM_UNIT_ISCONTENTSTITLE" val="0"/>
  <p:tag name="KSO_WM_UNIT_PRESET_TEXT" val="单击此处添加标题"/>
  <p:tag name="KSO_WM_UNIT_VALUE" val="12"/>
  <p:tag name="KSO_WM_UNIT_HIGHLIGHT" val="0"/>
  <p:tag name="KSO_WM_UNIT_COMPATIBLE" val="0"/>
  <p:tag name="KSO_WM_UNIT_DIAGRAM_ISNUMVISUAL" val="0"/>
  <p:tag name="KSO_WM_UNIT_DIAGRAM_ISREFERUNIT" val="0"/>
  <p:tag name="KSO_WM_DIAGRAM_GROUP_CODE" val="n1-1"/>
  <p:tag name="KSO_WM_UNIT_TYPE" val="a"/>
  <p:tag name="KSO_WM_UNIT_INDEX" val="1"/>
  <p:tag name="KSO_WM_UNIT_ID" val="diagram20188036_2*a*1"/>
  <p:tag name="KSO_WM_TEMPLATE_CATEGORY" val="diagram"/>
  <p:tag name="KSO_WM_TEMPLATE_INDEX" val="20188036"/>
  <p:tag name="KSO_WM_UNIT_LAYERLEVEL" val="1"/>
  <p:tag name="KSO_WM_TAG_VERSION" val="1.0"/>
  <p:tag name="KSO_WM_BEAUTIFY_FLAG" val="#wm#"/>
  <p:tag name="KSO_WM_UNIT_NOCLEAR" val="0"/>
  <p:tag name="KSO_WM_UNIT_COLOR_SCHEME_SHAPE_ID" val="39"/>
  <p:tag name="KSO_WM_UNIT_COLOR_SCHEME_PARENT_PAGE" val="0_5"/>
  <p:tag name="KSO_WM_UNIT_TEXT_FILL_FORE_SCHEMECOLOR_INDEX" val="13"/>
  <p:tag name="KSO_WM_UNIT_TEXT_FILL_TYPE" val="1"/>
  <p:tag name="KSO_WM_UNIT_USESOURCEFORMAT_APPLY" val="1"/>
</p:tagLst>
</file>

<file path=ppt/tags/tag1676.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n1-1"/>
  <p:tag name="KSO_WM_UNIT_ID" val="diagram20188036_3*n_i*1_6"/>
  <p:tag name="KSO_WM_TEMPLATE_CATEGORY" val="diagram"/>
  <p:tag name="KSO_WM_TEMPLATE_INDEX" val="20188036"/>
  <p:tag name="KSO_WM_UNIT_LAYERLEVEL" val="1_1"/>
  <p:tag name="KSO_WM_TAG_VERSION" val="1.0"/>
  <p:tag name="KSO_WM_BEAUTIFY_FLAG" val="#wm#"/>
  <p:tag name="KSO_WM_UNIT_TYPE" val="n_i"/>
  <p:tag name="KSO_WM_UNIT_INDEX" val="1_6"/>
  <p:tag name="KSO_WM_UNIT_COLOR_SCHEME_SHAPE_ID" val="42"/>
  <p:tag name="KSO_WM_UNIT_COLOR_SCHEME_PARENT_PAGE" val="0_5"/>
  <p:tag name="KSO_WM_UNIT_DECOLORIZATION" val="1"/>
  <p:tag name="KSO_WM_UNIT_LINE_FORE_SCHEMECOLOR_INDEX" val="13"/>
  <p:tag name="KSO_WM_UNIT_LINE_FILL_TYPE" val="2"/>
  <p:tag name="KSO_WM_UNIT_USESOURCEFORMAT_APPLY" val="1"/>
</p:tagLst>
</file>

<file path=ppt/tags/tag1677.xml><?xml version="1.0" encoding="utf-8"?>
<p:tagLst xmlns:p="http://schemas.openxmlformats.org/presentationml/2006/main">
  <p:tag name="KSO_WM_UNIT_ISCONTENTSTITLE" val="0"/>
  <p:tag name="KSO_WM_UNIT_HIGHLIGHT" val="0"/>
  <p:tag name="KSO_WM_UNIT_COMPATIBLE" val="0"/>
  <p:tag name="KSO_WM_UNIT_DIAGRAM_ISNUMVISUAL" val="0"/>
  <p:tag name="KSO_WM_UNIT_DIAGRAM_ISREFERUNIT" val="0"/>
  <p:tag name="KSO_WM_DIAGRAM_GROUP_CODE" val="n1-1"/>
  <p:tag name="KSO_WM_UNIT_TYPE" val="n_h_i"/>
  <p:tag name="KSO_WM_UNIT_INDEX" val="1_1_1"/>
  <p:tag name="KSO_WM_UNIT_ID" val="diagram20188036_3*n_h_i*1_1_1"/>
  <p:tag name="KSO_WM_TEMPLATE_CATEGORY" val="diagram"/>
  <p:tag name="KSO_WM_TEMPLATE_INDEX" val="20188036"/>
  <p:tag name="KSO_WM_UNIT_LAYERLEVEL" val="1_1_1"/>
  <p:tag name="KSO_WM_TAG_VERSION" val="1.0"/>
  <p:tag name="KSO_WM_BEAUTIFY_FLAG" val="#wm#"/>
  <p:tag name="KSO_WM_UNIT_COLOR_SCHEME_SHAPE_ID" val="5"/>
  <p:tag name="KSO_WM_UNIT_COLOR_SCHEME_PARENT_PAGE" val="0_5"/>
  <p:tag name="KSO_WM_UNIT_FILL_FORE_SCHEMECOLOR_INDEX" val="14"/>
  <p:tag name="KSO_WM_UNIT_FILL_TYPE" val="1"/>
  <p:tag name="KSO_WM_UNIT_LINE_FORE_SCHEMECOLOR_INDEX" val="5"/>
  <p:tag name="KSO_WM_UNIT_LINE_FILL_TYPE" val="2"/>
  <p:tag name="KSO_WM_UNIT_TEXT_FILL_FORE_SCHEMECOLOR_INDEX" val="13"/>
  <p:tag name="KSO_WM_UNIT_TEXT_FILL_TYPE" val="1"/>
  <p:tag name="KSO_WM_UNIT_USESOURCEFORMAT_APPLY" val="1"/>
</p:tagLst>
</file>

<file path=ppt/tags/tag1678.xml><?xml version="1.0" encoding="utf-8"?>
<p:tagLst xmlns:p="http://schemas.openxmlformats.org/presentationml/2006/main">
  <p:tag name="KSO_WM_UNIT_ISCONTENTSTITLE" val="0"/>
  <p:tag name="KSO_WM_UNIT_PRESET_TEXT" val="添加标题"/>
  <p:tag name="KSO_WM_UNIT_VALUE" val="6"/>
  <p:tag name="KSO_WM_UNIT_HIGHLIGHT" val="0"/>
  <p:tag name="KSO_WM_UNIT_COMPATIBLE" val="0"/>
  <p:tag name="KSO_WM_UNIT_DIAGRAM_ISNUMVISUAL" val="0"/>
  <p:tag name="KSO_WM_UNIT_DIAGRAM_ISREFERUNIT" val="0"/>
  <p:tag name="KSO_WM_DIAGRAM_GROUP_CODE" val="n1-1"/>
  <p:tag name="KSO_WM_UNIT_TYPE" val="n_h_f"/>
  <p:tag name="KSO_WM_UNIT_INDEX" val="1_1_1"/>
  <p:tag name="KSO_WM_UNIT_ID" val="diagram20188036_3*n_h_f*1_1_1"/>
  <p:tag name="KSO_WM_TEMPLATE_CATEGORY" val="diagram"/>
  <p:tag name="KSO_WM_TEMPLATE_INDEX" val="20188036"/>
  <p:tag name="KSO_WM_UNIT_LAYERLEVEL" val="1_1_1"/>
  <p:tag name="KSO_WM_TAG_VERSION" val="1.0"/>
  <p:tag name="KSO_WM_BEAUTIFY_FLAG" val="#wm#"/>
  <p:tag name="KSO_WM_UNIT_NOCLEAR" val="0"/>
  <p:tag name="KSO_WM_UNIT_COLOR_SCHEME_SHAPE_ID" val="8"/>
  <p:tag name="KSO_WM_UNIT_COLOR_SCHEME_PARENT_PAGE" val="0_5"/>
  <p:tag name="KSO_WM_UNIT_TEXT_FILL_FORE_SCHEMECOLOR_INDEX" val="13"/>
  <p:tag name="KSO_WM_UNIT_TEXT_FILL_TYPE" val="1"/>
  <p:tag name="KSO_WM_UNIT_USESOURCEFORMAT_APPLY" val="1"/>
</p:tagLst>
</file>

<file path=ppt/tags/tag1679.xml><?xml version="1.0" encoding="utf-8"?>
<p:tagLst xmlns:p="http://schemas.openxmlformats.org/presentationml/2006/main">
  <p:tag name="KSO_WM_UNIT_DIAGRAM_MODELTYPE" val="stripeEnum"/>
  <p:tag name="KSO_WM_UNIT_HIGHLIGHT" val="0"/>
  <p:tag name="KSO_WM_UNIT_COMPATIBLE" val="0"/>
  <p:tag name="KSO_WM_UNIT_DIAGRAM_ISNUMVISUAL" val="0"/>
  <p:tag name="KSO_WM_UNIT_DIAGRAM_ISREFERUNIT" val="0"/>
  <p:tag name="KSO_WM_DIAGRAM_GROUP_CODE" val="l1-1"/>
  <p:tag name="KSO_WM_UNIT_TYPE" val="l_i"/>
  <p:tag name="KSO_WM_UNIT_INDEX" val="1_1"/>
  <p:tag name="KSO_WM_UNIT_ID" val="diagram160404_2*l_i*1_1"/>
  <p:tag name="KSO_WM_TEMPLATE_CATEGORY" val="diagram"/>
  <p:tag name="KSO_WM_TEMPLATE_INDEX" val="160404"/>
  <p:tag name="KSO_WM_UNIT_LAYERLEVEL" val="1_1"/>
  <p:tag name="KSO_WM_TAG_VERSION" val="1.0"/>
  <p:tag name="KSO_WM_BEAUTIFY_FLAG" val="#wm#"/>
  <p:tag name="KSO_WM_UNIT_LINE_FORE_SCHEMECOLOR_INDEX" val="5"/>
  <p:tag name="KSO_WM_UNIT_LINE_FILL_TYPE" val="2"/>
  <p:tag name="KSO_WM_UNIT_USESOURCEFORMAT_APPLY" val="1"/>
  <p:tag name="KSO_WM_UNIT_DIAGRAM_SCHEMECOLOR_ID" val="0"/>
</p:tagLst>
</file>

<file path=ppt/tags/tag1680.xml><?xml version="1.0" encoding="utf-8"?>
<p:tagLst xmlns:p="http://schemas.openxmlformats.org/presentationml/2006/main">
  <p:tag name="KSO_WM_UNIT_DIAGRAM_MODELTYPE" val="stripeEnum"/>
  <p:tag name="KSO_WM_UNIT_HIGHLIGHT" val="0"/>
  <p:tag name="KSO_WM_UNIT_COMPATIBLE" val="0"/>
  <p:tag name="KSO_WM_UNIT_DIAGRAM_ISNUMVISUAL" val="0"/>
  <p:tag name="KSO_WM_UNIT_DIAGRAM_ISREFERUNIT" val="0"/>
  <p:tag name="KSO_WM_DIAGRAM_GROUP_CODE" val="l1-1"/>
  <p:tag name="KSO_WM_UNIT_TYPE" val="l_h_i"/>
  <p:tag name="KSO_WM_UNIT_INDEX" val="1_2_1"/>
  <p:tag name="KSO_WM_UNIT_ID" val="diagram160404_2*l_h_i*1_2_1"/>
  <p:tag name="KSO_WM_TEMPLATE_CATEGORY" val="diagram"/>
  <p:tag name="KSO_WM_TEMPLATE_INDEX" val="160404"/>
  <p:tag name="KSO_WM_UNIT_LAYERLEVEL" val="1_1_1"/>
  <p:tag name="KSO_WM_TAG_VERSION" val="1.0"/>
  <p:tag name="KSO_WM_BEAUTIFY_FLAG" val="#wm#"/>
  <p:tag name="KSO_WM_UNIT_FILL_FORE_SCHEMECOLOR_INDEX" val="6"/>
  <p:tag name="KSO_WM_UNIT_FILL_TYPE" val="1"/>
  <p:tag name="KSO_WM_UNIT_TEXT_FILL_FORE_SCHEMECOLOR_INDEX" val="2"/>
  <p:tag name="KSO_WM_UNIT_TEXT_FILL_TYPE" val="1"/>
  <p:tag name="KSO_WM_UNIT_USESOURCEFORMAT_APPLY" val="1"/>
  <p:tag name="KSO_WM_UNIT_DIAGRAM_SCHEMECOLOR_ID" val="0"/>
</p:tagLst>
</file>

<file path=ppt/tags/tag1681.xml><?xml version="1.0" encoding="utf-8"?>
<p:tagLst xmlns:p="http://schemas.openxmlformats.org/presentationml/2006/main">
  <p:tag name="KSO_WM_UNIT_DIAGRAM_MODELTYPE" val="stripeEnum"/>
  <p:tag name="KSO_WM_UNIT_HIGHLIGHT" val="0"/>
  <p:tag name="KSO_WM_UNIT_COMPATIBLE" val="0"/>
  <p:tag name="KSO_WM_UNIT_DIAGRAM_ISNUMVISUAL" val="0"/>
  <p:tag name="KSO_WM_UNIT_DIAGRAM_ISREFERUNIT" val="0"/>
  <p:tag name="KSO_WM_DIAGRAM_GROUP_CODE" val="l1-1"/>
  <p:tag name="KSO_WM_UNIT_TYPE" val="l_h_i"/>
  <p:tag name="KSO_WM_UNIT_INDEX" val="1_2_2"/>
  <p:tag name="KSO_WM_UNIT_ID" val="diagram160404_2*l_h_i*1_2_2"/>
  <p:tag name="KSO_WM_TEMPLATE_CATEGORY" val="diagram"/>
  <p:tag name="KSO_WM_TEMPLATE_INDEX" val="160404"/>
  <p:tag name="KSO_WM_UNIT_LAYERLEVEL" val="1_1_1"/>
  <p:tag name="KSO_WM_TAG_VERSION" val="1.0"/>
  <p:tag name="KSO_WM_BEAUTIFY_FLAG" val="#wm#"/>
  <p:tag name="KSO_WM_UNIT_FILL_FORE_SCHEMECOLOR_INDEX" val="6"/>
  <p:tag name="KSO_WM_UNIT_FILL_TYPE" val="1"/>
  <p:tag name="KSO_WM_UNIT_TEXT_FILL_FORE_SCHEMECOLOR_INDEX" val="14"/>
  <p:tag name="KSO_WM_UNIT_TEXT_FILL_TYPE" val="1"/>
  <p:tag name="KSO_WM_UNIT_USESOURCEFORMAT_APPLY" val="1"/>
  <p:tag name="KSO_WM_UNIT_DIAGRAM_SCHEMECOLOR_ID" val="0"/>
</p:tagLst>
</file>

<file path=ppt/tags/tag1682.xml><?xml version="1.0" encoding="utf-8"?>
<p:tagLst xmlns:p="http://schemas.openxmlformats.org/presentationml/2006/main">
  <p:tag name="KSO_WM_UNIT_DIAGRAM_MODELTYPE" val="stripeEnum"/>
  <p:tag name="KSO_WM_UNIT_NOCLEAR" val="0"/>
  <p:tag name="KSO_WM_UNIT_VALUE" val="78"/>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diagram160404_2*l_h_f*1_2_1"/>
  <p:tag name="KSO_WM_TEMPLATE_CATEGORY" val="diagram"/>
  <p:tag name="KSO_WM_TEMPLATE_INDEX" val="160404"/>
  <p:tag name="KSO_WM_UNIT_LAYERLEVEL" val="1_1_1"/>
  <p:tag name="KSO_WM_TAG_VERSION" val="1.0"/>
  <p:tag name="KSO_WM_BEAUTIFY_FLAG" val="#wm#"/>
  <p:tag name="KSO_WM_UNIT_PRESET_TEXT" val="单击此处添加文本具体内容，简明扼要的阐述您的观点。"/>
  <p:tag name="KSO_WM_UNIT_TEXT_FILL_FORE_SCHEMECOLOR_INDEX" val="6"/>
  <p:tag name="KSO_WM_UNIT_TEXT_FILL_TYPE" val="1"/>
  <p:tag name="KSO_WM_UNIT_USESOURCEFORMAT_APPLY" val="1"/>
  <p:tag name="KSO_WM_UNIT_DIAGRAM_SCHEMECOLOR_ID" val="0"/>
</p:tagLst>
</file>

<file path=ppt/tags/tag1683.xml><?xml version="1.0" encoding="utf-8"?>
<p:tagLst xmlns:p="http://schemas.openxmlformats.org/presentationml/2006/main">
  <p:tag name="KSO_WM_UNIT_DIAGRAM_MODELTYPE" val="stripeEnum"/>
  <p:tag name="KSO_WM_UNIT_HIGHLIGHT" val="0"/>
  <p:tag name="KSO_WM_UNIT_COMPATIBLE" val="0"/>
  <p:tag name="KSO_WM_UNIT_DIAGRAM_ISNUMVISUAL" val="0"/>
  <p:tag name="KSO_WM_UNIT_DIAGRAM_ISREFERUNIT" val="0"/>
  <p:tag name="KSO_WM_DIAGRAM_GROUP_CODE" val="l1-1"/>
  <p:tag name="KSO_WM_UNIT_TYPE" val="l_h_i"/>
  <p:tag name="KSO_WM_UNIT_INDEX" val="1_3_1"/>
  <p:tag name="KSO_WM_UNIT_ID" val="diagram160404_2*l_h_i*1_3_1"/>
  <p:tag name="KSO_WM_TEMPLATE_CATEGORY" val="diagram"/>
  <p:tag name="KSO_WM_TEMPLATE_INDEX" val="160404"/>
  <p:tag name="KSO_WM_UNIT_LAYERLEVEL" val="1_1_1"/>
  <p:tag name="KSO_WM_TAG_VERSION" val="1.0"/>
  <p:tag name="KSO_WM_BEAUTIFY_FLAG" val="#wm#"/>
  <p:tag name="KSO_WM_UNIT_FILL_FORE_SCHEMECOLOR_INDEX" val="7"/>
  <p:tag name="KSO_WM_UNIT_FILL_TYPE" val="1"/>
  <p:tag name="KSO_WM_UNIT_TEXT_FILL_FORE_SCHEMECOLOR_INDEX" val="2"/>
  <p:tag name="KSO_WM_UNIT_TEXT_FILL_TYPE" val="1"/>
  <p:tag name="KSO_WM_UNIT_USESOURCEFORMAT_APPLY" val="1"/>
  <p:tag name="KSO_WM_UNIT_DIAGRAM_SCHEMECOLOR_ID" val="0"/>
</p:tagLst>
</file>

<file path=ppt/tags/tag1684.xml><?xml version="1.0" encoding="utf-8"?>
<p:tagLst xmlns:p="http://schemas.openxmlformats.org/presentationml/2006/main">
  <p:tag name="KSO_WM_UNIT_DIAGRAM_MODELTYPE" val="stripeEnum"/>
  <p:tag name="KSO_WM_UNIT_HIGHLIGHT" val="0"/>
  <p:tag name="KSO_WM_UNIT_COMPATIBLE" val="0"/>
  <p:tag name="KSO_WM_UNIT_DIAGRAM_ISNUMVISUAL" val="0"/>
  <p:tag name="KSO_WM_UNIT_DIAGRAM_ISREFERUNIT" val="0"/>
  <p:tag name="KSO_WM_DIAGRAM_GROUP_CODE" val="l1-1"/>
  <p:tag name="KSO_WM_UNIT_TYPE" val="l_h_i"/>
  <p:tag name="KSO_WM_UNIT_INDEX" val="1_3_2"/>
  <p:tag name="KSO_WM_UNIT_ID" val="diagram160404_2*l_h_i*1_3_2"/>
  <p:tag name="KSO_WM_TEMPLATE_CATEGORY" val="diagram"/>
  <p:tag name="KSO_WM_TEMPLATE_INDEX" val="160404"/>
  <p:tag name="KSO_WM_UNIT_LAYERLEVEL" val="1_1_1"/>
  <p:tag name="KSO_WM_TAG_VERSION" val="1.0"/>
  <p:tag name="KSO_WM_BEAUTIFY_FLAG" val="#wm#"/>
  <p:tag name="KSO_WM_UNIT_FILL_FORE_SCHEMECOLOR_INDEX" val="7"/>
  <p:tag name="KSO_WM_UNIT_FILL_TYPE" val="1"/>
  <p:tag name="KSO_WM_UNIT_TEXT_FILL_FORE_SCHEMECOLOR_INDEX" val="14"/>
  <p:tag name="KSO_WM_UNIT_TEXT_FILL_TYPE" val="1"/>
  <p:tag name="KSO_WM_UNIT_USESOURCEFORMAT_APPLY" val="1"/>
  <p:tag name="KSO_WM_UNIT_DIAGRAM_SCHEMECOLOR_ID" val="0"/>
</p:tagLst>
</file>

<file path=ppt/tags/tag1685.xml><?xml version="1.0" encoding="utf-8"?>
<p:tagLst xmlns:p="http://schemas.openxmlformats.org/presentationml/2006/main">
  <p:tag name="KSO_WM_UNIT_DIAGRAM_MODELTYPE" val="stripeEnum"/>
  <p:tag name="KSO_WM_UNIT_NOCLEAR" val="0"/>
  <p:tag name="KSO_WM_UNIT_VALUE" val="78"/>
  <p:tag name="KSO_WM_UNIT_HIGHLIGHT" val="0"/>
  <p:tag name="KSO_WM_UNIT_COMPATIBLE" val="0"/>
  <p:tag name="KSO_WM_UNIT_DIAGRAM_ISNUMVISUAL" val="0"/>
  <p:tag name="KSO_WM_UNIT_DIAGRAM_ISREFERUNIT" val="0"/>
  <p:tag name="KSO_WM_DIAGRAM_GROUP_CODE" val="l1-1"/>
  <p:tag name="KSO_WM_UNIT_TYPE" val="l_h_f"/>
  <p:tag name="KSO_WM_UNIT_INDEX" val="1_3_1"/>
  <p:tag name="KSO_WM_UNIT_ID" val="diagram160404_2*l_h_f*1_3_1"/>
  <p:tag name="KSO_WM_TEMPLATE_CATEGORY" val="diagram"/>
  <p:tag name="KSO_WM_TEMPLATE_INDEX" val="160404"/>
  <p:tag name="KSO_WM_UNIT_LAYERLEVEL" val="1_1_1"/>
  <p:tag name="KSO_WM_TAG_VERSION" val="1.0"/>
  <p:tag name="KSO_WM_BEAUTIFY_FLAG" val="#wm#"/>
  <p:tag name="KSO_WM_UNIT_PRESET_TEXT" val="单击此处添加文本具体内容，简明扼要的阐述您的观点。"/>
  <p:tag name="KSO_WM_UNIT_TEXT_FILL_FORE_SCHEMECOLOR_INDEX" val="7"/>
  <p:tag name="KSO_WM_UNIT_TEXT_FILL_TYPE" val="1"/>
  <p:tag name="KSO_WM_UNIT_USESOURCEFORMAT_APPLY" val="1"/>
  <p:tag name="KSO_WM_UNIT_DIAGRAM_SCHEMECOLOR_ID" val="0"/>
</p:tagLst>
</file>

<file path=ppt/tags/tag1686.xml><?xml version="1.0" encoding="utf-8"?>
<p:tagLst xmlns:p="http://schemas.openxmlformats.org/presentationml/2006/main">
  <p:tag name="KSO_WM_UNIT_DIAGRAM_MODELTYPE" val="stripeEnum"/>
  <p:tag name="KSO_WM_UNIT_HIGHLIGHT" val="0"/>
  <p:tag name="KSO_WM_UNIT_COMPATIBLE" val="0"/>
  <p:tag name="KSO_WM_UNIT_DIAGRAM_ISNUMVISUAL" val="0"/>
  <p:tag name="KSO_WM_UNIT_DIAGRAM_ISREFERUNIT" val="0"/>
  <p:tag name="KSO_WM_DIAGRAM_GROUP_CODE" val="l1-1"/>
  <p:tag name="KSO_WM_UNIT_TYPE" val="l_h_i"/>
  <p:tag name="KSO_WM_UNIT_INDEX" val="1_1_1"/>
  <p:tag name="KSO_WM_UNIT_ID" val="diagram160404_2*l_h_i*1_1_1"/>
  <p:tag name="KSO_WM_TEMPLATE_CATEGORY" val="diagram"/>
  <p:tag name="KSO_WM_TEMPLATE_INDEX" val="160404"/>
  <p:tag name="KSO_WM_UNIT_LAYERLEVEL" val="1_1_1"/>
  <p:tag name="KSO_WM_TAG_VERSION" val="1.0"/>
  <p:tag name="KSO_WM_BEAUTIFY_FLAG" val="#wm#"/>
  <p:tag name="KSO_WM_UNIT_FILL_FORE_SCHEMECOLOR_INDEX" val="5"/>
  <p:tag name="KSO_WM_UNIT_FILL_TYPE" val="1"/>
  <p:tag name="KSO_WM_UNIT_TEXT_FILL_FORE_SCHEMECOLOR_INDEX" val="2"/>
  <p:tag name="KSO_WM_UNIT_TEXT_FILL_TYPE" val="1"/>
  <p:tag name="KSO_WM_UNIT_USESOURCEFORMAT_APPLY" val="1"/>
  <p:tag name="KSO_WM_UNIT_DIAGRAM_SCHEMECOLOR_ID" val="0"/>
</p:tagLst>
</file>

<file path=ppt/tags/tag1687.xml><?xml version="1.0" encoding="utf-8"?>
<p:tagLst xmlns:p="http://schemas.openxmlformats.org/presentationml/2006/main">
  <p:tag name="KSO_WM_UNIT_DIAGRAM_MODELTYPE" val="stripeEnum"/>
  <p:tag name="KSO_WM_UNIT_HIGHLIGHT" val="0"/>
  <p:tag name="KSO_WM_UNIT_COMPATIBLE" val="0"/>
  <p:tag name="KSO_WM_UNIT_DIAGRAM_ISNUMVISUAL" val="0"/>
  <p:tag name="KSO_WM_UNIT_DIAGRAM_ISREFERUNIT" val="0"/>
  <p:tag name="KSO_WM_DIAGRAM_GROUP_CODE" val="l1-1"/>
  <p:tag name="KSO_WM_UNIT_TYPE" val="l_h_i"/>
  <p:tag name="KSO_WM_UNIT_INDEX" val="1_1_2"/>
  <p:tag name="KSO_WM_UNIT_ID" val="diagram160404_2*l_h_i*1_1_2"/>
  <p:tag name="KSO_WM_TEMPLATE_CATEGORY" val="diagram"/>
  <p:tag name="KSO_WM_TEMPLATE_INDEX" val="160404"/>
  <p:tag name="KSO_WM_UNIT_LAYERLEVEL" val="1_1_1"/>
  <p:tag name="KSO_WM_TAG_VERSION" val="1.0"/>
  <p:tag name="KSO_WM_BEAUTIFY_FLAG" val="#wm#"/>
  <p:tag name="KSO_WM_UNIT_FILL_FORE_SCHEMECOLOR_INDEX" val="5"/>
  <p:tag name="KSO_WM_UNIT_FILL_TYPE" val="1"/>
  <p:tag name="KSO_WM_UNIT_TEXT_FILL_FORE_SCHEMECOLOR_INDEX" val="14"/>
  <p:tag name="KSO_WM_UNIT_TEXT_FILL_TYPE" val="1"/>
  <p:tag name="KSO_WM_UNIT_USESOURCEFORMAT_APPLY" val="1"/>
  <p:tag name="KSO_WM_UNIT_DIAGRAM_SCHEMECOLOR_ID" val="0"/>
</p:tagLst>
</file>

<file path=ppt/tags/tag1688.xml><?xml version="1.0" encoding="utf-8"?>
<p:tagLst xmlns:p="http://schemas.openxmlformats.org/presentationml/2006/main">
  <p:tag name="KSO_WM_UNIT_DIAGRAM_MODELTYPE" val="stripeEnum"/>
  <p:tag name="KSO_WM_UNIT_NOCLEAR" val="0"/>
  <p:tag name="KSO_WM_UNIT_VALUE" val="78"/>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160404_2*l_h_f*1_1_1"/>
  <p:tag name="KSO_WM_TEMPLATE_CATEGORY" val="diagram"/>
  <p:tag name="KSO_WM_TEMPLATE_INDEX" val="160404"/>
  <p:tag name="KSO_WM_UNIT_LAYERLEVEL" val="1_1_1"/>
  <p:tag name="KSO_WM_TAG_VERSION" val="1.0"/>
  <p:tag name="KSO_WM_BEAUTIFY_FLAG" val="#wm#"/>
  <p:tag name="KSO_WM_UNIT_PRESET_TEXT" val="单击此处添加文本具体内容，简明扼要的阐述您的观点。"/>
  <p:tag name="KSO_WM_UNIT_TEXT_FILL_FORE_SCHEMECOLOR_INDEX" val="5"/>
  <p:tag name="KSO_WM_UNIT_TEXT_FILL_TYPE" val="1"/>
  <p:tag name="KSO_WM_UNIT_USESOURCEFORMAT_APPLY" val="1"/>
  <p:tag name="KSO_WM_UNIT_DIAGRAM_SCHEMECOLOR_ID" val="0"/>
</p:tagLst>
</file>

<file path=ppt/tags/tag1689.xml><?xml version="1.0" encoding="utf-8"?>
<p:tagLst xmlns:p="http://schemas.openxmlformats.org/presentationml/2006/main">
  <p:tag name="KSO_WM_BEAUTIFY_FLAG" val="#wm#"/>
  <p:tag name="KSO_WM_TEMPLATE_CATEGORY" val="diagram"/>
  <p:tag name="KSO_WM_TEMPLATE_INDEX" val="20188036"/>
  <p:tag name="KSO_WM_SLIDE_ID" val="diagram20188036_2"/>
  <p:tag name="KSO_WM_SLIDE_TYPE" val="text"/>
  <p:tag name="KSO_WM_SLIDE_SUBTYPE" val="diag"/>
  <p:tag name="KSO_WM_SLIDE_ITEM_CNT" val="3"/>
  <p:tag name="KSO_WM_SLIDE_INDEX" val="2"/>
  <p:tag name="KSO_WM_DIAGRAM_GROUP_CODE" val="n1-1"/>
  <p:tag name="KSO_WM_SLIDE_DIAGTYPE" val="n"/>
  <p:tag name="KSO_WM_TAG_VERSION" val="1.0"/>
  <p:tag name="KSO_WM_SLIDE_LAYOUT" val="a_f_n"/>
  <p:tag name="KSO_WM_SLIDE_LAYOUT_CNT" val="1_1_1"/>
  <p:tag name="KSO_WM_SLIDE_SIZE" val="506.231*199.9"/>
  <p:tag name="KSO_WM_SLIDE_POSITION" val="385.069*173"/>
  <p:tag name="KSO_WM_TEMPLATE_SUBCATEGORY" val="0"/>
  <p:tag name="KSO_WM_SLIDE_COLORSCHEME_VERSION" val="3.2"/>
</p:tagLst>
</file>

<file path=ppt/tags/tag1690.xml><?xml version="1.0" encoding="utf-8"?>
<p:tagLst xmlns:p="http://schemas.openxmlformats.org/presentationml/2006/main">
  <p:tag name="KSO_WM_TEMPLATE_CATEGORY" val="custom"/>
  <p:tag name="KSO_WM_TEMPLATE_INDEX" val="20191296"/>
  <p:tag name="KSO_WM_UNIT_TYPE" val="m_h_i"/>
  <p:tag name="KSO_WM_UNIT_INDEX" val="1_1_2"/>
  <p:tag name="KSO_WM_UNIT_ID" val="custom20191296_10*m_h_i*1_1_2"/>
  <p:tag name="KSO_WM_UNIT_LAYERLEVEL" val="1_1_1"/>
  <p:tag name="KSO_WM_BEAUTIFY_FLAG" val="#wm#"/>
  <p:tag name="KSO_WM_TAG_VERSION" val="1.0"/>
  <p:tag name="KSO_WM_DIAGRAM_GROUP_CODE" val="m1-2"/>
  <p:tag name="KSO_WM_UNIT_HIGHLIGHT" val="0"/>
  <p:tag name="KSO_WM_UNIT_COMPATIBLE" val="0"/>
  <p:tag name="KSO_WM_UNIT_DIAGRAM_ISNUMVISUAL" val="0"/>
  <p:tag name="KSO_WM_UNIT_DIAGRAM_ISREFERUNIT" val="0"/>
  <p:tag name="KSO_WM_UNIT_LINE_FORE_SCHEMECOLOR_INDEX" val="5"/>
  <p:tag name="KSO_WM_UNIT_LINE_FILL_TYPE" val="2"/>
  <p:tag name="KSO_WM_UNIT_USESOURCEFORMAT_APPLY" val="1"/>
</p:tagLst>
</file>

<file path=ppt/tags/tag1691.xml><?xml version="1.0" encoding="utf-8"?>
<p:tagLst xmlns:p="http://schemas.openxmlformats.org/presentationml/2006/main">
  <p:tag name="KSO_WM_TEMPLATE_CATEGORY" val="custom"/>
  <p:tag name="KSO_WM_TEMPLATE_INDEX" val="20191296"/>
  <p:tag name="KSO_WM_UNIT_TYPE" val="m_h_a"/>
  <p:tag name="KSO_WM_UNIT_INDEX" val="1_1_1"/>
  <p:tag name="KSO_WM_UNIT_ID" val="custom20191296_10*m_h_a*1_1_1"/>
  <p:tag name="KSO_WM_UNIT_LAYERLEVEL" val="1_1_1"/>
  <p:tag name="KSO_WM_UNIT_VALUE" val="20"/>
  <p:tag name="KSO_WM_UNIT_HIGHLIGHT" val="0"/>
  <p:tag name="KSO_WM_UNIT_COMPATIBLE" val="0"/>
  <p:tag name="KSO_WM_BEAUTIFY_FLAG" val="#wm#"/>
  <p:tag name="KSO_WM_TAG_VERSION" val="1.0"/>
  <p:tag name="KSO_WM_DIAGRAM_GROUP_CODE" val="m1-2"/>
  <p:tag name="KSO_WM_UNIT_PRESET_TEXT" val="单击此处添加标题"/>
  <p:tag name="KSO_WM_UNIT_ISCONTENTSTITLE" val="0"/>
  <p:tag name="KSO_WM_UNIT_DIAGRAM_ISNUMVISUAL" val="0"/>
  <p:tag name="KSO_WM_UNIT_DIAGRAM_ISREFERUNIT" val="0"/>
  <p:tag name="KSO_WM_UNIT_NOCLEAR" val="0"/>
  <p:tag name="KSO_WM_UNIT_TEXT_FILL_FORE_SCHEMECOLOR_INDEX" val="13"/>
  <p:tag name="KSO_WM_UNIT_TEXT_FILL_TYPE" val="1"/>
  <p:tag name="KSO_WM_UNIT_USESOURCEFORMAT_APPLY" val="1"/>
</p:tagLst>
</file>

<file path=ppt/tags/tag1692.xml><?xml version="1.0" encoding="utf-8"?>
<p:tagLst xmlns:p="http://schemas.openxmlformats.org/presentationml/2006/main">
  <p:tag name="KSO_WM_TEMPLATE_CATEGORY" val="custom"/>
  <p:tag name="KSO_WM_TEMPLATE_INDEX" val="20191296"/>
  <p:tag name="KSO_WM_UNIT_TYPE" val="m_h_f"/>
  <p:tag name="KSO_WM_UNIT_INDEX" val="1_1_1"/>
  <p:tag name="KSO_WM_UNIT_ID" val="custom20191296_10*m_h_f*1_1_1"/>
  <p:tag name="KSO_WM_UNIT_LAYERLEVEL" val="1_1_1"/>
  <p:tag name="KSO_WM_UNIT_VALUE" val="44"/>
  <p:tag name="KSO_WM_UNIT_HIGHLIGHT" val="0"/>
  <p:tag name="KSO_WM_UNIT_COMPATIBLE" val="0"/>
  <p:tag name="KSO_WM_BEAUTIFY_FLAG" val="#wm#"/>
  <p:tag name="KSO_WM_TAG_VERSION" val="1.0"/>
  <p:tag name="KSO_WM_DIAGRAM_GROUP_CODE" val="m1-2"/>
  <p:tag name="KSO_WM_UNIT_PRESET_TEXT" val="单击此处添加文本具体内容，简明扼要的阐述您的观点。"/>
  <p:tag name="KSO_WM_UNIT_DIAGRAM_ISNUMVISUAL" val="0"/>
  <p:tag name="KSO_WM_UNIT_DIAGRAM_ISREFERUNIT" val="0"/>
  <p:tag name="KSO_WM_UNIT_NOCLEAR" val="0"/>
  <p:tag name="KSO_WM_UNIT_TEXT_FILL_FORE_SCHEMECOLOR_INDEX" val="13"/>
  <p:tag name="KSO_WM_UNIT_TEXT_FILL_TYPE" val="1"/>
  <p:tag name="KSO_WM_UNIT_USESOURCEFORMAT_APPLY" val="1"/>
</p:tagLst>
</file>

<file path=ppt/tags/tag1693.xml><?xml version="1.0" encoding="utf-8"?>
<p:tagLst xmlns:p="http://schemas.openxmlformats.org/presentationml/2006/main">
  <p:tag name="KSO_WM_TEMPLATE_CATEGORY" val="custom"/>
  <p:tag name="KSO_WM_TEMPLATE_INDEX" val="20191296"/>
  <p:tag name="KSO_WM_UNIT_TYPE" val="m_h_i"/>
  <p:tag name="KSO_WM_UNIT_INDEX" val="1_1_1"/>
  <p:tag name="KSO_WM_UNIT_ID" val="custom20191296_10*m_h_i*1_1_1"/>
  <p:tag name="KSO_WM_UNIT_LAYERLEVEL" val="1_1_1"/>
  <p:tag name="KSO_WM_BEAUTIFY_FLAG" val="#wm#"/>
  <p:tag name="KSO_WM_TAG_VERSION" val="1.0"/>
  <p:tag name="KSO_WM_DIAGRAM_GROUP_CODE" val="m1-2"/>
  <p:tag name="KSO_WM_UNIT_HIGHLIGHT" val="0"/>
  <p:tag name="KSO_WM_UNIT_COMPATIBLE" val="0"/>
  <p:tag name="KSO_WM_UNIT_DIAGRAM_ISNUMVISUAL" val="0"/>
  <p:tag name="KSO_WM_UNIT_DIAGRAM_ISREFERUNIT" val="0"/>
  <p:tag name="KSO_WM_UNIT_LINE_FORE_SCHEMECOLOR_INDEX" val="5"/>
  <p:tag name="KSO_WM_UNIT_LINE_FILL_TYPE" val="2"/>
  <p:tag name="KSO_WM_UNIT_TEXT_FILL_FORE_SCHEMECOLOR_INDEX" val="5"/>
  <p:tag name="KSO_WM_UNIT_TEXT_FILL_TYPE" val="1"/>
  <p:tag name="KSO_WM_UNIT_USESOURCEFORMAT_APPLY" val="1"/>
</p:tagLst>
</file>

<file path=ppt/tags/tag1694.xml><?xml version="1.0" encoding="utf-8"?>
<p:tagLst xmlns:p="http://schemas.openxmlformats.org/presentationml/2006/main">
  <p:tag name="KSO_WM_TEMPLATE_CATEGORY" val="custom"/>
  <p:tag name="KSO_WM_TEMPLATE_INDEX" val="20191296"/>
  <p:tag name="KSO_WM_UNIT_TYPE" val="m_h_i"/>
  <p:tag name="KSO_WM_UNIT_INDEX" val="1_2_2"/>
  <p:tag name="KSO_WM_UNIT_ID" val="custom20191296_10*m_h_i*1_2_2"/>
  <p:tag name="KSO_WM_UNIT_LAYERLEVEL" val="1_1_1"/>
  <p:tag name="KSO_WM_BEAUTIFY_FLAG" val="#wm#"/>
  <p:tag name="KSO_WM_TAG_VERSION" val="1.0"/>
  <p:tag name="KSO_WM_DIAGRAM_GROUP_CODE" val="m1-2"/>
  <p:tag name="KSO_WM_UNIT_HIGHLIGHT" val="0"/>
  <p:tag name="KSO_WM_UNIT_COMPATIBLE" val="0"/>
  <p:tag name="KSO_WM_UNIT_DIAGRAM_ISNUMVISUAL" val="0"/>
  <p:tag name="KSO_WM_UNIT_DIAGRAM_ISREFERUNIT" val="0"/>
  <p:tag name="KSO_WM_UNIT_LINE_FORE_SCHEMECOLOR_INDEX" val="5"/>
  <p:tag name="KSO_WM_UNIT_LINE_FILL_TYPE" val="2"/>
  <p:tag name="KSO_WM_UNIT_USESOURCEFORMAT_APPLY" val="1"/>
</p:tagLst>
</file>

<file path=ppt/tags/tag1695.xml><?xml version="1.0" encoding="utf-8"?>
<p:tagLst xmlns:p="http://schemas.openxmlformats.org/presentationml/2006/main">
  <p:tag name="KSO_WM_TEMPLATE_CATEGORY" val="custom"/>
  <p:tag name="KSO_WM_TEMPLATE_INDEX" val="20191296"/>
  <p:tag name="KSO_WM_UNIT_TYPE" val="m_h_a"/>
  <p:tag name="KSO_WM_UNIT_INDEX" val="1_2_1"/>
  <p:tag name="KSO_WM_UNIT_ID" val="custom20191296_10*m_h_a*1_2_1"/>
  <p:tag name="KSO_WM_UNIT_LAYERLEVEL" val="1_1_1"/>
  <p:tag name="KSO_WM_UNIT_VALUE" val="20"/>
  <p:tag name="KSO_WM_UNIT_HIGHLIGHT" val="0"/>
  <p:tag name="KSO_WM_UNIT_COMPATIBLE" val="0"/>
  <p:tag name="KSO_WM_BEAUTIFY_FLAG" val="#wm#"/>
  <p:tag name="KSO_WM_TAG_VERSION" val="1.0"/>
  <p:tag name="KSO_WM_DIAGRAM_GROUP_CODE" val="m1-2"/>
  <p:tag name="KSO_WM_UNIT_PRESET_TEXT" val="单击此处添加标题"/>
  <p:tag name="KSO_WM_UNIT_ISCONTENTSTITLE" val="0"/>
  <p:tag name="KSO_WM_UNIT_DIAGRAM_ISNUMVISUAL" val="0"/>
  <p:tag name="KSO_WM_UNIT_DIAGRAM_ISREFERUNIT" val="0"/>
  <p:tag name="KSO_WM_UNIT_NOCLEAR" val="0"/>
  <p:tag name="KSO_WM_UNIT_TEXT_FILL_FORE_SCHEMECOLOR_INDEX" val="13"/>
  <p:tag name="KSO_WM_UNIT_TEXT_FILL_TYPE" val="1"/>
  <p:tag name="KSO_WM_UNIT_USESOURCEFORMAT_APPLY" val="1"/>
</p:tagLst>
</file>

<file path=ppt/tags/tag1696.xml><?xml version="1.0" encoding="utf-8"?>
<p:tagLst xmlns:p="http://schemas.openxmlformats.org/presentationml/2006/main">
  <p:tag name="KSO_WM_TEMPLATE_CATEGORY" val="custom"/>
  <p:tag name="KSO_WM_TEMPLATE_INDEX" val="20191296"/>
  <p:tag name="KSO_WM_UNIT_TYPE" val="m_h_f"/>
  <p:tag name="KSO_WM_UNIT_INDEX" val="1_2_1"/>
  <p:tag name="KSO_WM_UNIT_ID" val="custom20191296_10*m_h_f*1_2_1"/>
  <p:tag name="KSO_WM_UNIT_LAYERLEVEL" val="1_1_1"/>
  <p:tag name="KSO_WM_UNIT_VALUE" val="44"/>
  <p:tag name="KSO_WM_UNIT_HIGHLIGHT" val="0"/>
  <p:tag name="KSO_WM_UNIT_COMPATIBLE" val="0"/>
  <p:tag name="KSO_WM_BEAUTIFY_FLAG" val="#wm#"/>
  <p:tag name="KSO_WM_TAG_VERSION" val="1.0"/>
  <p:tag name="KSO_WM_DIAGRAM_GROUP_CODE" val="m1-2"/>
  <p:tag name="KSO_WM_UNIT_PRESET_TEXT" val="单击此处添加文本具体内容，简明扼要的阐述您的观点。"/>
  <p:tag name="KSO_WM_UNIT_DIAGRAM_ISNUMVISUAL" val="0"/>
  <p:tag name="KSO_WM_UNIT_DIAGRAM_ISREFERUNIT" val="0"/>
  <p:tag name="KSO_WM_UNIT_NOCLEAR" val="0"/>
  <p:tag name="KSO_WM_UNIT_TEXT_FILL_FORE_SCHEMECOLOR_INDEX" val="13"/>
  <p:tag name="KSO_WM_UNIT_TEXT_FILL_TYPE" val="1"/>
  <p:tag name="KSO_WM_UNIT_USESOURCEFORMAT_APPLY" val="1"/>
</p:tagLst>
</file>

<file path=ppt/tags/tag1697.xml><?xml version="1.0" encoding="utf-8"?>
<p:tagLst xmlns:p="http://schemas.openxmlformats.org/presentationml/2006/main">
  <p:tag name="KSO_WM_TEMPLATE_CATEGORY" val="custom"/>
  <p:tag name="KSO_WM_TEMPLATE_INDEX" val="20191296"/>
  <p:tag name="KSO_WM_UNIT_TYPE" val="m_h_i"/>
  <p:tag name="KSO_WM_UNIT_INDEX" val="1_2_1"/>
  <p:tag name="KSO_WM_UNIT_ID" val="custom20191296_10*m_h_i*1_2_1"/>
  <p:tag name="KSO_WM_UNIT_LAYERLEVEL" val="1_1_1"/>
  <p:tag name="KSO_WM_BEAUTIFY_FLAG" val="#wm#"/>
  <p:tag name="KSO_WM_TAG_VERSION" val="1.0"/>
  <p:tag name="KSO_WM_DIAGRAM_GROUP_CODE" val="m1-2"/>
  <p:tag name="KSO_WM_UNIT_HIGHLIGHT" val="0"/>
  <p:tag name="KSO_WM_UNIT_COMPATIBLE" val="0"/>
  <p:tag name="KSO_WM_UNIT_DIAGRAM_ISNUMVISUAL" val="0"/>
  <p:tag name="KSO_WM_UNIT_DIAGRAM_ISREFERUNIT" val="0"/>
  <p:tag name="KSO_WM_UNIT_LINE_FORE_SCHEMECOLOR_INDEX" val="5"/>
  <p:tag name="KSO_WM_UNIT_LINE_FILL_TYPE" val="2"/>
  <p:tag name="KSO_WM_UNIT_TEXT_FILL_FORE_SCHEMECOLOR_INDEX" val="5"/>
  <p:tag name="KSO_WM_UNIT_TEXT_FILL_TYPE" val="1"/>
  <p:tag name="KSO_WM_UNIT_USESOURCEFORMAT_APPLY" val="1"/>
</p:tagLst>
</file>

<file path=ppt/tags/tag1698.xml><?xml version="1.0" encoding="utf-8"?>
<p:tagLst xmlns:p="http://schemas.openxmlformats.org/presentationml/2006/main">
  <p:tag name="KSO_WM_TEMPLATE_CATEGORY" val="custom"/>
  <p:tag name="KSO_WM_TEMPLATE_INDEX" val="20191296"/>
  <p:tag name="KSO_WM_UNIT_TYPE" val="m_h_i"/>
  <p:tag name="KSO_WM_UNIT_INDEX" val="1_3_2"/>
  <p:tag name="KSO_WM_UNIT_ID" val="custom20191296_10*m_h_i*1_3_2"/>
  <p:tag name="KSO_WM_UNIT_LAYERLEVEL" val="1_1_1"/>
  <p:tag name="KSO_WM_BEAUTIFY_FLAG" val="#wm#"/>
  <p:tag name="KSO_WM_TAG_VERSION" val="1.0"/>
  <p:tag name="KSO_WM_DIAGRAM_GROUP_CODE" val="m1-2"/>
  <p:tag name="KSO_WM_UNIT_HIGHLIGHT" val="0"/>
  <p:tag name="KSO_WM_UNIT_COMPATIBLE" val="0"/>
  <p:tag name="KSO_WM_UNIT_DIAGRAM_ISNUMVISUAL" val="0"/>
  <p:tag name="KSO_WM_UNIT_DIAGRAM_ISREFERUNIT" val="0"/>
  <p:tag name="KSO_WM_UNIT_LINE_FORE_SCHEMECOLOR_INDEX" val="5"/>
  <p:tag name="KSO_WM_UNIT_LINE_FILL_TYPE" val="2"/>
  <p:tag name="KSO_WM_UNIT_USESOURCEFORMAT_APPLY" val="1"/>
</p:tagLst>
</file>

<file path=ppt/tags/tag1699.xml><?xml version="1.0" encoding="utf-8"?>
<p:tagLst xmlns:p="http://schemas.openxmlformats.org/presentationml/2006/main">
  <p:tag name="KSO_WM_TEMPLATE_CATEGORY" val="custom"/>
  <p:tag name="KSO_WM_TEMPLATE_INDEX" val="20191296"/>
  <p:tag name="KSO_WM_UNIT_TYPE" val="m_h_a"/>
  <p:tag name="KSO_WM_UNIT_INDEX" val="1_3_1"/>
  <p:tag name="KSO_WM_UNIT_ID" val="custom20191296_10*m_h_a*1_3_1"/>
  <p:tag name="KSO_WM_UNIT_LAYERLEVEL" val="1_1_1"/>
  <p:tag name="KSO_WM_UNIT_VALUE" val="20"/>
  <p:tag name="KSO_WM_UNIT_HIGHLIGHT" val="0"/>
  <p:tag name="KSO_WM_UNIT_COMPATIBLE" val="0"/>
  <p:tag name="KSO_WM_BEAUTIFY_FLAG" val="#wm#"/>
  <p:tag name="KSO_WM_TAG_VERSION" val="1.0"/>
  <p:tag name="KSO_WM_DIAGRAM_GROUP_CODE" val="m1-2"/>
  <p:tag name="KSO_WM_UNIT_PRESET_TEXT" val="单击此处添加标题"/>
  <p:tag name="KSO_WM_UNIT_ISCONTENTSTITLE" val="0"/>
  <p:tag name="KSO_WM_UNIT_DIAGRAM_ISNUMVISUAL" val="0"/>
  <p:tag name="KSO_WM_UNIT_DIAGRAM_ISREFERUNIT" val="0"/>
  <p:tag name="KSO_WM_UNIT_NOCLEAR" val="0"/>
  <p:tag name="KSO_WM_UNIT_TEXT_FILL_FORE_SCHEMECOLOR_INDEX" val="13"/>
  <p:tag name="KSO_WM_UNIT_TEXT_FILL_TYPE" val="1"/>
  <p:tag name="KSO_WM_UNIT_USESOURCEFORMAT_APPLY" val="1"/>
</p:tagLst>
</file>

<file path=ppt/tags/tag1700.xml><?xml version="1.0" encoding="utf-8"?>
<p:tagLst xmlns:p="http://schemas.openxmlformats.org/presentationml/2006/main">
  <p:tag name="KSO_WM_TEMPLATE_CATEGORY" val="custom"/>
  <p:tag name="KSO_WM_TEMPLATE_INDEX" val="20191296"/>
  <p:tag name="KSO_WM_UNIT_TYPE" val="m_h_f"/>
  <p:tag name="KSO_WM_UNIT_INDEX" val="1_3_1"/>
  <p:tag name="KSO_WM_UNIT_ID" val="custom20191296_10*m_h_f*1_3_1"/>
  <p:tag name="KSO_WM_UNIT_LAYERLEVEL" val="1_1_1"/>
  <p:tag name="KSO_WM_UNIT_VALUE" val="44"/>
  <p:tag name="KSO_WM_UNIT_HIGHLIGHT" val="0"/>
  <p:tag name="KSO_WM_UNIT_COMPATIBLE" val="0"/>
  <p:tag name="KSO_WM_BEAUTIFY_FLAG" val="#wm#"/>
  <p:tag name="KSO_WM_TAG_VERSION" val="1.0"/>
  <p:tag name="KSO_WM_DIAGRAM_GROUP_CODE" val="m1-2"/>
  <p:tag name="KSO_WM_UNIT_PRESET_TEXT" val="单击此处添加文本具体内容，简明扼要的阐述您的观点。"/>
  <p:tag name="KSO_WM_UNIT_DIAGRAM_ISNUMVISUAL" val="0"/>
  <p:tag name="KSO_WM_UNIT_DIAGRAM_ISREFERUNIT" val="0"/>
  <p:tag name="KSO_WM_UNIT_NOCLEAR" val="0"/>
  <p:tag name="KSO_WM_UNIT_TEXT_FILL_FORE_SCHEMECOLOR_INDEX" val="13"/>
  <p:tag name="KSO_WM_UNIT_TEXT_FILL_TYPE" val="1"/>
  <p:tag name="KSO_WM_UNIT_USESOURCEFORMAT_APPLY" val="1"/>
</p:tagLst>
</file>

<file path=ppt/tags/tag1701.xml><?xml version="1.0" encoding="utf-8"?>
<p:tagLst xmlns:p="http://schemas.openxmlformats.org/presentationml/2006/main">
  <p:tag name="KSO_WM_TEMPLATE_CATEGORY" val="custom"/>
  <p:tag name="KSO_WM_TEMPLATE_INDEX" val="20191296"/>
  <p:tag name="KSO_WM_UNIT_TYPE" val="m_h_i"/>
  <p:tag name="KSO_WM_UNIT_INDEX" val="1_3_1"/>
  <p:tag name="KSO_WM_UNIT_ID" val="custom20191296_10*m_h_i*1_3_1"/>
  <p:tag name="KSO_WM_UNIT_LAYERLEVEL" val="1_1_1"/>
  <p:tag name="KSO_WM_BEAUTIFY_FLAG" val="#wm#"/>
  <p:tag name="KSO_WM_TAG_VERSION" val="1.0"/>
  <p:tag name="KSO_WM_DIAGRAM_GROUP_CODE" val="m1-2"/>
  <p:tag name="KSO_WM_UNIT_HIGHLIGHT" val="0"/>
  <p:tag name="KSO_WM_UNIT_COMPATIBLE" val="0"/>
  <p:tag name="KSO_WM_UNIT_DIAGRAM_ISNUMVISUAL" val="0"/>
  <p:tag name="KSO_WM_UNIT_DIAGRAM_ISREFERUNIT" val="0"/>
  <p:tag name="KSO_WM_UNIT_LINE_FORE_SCHEMECOLOR_INDEX" val="5"/>
  <p:tag name="KSO_WM_UNIT_LINE_FILL_TYPE" val="2"/>
  <p:tag name="KSO_WM_UNIT_TEXT_FILL_FORE_SCHEMECOLOR_INDEX" val="5"/>
  <p:tag name="KSO_WM_UNIT_TEXT_FILL_TYPE" val="1"/>
  <p:tag name="KSO_WM_UNIT_USESOURCEFORMAT_APPLY" val="1"/>
</p:tagLst>
</file>

<file path=ppt/tags/tag1702.xml><?xml version="1.0" encoding="utf-8"?>
<p:tagLst xmlns:p="http://schemas.openxmlformats.org/presentationml/2006/main">
  <p:tag name="KSO_WM_TEMPLATE_CATEGORY" val="custom"/>
  <p:tag name="KSO_WM_TEMPLATE_INDEX" val="20191296"/>
  <p:tag name="KSO_WM_UNIT_TYPE" val="m_h_i"/>
  <p:tag name="KSO_WM_UNIT_INDEX" val="1_4_2"/>
  <p:tag name="KSO_WM_UNIT_ID" val="custom20191296_10*m_h_i*1_4_2"/>
  <p:tag name="KSO_WM_UNIT_LAYERLEVEL" val="1_1_1"/>
  <p:tag name="KSO_WM_BEAUTIFY_FLAG" val="#wm#"/>
  <p:tag name="KSO_WM_TAG_VERSION" val="1.0"/>
  <p:tag name="KSO_WM_DIAGRAM_GROUP_CODE" val="m1-2"/>
  <p:tag name="KSO_WM_UNIT_HIGHLIGHT" val="0"/>
  <p:tag name="KSO_WM_UNIT_COMPATIBLE" val="0"/>
  <p:tag name="KSO_WM_UNIT_DIAGRAM_ISNUMVISUAL" val="0"/>
  <p:tag name="KSO_WM_UNIT_DIAGRAM_ISREFERUNIT" val="0"/>
  <p:tag name="KSO_WM_UNIT_LINE_FORE_SCHEMECOLOR_INDEX" val="5"/>
  <p:tag name="KSO_WM_UNIT_LINE_FILL_TYPE" val="2"/>
  <p:tag name="KSO_WM_UNIT_USESOURCEFORMAT_APPLY" val="1"/>
</p:tagLst>
</file>

<file path=ppt/tags/tag1703.xml><?xml version="1.0" encoding="utf-8"?>
<p:tagLst xmlns:p="http://schemas.openxmlformats.org/presentationml/2006/main">
  <p:tag name="KSO_WM_TEMPLATE_CATEGORY" val="custom"/>
  <p:tag name="KSO_WM_TEMPLATE_INDEX" val="20191296"/>
  <p:tag name="KSO_WM_UNIT_TYPE" val="m_h_a"/>
  <p:tag name="KSO_WM_UNIT_INDEX" val="1_4_1"/>
  <p:tag name="KSO_WM_UNIT_ID" val="custom20191296_10*m_h_a*1_4_1"/>
  <p:tag name="KSO_WM_UNIT_LAYERLEVEL" val="1_1_1"/>
  <p:tag name="KSO_WM_UNIT_VALUE" val="20"/>
  <p:tag name="KSO_WM_UNIT_HIGHLIGHT" val="0"/>
  <p:tag name="KSO_WM_UNIT_COMPATIBLE" val="0"/>
  <p:tag name="KSO_WM_BEAUTIFY_FLAG" val="#wm#"/>
  <p:tag name="KSO_WM_TAG_VERSION" val="1.0"/>
  <p:tag name="KSO_WM_DIAGRAM_GROUP_CODE" val="m1-2"/>
  <p:tag name="KSO_WM_UNIT_PRESET_TEXT" val="单击此处添加标题"/>
  <p:tag name="KSO_WM_UNIT_ISCONTENTSTITLE" val="0"/>
  <p:tag name="KSO_WM_UNIT_DIAGRAM_ISNUMVISUAL" val="0"/>
  <p:tag name="KSO_WM_UNIT_DIAGRAM_ISREFERUNIT" val="0"/>
  <p:tag name="KSO_WM_UNIT_NOCLEAR" val="0"/>
  <p:tag name="KSO_WM_UNIT_TEXT_FILL_FORE_SCHEMECOLOR_INDEX" val="13"/>
  <p:tag name="KSO_WM_UNIT_TEXT_FILL_TYPE" val="1"/>
  <p:tag name="KSO_WM_UNIT_USESOURCEFORMAT_APPLY" val="1"/>
</p:tagLst>
</file>

<file path=ppt/tags/tag1704.xml><?xml version="1.0" encoding="utf-8"?>
<p:tagLst xmlns:p="http://schemas.openxmlformats.org/presentationml/2006/main">
  <p:tag name="KSO_WM_TEMPLATE_CATEGORY" val="custom"/>
  <p:tag name="KSO_WM_TEMPLATE_INDEX" val="20191296"/>
  <p:tag name="KSO_WM_UNIT_TYPE" val="m_h_f"/>
  <p:tag name="KSO_WM_UNIT_INDEX" val="1_4_1"/>
  <p:tag name="KSO_WM_UNIT_ID" val="custom20191296_10*m_h_f*1_4_1"/>
  <p:tag name="KSO_WM_UNIT_LAYERLEVEL" val="1_1_1"/>
  <p:tag name="KSO_WM_UNIT_VALUE" val="44"/>
  <p:tag name="KSO_WM_UNIT_HIGHLIGHT" val="0"/>
  <p:tag name="KSO_WM_UNIT_COMPATIBLE" val="0"/>
  <p:tag name="KSO_WM_BEAUTIFY_FLAG" val="#wm#"/>
  <p:tag name="KSO_WM_TAG_VERSION" val="1.0"/>
  <p:tag name="KSO_WM_DIAGRAM_GROUP_CODE" val="m1-2"/>
  <p:tag name="KSO_WM_UNIT_PRESET_TEXT" val="单击此处添加文本具体内容，简明扼要的阐述您的观点。"/>
  <p:tag name="KSO_WM_UNIT_DIAGRAM_ISNUMVISUAL" val="0"/>
  <p:tag name="KSO_WM_UNIT_DIAGRAM_ISREFERUNIT" val="0"/>
  <p:tag name="KSO_WM_UNIT_NOCLEAR" val="0"/>
  <p:tag name="KSO_WM_UNIT_TEXT_FILL_FORE_SCHEMECOLOR_INDEX" val="13"/>
  <p:tag name="KSO_WM_UNIT_TEXT_FILL_TYPE" val="1"/>
  <p:tag name="KSO_WM_UNIT_USESOURCEFORMAT_APPLY" val="1"/>
</p:tagLst>
</file>

<file path=ppt/tags/tag1705.xml><?xml version="1.0" encoding="utf-8"?>
<p:tagLst xmlns:p="http://schemas.openxmlformats.org/presentationml/2006/main">
  <p:tag name="KSO_WM_TEMPLATE_CATEGORY" val="custom"/>
  <p:tag name="KSO_WM_TEMPLATE_INDEX" val="20191296"/>
  <p:tag name="KSO_WM_UNIT_TYPE" val="m_h_i"/>
  <p:tag name="KSO_WM_UNIT_INDEX" val="1_4_1"/>
  <p:tag name="KSO_WM_UNIT_ID" val="custom20191296_10*m_h_i*1_4_1"/>
  <p:tag name="KSO_WM_UNIT_LAYERLEVEL" val="1_1_1"/>
  <p:tag name="KSO_WM_BEAUTIFY_FLAG" val="#wm#"/>
  <p:tag name="KSO_WM_TAG_VERSION" val="1.0"/>
  <p:tag name="KSO_WM_DIAGRAM_GROUP_CODE" val="m1-2"/>
  <p:tag name="KSO_WM_UNIT_HIGHLIGHT" val="0"/>
  <p:tag name="KSO_WM_UNIT_COMPATIBLE" val="0"/>
  <p:tag name="KSO_WM_UNIT_DIAGRAM_ISNUMVISUAL" val="0"/>
  <p:tag name="KSO_WM_UNIT_DIAGRAM_ISREFERUNIT" val="0"/>
  <p:tag name="KSO_WM_UNIT_LINE_FORE_SCHEMECOLOR_INDEX" val="5"/>
  <p:tag name="KSO_WM_UNIT_LINE_FILL_TYPE" val="2"/>
  <p:tag name="KSO_WM_UNIT_TEXT_FILL_FORE_SCHEMECOLOR_INDEX" val="5"/>
  <p:tag name="KSO_WM_UNIT_TEXT_FILL_TYPE" val="1"/>
  <p:tag name="KSO_WM_UNIT_USESOURCEFORMAT_APPLY" val="1"/>
</p:tagLst>
</file>

<file path=ppt/tags/tag1706.xml><?xml version="1.0" encoding="utf-8"?>
<p:tagLst xmlns:p="http://schemas.openxmlformats.org/presentationml/2006/main">
  <p:tag name="KSO_WM_TEMPLATE_CATEGORY" val="custom"/>
  <p:tag name="KSO_WM_TEMPLATE_INDEX" val="20191296"/>
  <p:tag name="KSO_WM_UNIT_TYPE" val="m_h_i"/>
  <p:tag name="KSO_WM_UNIT_INDEX" val="1_5_2"/>
  <p:tag name="KSO_WM_UNIT_ID" val="custom20191296_10*m_h_i*1_5_2"/>
  <p:tag name="KSO_WM_UNIT_LAYERLEVEL" val="1_1_1"/>
  <p:tag name="KSO_WM_BEAUTIFY_FLAG" val="#wm#"/>
  <p:tag name="KSO_WM_TAG_VERSION" val="1.0"/>
  <p:tag name="KSO_WM_DIAGRAM_GROUP_CODE" val="m1-2"/>
  <p:tag name="KSO_WM_UNIT_HIGHLIGHT" val="0"/>
  <p:tag name="KSO_WM_UNIT_COMPATIBLE" val="0"/>
  <p:tag name="KSO_WM_UNIT_DIAGRAM_ISNUMVISUAL" val="0"/>
  <p:tag name="KSO_WM_UNIT_DIAGRAM_ISREFERUNIT" val="0"/>
  <p:tag name="KSO_WM_UNIT_LINE_FORE_SCHEMECOLOR_INDEX" val="5"/>
  <p:tag name="KSO_WM_UNIT_LINE_FILL_TYPE" val="2"/>
  <p:tag name="KSO_WM_UNIT_USESOURCEFORMAT_APPLY" val="1"/>
</p:tagLst>
</file>

<file path=ppt/tags/tag1707.xml><?xml version="1.0" encoding="utf-8"?>
<p:tagLst xmlns:p="http://schemas.openxmlformats.org/presentationml/2006/main">
  <p:tag name="KSO_WM_TEMPLATE_CATEGORY" val="custom"/>
  <p:tag name="KSO_WM_TEMPLATE_INDEX" val="20191296"/>
  <p:tag name="KSO_WM_UNIT_TYPE" val="m_h_a"/>
  <p:tag name="KSO_WM_UNIT_INDEX" val="1_5_1"/>
  <p:tag name="KSO_WM_UNIT_ID" val="custom20191296_10*m_h_a*1_5_1"/>
  <p:tag name="KSO_WM_UNIT_LAYERLEVEL" val="1_1_1"/>
  <p:tag name="KSO_WM_UNIT_VALUE" val="20"/>
  <p:tag name="KSO_WM_UNIT_HIGHLIGHT" val="0"/>
  <p:tag name="KSO_WM_UNIT_COMPATIBLE" val="0"/>
  <p:tag name="KSO_WM_BEAUTIFY_FLAG" val="#wm#"/>
  <p:tag name="KSO_WM_TAG_VERSION" val="1.0"/>
  <p:tag name="KSO_WM_DIAGRAM_GROUP_CODE" val="m1-2"/>
  <p:tag name="KSO_WM_UNIT_PRESET_TEXT" val="单击此处添加标题"/>
  <p:tag name="KSO_WM_UNIT_ISCONTENTSTITLE" val="0"/>
  <p:tag name="KSO_WM_UNIT_DIAGRAM_ISNUMVISUAL" val="0"/>
  <p:tag name="KSO_WM_UNIT_DIAGRAM_ISREFERUNIT" val="0"/>
  <p:tag name="KSO_WM_UNIT_NOCLEAR" val="0"/>
  <p:tag name="KSO_WM_UNIT_TEXT_FILL_FORE_SCHEMECOLOR_INDEX" val="13"/>
  <p:tag name="KSO_WM_UNIT_TEXT_FILL_TYPE" val="1"/>
  <p:tag name="KSO_WM_UNIT_USESOURCEFORMAT_APPLY" val="1"/>
</p:tagLst>
</file>

<file path=ppt/tags/tag1708.xml><?xml version="1.0" encoding="utf-8"?>
<p:tagLst xmlns:p="http://schemas.openxmlformats.org/presentationml/2006/main">
  <p:tag name="KSO_WM_TEMPLATE_CATEGORY" val="custom"/>
  <p:tag name="KSO_WM_TEMPLATE_INDEX" val="20191296"/>
  <p:tag name="KSO_WM_UNIT_TYPE" val="m_h_f"/>
  <p:tag name="KSO_WM_UNIT_INDEX" val="1_5_1"/>
  <p:tag name="KSO_WM_UNIT_ID" val="custom20191296_10*m_h_f*1_5_1"/>
  <p:tag name="KSO_WM_UNIT_LAYERLEVEL" val="1_1_1"/>
  <p:tag name="KSO_WM_UNIT_VALUE" val="44"/>
  <p:tag name="KSO_WM_UNIT_HIGHLIGHT" val="0"/>
  <p:tag name="KSO_WM_UNIT_COMPATIBLE" val="0"/>
  <p:tag name="KSO_WM_BEAUTIFY_FLAG" val="#wm#"/>
  <p:tag name="KSO_WM_TAG_VERSION" val="1.0"/>
  <p:tag name="KSO_WM_DIAGRAM_GROUP_CODE" val="m1-2"/>
  <p:tag name="KSO_WM_UNIT_PRESET_TEXT" val="单击此处添加文本具体内容，简明扼要的阐述您的观点。"/>
  <p:tag name="KSO_WM_UNIT_DIAGRAM_ISNUMVISUAL" val="0"/>
  <p:tag name="KSO_WM_UNIT_DIAGRAM_ISREFERUNIT" val="0"/>
  <p:tag name="KSO_WM_UNIT_NOCLEAR" val="0"/>
  <p:tag name="KSO_WM_UNIT_TEXT_FILL_FORE_SCHEMECOLOR_INDEX" val="13"/>
  <p:tag name="KSO_WM_UNIT_TEXT_FILL_TYPE" val="1"/>
  <p:tag name="KSO_WM_UNIT_USESOURCEFORMAT_APPLY" val="1"/>
</p:tagLst>
</file>

<file path=ppt/tags/tag1709.xml><?xml version="1.0" encoding="utf-8"?>
<p:tagLst xmlns:p="http://schemas.openxmlformats.org/presentationml/2006/main">
  <p:tag name="KSO_WM_TEMPLATE_CATEGORY" val="custom"/>
  <p:tag name="KSO_WM_TEMPLATE_INDEX" val="20191296"/>
  <p:tag name="KSO_WM_UNIT_TYPE" val="m_h_i"/>
  <p:tag name="KSO_WM_UNIT_INDEX" val="1_5_1"/>
  <p:tag name="KSO_WM_UNIT_ID" val="custom20191296_10*m_h_i*1_5_1"/>
  <p:tag name="KSO_WM_UNIT_LAYERLEVEL" val="1_1_1"/>
  <p:tag name="KSO_WM_BEAUTIFY_FLAG" val="#wm#"/>
  <p:tag name="KSO_WM_TAG_VERSION" val="1.0"/>
  <p:tag name="KSO_WM_DIAGRAM_GROUP_CODE" val="m1-2"/>
  <p:tag name="KSO_WM_UNIT_HIGHLIGHT" val="0"/>
  <p:tag name="KSO_WM_UNIT_COMPATIBLE" val="0"/>
  <p:tag name="KSO_WM_UNIT_DIAGRAM_ISNUMVISUAL" val="0"/>
  <p:tag name="KSO_WM_UNIT_DIAGRAM_ISREFERUNIT" val="0"/>
  <p:tag name="KSO_WM_UNIT_LINE_FORE_SCHEMECOLOR_INDEX" val="5"/>
  <p:tag name="KSO_WM_UNIT_LINE_FILL_TYPE" val="2"/>
  <p:tag name="KSO_WM_UNIT_TEXT_FILL_FORE_SCHEMECOLOR_INDEX" val="5"/>
  <p:tag name="KSO_WM_UNIT_TEXT_FILL_TYPE" val="1"/>
  <p:tag name="KSO_WM_UNIT_USESOURCEFORMAT_APPLY" val="1"/>
</p:tagLst>
</file>

<file path=ppt/tags/tag1710.xml><?xml version="1.0" encoding="utf-8"?>
<p:tagLst xmlns:p="http://schemas.openxmlformats.org/presentationml/2006/main">
  <p:tag name="KSO_WM_TEMPLATE_CATEGORY" val="custom"/>
  <p:tag name="KSO_WM_TEMPLATE_INDEX" val="20191296"/>
  <p:tag name="KSO_WM_UNIT_TYPE" val="m_h_i"/>
  <p:tag name="KSO_WM_UNIT_INDEX" val="1_6_2"/>
  <p:tag name="KSO_WM_UNIT_ID" val="custom20191296_10*m_h_i*1_6_2"/>
  <p:tag name="KSO_WM_UNIT_LAYERLEVEL" val="1_1_1"/>
  <p:tag name="KSO_WM_BEAUTIFY_FLAG" val="#wm#"/>
  <p:tag name="KSO_WM_TAG_VERSION" val="1.0"/>
  <p:tag name="KSO_WM_DIAGRAM_GROUP_CODE" val="m1-2"/>
  <p:tag name="KSO_WM_UNIT_HIGHLIGHT" val="0"/>
  <p:tag name="KSO_WM_UNIT_COMPATIBLE" val="0"/>
  <p:tag name="KSO_WM_UNIT_DIAGRAM_ISNUMVISUAL" val="0"/>
  <p:tag name="KSO_WM_UNIT_DIAGRAM_ISREFERUNIT" val="0"/>
  <p:tag name="KSO_WM_UNIT_LINE_FORE_SCHEMECOLOR_INDEX" val="5"/>
  <p:tag name="KSO_WM_UNIT_LINE_FILL_TYPE" val="2"/>
  <p:tag name="KSO_WM_UNIT_USESOURCEFORMAT_APPLY" val="1"/>
</p:tagLst>
</file>

<file path=ppt/tags/tag1711.xml><?xml version="1.0" encoding="utf-8"?>
<p:tagLst xmlns:p="http://schemas.openxmlformats.org/presentationml/2006/main">
  <p:tag name="KSO_WM_TEMPLATE_CATEGORY" val="custom"/>
  <p:tag name="KSO_WM_TEMPLATE_INDEX" val="20191296"/>
  <p:tag name="KSO_WM_UNIT_TYPE" val="m_h_a"/>
  <p:tag name="KSO_WM_UNIT_INDEX" val="1_6_1"/>
  <p:tag name="KSO_WM_UNIT_ID" val="custom20191296_10*m_h_a*1_6_1"/>
  <p:tag name="KSO_WM_UNIT_LAYERLEVEL" val="1_1_1"/>
  <p:tag name="KSO_WM_UNIT_VALUE" val="20"/>
  <p:tag name="KSO_WM_UNIT_HIGHLIGHT" val="0"/>
  <p:tag name="KSO_WM_UNIT_COMPATIBLE" val="0"/>
  <p:tag name="KSO_WM_BEAUTIFY_FLAG" val="#wm#"/>
  <p:tag name="KSO_WM_TAG_VERSION" val="1.0"/>
  <p:tag name="KSO_WM_DIAGRAM_GROUP_CODE" val="m1-2"/>
  <p:tag name="KSO_WM_UNIT_PRESET_TEXT" val="单击此处添加标题"/>
  <p:tag name="KSO_WM_UNIT_ISCONTENTSTITLE" val="0"/>
  <p:tag name="KSO_WM_UNIT_DIAGRAM_ISNUMVISUAL" val="0"/>
  <p:tag name="KSO_WM_UNIT_DIAGRAM_ISREFERUNIT" val="0"/>
  <p:tag name="KSO_WM_UNIT_NOCLEAR" val="0"/>
  <p:tag name="KSO_WM_UNIT_TEXT_FILL_FORE_SCHEMECOLOR_INDEX" val="13"/>
  <p:tag name="KSO_WM_UNIT_TEXT_FILL_TYPE" val="1"/>
  <p:tag name="KSO_WM_UNIT_USESOURCEFORMAT_APPLY" val="1"/>
</p:tagLst>
</file>

<file path=ppt/tags/tag1712.xml><?xml version="1.0" encoding="utf-8"?>
<p:tagLst xmlns:p="http://schemas.openxmlformats.org/presentationml/2006/main">
  <p:tag name="KSO_WM_TEMPLATE_CATEGORY" val="custom"/>
  <p:tag name="KSO_WM_TEMPLATE_INDEX" val="20191296"/>
  <p:tag name="KSO_WM_UNIT_TYPE" val="m_h_f"/>
  <p:tag name="KSO_WM_UNIT_INDEX" val="1_6_1"/>
  <p:tag name="KSO_WM_UNIT_ID" val="custom20191296_10*m_h_f*1_6_1"/>
  <p:tag name="KSO_WM_UNIT_LAYERLEVEL" val="1_1_1"/>
  <p:tag name="KSO_WM_UNIT_VALUE" val="44"/>
  <p:tag name="KSO_WM_UNIT_HIGHLIGHT" val="0"/>
  <p:tag name="KSO_WM_UNIT_COMPATIBLE" val="0"/>
  <p:tag name="KSO_WM_BEAUTIFY_FLAG" val="#wm#"/>
  <p:tag name="KSO_WM_TAG_VERSION" val="1.0"/>
  <p:tag name="KSO_WM_DIAGRAM_GROUP_CODE" val="m1-2"/>
  <p:tag name="KSO_WM_UNIT_PRESET_TEXT" val="单击此处添加文本具体内容，简明扼要的阐述您的观点。"/>
  <p:tag name="KSO_WM_UNIT_DIAGRAM_ISNUMVISUAL" val="0"/>
  <p:tag name="KSO_WM_UNIT_DIAGRAM_ISREFERUNIT" val="0"/>
  <p:tag name="KSO_WM_UNIT_NOCLEAR" val="0"/>
  <p:tag name="KSO_WM_UNIT_TEXT_FILL_FORE_SCHEMECOLOR_INDEX" val="13"/>
  <p:tag name="KSO_WM_UNIT_TEXT_FILL_TYPE" val="1"/>
  <p:tag name="KSO_WM_UNIT_USESOURCEFORMAT_APPLY" val="1"/>
</p:tagLst>
</file>

<file path=ppt/tags/tag1713.xml><?xml version="1.0" encoding="utf-8"?>
<p:tagLst xmlns:p="http://schemas.openxmlformats.org/presentationml/2006/main">
  <p:tag name="KSO_WM_TEMPLATE_CATEGORY" val="custom"/>
  <p:tag name="KSO_WM_TEMPLATE_INDEX" val="20191296"/>
  <p:tag name="KSO_WM_UNIT_TYPE" val="m_h_i"/>
  <p:tag name="KSO_WM_UNIT_INDEX" val="1_6_1"/>
  <p:tag name="KSO_WM_UNIT_ID" val="custom20191296_10*m_h_i*1_6_1"/>
  <p:tag name="KSO_WM_UNIT_LAYERLEVEL" val="1_1_1"/>
  <p:tag name="KSO_WM_BEAUTIFY_FLAG" val="#wm#"/>
  <p:tag name="KSO_WM_TAG_VERSION" val="1.0"/>
  <p:tag name="KSO_WM_DIAGRAM_GROUP_CODE" val="m1-2"/>
  <p:tag name="KSO_WM_UNIT_HIGHLIGHT" val="0"/>
  <p:tag name="KSO_WM_UNIT_COMPATIBLE" val="0"/>
  <p:tag name="KSO_WM_UNIT_DIAGRAM_ISNUMVISUAL" val="0"/>
  <p:tag name="KSO_WM_UNIT_DIAGRAM_ISREFERUNIT" val="0"/>
  <p:tag name="KSO_WM_UNIT_LINE_FORE_SCHEMECOLOR_INDEX" val="5"/>
  <p:tag name="KSO_WM_UNIT_LINE_FILL_TYPE" val="2"/>
  <p:tag name="KSO_WM_UNIT_TEXT_FILL_FORE_SCHEMECOLOR_INDEX" val="5"/>
  <p:tag name="KSO_WM_UNIT_TEXT_FILL_TYPE" val="1"/>
  <p:tag name="KSO_WM_UNIT_USESOURCEFORMAT_APPLY" val="1"/>
</p:tagLst>
</file>

<file path=ppt/tags/tag1714.xml><?xml version="1.0" encoding="utf-8"?>
<p:tagLst xmlns:p="http://schemas.openxmlformats.org/presentationml/2006/main">
  <p:tag name="KSO_WM_TEMPLATE_CATEGORY" val="custom"/>
  <p:tag name="KSO_WM_TEMPLATE_INDEX" val="20191296"/>
  <p:tag name="KSO_WM_UNIT_TYPE" val="a"/>
  <p:tag name="KSO_WM_UNIT_INDEX" val="1"/>
  <p:tag name="KSO_WM_UNIT_ID" val="custom20191296_10*a*1"/>
  <p:tag name="KSO_WM_UNIT_LAYERLEVEL" val="1"/>
  <p:tag name="KSO_WM_UNIT_VALUE" val="14"/>
  <p:tag name="KSO_WM_UNIT_ISCONTENTSTITLE" val="0"/>
  <p:tag name="KSO_WM_UNIT_HIGHLIGHT" val="0"/>
  <p:tag name="KSO_WM_UNIT_COMPATIBLE" val="0"/>
  <p:tag name="KSO_WM_BEAUTIFY_FLAG" val="#wm#"/>
  <p:tag name="KSO_WM_TAG_VERSION" val="1.0"/>
  <p:tag name="KSO_WM_UNIT_PRESET_TEXT" val="单击此处添加标题"/>
  <p:tag name="KSO_WM_UNIT_DIAGRAM_ISNUMVISUAL" val="0"/>
  <p:tag name="KSO_WM_UNIT_DIAGRAM_ISREFERUNIT" val="0"/>
  <p:tag name="KSO_WM_DIAGRAM_GROUP_CODE" val="m1-2"/>
  <p:tag name="KSO_WM_UNIT_NOCLEAR" val="0"/>
  <p:tag name="KSO_WM_UNIT_TEXT_FILL_FORE_SCHEMECOLOR_INDEX" val="13"/>
  <p:tag name="KSO_WM_UNIT_TEXT_FILL_TYPE" val="1"/>
  <p:tag name="KSO_WM_UNIT_USESOURCEFORMAT_APPLY" val="1"/>
</p:tagLst>
</file>

<file path=ppt/tags/tag1715.xml><?xml version="1.0" encoding="utf-8"?>
<p:tagLst xmlns:p="http://schemas.openxmlformats.org/presentationml/2006/main">
  <p:tag name="KSO_WM_TEMPLATE_CATEGORY" val="custom"/>
  <p:tag name="KSO_WM_TEMPLATE_INDEX" val="20191296"/>
  <p:tag name="KSO_WM_TAG_VERSION" val="1.0"/>
  <p:tag name="KSO_WM_SLIDE_ID" val="custom20191296_10"/>
  <p:tag name="KSO_WM_SLIDE_INDEX" val="10"/>
  <p:tag name="KSO_WM_SLIDE_ITEM_CNT" val="6"/>
  <p:tag name="KSO_WM_SLIDE_LAYOUT" val="a_m"/>
  <p:tag name="KSO_WM_SLIDE_LAYOUT_CNT" val="1_1"/>
  <p:tag name="KSO_WM_SLIDE_TYPE" val="text"/>
  <p:tag name="KSO_WM_SLIDE_SUBTYPE" val="diag"/>
  <p:tag name="KSO_WM_BEAUTIFY_FLAG" val="#wm#"/>
  <p:tag name="KSO_WM_SLIDE_POSITION" val="58.75*122.75"/>
  <p:tag name="KSO_WM_SLIDE_SIZE" val="832.375*336.984"/>
  <p:tag name="KSO_WM_DIAGRAM_GROUP_CODE" val="m1-2"/>
  <p:tag name="KSO_WM_SLIDE_DIAGTYPE" val="m"/>
  <p:tag name="KSO_WM_TEMPLATE_SUBCATEGORY" val="0"/>
  <p:tag name="KSO_WM_TEMPLATE_MASTER_TYPE" val="1"/>
  <p:tag name="KSO_WM_TEMPLATE_COLOR_TYPE" val="1"/>
</p:tagLst>
</file>

<file path=ppt/tags/tag17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196613_1*i*1"/>
  <p:tag name="KSO_WM_TEMPLATE_CATEGORY" val="diagram"/>
  <p:tag name="KSO_WM_TEMPLATE_INDEX" val="20196613"/>
  <p:tag name="KSO_WM_UNIT_LAYERLEVEL" val="1"/>
  <p:tag name="KSO_WM_TAG_VERSION" val="1.0"/>
  <p:tag name="KSO_WM_BEAUTIFY_FLAG" val="#wm#"/>
  <p:tag name="KSO_WM_UNIT_FILL_FORE_SCHEMECOLOR_INDEX_BRIGHTNESS" val="0.8"/>
  <p:tag name="KSO_WM_UNIT_FILL_FORE_SCHEMECOLOR_INDEX" val="15"/>
  <p:tag name="KSO_WM_UNIT_FILL_TYPE" val="1"/>
  <p:tag name="KSO_WM_UNIT_TEXT_FILL_FORE_SCHEMECOLOR_INDEX_BRIGHTNESS" val="0"/>
  <p:tag name="KSO_WM_UNIT_TEXT_FILL_FORE_SCHEMECOLOR_INDEX" val="14"/>
  <p:tag name="KSO_WM_UNIT_TEXT_FILL_TYPE" val="1"/>
</p:tagLst>
</file>

<file path=ppt/tags/tag17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diagram20196613_1*i*3"/>
  <p:tag name="KSO_WM_TEMPLATE_CATEGORY" val="diagram"/>
  <p:tag name="KSO_WM_TEMPLATE_INDEX" val="20196613"/>
  <p:tag name="KSO_WM_UNIT_LAYERLEVEL" val="1"/>
  <p:tag name="KSO_WM_TAG_VERSION" val="1.0"/>
  <p:tag name="KSO_WM_BEAUTIFY_FLAG" val="#wm#"/>
  <p:tag name="KSO_WM_UNIT_FILL_FORE_SCHEMECOLOR_INDEX_BRIGHTNESS" val="0.8"/>
  <p:tag name="KSO_WM_UNIT_FILL_FORE_SCHEMECOLOR_INDEX" val="15"/>
  <p:tag name="KSO_WM_UNIT_FILL_TYPE" val="1"/>
  <p:tag name="KSO_WM_UNIT_TEXT_FILL_FORE_SCHEMECOLOR_INDEX_BRIGHTNESS" val="0"/>
  <p:tag name="KSO_WM_UNIT_TEXT_FILL_FORE_SCHEMECOLOR_INDEX" val="14"/>
  <p:tag name="KSO_WM_UNIT_TEXT_FILL_TYPE" val="1"/>
</p:tagLst>
</file>

<file path=ppt/tags/tag17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
  <p:tag name="KSO_WM_UNIT_ID" val="diagram20196613_1*i*4"/>
  <p:tag name="KSO_WM_TEMPLATE_CATEGORY" val="diagram"/>
  <p:tag name="KSO_WM_TEMPLATE_INDEX" val="20196613"/>
  <p:tag name="KSO_WM_UNIT_LAYERLEVEL" val="1"/>
  <p:tag name="KSO_WM_TAG_VERSION" val="1.0"/>
  <p:tag name="KSO_WM_BEAUTIFY_FLAG" val="#wm#"/>
  <p:tag name="KSO_WM_UNIT_FILL_FORE_SCHEMECOLOR_INDEX_BRIGHTNESS" val="0.8"/>
  <p:tag name="KSO_WM_UNIT_FILL_FORE_SCHEMECOLOR_INDEX" val="15"/>
  <p:tag name="KSO_WM_UNIT_FILL_TYPE" val="1"/>
  <p:tag name="KSO_WM_UNIT_TEXT_FILL_FORE_SCHEMECOLOR_INDEX_BRIGHTNESS" val="0"/>
  <p:tag name="KSO_WM_UNIT_TEXT_FILL_FORE_SCHEMECOLOR_INDEX" val="14"/>
  <p:tag name="KSO_WM_UNIT_TEXT_FILL_TYPE" val="1"/>
</p:tagLst>
</file>

<file path=ppt/tags/tag17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5"/>
  <p:tag name="KSO_WM_UNIT_ID" val="diagram20196613_1*i*5"/>
  <p:tag name="KSO_WM_TEMPLATE_CATEGORY" val="diagram"/>
  <p:tag name="KSO_WM_TEMPLATE_INDEX" val="20196613"/>
  <p:tag name="KSO_WM_UNIT_LAYERLEVEL" val="1"/>
  <p:tag name="KSO_WM_TAG_VERSION" val="1.0"/>
  <p:tag name="KSO_WM_BEAUTIFY_FLAG" val="#wm#"/>
  <p:tag name="KSO_WM_UNIT_FILL_FORE_SCHEMECOLOR_INDEX_BRIGHTNESS" val="0.4"/>
  <p:tag name="KSO_WM_UNIT_FILL_FORE_SCHEMECOLOR_INDEX" val="5"/>
  <p:tag name="KSO_WM_UNIT_FILL_TYPE" val="1"/>
  <p:tag name="KSO_WM_UNIT_TEXT_FILL_FORE_SCHEMECOLOR_INDEX_BRIGHTNESS" val="0"/>
  <p:tag name="KSO_WM_UNIT_TEXT_FILL_FORE_SCHEMECOLOR_INDEX" val="14"/>
  <p:tag name="KSO_WM_UNIT_TEXT_FILL_TYPE" val="1"/>
</p:tagLst>
</file>

<file path=ppt/tags/tag17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6"/>
  <p:tag name="KSO_WM_UNIT_ID" val="diagram20196613_1*i*6"/>
  <p:tag name="KSO_WM_TEMPLATE_CATEGORY" val="diagram"/>
  <p:tag name="KSO_WM_TEMPLATE_INDEX" val="20196613"/>
  <p:tag name="KSO_WM_UNIT_LAYERLEVEL" val="1"/>
  <p:tag name="KSO_WM_TAG_VERSION" val="1.0"/>
  <p:tag name="KSO_WM_BEAUTIFY_FLAG" val="#wm#"/>
  <p:tag name="KSO_WM_UNIT_FILL_FORE_SCHEMECOLOR_INDEX_BRIGHTNESS" val="-0.05"/>
  <p:tag name="KSO_WM_UNIT_FILL_FORE_SCHEMECOLOR_INDEX" val="16"/>
  <p:tag name="KSO_WM_UNIT_FILL_TYPE" val="1"/>
  <p:tag name="KSO_WM_UNIT_TEXT_FILL_FORE_SCHEMECOLOR_INDEX_BRIGHTNESS" val="0"/>
  <p:tag name="KSO_WM_UNIT_TEXT_FILL_FORE_SCHEMECOLOR_INDEX" val="14"/>
  <p:tag name="KSO_WM_UNIT_TEXT_FILL_TYPE" val="1"/>
</p:tagLst>
</file>

<file path=ppt/tags/tag17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7"/>
  <p:tag name="KSO_WM_UNIT_ID" val="diagram20196613_1*i*7"/>
  <p:tag name="KSO_WM_TEMPLATE_CATEGORY" val="diagram"/>
  <p:tag name="KSO_WM_TEMPLATE_INDEX" val="20196613"/>
  <p:tag name="KSO_WM_UNIT_LAYERLEVEL" val="1"/>
  <p:tag name="KSO_WM_TAG_VERSION" val="1.0"/>
  <p:tag name="KSO_WM_BEAUTIFY_FLAG" val="#wm#"/>
  <p:tag name="KSO_WM_UNIT_FILL_FORE_SCHEMECOLOR_INDEX_BRIGHTNESS" val="0"/>
  <p:tag name="KSO_WM_UNIT_FILL_FORE_SCHEMECOLOR_INDEX" val="16"/>
  <p:tag name="KSO_WM_UNIT_FILL_TYPE" val="1"/>
  <p:tag name="KSO_WM_UNIT_LINE_FORE_SCHEMECOLOR_INDEX_BRIGHTNESS" val="0"/>
  <p:tag name="KSO_WM_UNIT_LINE_FORE_SCHEMECOLOR_INDEX" val="7"/>
  <p:tag name="KSO_WM_UNIT_LINE_FILL_TYPE" val="2"/>
  <p:tag name="KSO_WM_UNIT_TEXT_FILL_FORE_SCHEMECOLOR_INDEX_BRIGHTNESS" val="0"/>
  <p:tag name="KSO_WM_UNIT_TEXT_FILL_FORE_SCHEMECOLOR_INDEX" val="14"/>
  <p:tag name="KSO_WM_UNIT_TEXT_FILL_TYPE" val="1"/>
</p:tagLst>
</file>

<file path=ppt/tags/tag1722.xml><?xml version="1.0" encoding="utf-8"?>
<p:tagLst xmlns:p="http://schemas.openxmlformats.org/presentationml/2006/main">
  <p:tag name="KSO_WM_UNIT_TEXT_PART_ID_V2" val="d-4-2"/>
  <p:tag name="KSO_WM_UNIT_PRESET_TEXT" val="户外拓展训练通常利用崇山峻岭、翰海大川等自然环境，通过精心设计的活动达到&quot;磨练意志、陶冶情操、完善人格、熔炼团队&quot;的拓展培训目的。"/>
  <p:tag name="KSO_WM_UNIT_NOCLEAR" val="1"/>
  <p:tag name="KSO_WM_UNIT_VALUE" val="260"/>
  <p:tag name="KSO_WM_UNIT_HIGHLIGHT" val="0"/>
  <p:tag name="KSO_WM_UNIT_COMPATIBLE" val="0"/>
  <p:tag name="KSO_WM_UNIT_DIAGRAM_ISNUMVISUAL" val="0"/>
  <p:tag name="KSO_WM_UNIT_DIAGRAM_ISREFERUNIT" val="0"/>
  <p:tag name="KSO_WM_UNIT_TYPE" val="f"/>
  <p:tag name="KSO_WM_UNIT_INDEX" val="1"/>
  <p:tag name="KSO_WM_UNIT_ID" val="diagram20196613_1*f*1"/>
  <p:tag name="KSO_WM_TEMPLATE_CATEGORY" val="diagram"/>
  <p:tag name="KSO_WM_TEMPLATE_INDEX" val="20196613"/>
  <p:tag name="KSO_WM_UNIT_LAYERLEVEL" val="1"/>
  <p:tag name="KSO_WM_TAG_VERSION" val="1.0"/>
  <p:tag name="KSO_WM_BEAUTIFY_FLAG" val="#wm#"/>
  <p:tag name="KSO_WM_UNIT_TEXT_FILL_FORE_SCHEMECOLOR_INDEX_BRIGHTNESS" val="0.25"/>
  <p:tag name="KSO_WM_UNIT_TEXT_FILL_FORE_SCHEMECOLOR_INDEX" val="13"/>
  <p:tag name="KSO_WM_UNIT_TEXT_FILL_TYPE" val="1"/>
</p:tagLst>
</file>

<file path=ppt/tags/tag1723.xml><?xml version="1.0" encoding="utf-8"?>
<p:tagLst xmlns:p="http://schemas.openxmlformats.org/presentationml/2006/main">
  <p:tag name="KSO_WM_UNIT_TEXT_PART_ID_V2" val="a-4-1"/>
  <p:tag name="KSO_WM_UNIT_ISCONTENTSTITLE" val="0"/>
  <p:tag name="KSO_WM_UNIT_PRESET_TEXT" val="户外拓展训练目的"/>
  <p:tag name="KSO_WM_UNIT_TEXT_PART_ID" val="3-X"/>
  <p:tag name="KSO_WM_UNIT_TEXT_PART_SIZE" val="49.2*832"/>
  <p:tag name="KSO_WM_UNIT_NOCLEAR" val="0"/>
  <p:tag name="KSO_WM_UNIT_VALUE" val="26"/>
  <p:tag name="KSO_WM_UNIT_HIGHLIGHT" val="0"/>
  <p:tag name="KSO_WM_UNIT_COMPATIBLE" val="0"/>
  <p:tag name="KSO_WM_UNIT_DIAGRAM_ISNUMVISUAL" val="0"/>
  <p:tag name="KSO_WM_UNIT_DIAGRAM_ISREFERUNIT" val="0"/>
  <p:tag name="KSO_WM_UNIT_TYPE" val="a"/>
  <p:tag name="KSO_WM_UNIT_INDEX" val="1"/>
  <p:tag name="KSO_WM_UNIT_ID" val="diagram20196613_1*a*1"/>
  <p:tag name="KSO_WM_TEMPLATE_CATEGORY" val="diagram"/>
  <p:tag name="KSO_WM_TEMPLATE_INDEX" val="20196613"/>
  <p:tag name="KSO_WM_UNIT_LAYERLEVEL" val="1"/>
  <p:tag name="KSO_WM_TAG_VERSION" val="1.0"/>
  <p:tag name="KSO_WM_BEAUTIFY_FLAG" val="#wm#"/>
  <p:tag name="KSO_WM_UNIT_TEXT_FILL_FORE_SCHEMECOLOR_INDEX_BRIGHTNESS" val="0"/>
  <p:tag name="KSO_WM_UNIT_TEXT_FILL_FORE_SCHEMECOLOR_INDEX" val="14"/>
  <p:tag name="KSO_WM_UNIT_TEXT_FILL_TYPE" val="1"/>
</p:tagLst>
</file>

<file path=ppt/tags/tag17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8"/>
  <p:tag name="KSO_WM_UNIT_ID" val="diagram20196613_1*i*8"/>
  <p:tag name="KSO_WM_TEMPLATE_CATEGORY" val="diagram"/>
  <p:tag name="KSO_WM_TEMPLATE_INDEX" val="20196613"/>
  <p:tag name="KSO_WM_UNIT_LAYERLEVEL" val="1"/>
  <p:tag name="KSO_WM_TAG_VERSION" val="1.0"/>
  <p:tag name="KSO_WM_BEAUTIFY_FLAG" val="#wm#"/>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17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9"/>
  <p:tag name="KSO_WM_UNIT_ID" val="diagram20196613_1*i*9"/>
  <p:tag name="KSO_WM_TEMPLATE_CATEGORY" val="diagram"/>
  <p:tag name="KSO_WM_TEMPLATE_INDEX" val="20196613"/>
  <p:tag name="KSO_WM_UNIT_LAYERLEVEL" val="1"/>
  <p:tag name="KSO_WM_TAG_VERSION" val="1.0"/>
  <p:tag name="KSO_WM_BEAUTIFY_FLAG" val="#wm#"/>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17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0"/>
  <p:tag name="KSO_WM_UNIT_ID" val="diagram20196613_1*i*10"/>
  <p:tag name="KSO_WM_TEMPLATE_CATEGORY" val="diagram"/>
  <p:tag name="KSO_WM_TEMPLATE_INDEX" val="20196613"/>
  <p:tag name="KSO_WM_UNIT_LAYERLEVEL" val="1"/>
  <p:tag name="KSO_WM_TAG_VERSION" val="1.0"/>
  <p:tag name="KSO_WM_BEAUTIFY_FLAG" val="#wm#"/>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17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1"/>
  <p:tag name="KSO_WM_UNIT_ID" val="diagram20196613_1*i*11"/>
  <p:tag name="KSO_WM_TEMPLATE_CATEGORY" val="diagram"/>
  <p:tag name="KSO_WM_TEMPLATE_INDEX" val="20196613"/>
  <p:tag name="KSO_WM_UNIT_LAYERLEVEL" val="1"/>
  <p:tag name="KSO_WM_TAG_VERSION" val="1.0"/>
  <p:tag name="KSO_WM_BEAUTIFY_FLAG" val="#wm#"/>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1728.xml><?xml version="1.0" encoding="utf-8"?>
<p:tagLst xmlns:p="http://schemas.openxmlformats.org/presentationml/2006/main">
  <p:tag name="KSO_WM_BEAUTIFY_FLAG" val="#wm#"/>
  <p:tag name="KSO_WM_TEMPLATE_CATEGORY" val="diagram"/>
  <p:tag name="KSO_WM_TEMPLATE_INDEX" val="20196613"/>
  <p:tag name="KSO_WM_SLIDE_ID" val="diagram20196613_1"/>
  <p:tag name="KSO_WM_TEMPLATE_SUBCATEGORY" val="0"/>
  <p:tag name="KSO_WM_TEMPLATE_MASTER_TYPE" val="0"/>
  <p:tag name="KSO_WM_TEMPLATE_COLOR_TYPE" val="1"/>
  <p:tag name="KSO_WM_SLIDE_TYPE" val="text"/>
  <p:tag name="KSO_WM_SLIDE_SUBTYPE" val="pureTxt"/>
  <p:tag name="KSO_WM_SLIDE_ITEM_CNT" val="0"/>
  <p:tag name="KSO_WM_SLIDE_INDEX" val="1"/>
  <p:tag name="KSO_WM_SLIDE_SIZE" val="960*539"/>
  <p:tag name="KSO_WM_SLIDE_POSITION" val="0*0"/>
  <p:tag name="KSO_WM_TAG_VERSION" val="1.0"/>
  <p:tag name="KSO_WM_SLIDE_LAYOUT" val="a_f"/>
  <p:tag name="KSO_WM_SLIDE_LAYOUT_CNT" val="1_1"/>
  <p:tag name="KSO_WM_SLIDE_BK_DARK_LIGHT" val="2"/>
  <p:tag name="KSO_WM_SLIDE_BACKGROUND_TYPE" val="general"/>
</p:tagLst>
</file>

<file path=ppt/tags/tag17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i*1"/>
  <p:tag name="KSO_WM_UNIT_LAYERLEVEL" val="1"/>
  <p:tag name="KSO_WM_TAG_VERSION" val="1.0"/>
  <p:tag name="KSO_WM_BEAUTIFY_FLAG" val="#wm#"/>
  <p:tag name="KSO_WM_UNIT_TYPE" val="i"/>
  <p:tag name="KSO_WM_UNIT_INDEX" val="1"/>
  <p:tag name="KSO_WM_SLIDE_BACKGROUND_TYPE" val="navigation"/>
  <p:tag name="KSO_WM_SLIDE_BK_DARK_LIGHT" val="2"/>
</p:tagLst>
</file>

<file path=ppt/tags/tag17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h"/>
  <p:tag name="KSO_WM_UNIT_TYPE" val="i"/>
  <p:tag name="KSO_WM_UNIT_INDEX" val="1"/>
  <p:tag name="KSO_WM_UNIT_ID" val="_17*i*1"/>
  <p:tag name="KSO_WM_UNIT_BK_DARK_LIGHT" val="2"/>
  <p:tag name="KSO_WM_UNIT_LAYERLEVEL" val="1"/>
  <p:tag name="KSO_WM_TAG_VERSION" val="1.0"/>
  <p:tag name="KSO_WM_BEAUTIFY_FLAG" val="#wm#"/>
  <p:tag name="KSO_WM_SLIDE_BACKGROUND_TYPE" val="navigation"/>
  <p:tag name="KSO_WM_SLIDE_BK_DARK_LIGHT" val="2"/>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2"/>
  <p:tag name="KSO_WM_UNIT_TEXT_FILL_TYPE" val="1"/>
</p:tagLst>
</file>

<file path=ppt/tags/tag17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03892_1*i*1"/>
  <p:tag name="KSO_WM_TEMPLATE_CATEGORY" val="diagram"/>
  <p:tag name="KSO_WM_TEMPLATE_INDEX" val="20203892"/>
  <p:tag name="KSO_WM_UNIT_LAYERLEVEL" val="1"/>
  <p:tag name="KSO_WM_TAG_VERSION" val="1.0"/>
  <p:tag name="KSO_WM_BEAUTIFY_FLAG" val="#wm#"/>
  <p:tag name="KSO_WM_UNIT_BLOCK" val="0"/>
  <p:tag name="KSO_WM_UNIT_SM_LIMIT_TYPE" val="2"/>
  <p:tag name="KSO_WM_UNIT_DECORATE_INFO" val="{&quot;DecorateInfoX&quot;:{&quot;IsLeft&quot;:true,&quot;IsRight&quot;:false,&quot;IsAbs&quot;:true},&quot;DecorateInfoY&quot;:{&quot;IsTop&quot;:true,&quot;IsBottom&quot;:false,&quot;IsAbs&quot;:true}}"/>
  <p:tag name="KSO_WM_UNIT_FILL_FORE_SCHEMECOLOR_INDEX_BRIGHTNESS" val="0"/>
  <p:tag name="KSO_WM_UNIT_FILL_FORE_SCHEMECOLOR_INDEX" val="16"/>
  <p:tag name="KSO_WM_UNIT_FILL_TYPE" val="1"/>
  <p:tag name="KSO_WM_UNIT_SHADOW_SCHEMECOLOR_INDEX_BRIGHTNESS" val="0"/>
  <p:tag name="KSO_WM_UNIT_SHADOW_SCHEMECOLOR_INDEX" val="13"/>
  <p:tag name="KSO_WM_UNIT_TEXT_FILL_TYPE" val="1"/>
</p:tagLst>
</file>

<file path=ppt/tags/tag1732.xml><?xml version="1.0" encoding="utf-8"?>
<p:tagLst xmlns:p="http://schemas.openxmlformats.org/presentationml/2006/main">
  <p:tag name="KSO_WM_UNIT_TEXTBOXSTYLE_SHAPETYPE" val="1"/>
  <p:tag name="KSO_WM_UNIT_TEXTBOXSTYLE_ADJUSTLEFT" val="0_-29.09998"/>
  <p:tag name="KSO_WM_UNIT_TEXTBOXSTYLE_ADJUSTTOP" val="0_-63.95001"/>
  <p:tag name="KSO_WM_UNIT_TEXTBOXSTYLE_ADJUSTWIDTH" val="100_58.19998"/>
  <p:tag name="KSO_WM_UNIT_TEXTBOXSTYLE_ADJUSTHEIGTH" val="100_109.65"/>
  <p:tag name="KSO_WM_UNIT_HIGHLIGHT" val="0"/>
  <p:tag name="KSO_WM_UNIT_COMPATIBLE" val="0"/>
  <p:tag name="KSO_WM_UNIT_DIAGRAM_ISNUMVISUAL" val="0"/>
  <p:tag name="KSO_WM_UNIT_DIAGRAM_ISREFERUNIT" val="0"/>
  <p:tag name="KSO_WM_UNIT_TYPE" val="i"/>
  <p:tag name="KSO_WM_UNIT_INDEX" val="6"/>
  <p:tag name="KSO_WM_UNIT_ID" val="diagram20203892_1*i*6"/>
  <p:tag name="KSO_WM_TEMPLATE_CATEGORY" val="diagram"/>
  <p:tag name="KSO_WM_TEMPLATE_INDEX" val="20203892"/>
  <p:tag name="KSO_WM_UNIT_LAYERLEVEL" val="1"/>
  <p:tag name="KSO_WM_TAG_VERSION" val="1.0"/>
  <p:tag name="KSO_WM_BEAUTIFY_FLAG" val="#wm#"/>
  <p:tag name="KSO_WM_UNIT_BLOCK" val="0"/>
  <p:tag name="KSO_WM_UNIT_SM_LIMIT_TYPE" val="2"/>
  <p:tag name="KSO_WM_UNIT_DECORATE_INFO" val="{&quot;DecorateInfoX&quot;:{&quot;IsLeft&quot;:false,&quot;IsRight&quot;:true,&quot;IsAbs&quot;:true},&quot;DecorateInfoY&quot;:{&quot;IsTop&quot;:true,&quot;IsBottom&quot;:false,&quot;IsAbs&quot;:true}}"/>
  <p:tag name="KSO_WM_UNIT_FILL_FORE_SCHEMECOLOR_INDEX_BRIGHTNESS" val="0"/>
  <p:tag name="KSO_WM_UNIT_FILL_FORE_SCHEMECOLOR_INDEX" val="16"/>
  <p:tag name="KSO_WM_UNIT_FILL_TYPE" val="1"/>
  <p:tag name="KSO_WM_UNIT_SHADOW_SCHEMECOLOR_INDEX_BRIGHTNESS" val="0"/>
  <p:tag name="KSO_WM_UNIT_SHADOW_SCHEMECOLOR_INDEX" val="13"/>
  <p:tag name="KSO_WM_UNIT_TEXT_FILL_FORE_SCHEMECOLOR_INDEX_BRIGHTNESS" val="0"/>
  <p:tag name="KSO_WM_UNIT_TEXT_FILL_FORE_SCHEMECOLOR_INDEX" val="2"/>
  <p:tag name="KSO_WM_UNIT_TEXT_FILL_TYPE" val="1"/>
</p:tagLst>
</file>

<file path=ppt/tags/tag1733.xml><?xml version="1.0" encoding="utf-8"?>
<p:tagLst xmlns:p="http://schemas.openxmlformats.org/presentationml/2006/main">
  <p:tag name="KSO_WM_UNIT_TEXTBOXSTYLE_SHAPETYPE" val="1"/>
  <p:tag name="KSO_WM_UNIT_TEXTBOXSTYLE_ADJUSTLEFT" val="10_-35.445"/>
  <p:tag name="KSO_WM_UNIT_TEXTBOXSTYLE_ADJUSTTOP" val="0_-63.95001"/>
  <p:tag name="KSO_WM_UNIT_HIGHLIGHT" val="0"/>
  <p:tag name="KSO_WM_UNIT_COMPATIBLE" val="0"/>
  <p:tag name="KSO_WM_UNIT_DIAGRAM_ISNUMVISUAL" val="0"/>
  <p:tag name="KSO_WM_UNIT_DIAGRAM_ISREFERUNIT" val="0"/>
  <p:tag name="KSO_WM_UNIT_TYPE" val="i"/>
  <p:tag name="KSO_WM_UNIT_INDEX" val="7"/>
  <p:tag name="KSO_WM_UNIT_ID" val="diagram20203892_1*i*7"/>
  <p:tag name="KSO_WM_TEMPLATE_CATEGORY" val="diagram"/>
  <p:tag name="KSO_WM_TEMPLATE_INDEX" val="20203892"/>
  <p:tag name="KSO_WM_UNIT_LAYERLEVEL" val="1"/>
  <p:tag name="KSO_WM_TAG_VERSION" val="1.0"/>
  <p:tag name="KSO_WM_BEAUTIFY_FLAG" val="#wm#"/>
  <p:tag name="KSO_WM_UNIT_BLOCK" val="0"/>
  <p:tag name="KSO_WM_UNIT_SM_LIMIT_TYPE" val="1"/>
  <p:tag name="KSO_WM_UNIT_DECORATE_INFO" val="{&quot;DecorateInfoX&quot;:{&quot;IsLeft&quot;:true,&quot;IsRight&quot;:false,&quot;IsAbs&quot;:true},&quot;DecorateInfoY&quot;:{&quot;IsTop&quot;:true,&quot;IsBottom&quot;:false,&quot;IsAbs&quot;:true}}"/>
  <p:tag name="KSO_WM_UNIT_FILL_FORE_SCHEMECOLOR_INDEX_BRIGHTNESS" val="0.8"/>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1734.xml><?xml version="1.0" encoding="utf-8"?>
<p:tagLst xmlns:p="http://schemas.openxmlformats.org/presentationml/2006/main">
  <p:tag name="KSO_WM_UNIT_PRESET_TEXT" val="我们是致力于研究AI智能创作PPT的一个团队;&#10;我们潜心钻研幻灯片的演示规律与创作思路，希望通过人工智能解放用户双手，不仅高效，而且精准。"/>
  <p:tag name="KSO_WM_UNIT_NOCLEAR" val="0"/>
  <p:tag name="KSO_WM_UNIT_VALUE" val="85"/>
  <p:tag name="KSO_WM_UNIT_HIGHLIGHT" val="0"/>
  <p:tag name="KSO_WM_UNIT_COMPATIBLE" val="0"/>
  <p:tag name="KSO_WM_UNIT_DIAGRAM_ISNUMVISUAL" val="0"/>
  <p:tag name="KSO_WM_UNIT_DIAGRAM_ISREFERUNIT" val="0"/>
  <p:tag name="KSO_WM_UNIT_TYPE" val="f"/>
  <p:tag name="KSO_WM_UNIT_INDEX" val="1"/>
  <p:tag name="KSO_WM_UNIT_ID" val="diagram20203892_1*f*1"/>
  <p:tag name="KSO_WM_TEMPLATE_CATEGORY" val="diagram"/>
  <p:tag name="KSO_WM_TEMPLATE_INDEX" val="20203892"/>
  <p:tag name="KSO_WM_UNIT_LAYERLEVEL" val="1"/>
  <p:tag name="KSO_WM_TAG_VERSION" val="1.0"/>
  <p:tag name="KSO_WM_BEAUTIFY_FLAG" val="#wm#"/>
  <p:tag name="KSO_WM_UNIT_DEFAULT_FONT" val="16;20;2"/>
  <p:tag name="KSO_WM_UNIT_BLOCK" val="0"/>
  <p:tag name="KSO_WM_UNIT_TEXT_FILL_FORE_SCHEMECOLOR_INDEX_BRIGHTNESS" val="0.35"/>
  <p:tag name="KSO_WM_UNIT_TEXT_FILL_FORE_SCHEMECOLOR_INDEX" val="13"/>
  <p:tag name="KSO_WM_UNIT_TEXT_FILL_TYPE" val="1"/>
</p:tagLst>
</file>

<file path=ppt/tags/tag1735.xml><?xml version="1.0" encoding="utf-8"?>
<p:tagLst xmlns:p="http://schemas.openxmlformats.org/presentationml/2006/main">
  <p:tag name="KSO_WM_UNIT_ISCONTENTSTITLE" val="0"/>
  <p:tag name="KSO_WM_UNIT_NOCLEAR" val="0"/>
  <p:tag name="KSO_WM_UNIT_HIGHLIGHT" val="0"/>
  <p:tag name="KSO_WM_UNIT_COMPATIBLE" val="0"/>
  <p:tag name="KSO_WM_UNIT_DIAGRAM_ISNUMVISUAL" val="0"/>
  <p:tag name="KSO_WM_UNIT_DIAGRAM_ISREFERUNIT" val="0"/>
  <p:tag name="KSO_WM_UNIT_ID" val="diagram20203892_1*a*1"/>
  <p:tag name="KSO_WM_TEMPLATE_CATEGORY" val="diagram"/>
  <p:tag name="KSO_WM_TEMPLATE_INDEX" val="20203892"/>
  <p:tag name="KSO_WM_UNIT_LAYERLEVEL" val="1"/>
  <p:tag name="KSO_WM_TAG_VERSION" val="1.0"/>
  <p:tag name="KSO_WM_BEAUTIFY_FLAG" val="#wm#"/>
  <p:tag name="KSO_WM_UNIT_PRESET_TEXT" val="单击输入大标题"/>
  <p:tag name="KSO_WM_UNIT_VALUE" val="30"/>
  <p:tag name="KSO_WM_UNIT_TYPE" val="a"/>
  <p:tag name="KSO_WM_UNIT_INDEX" val="1"/>
  <p:tag name="KSO_WM_UNIT_DEFAULT_FONT" val="28;32;4"/>
  <p:tag name="KSO_WM_UNIT_BLOCK" val="0"/>
  <p:tag name="KSO_WM_UNIT_TEXT_FILL_FORE_SCHEMECOLOR_INDEX_BRIGHTNESS" val="0"/>
  <p:tag name="KSO_WM_UNIT_TEXT_FILL_FORE_SCHEMECOLOR_INDEX" val="14"/>
  <p:tag name="KSO_WM_UNIT_TEXT_FILL_TYPE" val="1"/>
</p:tagLst>
</file>

<file path=ppt/tags/tag17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8"/>
  <p:tag name="KSO_WM_UNIT_ID" val="diagram20203892_1*i*8"/>
  <p:tag name="KSO_WM_TEMPLATE_CATEGORY" val="diagram"/>
  <p:tag name="KSO_WM_TEMPLATE_INDEX" val="20203892"/>
  <p:tag name="KSO_WM_UNIT_LAYERLEVEL" val="1"/>
  <p:tag name="KSO_WM_TAG_VERSION" val="1.0"/>
  <p:tag name="KSO_WM_BEAUTIFY_FLAG" val="#wm#"/>
  <p:tag name="KSO_WM_UNIT_BLOCK" val="0"/>
  <p:tag name="KSO_WM_UNIT_SM_LIMIT_TYPE" val="1"/>
  <p:tag name="KSO_WM_UNIT_DECORATE_INFO" val="{&quot;DecorateInfoX&quot;:{&quot;IsLeft&quot;:true,&quot;IsRight&quot;:false,&quot;IsAbs&quot;:true},&quot;DecorateInfoY&quot;:{&quot;IsTop&quot;:true,&quot;IsBottom&quot;:false,&quot;IsAbs&quot;:true}}"/>
  <p:tag name="KSO_WM_UNIT_TEXT_FILL_TYPE" val="1"/>
</p:tagLst>
</file>

<file path=ppt/tags/tag17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diagram20203892_1*i*3"/>
  <p:tag name="KSO_WM_TEMPLATE_CATEGORY" val="diagram"/>
  <p:tag name="KSO_WM_TEMPLATE_INDEX" val="20203892"/>
  <p:tag name="KSO_WM_UNIT_LAYERLEVEL" val="1"/>
  <p:tag name="KSO_WM_TAG_VERSION" val="1.0"/>
  <p:tag name="KSO_WM_BEAUTIFY_FLAG" val="#wm#"/>
  <p:tag name="KSO_WM_UNIT_SM_LIMIT_TYPE" val="1"/>
  <p:tag name="KSO_WM_UNIT_FILL_FORE_SCHEMECOLOR_INDEX_BRIGHTNESS" val="-0.25"/>
  <p:tag name="KSO_WM_UNIT_FILL_FORE_SCHEMECOLOR_INDEX" val="8"/>
  <p:tag name="KSO_WM_UNIT_FILL_TYPE" val="1"/>
  <p:tag name="KSO_WM_UNIT_TEXT_FILL_TYPE" val="1"/>
</p:tagLst>
</file>

<file path=ppt/tags/tag17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
  <p:tag name="KSO_WM_UNIT_ID" val="diagram20203892_1*i*4"/>
  <p:tag name="KSO_WM_TEMPLATE_CATEGORY" val="diagram"/>
  <p:tag name="KSO_WM_TEMPLATE_INDEX" val="20203892"/>
  <p:tag name="KSO_WM_UNIT_LAYERLEVEL" val="1"/>
  <p:tag name="KSO_WM_TAG_VERSION" val="1.0"/>
  <p:tag name="KSO_WM_BEAUTIFY_FLAG" val="#wm#"/>
  <p:tag name="KSO_WM_UNIT_SM_LIMIT_TYPE" val="1"/>
  <p:tag name="KSO_WM_UNIT_FILL_FORE_SCHEMECOLOR_INDEX_BRIGHTNESS" val="-0.25"/>
  <p:tag name="KSO_WM_UNIT_FILL_FORE_SCHEMECOLOR_INDEX" val="8"/>
  <p:tag name="KSO_WM_UNIT_FILL_TYPE" val="1"/>
  <p:tag name="KSO_WM_UNIT_TEXT_FILL_TYPE" val="1"/>
</p:tagLst>
</file>

<file path=ppt/tags/tag17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5"/>
  <p:tag name="KSO_WM_UNIT_ID" val="diagram20203892_1*i*5"/>
  <p:tag name="KSO_WM_TEMPLATE_CATEGORY" val="diagram"/>
  <p:tag name="KSO_WM_TEMPLATE_INDEX" val="20203892"/>
  <p:tag name="KSO_WM_UNIT_LAYERLEVEL" val="1"/>
  <p:tag name="KSO_WM_TAG_VERSION" val="1.0"/>
  <p:tag name="KSO_WM_BEAUTIFY_FLAG" val="#wm#"/>
  <p:tag name="KSO_WM_UNIT_SM_LIMIT_TYPE" val="1"/>
  <p:tag name="KSO_WM_UNIT_FILL_FORE_SCHEMECOLOR_INDEX_BRIGHTNESS" val="-0.25"/>
  <p:tag name="KSO_WM_UNIT_FILL_FORE_SCHEMECOLOR_INDEX" val="8"/>
  <p:tag name="KSO_WM_UNIT_FILL_TYPE" val="1"/>
  <p:tag name="KSO_WM_UNIT_TEXT_FILL_TYPE" val="1"/>
</p:tagLst>
</file>

<file path=ppt/tags/tag17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03892_1*d*1"/>
  <p:tag name="KSO_WM_TEMPLATE_CATEGORY" val="diagram"/>
  <p:tag name="KSO_WM_TEMPLATE_INDEX" val="20203892"/>
  <p:tag name="KSO_WM_UNIT_LAYERLEVEL" val="1"/>
  <p:tag name="KSO_WM_TAG_VERSION" val="1.0"/>
  <p:tag name="KSO_WM_BEAUTIFY_FLAG" val="#wm#"/>
  <p:tag name="KSO_WM_UNIT_PLACING_PICTURE_INFO" val="{&quot;full_picture&quot;:false,&quot;last_crop_picture&quot;:&quot;1-1&quot;,&quot;selected&quot;:&quot;1-1&quot;,&quot;spacing&quot;:6}"/>
  <p:tag name="KSO_WM_UNIT_VALUE" val="1016*1355"/>
  <p:tag name="KSO_WM_UNIT_TYPE" val="d"/>
  <p:tag name="KSO_WM_UNIT_INDEX" val="1"/>
  <p:tag name="KSO_WM_UNIT_SUPPORT_UNIT_TYPE" val="[&quot;all&quot;]"/>
  <p:tag name="KSO_WM_UNIT_BLOCK" val="0"/>
  <p:tag name="REFSHAPE" val="379398164"/>
</p:tagLst>
</file>

<file path=ppt/tags/tag1741.xml><?xml version="1.0" encoding="utf-8"?>
<p:tagLst xmlns:p="http://schemas.openxmlformats.org/presentationml/2006/main">
  <p:tag name="KSO_WM_BEAUTIFY_FLAG" val="#wm#"/>
  <p:tag name="KSO_WM_TEMPLATE_CATEGORY" val="diagram"/>
  <p:tag name="KSO_WM_TEMPLATE_INDEX" val="20203892"/>
  <p:tag name="KSO_WM_SLIDE_ID" val="diagram20203892_1"/>
  <p:tag name="KSO_WM_TEMPLATE_SUBCATEGORY" val="11"/>
  <p:tag name="KSO_WM_TEMPLATE_MASTER_TYPE" val="0"/>
  <p:tag name="KSO_WM_TEMPLATE_COLOR_TYPE" val="1"/>
  <p:tag name="KSO_WM_SLIDE_TYPE" val="text"/>
  <p:tag name="KSO_WM_SLIDE_SUBTYPE" val="picTxt"/>
  <p:tag name="KSO_WM_SLIDE_ITEM_CNT" val="0"/>
  <p:tag name="KSO_WM_SLIDE_INDEX" val="1"/>
  <p:tag name="KSO_WM_SLIDE_SIZE" val="960*508"/>
  <p:tag name="KSO_WM_SLIDE_POSITION" val="0*0"/>
  <p:tag name="KSO_WM_TAG_VERSION" val="1.0"/>
  <p:tag name="KSO_WM_SLIDE_LAYOUT" val="a_d_f_i"/>
  <p:tag name="KSO_WM_SLIDE_LAYOUT_CNT" val="1_1_1_1"/>
  <p:tag name="KSO_WM_SLIDE_BK_DARK_LIGHT" val="2"/>
  <p:tag name="KSO_WM_SLIDE_BACKGROUND_TYPE" val="navigation"/>
  <p:tag name="KSO_WM_SLIDE_LAYOUT_INFO" val="{&#10;    &quot;backgroundInfo&quot;: [&#10;        {&#10;            &quot;bottom&quot;: 0,&#10;            &quot;bottomAbs&quot;: false,&#10;            &quot;left&quot;: 0,&#10;            &quot;leftAbs&quot;: false,&#10;            &quot;right&quot;: 0,&#10;            &quot;rightAbs&quot;: false,&#10;            &quot;top&quot;: 0,&#10;            &quot;topAbs&quot;: false,&#10;            &quot;type&quot;: &quot;general&quot;&#10;        }&#10;    ],&#10;    &quot;id&quot;: &quot;2020-04-07T09:35:14&quot;,&#10;    &quot;maxSize&quot;: {&#10;        &quot;size1&quot;: 13.5&#10;    },&#10;    &quot;minSize&quot;: {&#10;        &quot;size1&quot;: 13.5&#10;    },&#10;    &quot;normalSize&quot;: {&#10;        &quot;size1&quot;: 13.5&#10;    },&#10;    &quot;subLayout&quot;: [&#10;        {&#10;            &quot;backgroundInfo&quot;: [&#10;                {&#10;                    &quot;bottom&quot;: 0,&#10;                    &quot;bottomAbs&quot;: false,&#10;                    &quot;left&quot;: 0,&#10;                    &quot;leftAbs&quot;: false,&#10;                    &quot;right&quot;: 0,&#10;                    &quot;rightAbs&quot;: false,&#10;                    &quot;top&quot;: 0,&#10;                    &quot;topAbs&quot;: false,&#10;                    &quot;type&quot;: &quot;navigation&quot;&#10;                }&#10;            ],&#10;            &quot;id&quot;: &quot;2020-04-07T09:35:14&quot;,&#10;            &quot;margin&quot;: {&#10;                &quot;bottom&quot;: 0.43000000715255737,&#10;                &quot;left&quot;: 1.690000057220459,&#10;                &quot;right&quot;: 1.690000057220459,&#10;                &quot;top&quot;: 0.43000000715255737&#10;            },&#10;            &quot;type&quot;: 0&#10;        },&#10;        {&#10;            &quot;direction&quot;: 1,&#10;            &quot;id&quot;: &quot;2020-04-07T09:35:14&quot;,&#10;            &quot;maxSize&quot;: {&#10;                &quot;size1&quot;: 71&#10;            },&#10;            &quot;minSize&quot;: {&#10;                &quot;size1&quot;: 40.299999999999997&#10;            },&#10;            &quot;normalSize&quot;: {&#10;                &quot;size1&quot;: 44.537500000000009&#10;            },&#10;            &quot;subLayout&quot;: [&#10;                {&#10;                    &quot;id&quot;: &quot;2020-04-07T09:35:14&quot;,&#10;                    &quot;margin&quot;: {&#10;                        &quot;bottom&quot;: 5.8600001335144043,&#10;                        &quot;left&quot;: 2.5499999523162842,&#10;                        &quot;right&quot;: 2.9600000381469727,&#10;                        &quot;top&quot;: 4.1100001335144043&#10;                    },&#10;                    &quot;type&quot;: 0&#10;                },&#10;                {&#10;                    &quot;id&quot;: &quot;2020-04-07T09:35:14&quot;,&#10;                    &quot;margin&quot;: {&#10;                        &quot;bottom&quot;: 4.0399999618530273,&#10;                        &quot;left&quot;: 0.026000002399086952,&#10;                        &quot;right&quot;: 2.130000114440918,&#10;                        &quot;top&quot;: 2.2690002918243408&#10;                    },&#10;                    &quot;type&quot;: 0&#10;                }&#10;            ],&#10;            &quot;type&quot;: 0&#10;        }&#10;    ],&#10;    &quot;type&quot;: 0&#10;}&#10;"/>
  <p:tag name="KSO_WM_SLIDE_CAN_ADD_NAVIGATION" val="1"/>
  <p:tag name="KSO_WM_SLIDE_BACKGROUND" val="[&quot;general&quot;,&quot;navigation&quot;]"/>
  <p:tag name="KSO_WM_SLIDE_RATIO" val="1.777778"/>
</p:tagLst>
</file>

<file path=ppt/tags/tag17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_12*i*1"/>
  <p:tag name="KSO_WM_UNIT_LAYERLEVEL" val="1"/>
  <p:tag name="KSO_WM_TAG_VERSION" val="1.0"/>
  <p:tag name="KSO_WM_BEAUTIFY_FLAG" val="#wm#"/>
  <p:tag name="KSO_WM_SLIDE_BACKGROUND_TYPE" val="general"/>
  <p:tag name="KSO_WM_SLIDE_BK_DARK_LIGHT" val="2"/>
</p:tagLst>
</file>

<file path=ppt/tags/tag17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diagram20202878_1*i*2"/>
  <p:tag name="KSO_WM_TEMPLATE_CATEGORY" val="diagram"/>
  <p:tag name="KSO_WM_TEMPLATE_INDEX" val="20202878"/>
  <p:tag name="KSO_WM_UNIT_LAYERLEVEL" val="1"/>
  <p:tag name="KSO_WM_TAG_VERSION" val="1.0"/>
  <p:tag name="KSO_WM_BEAUTIFY_FLAG" val="#wm#"/>
  <p:tag name="KSO_WM_UNIT_FILL_FORE_SCHEMECOLOR_INDEX_BRIGHTNESS" val="0.4"/>
  <p:tag name="KSO_WM_UNIT_FILL_FORE_SCHEMECOLOR_INDEX" val="6"/>
  <p:tag name="KSO_WM_UNIT_FILL_TYPE" val="1"/>
  <p:tag name="KSO_WM_UNIT_TEXT_FILL_FORE_SCHEMECOLOR_INDEX_BRIGHTNESS" val="0"/>
  <p:tag name="KSO_WM_UNIT_TEXT_FILL_FORE_SCHEMECOLOR_INDEX" val="13"/>
  <p:tag name="KSO_WM_UNIT_TEXT_FILL_TYPE" val="1"/>
</p:tagLst>
</file>

<file path=ppt/tags/tag1744.xml><?xml version="1.0" encoding="utf-8"?>
<p:tagLst xmlns:p="http://schemas.openxmlformats.org/presentationml/2006/main">
  <p:tag name="KSO_WM_UNIT_ISCONTENTSTITLE" val="0"/>
  <p:tag name="KSO_WM_UNIT_NOCLEAR" val="0"/>
  <p:tag name="KSO_WM_UNIT_VALUE" val="16"/>
  <p:tag name="KSO_WM_UNIT_HIGHLIGHT" val="0"/>
  <p:tag name="KSO_WM_UNIT_COMPATIBLE" val="0"/>
  <p:tag name="KSO_WM_UNIT_DIAGRAM_ISNUMVISUAL" val="0"/>
  <p:tag name="KSO_WM_UNIT_DIAGRAM_ISREFERUNIT" val="0"/>
  <p:tag name="KSO_WM_UNIT_TYPE" val="a"/>
  <p:tag name="KSO_WM_UNIT_INDEX" val="1"/>
  <p:tag name="KSO_WM_UNIT_ID" val="diagram20202878_1*a*1"/>
  <p:tag name="KSO_WM_TEMPLATE_CATEGORY" val="diagram"/>
  <p:tag name="KSO_WM_TEMPLATE_INDEX" val="20202878"/>
  <p:tag name="KSO_WM_UNIT_LAYERLEVEL" val="1"/>
  <p:tag name="KSO_WM_TAG_VERSION" val="1.0"/>
  <p:tag name="KSO_WM_BEAUTIFY_FLAG" val="#wm#"/>
  <p:tag name="KSO_WM_UNIT_PRESET_TEXT" val="户外拓展训练目的"/>
  <p:tag name="KSO_WM_UNIT_TEXT_FILL_FORE_SCHEMECOLOR_INDEX_BRIGHTNESS" val="0.25"/>
  <p:tag name="KSO_WM_UNIT_TEXT_FILL_FORE_SCHEMECOLOR_INDEX" val="13"/>
  <p:tag name="KSO_WM_UNIT_TEXT_FILL_TYPE" val="1"/>
</p:tagLst>
</file>

<file path=ppt/tags/tag1745.xml><?xml version="1.0" encoding="utf-8"?>
<p:tagLst xmlns:p="http://schemas.openxmlformats.org/presentationml/2006/main">
  <p:tag name="KSO_WM_UNIT_ISCONTENTSTITLE" val="0"/>
  <p:tag name="KSO_WM_UNIT_NOCLEAR" val="0"/>
  <p:tag name="KSO_WM_UNIT_VALUE" val="76"/>
  <p:tag name="KSO_WM_UNIT_HIGHLIGHT" val="0"/>
  <p:tag name="KSO_WM_UNIT_COMPATIBLE" val="0"/>
  <p:tag name="KSO_WM_UNIT_DIAGRAM_ISNUMVISUAL" val="0"/>
  <p:tag name="KSO_WM_UNIT_DIAGRAM_ISREFERUNIT" val="0"/>
  <p:tag name="KSO_WM_UNIT_TYPE" val="f"/>
  <p:tag name="KSO_WM_UNIT_INDEX" val="1"/>
  <p:tag name="KSO_WM_UNIT_ID" val="diagram20202878_1*f*1"/>
  <p:tag name="KSO_WM_TEMPLATE_CATEGORY" val="diagram"/>
  <p:tag name="KSO_WM_TEMPLATE_INDEX" val="20202878"/>
  <p:tag name="KSO_WM_UNIT_LAYERLEVEL" val="1"/>
  <p:tag name="KSO_WM_TAG_VERSION" val="1.0"/>
  <p:tag name="KSO_WM_BEAUTIFY_FLAG" val="#wm#"/>
  <p:tag name="KSO_WM_UNIT_PRESET_TEXT" val="户外拓展训练通常利用崇山峻岭、翰海大川等自然环境，通过精心设计的活动达到&quot;磨练意志、陶冶情操、完善人格、熔炼团队&quot;的拓展培训目的。"/>
  <p:tag name="KSO_WM_UNIT_TEXT_FILL_FORE_SCHEMECOLOR_INDEX_BRIGHTNESS" val="0.25"/>
  <p:tag name="KSO_WM_UNIT_TEXT_FILL_FORE_SCHEMECOLOR_INDEX" val="13"/>
  <p:tag name="KSO_WM_UNIT_TEXT_FILL_TYPE" val="1"/>
</p:tagLst>
</file>

<file path=ppt/tags/tag17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diagram20202878_1*i*3"/>
  <p:tag name="KSO_WM_TEMPLATE_CATEGORY" val="diagram"/>
  <p:tag name="KSO_WM_TEMPLATE_INDEX" val="20202878"/>
  <p:tag name="KSO_WM_UNIT_LAYERLEVEL" val="1"/>
  <p:tag name="KSO_WM_TAG_VERSION" val="1.0"/>
  <p:tag name="KSO_WM_BEAUTIFY_FLAG" val="#wm#"/>
  <p:tag name="KSO_WM_UNIT_FILL_FORE_SCHEMECOLOR_INDEX_BRIGHTNESS" val="0.4"/>
  <p:tag name="KSO_WM_UNIT_FILL_FORE_SCHEMECOLOR_INDEX" val="6"/>
  <p:tag name="KSO_WM_UNIT_FILL_TYPE" val="1"/>
  <p:tag name="KSO_WM_UNIT_TEXT_FILL_FORE_SCHEMECOLOR_INDEX_BRIGHTNESS" val="0"/>
  <p:tag name="KSO_WM_UNIT_TEXT_FILL_FORE_SCHEMECOLOR_INDEX" val="13"/>
  <p:tag name="KSO_WM_UNIT_TEXT_FILL_TYPE" val="1"/>
</p:tagLst>
</file>

<file path=ppt/tags/tag17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02878_1*i*1"/>
  <p:tag name="KSO_WM_TEMPLATE_CATEGORY" val="diagram"/>
  <p:tag name="KSO_WM_TEMPLATE_INDEX" val="20202878"/>
  <p:tag name="KSO_WM_UNIT_LAYERLEVEL" val="1"/>
  <p:tag name="KSO_WM_TAG_VERSION" val="1.0"/>
  <p:tag name="KSO_WM_BEAUTIFY_FLAG" val="#wm#"/>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13"/>
  <p:tag name="KSO_WM_UNIT_TEXT_FILL_TYPE" val="1"/>
</p:tagLst>
</file>

<file path=ppt/tags/tag17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
  <p:tag name="KSO_WM_UNIT_ID" val="diagram20202878_1*i*4"/>
  <p:tag name="KSO_WM_TEMPLATE_CATEGORY" val="diagram"/>
  <p:tag name="KSO_WM_TEMPLATE_INDEX" val="20202878"/>
  <p:tag name="KSO_WM_UNIT_LAYERLEVEL" val="1"/>
  <p:tag name="KSO_WM_TAG_VERSION" val="1.0"/>
  <p:tag name="KSO_WM_BEAUTIFY_FLAG" val="#wm#"/>
  <p:tag name="KSO_WM_UNIT_LINE_FORE_SCHEMECOLOR_INDEX_BRIGHTNESS" val="0.4"/>
  <p:tag name="KSO_WM_UNIT_LINE_FORE_SCHEMECOLOR_INDEX" val="7"/>
  <p:tag name="KSO_WM_UNIT_LINE_FILL_TYPE" val="2"/>
</p:tagLst>
</file>

<file path=ppt/tags/tag17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5"/>
  <p:tag name="KSO_WM_UNIT_ID" val="diagram20202878_1*i*5"/>
  <p:tag name="KSO_WM_TEMPLATE_CATEGORY" val="diagram"/>
  <p:tag name="KSO_WM_TEMPLATE_INDEX" val="20202878"/>
  <p:tag name="KSO_WM_UNIT_LAYERLEVEL" val="1"/>
  <p:tag name="KSO_WM_TAG_VERSION" val="1.0"/>
  <p:tag name="KSO_WM_BEAUTIFY_FLAG" val="#wm#"/>
  <p:tag name="KSO_WM_UNIT_LINE_FORE_SCHEMECOLOR_INDEX_BRIGHTNESS" val="0.4"/>
  <p:tag name="KSO_WM_UNIT_LINE_FORE_SCHEMECOLOR_INDEX" val="7"/>
  <p:tag name="KSO_WM_UNIT_LINE_FILL_TYPE" val="2"/>
</p:tagLst>
</file>

<file path=ppt/tags/tag1750.xml><?xml version="1.0" encoding="utf-8"?>
<p:tagLst xmlns:p="http://schemas.openxmlformats.org/presentationml/2006/main">
  <p:tag name="KSO_WM_BEAUTIFY_FLAG" val="#wm#"/>
  <p:tag name="KSO_WM_TEMPLATE_CATEGORY" val="diagram"/>
  <p:tag name="KSO_WM_TEMPLATE_INDEX" val="20202878"/>
  <p:tag name="KSO_WM_SLIDE_ID" val="diagram20202878_1"/>
  <p:tag name="KSO_WM_TEMPLATE_SUBCATEGORY" val="0"/>
  <p:tag name="KSO_WM_TEMPLATE_MASTER_TYPE" val="0"/>
  <p:tag name="KSO_WM_TEMPLATE_COLOR_TYPE" val="1"/>
  <p:tag name="KSO_WM_SLIDE_TYPE" val="text"/>
  <p:tag name="KSO_WM_SLIDE_SUBTYPE" val="pureTxt"/>
  <p:tag name="KSO_WM_SLIDE_ITEM_CNT" val="0"/>
  <p:tag name="KSO_WM_SLIDE_INDEX" val="1"/>
  <p:tag name="KSO_WM_SLIDE_SIZE" val="1005*539"/>
  <p:tag name="KSO_WM_SLIDE_POSITION" val="-8*0"/>
  <p:tag name="KSO_WM_TAG_VERSION" val="1.0"/>
  <p:tag name="KSO_WM_SLIDE_LAYOUT" val="a_f"/>
  <p:tag name="KSO_WM_SLIDE_LAYOUT_CNT" val="1_1"/>
  <p:tag name="KSO_WM_SLIDE_BK_DARK_LIGHT" val="2"/>
  <p:tag name="KSO_WM_SLIDE_BACKGROUND_TYPE" val="general"/>
</p:tagLst>
</file>

<file path=ppt/tags/tag17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h"/>
  <p:tag name="KSO_WM_UNIT_TYPE" val="i"/>
  <p:tag name="KSO_WM_UNIT_INDEX" val="1"/>
  <p:tag name="KSO_WM_UNIT_ID" val="_14*i*1"/>
  <p:tag name="KSO_WM_UNIT_BK_DARK_LIGHT" val="2"/>
  <p:tag name="KSO_WM_UNIT_LAYERLEVEL" val="1"/>
  <p:tag name="KSO_WM_TAG_VERSION" val="1.0"/>
  <p:tag name="KSO_WM_BEAUTIFY_FLAG" val="#wm#"/>
  <p:tag name="KSO_WM_SLIDE_BACKGROUND_TYPE" val="leftRight"/>
  <p:tag name="KSO_WM_SLIDE_BK_DARK_LIGHT" val="2"/>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2"/>
  <p:tag name="KSO_WM_UNIT_TEXT_FILL_TYPE" val="1"/>
</p:tagLst>
</file>

<file path=ppt/tags/tag1752.xml><?xml version="1.0" encoding="utf-8"?>
<p:tagLst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UNIT_TYPE" val="i"/>
</p:tagLst>
</file>

<file path=ppt/tags/tag1753.xml><?xml version="1.0" encoding="utf-8"?>
<p:tagLst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1754.xml><?xml version="1.0" encoding="utf-8"?>
<p:tagLst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1755.xml><?xml version="1.0" encoding="utf-8"?>
<p:tagLst xmlns:p="http://schemas.openxmlformats.org/presentationml/2006/main">
  <p:tag name="KSO_WM_UNIT_ISCONTENTSTITLE" val="0"/>
  <p:tag name="KSO_WM_UNIT_PRESET_TEXT" val="我们是致力于研究AI智能创作PPT的一个团队;&#10;我们潜心钻研幻灯片的演示规律与创作思路，希望通过人工智能解放用户双手，不仅高效，且精准。…"/>
  <p:tag name="KSO_WM_UNIT_NOCLEAR" val="0"/>
  <p:tag name="KSO_WM_UNIT_VALUE" val="84"/>
  <p:tag name="KSO_WM_UNIT_HIGHLIGHT" val="0"/>
  <p:tag name="KSO_WM_UNIT_COMPATIBLE" val="0"/>
  <p:tag name="KSO_WM_UNIT_DIAGRAM_ISNUMVISUAL" val="0"/>
  <p:tag name="KSO_WM_UNIT_DIAGRAM_ISREFERUNIT" val="0"/>
  <p:tag name="KSO_WM_UNIT_TYPE" val="f"/>
  <p:tag name="KSO_WM_UNIT_INDEX" val="1"/>
  <p:tag name="KSO_WM_UNIT_ID" val="diagram20203404_1*f*1"/>
  <p:tag name="KSO_WM_TEMPLATE_CATEGORY" val="diagram"/>
  <p:tag name="KSO_WM_TEMPLATE_INDEX" val="20203404"/>
  <p:tag name="KSO_WM_UNIT_LAYERLEVEL" val="1"/>
  <p:tag name="KSO_WM_TAG_VERSION" val="1.0"/>
  <p:tag name="KSO_WM_BEAUTIFY_FLAG" val="#wm#"/>
  <p:tag name="KSO_WM_UNIT_DEFAULT_FONT" val="14;18;2"/>
  <p:tag name="KSO_WM_UNIT_BLOCK" val="0"/>
  <p:tag name="KSO_WM_UNIT_TEXT_FILL_FORE_SCHEMECOLOR_INDEX_BRIGHTNESS" val="0.25"/>
  <p:tag name="KSO_WM_UNIT_TEXT_FILL_FORE_SCHEMECOLOR_INDEX" val="13"/>
  <p:tag name="KSO_WM_UNIT_TEXT_FILL_TYPE" val="1"/>
</p:tagLst>
</file>

<file path=ppt/tags/tag17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03404_1*i*1"/>
  <p:tag name="KSO_WM_TEMPLATE_CATEGORY" val="diagram"/>
  <p:tag name="KSO_WM_TEMPLATE_INDEX" val="20203404"/>
  <p:tag name="KSO_WM_UNIT_LAYERLEVEL" val="1"/>
  <p:tag name="KSO_WM_TAG_VERSION" val="1.0"/>
  <p:tag name="KSO_WM_BEAUTIFY_FLAG" val="#wm#"/>
  <p:tag name="KSO_WM_UNIT_BLOCK" val="0"/>
  <p:tag name="KSO_WM_UNIT_SM_LIMIT_TYPE" val="1"/>
  <p:tag name="KSO_WM_UNIT_FILL_FORE_SCHEMECOLOR_INDEX_BRIGHTNESS" val="0"/>
  <p:tag name="KSO_WM_UNIT_FILL_FORE_SCHEMECOLOR_INDEX" val="5"/>
  <p:tag name="KSO_WM_UNIT_FILL_TYPE" val="1"/>
  <p:tag name="KSO_WM_UNIT_TEXT_FILL_TYPE" val="1"/>
</p:tagLst>
</file>

<file path=ppt/tags/tag1757.xml><?xml version="1.0" encoding="utf-8"?>
<p:tagLst xmlns:p="http://schemas.openxmlformats.org/presentationml/2006/main">
  <p:tag name="KSO_WM_UNIT_NOCLEAR" val="0"/>
  <p:tag name="KSO_WM_UNIT_HIGHLIGHT" val="0"/>
  <p:tag name="KSO_WM_UNIT_COMPATIBLE" val="0"/>
  <p:tag name="KSO_WM_UNIT_DIAGRAM_ISNUMVISUAL" val="0"/>
  <p:tag name="KSO_WM_UNIT_DIAGRAM_ISREFERUNIT" val="0"/>
  <p:tag name="KSO_WM_UNIT_TYPE" val="i"/>
  <p:tag name="KSO_WM_UNIT_INDEX" val="5"/>
  <p:tag name="KSO_WM_UNIT_ID" val="diagram20203404_1*i*5"/>
  <p:tag name="KSO_WM_TEMPLATE_CATEGORY" val="diagram"/>
  <p:tag name="KSO_WM_TEMPLATE_INDEX" val="20203404"/>
  <p:tag name="KSO_WM_UNIT_LAYERLEVEL" val="1"/>
  <p:tag name="KSO_WM_TAG_VERSION" val="1.0"/>
  <p:tag name="KSO_WM_BEAUTIFY_FLAG" val="#wm#"/>
  <p:tag name="KSO_WM_UNIT_BLOCK" val="0"/>
  <p:tag name="KSO_WM_UNIT_SM_LIMIT_TYPE" val="1"/>
  <p:tag name="KSO_WM_UNIT_TEXT_FILL_FORE_SCHEMECOLOR_INDEX_BRIGHTNESS" val="0"/>
  <p:tag name="KSO_WM_UNIT_TEXT_FILL_FORE_SCHEMECOLOR_INDEX" val="14"/>
  <p:tag name="KSO_WM_UNIT_TEXT_FILL_TYPE" val="1"/>
</p:tagLst>
</file>

<file path=ppt/tags/tag17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diagram20203404_1*i*3"/>
  <p:tag name="KSO_WM_TEMPLATE_CATEGORY" val="diagram"/>
  <p:tag name="KSO_WM_TEMPLATE_INDEX" val="20203404"/>
  <p:tag name="KSO_WM_UNIT_LAYERLEVEL" val="1"/>
  <p:tag name="KSO_WM_TAG_VERSION" val="1.0"/>
  <p:tag name="KSO_WM_BEAUTIFY_FLAG" val="#wm#"/>
  <p:tag name="KSO_WM_UNIT_BLOCK" val="0"/>
  <p:tag name="KSO_WM_UNIT_SM_LIMIT_TYPE" val="1"/>
  <p:tag name="KSO_WM_UNIT_TEXT_FILL_FORE_SCHEMECOLOR_INDEX_BRIGHTNESS" val="0"/>
  <p:tag name="KSO_WM_UNIT_TEXT_FILL_FORE_SCHEMECOLOR_INDEX" val="5"/>
  <p:tag name="KSO_WM_UNIT_TEXT_FILL_TYPE" val="1"/>
</p:tagLst>
</file>

<file path=ppt/tags/tag17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
  <p:tag name="KSO_WM_UNIT_ID" val="diagram20203404_1*i*4"/>
  <p:tag name="KSO_WM_TEMPLATE_CATEGORY" val="diagram"/>
  <p:tag name="KSO_WM_TEMPLATE_INDEX" val="20203404"/>
  <p:tag name="KSO_WM_UNIT_LAYERLEVEL" val="1"/>
  <p:tag name="KSO_WM_TAG_VERSION" val="1.0"/>
  <p:tag name="KSO_WM_BEAUTIFY_FLAG" val="#wm#"/>
  <p:tag name="KSO_WM_UNIT_BLOCK" val="0"/>
  <p:tag name="KSO_WM_UNIT_SM_LIMIT_TYPE" val="2"/>
  <p:tag name="KSO_WM_UNIT_DECORATE_INFO" val="{&quot;DecorateInfoX&quot;:{&quot;IsLeft&quot;:true,&quot;IsRight&quot;:false,&quot;IsAbs&quot;:true},&quot;DecorateInfoY&quot;:{&quot;IsTop&quot;:false,&quot;IsBottom&quot;:true,&quot;IsAbs&quot;:true}}"/>
  <p:tag name="KSO_WM_UNIT_FILL_FORE_SCHEMECOLOR_INDEX_BRIGHTNESS" val="0"/>
  <p:tag name="KSO_WM_UNIT_FILL_FORE_SCHEMECOLOR_INDEX" val="16"/>
  <p:tag name="KSO_WM_UNIT_FILL_TYPE" val="1"/>
  <p:tag name="KSO_WM_UNIT_SHADOW_SCHEMECOLOR_INDEX_BRIGHTNESS" val="0.05"/>
  <p:tag name="KSO_WM_UNIT_SHADOW_SCHEMECOLOR_INDEX" val="13"/>
  <p:tag name="KSO_WM_UNIT_TEXT_FILL_TYPE" val="1"/>
</p:tagLst>
</file>

<file path=ppt/tags/tag1760.xml><?xml version="1.0" encoding="utf-8"?>
<p:tagLst xmlns:p="http://schemas.openxmlformats.org/presentationml/2006/main">
  <p:tag name="KSO_WM_UNIT_VALUE" val="988*1791"/>
  <p:tag name="KSO_WM_UNIT_HIGHLIGHT" val="0"/>
  <p:tag name="KSO_WM_UNIT_COMPATIBLE" val="0"/>
  <p:tag name="KSO_WM_UNIT_DIAGRAM_ISNUMVISUAL" val="0"/>
  <p:tag name="KSO_WM_UNIT_DIAGRAM_ISREFERUNIT" val="0"/>
  <p:tag name="KSO_WM_UNIT_TYPE" val="d"/>
  <p:tag name="KSO_WM_UNIT_INDEX" val="1"/>
  <p:tag name="KSO_WM_UNIT_ID" val="diagram20203404_1*d*1"/>
  <p:tag name="KSO_WM_TEMPLATE_CATEGORY" val="diagram"/>
  <p:tag name="KSO_WM_TEMPLATE_INDEX" val="20203404"/>
  <p:tag name="KSO_WM_UNIT_SUPPORT_UNIT_TYPE" val="[&quot;all&quot;]"/>
  <p:tag name="KSO_WM_UNIT_LAYERLEVEL" val="1"/>
  <p:tag name="KSO_WM_TAG_VERSION" val="1.0"/>
  <p:tag name="KSO_WM_BEAUTIFY_FLAG" val="#wm#"/>
  <p:tag name="KSO_WM_UNIT_BLOCK" val="0"/>
  <p:tag name="KSO_WM_UNIT_SM_LIMIT_TYPE" val="1"/>
  <p:tag name="KSO_WM_UNIT_PLACING_PICTURE_USER_VIEWPORT" val="{&quot;height&quot;:5607.0188976377949,&quot;width&quot;:8384.6610706931988}"/>
  <p:tag name="KSO_WM_UNIT_PLACING_PICTURE_USER_RELATIVERECTANGLE" val="{&quot;bottom&quot;:0,&quot;left&quot;:0,&quot;right&quot;:0,&quot;top&quot;:0}"/>
  <p:tag name="KSO_WM_UNIT_PLACING_PICTURE_COLLAGE_RELATIVERECTANGLE" val="{&quot;bottom&quot;:0.087496854089463699,&quot;left&quot;:0,&quot;right&quot;:0,&quot;top&quot;:0.087496854089463699}"/>
  <p:tag name="KSO_WM_UNIT_PLACING_PICTURE_COLLAGE_VIEWPORT" val="{&quot;height&quot;:5607.0188976377949,&quot;width&quot;:10163.148031496061}"/>
  <p:tag name="KSO_WM_UNIT_PLACING_PICTURE_INFO" val="{&quot;code&quot;:&quot;[1]&quot;,&quot;full_picture&quot;:false,&quot;last_crop_picture&quot;:&quot;[1]&quot;,&quot;scheme&quot;:&quot;1-1&quot;,&quot;spacing&quot;:5}"/>
  <p:tag name="KSO_WM_UNIT_PLACING_PICTURE" val="151114.645"/>
  <p:tag name="REFSHAPE" val="305224684"/>
</p:tagLst>
</file>

<file path=ppt/tags/tag1761.xml><?xml version="1.0" encoding="utf-8"?>
<p:tagLst xmlns:p="http://schemas.openxmlformats.org/presentationml/2006/main">
  <p:tag name="KSO_WM_UNIT_ISCONTENTSTITLE" val="0"/>
  <p:tag name="KSO_WM_UNIT_PRESET_TEXT" val="点击此处添加大标题"/>
  <p:tag name="KSO_WM_UNIT_NOCLEAR" val="0"/>
  <p:tag name="KSO_WM_UNIT_VALUE" val="16"/>
  <p:tag name="KSO_WM_UNIT_HIGHLIGHT" val="0"/>
  <p:tag name="KSO_WM_UNIT_COMPATIBLE" val="0"/>
  <p:tag name="KSO_WM_UNIT_DIAGRAM_ISNUMVISUAL" val="0"/>
  <p:tag name="KSO_WM_UNIT_DIAGRAM_ISREFERUNIT" val="0"/>
  <p:tag name="KSO_WM_UNIT_TYPE" val="a"/>
  <p:tag name="KSO_WM_UNIT_INDEX" val="1"/>
  <p:tag name="KSO_WM_UNIT_ID" val="diagram20203404_1*a*1"/>
  <p:tag name="KSO_WM_TEMPLATE_CATEGORY" val="diagram"/>
  <p:tag name="KSO_WM_TEMPLATE_INDEX" val="20203404"/>
  <p:tag name="KSO_WM_UNIT_LAYERLEVEL" val="1"/>
  <p:tag name="KSO_WM_TAG_VERSION" val="1.0"/>
  <p:tag name="KSO_WM_BEAUTIFY_FLAG" val="#wm#"/>
  <p:tag name="KSO_WM_UNIT_DEFAULT_FONT" val="36;44;4"/>
  <p:tag name="KSO_WM_UNIT_BLOCK" val="0"/>
  <p:tag name="KSO_WM_UNIT_TEXT_FILL_FORE_SCHEMECOLOR_INDEX_BRIGHTNESS" val="0"/>
  <p:tag name="KSO_WM_UNIT_TEXT_FILL_FORE_SCHEMECOLOR_INDEX" val="14"/>
  <p:tag name="KSO_WM_UNIT_TEXT_FILL_TYPE" val="1"/>
</p:tagLst>
</file>

<file path=ppt/tags/tag1762.xml><?xml version="1.0" encoding="utf-8"?>
<p:tagLst xmlns:p="http://schemas.openxmlformats.org/presentationml/2006/main">
  <p:tag name="KSO_WM_BEAUTIFY_FLAG" val="#wm#"/>
  <p:tag name="KSO_WM_TEMPLATE_CATEGORY" val="diagram"/>
  <p:tag name="KSO_WM_TEMPLATE_INDEX" val="20203404"/>
  <p:tag name="KSO_WM_SLIDE_ID" val="diagram20203404_1"/>
  <p:tag name="KSO_WM_TEMPLATE_SUBCATEGORY" val="11"/>
  <p:tag name="KSO_WM_TEMPLATE_MASTER_TYPE" val="0"/>
  <p:tag name="KSO_WM_TEMPLATE_COLOR_TYPE" val="1"/>
  <p:tag name="KSO_WM_SLIDE_TYPE" val="text"/>
  <p:tag name="KSO_WM_SLIDE_SUBTYPE" val="picTxt"/>
  <p:tag name="KSO_WM_SLIDE_ITEM_CNT" val="0"/>
  <p:tag name="KSO_WM_SLIDE_INDEX" val="1"/>
  <p:tag name="KSO_WM_SLIDE_SIZE" val="900*540"/>
  <p:tag name="KSO_WM_SLIDE_POSITION" val="0*0"/>
  <p:tag name="KSO_WM_TAG_VERSION" val="1.0"/>
  <p:tag name="KSO_WM_SLIDE_LAYOUT" val="a_d_f_i"/>
  <p:tag name="KSO_WM_SLIDE_LAYOUT_CNT" val="1_1_1_1"/>
  <p:tag name="KSO_WM_SLIDE_LAYOUT_INFO" val="{&#10;    &quot;backgroundInfo&quot;: [&#10;        {&#10;            &quot;bottom&quot;: 0,&#10;            &quot;bottomAbs&quot;: false,&#10;            &quot;left&quot;: 0,&#10;            &quot;leftAbs&quot;: false,&#10;            &quot;right&quot;: 0,&#10;            &quot;rightAbs&quot;: false,&#10;            &quot;top&quot;: 0,&#10;            &quot;topAbs&quot;: false,&#10;            &quot;type&quot;: &quot;general&quot;&#10;        },&#10;        {&#10;            &quot;bottom&quot;: 0,&#10;            &quot;bottomAbs&quot;: false,&#10;            &quot;left&quot;: 0,&#10;            &quot;leftAbs&quot;: false,&#10;            &quot;right&quot;: 0,&#10;            &quot;rightAbs&quot;: false,&#10;            &quot;top&quot;: 0,&#10;            &quot;topAbs&quot;: false,&#10;            &quot;type&quot;: &quot;frame&quot;&#10;        }&#10;    ],&#10;    &quot;direction&quot;: 1,&#10;    &quot;id&quot;: &quot;2020-04-07T09:38:50&quot;,&#10;    &quot;maxSize&quot;: {&#10;        &quot;size1&quot;: 33.399999999999999&#10;    },&#10;    &quot;minSize&quot;: {&#10;        &quot;size1&quot;: 33.399999999999999&#10;    },&#10;    &quot;normalSize&quot;: {&#10;        &quot;size1&quot;: 33.399999999999999&#10;    },&#10;    &quot;subLayout&quot;: [&#10;        {&#10;            &quot;backgroundInfo&quot;: [&#10;                {&#10;                    &quot;bottom&quot;: 0,&#10;                    &quot;bottomAbs&quot;: false,&#10;                    &quot;left&quot;: 0,&#10;                    &quot;leftAbs&quot;: false,&#10;                    &quot;right&quot;: 0,&#10;                    &quot;rightAbs&quot;: false,&#10;                    &quot;top&quot;: 0,&#10;                    &quot;topAbs&quot;: false,&#10;                    &quot;type&quot;: &quot;leftRight&quot;&#10;                }&#10;            ],&#10;            &quot;horizontalAlign&quot;: 1,&#10;            &quot;id&quot;: &quot;2020-04-07T09:38:50&quot;,&#10;            &quot;margin&quot;: {&#10;                &quot;bottom&quot;: 4.429999828338623,&#10;                &quot;left&quot;: 2.119999885559082,&#10;                &quot;right&quot;: 1.690000057220459,&#10;                &quot;top&quot;: 3.2699997425079346&#10;            },&#10;            &quot;type&quot;: 0,&#10;            &quot;verticalAlign&quot;: 1&#10;        },&#10;        {&#10;            &quot;id&quot;: &quot;2020-04-07T09:38:50&quot;,&#10;            &quot;maxSize&quot;: {&#10;                &quot;size1&quot;: 82.799999999999997&#10;            },&#10;            &quot;minSize&quot;: {&#10;                &quot;size1&quot;: 55&#10;            },&#10;            &quot;normalSize&quot;: {&#10;                &quot;size1&quot;: 60.211111111111094&#10;            },&#10;            &quot;subLayout&quot;: [&#10;                {&#10;                    &quot;id&quot;: &quot;2020-04-07T09:38:50&quot;,&#10;                    &quot;margin&quot;: {&#10;                        &quot;bottom&quot;: 1.0499999523162842,&#10;                        &quot;left&quot;: 2.0999999046325684,&#10;                        &quot;right&quot;: 2.5,&#10;                        &quot;top&quot;: 2.5&#10;                    },&#10;                    &quot;type&quot;: 0&#10;                },&#10;                {&#10;                    &quot;id&quot;: &quot;2020-04-07T09:38:50&quot;,&#10;                    &quot;margin&quot;: {&#10;                        &quot;bottom&quot;: 2.119999885559082,&#10;                        &quot;left&quot;: 1.690000057220459,&#10;                        &quot;right&quot;: 2.119999885559082,&#10;                        &quot;top&quot;: 0.026000002399086952&#10;                    },&#10;                    &quot;type&quot;: 0&#10;                }&#10;            ],&#10;            &quot;type&quot;: 0&#10;        }&#10;    ],&#10;    &quot;type&quot;: 0&#10;}&#10;"/>
  <p:tag name="KSO_WM_SLIDE_CAN_ADD_NAVIGATION" val="1"/>
  <p:tag name="KSO_WM_SLIDE_BACKGROUND" val="[&quot;general&quot;,&quot;frame&quot;,&quot;leftRight&quot;]"/>
  <p:tag name="KSO_WM_SLIDE_RATIO" val="1.777778"/>
  <p:tag name="KSO_WM_SLIDE_BK_DARK_LIGHT" val="2"/>
  <p:tag name="KSO_WM_SLIDE_BACKGROUND_TYPE" val="leftRight"/>
</p:tagLst>
</file>

<file path=ppt/tags/tag176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_12*i*1"/>
  <p:tag name="KSO_WM_UNIT_LAYERLEVEL" val="1"/>
  <p:tag name="KSO_WM_TAG_VERSION" val="1.0"/>
  <p:tag name="KSO_WM_BEAUTIFY_FLAG" val="#wm#"/>
  <p:tag name="KSO_WM_SLIDE_BACKGROUND_TYPE" val="general"/>
  <p:tag name="KSO_WM_SLIDE_BK_DARK_LIGHT" val="2"/>
</p:tagLst>
</file>

<file path=ppt/tags/tag1764.xml><?xml version="1.0" encoding="utf-8"?>
<p:tagLst xmlns:p="http://schemas.openxmlformats.org/presentationml/2006/main">
  <p:tag name="KSO_WM_UNIT_ISCONTENTSTITLE" val="0"/>
  <p:tag name="KSO_WM_UNIT_NOCLEAR" val="0"/>
  <p:tag name="KSO_WM_UNIT_VALUE" val="203"/>
  <p:tag name="KSO_WM_UNIT_HIGHLIGHT" val="0"/>
  <p:tag name="KSO_WM_UNIT_COMPATIBLE" val="0"/>
  <p:tag name="KSO_WM_UNIT_DIAGRAM_ISNUMVISUAL" val="0"/>
  <p:tag name="KSO_WM_UNIT_DIAGRAM_ISREFERUNIT" val="0"/>
  <p:tag name="KSO_WM_UNIT_TYPE" val="f"/>
  <p:tag name="KSO_WM_UNIT_INDEX" val="1"/>
  <p:tag name="KSO_WM_UNIT_ID" val="diagram20189144_1*f*1"/>
  <p:tag name="KSO_WM_TEMPLATE_CATEGORY" val="diagram"/>
  <p:tag name="KSO_WM_TEMPLATE_INDEX" val="20189144"/>
  <p:tag name="KSO_WM_UNIT_LAYERLEVEL" val="1"/>
  <p:tag name="KSO_WM_TAG_VERSION" val="1.0"/>
  <p:tag name="KSO_WM_BEAUTIFY_FLAG" val="#wm#"/>
  <p:tag name="KSO_WM_UNIT_PRESET_TEXT" val="单击此处添加文本具体内容，简明扼要的阐述您的观点。根据需要可酌情增减文字，以便观者准确的理解您传达的思想。单击此处添加文本具体内容，简明扼要的阐述您的观点。根据需要可酌情增减文字，以便观者准确的理解您传达的思想。"/>
  <p:tag name="KSO_WM_UNIT_TEXT_FILL_FORE_SCHEMECOLOR_INDEX_BRIGHTNESS" val="0.25"/>
  <p:tag name="KSO_WM_UNIT_TEXT_FILL_FORE_SCHEMECOLOR_INDEX" val="13"/>
  <p:tag name="KSO_WM_UNIT_TEXT_FILL_TYPE" val="1"/>
</p:tagLst>
</file>

<file path=ppt/tags/tag1765.xml><?xml version="1.0" encoding="utf-8"?>
<p:tagLst xmlns:p="http://schemas.openxmlformats.org/presentationml/2006/main">
  <p:tag name="KSO_WM_UNIT_VALUE" val="514*2138"/>
  <p:tag name="KSO_WM_UNIT_HIGHLIGHT" val="0"/>
  <p:tag name="KSO_WM_UNIT_COMPATIBLE" val="0"/>
  <p:tag name="KSO_WM_UNIT_DIAGRAM_ISNUMVISUAL" val="0"/>
  <p:tag name="KSO_WM_UNIT_DIAGRAM_ISREFERUNIT" val="0"/>
  <p:tag name="KSO_WM_UNIT_TYPE" val="d"/>
  <p:tag name="KSO_WM_UNIT_INDEX" val="1"/>
  <p:tag name="KSO_WM_UNIT_ID" val="diagram20189144_1*d*1"/>
  <p:tag name="KSO_WM_TEMPLATE_CATEGORY" val="diagram"/>
  <p:tag name="KSO_WM_TEMPLATE_INDEX" val="20189144"/>
  <p:tag name="KSO_WM_UNIT_SUPPORT_UNIT_TYPE" val="[]"/>
  <p:tag name="KSO_WM_UNIT_LAYERLEVEL" val="1"/>
  <p:tag name="KSO_WM_TAG_VERSION" val="1.0"/>
  <p:tag name="KSO_WM_BEAUTIFY_FLAG" val="#wm#"/>
  <p:tag name="REFSHAPE" val="320369868"/>
</p:tagLst>
</file>

<file path=ppt/tags/tag1766.xml><?xml version="1.0" encoding="utf-8"?>
<p:tagLst xmlns:p="http://schemas.openxmlformats.org/presentationml/2006/main">
  <p:tag name="KSO_WM_BEAUTIFY_FLAG" val="#wm#"/>
  <p:tag name="KSO_WM_TEMPLATE_CATEGORY" val="diagram"/>
  <p:tag name="KSO_WM_TEMPLATE_INDEX" val="20189144"/>
  <p:tag name="KSO_WM_SLIDE_ID" val="diagram20189144_1"/>
  <p:tag name="KSO_WM_TEMPLATE_SUBCATEGORY" val="0"/>
  <p:tag name="KSO_WM_TEMPLATE_MASTER_TYPE" val="0"/>
  <p:tag name="KSO_WM_TEMPLATE_COLOR_TYPE" val="1"/>
  <p:tag name="KSO_WM_SLIDE_TYPE" val="text"/>
  <p:tag name="KSO_WM_SLIDE_SUBTYPE" val="pureTxt"/>
  <p:tag name="KSO_WM_SLIDE_ITEM_CNT" val="0"/>
  <p:tag name="KSO_WM_SLIDE_INDEX" val="1"/>
  <p:tag name="KSO_WM_SLIDE_SIZE" val="606*341"/>
  <p:tag name="KSO_WM_SLIDE_POSITION" val="56*25"/>
  <p:tag name="KSO_WM_TAG_VERSION" val="1.0"/>
  <p:tag name="KSO_WM_SLIDE_LAYOUT" val="a_d_f"/>
  <p:tag name="KSO_WM_SLIDE_LAYOUT_CNT" val="1_1_1"/>
  <p:tag name="KSO_WM_SLIDE_BK_DARK_LIGHT" val="2"/>
  <p:tag name="KSO_WM_SLIDE_BACKGROUND_TYPE" val="general"/>
</p:tagLst>
</file>

<file path=ppt/tags/tag17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_12*i*1"/>
  <p:tag name="KSO_WM_UNIT_LAYERLEVEL" val="1"/>
  <p:tag name="KSO_WM_TAG_VERSION" val="1.0"/>
  <p:tag name="KSO_WM_BEAUTIFY_FLAG" val="#wm#"/>
  <p:tag name="KSO_WM_SLIDE_BACKGROUND_TYPE" val="general"/>
  <p:tag name="KSO_WM_SLIDE_BK_DARK_LIGHT" val="2"/>
</p:tagLst>
</file>

<file path=ppt/tags/tag176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y"/>
  <p:tag name="KSO_WM_UNIT_INDEX" val="1"/>
  <p:tag name="KSO_WM_UNIT_ID" val="diagram20204027_1*y*1"/>
  <p:tag name="KSO_WM_TEMPLATE_CATEGORY" val="diagram"/>
  <p:tag name="KSO_WM_TEMPLATE_INDEX" val="20204027"/>
  <p:tag name="KSO_WM_UNIT_LAYERLEVEL" val="1"/>
  <p:tag name="KSO_WM_TAG_VERSION" val="1.0"/>
  <p:tag name="KSO_WM_BEAUTIFY_FLAG" val="#wm#"/>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1769.xml><?xml version="1.0" encoding="utf-8"?>
<p:tagLst xmlns:p="http://schemas.openxmlformats.org/presentationml/2006/main">
  <p:tag name="KSO_WM_UNIT_ISCONTENTSTITLE" val="0"/>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diagram20204027_1*a*1"/>
  <p:tag name="KSO_WM_TEMPLATE_CATEGORY" val="diagram"/>
  <p:tag name="KSO_WM_TEMPLATE_INDEX" val="20204027"/>
  <p:tag name="KSO_WM_UNIT_LAYERLEVEL" val="1"/>
  <p:tag name="KSO_WM_TAG_VERSION" val="1.0"/>
  <p:tag name="KSO_WM_BEAUTIFY_FLAG" val="#wm#"/>
  <p:tag name="KSO_WM_UNIT_PRESET_TEXT" val="单击此处添加标题"/>
  <p:tag name="KSO_WM_UNIT_TEXT_FILL_FORE_SCHEMECOLOR_INDEX_BRIGHTNESS" val="0.25"/>
  <p:tag name="KSO_WM_UNIT_TEXT_FILL_FORE_SCHEMECOLOR_INDEX" val="13"/>
  <p:tag name="KSO_WM_UNIT_TEXT_FILL_TYPE" val="1"/>
</p:tagLst>
</file>

<file path=ppt/tags/tag1770.xml><?xml version="1.0" encoding="utf-8"?>
<p:tagLst xmlns:p="http://schemas.openxmlformats.org/presentationml/2006/main">
  <p:tag name="KSO_WM_UNIT_NOCLEAR" val="0"/>
  <p:tag name="KSO_WM_UNIT_VALUE" val="75"/>
  <p:tag name="KSO_WM_UNIT_HIGHLIGHT" val="0"/>
  <p:tag name="KSO_WM_UNIT_COMPATIBLE" val="0"/>
  <p:tag name="KSO_WM_UNIT_DIAGRAM_ISNUMVISUAL" val="0"/>
  <p:tag name="KSO_WM_UNIT_DIAGRAM_ISREFERUNIT" val="0"/>
  <p:tag name="KSO_WM_UNIT_TYPE" val="f"/>
  <p:tag name="KSO_WM_UNIT_INDEX" val="1"/>
  <p:tag name="KSO_WM_UNIT_ID" val="diagram20204027_1*f*1"/>
  <p:tag name="KSO_WM_TEMPLATE_CATEGORY" val="diagram"/>
  <p:tag name="KSO_WM_TEMPLATE_INDEX" val="20204027"/>
  <p:tag name="KSO_WM_UNIT_LAYERLEVEL" val="1"/>
  <p:tag name="KSO_WM_TAG_VERSION" val="1.0"/>
  <p:tag name="KSO_WM_BEAUTIFY_FLAG" val="#wm#"/>
  <p:tag name="KSO_WM_UNIT_PRESET_TEXT" val="点击此处添加正文，文字是您思想的提炼，为了演示发布的良好效果，请言简意赅的阐述您的观点。"/>
  <p:tag name="KSO_WM_UNIT_TEXT_FILL_FORE_SCHEMECOLOR_INDEX_BRIGHTNESS" val="0"/>
  <p:tag name="KSO_WM_UNIT_TEXT_FILL_FORE_SCHEMECOLOR_INDEX" val="14"/>
  <p:tag name="KSO_WM_UNIT_TEXT_FILL_TYPE" val="1"/>
</p:tagLst>
</file>

<file path=ppt/tags/tag17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04027_1*i*1"/>
  <p:tag name="KSO_WM_TEMPLATE_CATEGORY" val="diagram"/>
  <p:tag name="KSO_WM_TEMPLATE_INDEX" val="20204027"/>
  <p:tag name="KSO_WM_UNIT_LAYERLEVEL" val="1"/>
  <p:tag name="KSO_WM_TAG_VERSION" val="1.0"/>
  <p:tag name="KSO_WM_BEAUTIFY_FLAG" val="#wm#"/>
  <p:tag name="KSO_WM_UNIT_FILL_FORE_SCHEMECOLOR_INDEX_BRIGHTNESS" val="0.8"/>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17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diagram20204027_1*i*2"/>
  <p:tag name="KSO_WM_TEMPLATE_CATEGORY" val="diagram"/>
  <p:tag name="KSO_WM_TEMPLATE_INDEX" val="20204027"/>
  <p:tag name="KSO_WM_UNIT_LAYERLEVEL" val="1"/>
  <p:tag name="KSO_WM_TAG_VERSION" val="1.0"/>
  <p:tag name="KSO_WM_BEAUTIFY_FLAG" val="#wm#"/>
  <p:tag name="KSO_WM_UNIT_FILL_FORE_SCHEMECOLOR_INDEX_BRIGHTNESS" val="0.6"/>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17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diagram20204027_1*i*3"/>
  <p:tag name="KSO_WM_TEMPLATE_CATEGORY" val="diagram"/>
  <p:tag name="KSO_WM_TEMPLATE_INDEX" val="20204027"/>
  <p:tag name="KSO_WM_UNIT_LAYERLEVEL" val="1"/>
  <p:tag name="KSO_WM_TAG_VERSION" val="1.0"/>
  <p:tag name="KSO_WM_BEAUTIFY_FLAG" val="#wm#"/>
  <p:tag name="KSO_WM_UNIT_FILL_FORE_SCHEMECOLOR_INDEX_BRIGHTNESS" val="0.8"/>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177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
  <p:tag name="KSO_WM_UNIT_ID" val="diagram20204027_1*i*4"/>
  <p:tag name="KSO_WM_TEMPLATE_CATEGORY" val="diagram"/>
  <p:tag name="KSO_WM_TEMPLATE_INDEX" val="20204027"/>
  <p:tag name="KSO_WM_UNIT_LAYERLEVEL" val="1"/>
  <p:tag name="KSO_WM_TAG_VERSION" val="1.0"/>
  <p:tag name="KSO_WM_BEAUTIFY_FLAG" val="#wm#"/>
  <p:tag name="KSO_WM_UNIT_FILL_FORE_SCHEMECOLOR_INDEX_BRIGHTNESS" val="0.4"/>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177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5"/>
  <p:tag name="KSO_WM_UNIT_ID" val="diagram20204027_1*i*5"/>
  <p:tag name="KSO_WM_TEMPLATE_CATEGORY" val="diagram"/>
  <p:tag name="KSO_WM_TEMPLATE_INDEX" val="20204027"/>
  <p:tag name="KSO_WM_UNIT_LAYERLEVEL" val="1"/>
  <p:tag name="KSO_WM_TAG_VERSION" val="1.0"/>
  <p:tag name="KSO_WM_BEAUTIFY_FLAG" val="#wm#"/>
  <p:tag name="KSO_WM_UNIT_FILL_FORE_SCHEMECOLOR_INDEX_BRIGHTNESS" val="0.4"/>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177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6"/>
  <p:tag name="KSO_WM_UNIT_ID" val="diagram20204027_1*i*6"/>
  <p:tag name="KSO_WM_TEMPLATE_CATEGORY" val="diagram"/>
  <p:tag name="KSO_WM_TEMPLATE_INDEX" val="20204027"/>
  <p:tag name="KSO_WM_UNIT_LAYERLEVEL" val="1"/>
  <p:tag name="KSO_WM_TAG_VERSION" val="1.0"/>
  <p:tag name="KSO_WM_BEAUTIFY_FLAG" val="#wm#"/>
  <p:tag name="KSO_WM_UNIT_FILL_FORE_SCHEMECOLOR_INDEX_BRIGHTNESS" val="0.6"/>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177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7"/>
  <p:tag name="KSO_WM_UNIT_ID" val="diagram20204027_1*i*7"/>
  <p:tag name="KSO_WM_TEMPLATE_CATEGORY" val="diagram"/>
  <p:tag name="KSO_WM_TEMPLATE_INDEX" val="20204027"/>
  <p:tag name="KSO_WM_UNIT_LAYERLEVEL" val="1"/>
  <p:tag name="KSO_WM_TAG_VERSION" val="1.0"/>
  <p:tag name="KSO_WM_BEAUTIFY_FLAG" val="#wm#"/>
  <p:tag name="KSO_WM_UNIT_FILL_FORE_SCHEMECOLOR_INDEX_BRIGHTNESS" val="0.4"/>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177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8"/>
  <p:tag name="KSO_WM_UNIT_ID" val="diagram20204027_1*i*8"/>
  <p:tag name="KSO_WM_TEMPLATE_CATEGORY" val="diagram"/>
  <p:tag name="KSO_WM_TEMPLATE_INDEX" val="20204027"/>
  <p:tag name="KSO_WM_UNIT_LAYERLEVEL" val="1"/>
  <p:tag name="KSO_WM_TAG_VERSION" val="1.0"/>
  <p:tag name="KSO_WM_BEAUTIFY_FLAG" val="#wm#"/>
  <p:tag name="KSO_WM_UNIT_FILL_FORE_SCHEMECOLOR_INDEX_BRIGHTNESS" val="0.8"/>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1779.xml><?xml version="1.0" encoding="utf-8"?>
<p:tagLst xmlns:p="http://schemas.openxmlformats.org/presentationml/2006/main">
  <p:tag name="KSO_WM_BEAUTIFY_FLAG" val="#wm#"/>
  <p:tag name="KSO_WM_TEMPLATE_CATEGORY" val="diagram"/>
  <p:tag name="KSO_WM_TEMPLATE_INDEX" val="20204027"/>
  <p:tag name="KSO_WM_SLIDE_ID" val="diagram20204027_1"/>
  <p:tag name="KSO_WM_TEMPLATE_SUBCATEGORY" val="0"/>
  <p:tag name="KSO_WM_TEMPLATE_MASTER_TYPE" val="0"/>
  <p:tag name="KSO_WM_TEMPLATE_COLOR_TYPE" val="1"/>
  <p:tag name="KSO_WM_SLIDE_TYPE" val="text"/>
  <p:tag name="KSO_WM_SLIDE_SUBTYPE" val="pureTxt"/>
  <p:tag name="KSO_WM_SLIDE_ITEM_CNT" val="0"/>
  <p:tag name="KSO_WM_SLIDE_INDEX" val="1"/>
  <p:tag name="KSO_WM_SLIDE_SIZE" val="959*487"/>
  <p:tag name="KSO_WM_SLIDE_POSITION" val="0*18"/>
  <p:tag name="KSO_WM_TAG_VERSION" val="1.0"/>
  <p:tag name="KSO_WM_SLIDE_LAYOUT" val="a_f_y"/>
  <p:tag name="KSO_WM_SLIDE_LAYOUT_CNT" val="1_1_1"/>
  <p:tag name="KSO_WM_SLIDE_BK_DARK_LIGHT" val="2"/>
  <p:tag name="KSO_WM_SLIDE_BACKGROUND_TYPE" val="general"/>
</p:tagLst>
</file>

<file path=ppt/tags/tag178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h"/>
  <p:tag name="KSO_WM_UNIT_TYPE" val="i"/>
  <p:tag name="KSO_WM_UNIT_INDEX" val="1"/>
  <p:tag name="KSO_WM_UNIT_ID" val="_14*i*1"/>
  <p:tag name="KSO_WM_UNIT_BK_DARK_LIGHT" val="2"/>
  <p:tag name="KSO_WM_UNIT_LAYERLEVEL" val="1"/>
  <p:tag name="KSO_WM_TAG_VERSION" val="1.0"/>
  <p:tag name="KSO_WM_BEAUTIFY_FLAG" val="#wm#"/>
  <p:tag name="KSO_WM_SLIDE_BACKGROUND_TYPE" val="leftRight"/>
  <p:tag name="KSO_WM_SLIDE_BK_DARK_LIGHT" val="2"/>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2"/>
  <p:tag name="KSO_WM_UNIT_TEXT_FILL_TYPE" val="1"/>
</p:tagLst>
</file>

<file path=ppt/tags/tag178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diagram20203405_1*i*2"/>
  <p:tag name="KSO_WM_TEMPLATE_CATEGORY" val="diagram"/>
  <p:tag name="KSO_WM_TEMPLATE_INDEX" val="20203405"/>
  <p:tag name="KSO_WM_UNIT_LAYERLEVEL" val="1"/>
  <p:tag name="KSO_WM_TAG_VERSION" val="1.0"/>
  <p:tag name="KSO_WM_BEAUTIFY_FLAG" val="#wm#"/>
  <p:tag name="KSO_WM_UNIT_BLOCK" val="0"/>
  <p:tag name="KSO_WM_UNIT_SM_LIMIT_TYPE" val="2"/>
  <p:tag name="KSO_WM_UNIT_DECORATE_INFO" val="{&quot;DecorateInfoX&quot;:{&quot;IsLeft&quot;:true,&quot;IsRight&quot;:false,&quot;IsAbs&quot;:true},&quot;DecorateInfoY&quot;:{&quot;IsTop&quot;:false,&quot;IsBottom&quot;:true,&quot;IsAbs&quot;:true}}"/>
  <p:tag name="KSO_WM_UNIT_FILL_FORE_SCHEMECOLOR_INDEX_BRIGHTNESS" val="0"/>
  <p:tag name="KSO_WM_UNIT_FILL_FORE_SCHEMECOLOR_INDEX" val="16"/>
  <p:tag name="KSO_WM_UNIT_FILL_TYPE" val="1"/>
  <p:tag name="KSO_WM_UNIT_SHADOW_SCHEMECOLOR_INDEX_BRIGHTNESS" val="0.05"/>
  <p:tag name="KSO_WM_UNIT_SHADOW_SCHEMECOLOR_INDEX" val="13"/>
  <p:tag name="KSO_WM_UNIT_TEXT_FILL_TYPE" val="1"/>
</p:tagLst>
</file>

<file path=ppt/tags/tag1782.xml><?xml version="1.0" encoding="utf-8"?>
<p:tagLst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178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diagram20203405_1*i*3"/>
  <p:tag name="KSO_WM_TEMPLATE_CATEGORY" val="diagram"/>
  <p:tag name="KSO_WM_TEMPLATE_INDEX" val="20203405"/>
  <p:tag name="KSO_WM_UNIT_LAYERLEVEL" val="1"/>
  <p:tag name="KSO_WM_TAG_VERSION" val="1.0"/>
  <p:tag name="KSO_WM_BEAUTIFY_FLAG" val="#wm#"/>
  <p:tag name="KSO_WM_UNIT_BLOCK" val="0"/>
  <p:tag name="KSO_WM_UNIT_SM_LIMIT_TYPE" val="1"/>
  <p:tag name="KSO_WM_UNIT_FILL_FORE_SCHEMECOLOR_INDEX_BRIGHTNESS" val="0"/>
  <p:tag name="KSO_WM_UNIT_FILL_FORE_SCHEMECOLOR_INDEX" val="5"/>
  <p:tag name="KSO_WM_UNIT_FILL_TYPE" val="1"/>
  <p:tag name="KSO_WM_UNIT_TEXT_FILL_TYPE" val="1"/>
</p:tagLst>
</file>

<file path=ppt/tags/tag1784.xml><?xml version="1.0" encoding="utf-8"?>
<p:tagLst xmlns:p="http://schemas.openxmlformats.org/presentationml/2006/main">
  <p:tag name="KSO_WM_UNIT_NOCLEAR" val="0"/>
  <p:tag name="KSO_WM_UNIT_HIGHLIGHT" val="0"/>
  <p:tag name="KSO_WM_UNIT_COMPATIBLE" val="0"/>
  <p:tag name="KSO_WM_UNIT_DIAGRAM_ISNUMVISUAL" val="0"/>
  <p:tag name="KSO_WM_UNIT_DIAGRAM_ISREFERUNIT" val="0"/>
  <p:tag name="KSO_WM_UNIT_TYPE" val="i"/>
  <p:tag name="KSO_WM_UNIT_INDEX" val="5"/>
  <p:tag name="KSO_WM_UNIT_ID" val="diagram20203405_1*i*5"/>
  <p:tag name="KSO_WM_TEMPLATE_CATEGORY" val="diagram"/>
  <p:tag name="KSO_WM_TEMPLATE_INDEX" val="20203405"/>
  <p:tag name="KSO_WM_UNIT_LAYERLEVEL" val="1"/>
  <p:tag name="KSO_WM_TAG_VERSION" val="1.0"/>
  <p:tag name="KSO_WM_BEAUTIFY_FLAG" val="#wm#"/>
  <p:tag name="KSO_WM_UNIT_BLOCK" val="0"/>
  <p:tag name="KSO_WM_UNIT_SM_LIMIT_TYPE" val="1"/>
  <p:tag name="KSO_WM_UNIT_TEXT_FILL_FORE_SCHEMECOLOR_INDEX_BRIGHTNESS" val="0"/>
  <p:tag name="KSO_WM_UNIT_TEXT_FILL_FORE_SCHEMECOLOR_INDEX" val="14"/>
  <p:tag name="KSO_WM_UNIT_TEXT_FILL_TYPE" val="1"/>
</p:tagLst>
</file>

<file path=ppt/tags/tag178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
  <p:tag name="KSO_WM_UNIT_ID" val="diagram20203405_1*i*4"/>
  <p:tag name="KSO_WM_TEMPLATE_CATEGORY" val="diagram"/>
  <p:tag name="KSO_WM_TEMPLATE_INDEX" val="20203405"/>
  <p:tag name="KSO_WM_UNIT_LAYERLEVEL" val="1"/>
  <p:tag name="KSO_WM_TAG_VERSION" val="1.0"/>
  <p:tag name="KSO_WM_BEAUTIFY_FLAG" val="#wm#"/>
  <p:tag name="KSO_WM_UNIT_BLOCK" val="0"/>
  <p:tag name="KSO_WM_UNIT_SM_LIMIT_TYPE" val="1"/>
  <p:tag name="KSO_WM_UNIT_DECORATE_INFO" val="{&quot;DecorateInfoX&quot;:{&quot;IsLeft&quot;:true,&quot;IsRight&quot;:false,&quot;IsAbs&quot;:true},&quot;DecorateInfoY&quot;:{&quot;IsTop&quot;:true,&quot;IsBottom&quot;:false,&quot;IsAbs&quot;:true}}"/>
  <p:tag name="KSO_WM_UNIT_TEXT_FILL_FORE_SCHEMECOLOR_INDEX_BRIGHTNESS" val="0"/>
  <p:tag name="KSO_WM_UNIT_TEXT_FILL_FORE_SCHEMECOLOR_INDEX" val="5"/>
  <p:tag name="KSO_WM_UNIT_TEXT_FILL_TYPE" val="1"/>
</p:tagLst>
</file>

<file path=ppt/tags/tag1786.xml><?xml version="1.0" encoding="utf-8"?>
<p:tagLst xmlns:p="http://schemas.openxmlformats.org/presentationml/2006/main">
  <p:tag name="KSO_WM_UNIT_ISCONTENTSTITLE" val="0"/>
  <p:tag name="KSO_WM_UNIT_PRESET_TEXT" val="单击此处输入你的正文，文字是您思想的提炼，为了最终演示发布的良好效果…"/>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3405_1*f*1"/>
  <p:tag name="KSO_WM_TEMPLATE_CATEGORY" val="diagram"/>
  <p:tag name="KSO_WM_TEMPLATE_INDEX" val="20203405"/>
  <p:tag name="KSO_WM_UNIT_LAYERLEVEL" val="1"/>
  <p:tag name="KSO_WM_TAG_VERSION" val="1.0"/>
  <p:tag name="KSO_WM_BEAUTIFY_FLAG" val="#wm#"/>
  <p:tag name="KSO_WM_UNIT_VALUE" val="60"/>
  <p:tag name="KSO_WM_UNIT_DEFAULT_FONT" val="14;16;2"/>
  <p:tag name="KSO_WM_UNIT_BLOCK" val="0"/>
  <p:tag name="KSO_WM_UNIT_TEXT_FILL_FORE_SCHEMECOLOR_INDEX_BRIGHTNESS" val="-0.05"/>
  <p:tag name="KSO_WM_UNIT_TEXT_FILL_FORE_SCHEMECOLOR_INDEX" val="14"/>
  <p:tag name="KSO_WM_UNIT_TEXT_FILL_TYPE" val="1"/>
</p:tagLst>
</file>

<file path=ppt/tags/tag1787.xml><?xml version="1.0" encoding="utf-8"?>
<p:tagLst xmlns:p="http://schemas.openxmlformats.org/presentationml/2006/main">
  <p:tag name="KSO_WM_BEAUTIFY_FLAG" val="#wm#"/>
  <p:tag name="KSO_WM_TEMPLATE_CATEGORY" val="diagram"/>
  <p:tag name="KSO_WM_TEMPLATE_INDEX" val="20203405"/>
  <p:tag name="KSO_WM_SLIDE_ID" val="diagram20203405_1"/>
  <p:tag name="KSO_WM_TEMPLATE_SUBCATEGORY" val="11"/>
  <p:tag name="KSO_WM_TEMPLATE_MASTER_TYPE" val="0"/>
  <p:tag name="KSO_WM_TEMPLATE_COLOR_TYPE" val="1"/>
  <p:tag name="KSO_WM_SLIDE_TYPE" val="text"/>
  <p:tag name="KSO_WM_SLIDE_SUBTYPE" val="picTxt"/>
  <p:tag name="KSO_WM_SLIDE_ITEM_CNT" val="0"/>
  <p:tag name="KSO_WM_SLIDE_INDEX" val="1"/>
  <p:tag name="KSO_WM_SLIDE_SIZE" val="898*540"/>
  <p:tag name="KSO_WM_SLIDE_POSITION" val="0*0"/>
  <p:tag name="KSO_WM_TAG_VERSION" val="1.0"/>
  <p:tag name="KSO_WM_SLIDE_LAYOUT" val="a_d_f_i"/>
  <p:tag name="KSO_WM_SLIDE_LAYOUT_CNT" val="1_1_2_1"/>
  <p:tag name="KSO_WM_SLIDE_LAYOUT_INFO" val="{&#10;    &quot;backgroundInfo&quot;: [&#10;        {&#10;            &quot;bottom&quot;: 0,&#10;            &quot;bottomAbs&quot;: false,&#10;            &quot;left&quot;: 0,&#10;            &quot;leftAbs&quot;: false,&#10;            &quot;right&quot;: 0,&#10;            &quot;rightAbs&quot;: false,&#10;            &quot;top&quot;: 0,&#10;            &quot;topAbs&quot;: false,&#10;            &quot;type&quot;: &quot;general&quot;&#10;        },&#10;        {&#10;            &quot;bottom&quot;: 0,&#10;            &quot;bottomAbs&quot;: false,&#10;            &quot;left&quot;: 0,&#10;            &quot;leftAbs&quot;: false,&#10;            &quot;right&quot;: 0,&#10;            &quot;rightAbs&quot;: false,&#10;            &quot;top&quot;: 0,&#10;            &quot;topAbs&quot;: false,&#10;            &quot;type&quot;: &quot;frame&quot;&#10;        }&#10;    ],&#10;    &quot;direction&quot;: 1,&#10;    &quot;id&quot;: &quot;2020-03-30T13:31:35&quot;,&#10;    &quot;maxSize&quot;: {&#10;        &quot;size1&quot;: 33.399999999999999&#10;    },&#10;    &quot;minSize&quot;: {&#10;        &quot;size1&quot;: 33.399999999999999&#10;    },&#10;    &quot;normalSize&quot;: {&#10;        &quot;size1&quot;: 33.399999999999999&#10;    },&#10;    &quot;subLayout&quot;: [&#10;        {&#10;            &quot;backgroundInfo&quot;: [&#10;                {&#10;                    &quot;bottom&quot;: 0,&#10;                    &quot;bottomAbs&quot;: false,&#10;                    &quot;left&quot;: 0,&#10;                    &quot;leftAbs&quot;: false,&#10;                    &quot;right&quot;: 0,&#10;                    &quot;rightAbs&quot;: false,&#10;                    &quot;top&quot;: 0,&#10;                    &quot;topAbs&quot;: false,&#10;                    &quot;type&quot;: &quot;leftRight&quot;&#10;                }&#10;            ],&#10;            &quot;id&quot;: &quot;2020-03-30T13:31:35&quot;,&#10;            &quot;margin&quot;: {&#10;                &quot;bottom&quot;: 2.9300000667572021,&#10;                &quot;left&quot;: 2.119999885559082,&#10;                &quot;right&quot;: 1.690000057220459,&#10;                &quot;top&quot;: 3.2699997425079346&#10;            },&#10;            &quot;maxSize&quot;: {&#10;                &quot;size1&quot;: 65.599999999999994&#10;            },&#10;            &quot;minSize&quot;: {&#10;                &quot;size1&quot;: 39.299999999999997&#10;            },&#10;            &quot;normalSize&quot;: {&#10;                &quot;size1&quot;: 39.300000000000004&#10;            },&#10;            &quot;subLayout&quot;: [&#10;                {&#10;                    &quot;id&quot;: &quot;2020-03-30T13:31:35&quot;,&#10;                    &quot;margin&quot;: {&#10;                        &quot;bottom&quot;: 0.39399999380111694,&#10;                        &quot;left&quot;: 2.119999885559082,&#10;                        &quot;right&quot;: 1.690000057220459,&#10;                        &quot;top&quot;: 3.2799999713897705&#10;                    },&#10;                    &quot;type&quot;: 0&#10;                },&#10;                {&#10;                    &quot;id&quot;: &quot;2020-03-30T13:31:35&quot;,&#10;                    &quot;margin&quot;: {&#10;                        &quot;bottom&quot;: 2.9300000667572021,&#10;                        &quot;left&quot;: 2.119999885559082,&#10;                        &quot;right&quot;: 1.690000057220459,&#10;                        &quot;top&quot;: 0.026000002399086952&#10;                    },&#10;                    &quot;type&quot;: 0&#10;                }&#10;            ],&#10;            &quot;type&quot;: 0&#10;        },&#10;        {&#10;            &quot;id&quot;: &quot;2020-03-30T13:31:35&quot;,&#10;            &quot;maxSize&quot;: {&#10;                &quot;size1&quot;: 83.299999999999997&#10;            },&#10;            &quot;minSize&quot;: {&#10;                &quot;size1&quot;: 53.799999999999997&#10;            },&#10;            &quot;normalSize&quot;: {&#10;                &quot;size1&quot;: 72.400000000000006&#10;            },&#10;            &quot;subLayout&quot;: [&#10;                {&#10;                    &quot;horizontalAlign&quot;: 0,&#10;                    &quot;id&quot;: &quot;2020-03-30T13:31:35&quot;,&#10;                    &quot;margin&quot;: {&#10;                        &quot;bottom&quot;: 1.0199999809265137,&#10;                        &quot;left&quot;: 2.1099998950958252,&#10;                        &quot;right&quot;: 2.5399999618530273,&#10;                        &quot;top&quot;: 2.5399999618530273&#10;                    },&#10;                    &quot;type&quot;: 0,&#10;                    &quot;verticalAlign&quot;: 2&#10;                },&#10;                {&#10;                    &quot;horizontalAlign&quot;: 0,&#10;                    &quot;id&quot;: &quot;2020-03-30T13:31:35&quot;,&#10;                    &quot;margin&quot;: {&#10;                        &quot;bottom&quot;: 2.119999885559082,&#10;                        &quot;left&quot;: 1.7300000190734863,&#10;                        &quot;right&quot;: 2.119999885559082,&#10;                        &quot;top&quot;: 0.026000002399086952&#10;                    },&#10;                    &quot;type&quot;: 0,&#10;                    &quot;verticalAlign&quot;: 0&#10;                }&#10;            ],&#10;            &quot;type&quot;: 0&#10;        }&#10;    ],&#10;    &quot;type&quot;: 0&#10;}&#10;"/>
  <p:tag name="KSO_WM_SLIDE_CAN_ADD_NAVIGATION" val="1"/>
  <p:tag name="KSO_WM_SLIDE_BACKGROUND" val="[&quot;general&quot;,&quot;frame&quot;,&quot;leftRight&quot;]"/>
  <p:tag name="KSO_WM_SLIDE_RATIO" val="1.777778"/>
  <p:tag name="KSO_WM_SLIDE_BK_DARK_LIGHT" val="2"/>
  <p:tag name="KSO_WM_SLIDE_BACKGROUND_TYPE" val="leftRight"/>
</p:tagLst>
</file>

<file path=ppt/tags/tag178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3*i*2"/>
  <p:tag name="KSO_WM_UNIT_LAYERLEVEL" val="1"/>
  <p:tag name="KSO_WM_TAG_VERSION" val="1.0"/>
  <p:tag name="KSO_WM_BEAUTIFY_FLAG" val="#wm#"/>
  <p:tag name="KSO_WM_UNIT_TYPE" val="i"/>
  <p:tag name="KSO_WM_UNIT_INDEX" val="2"/>
  <p:tag name="KSO_WM_SLIDE_BACKGROUND_TYPE" val="frame"/>
  <p:tag name="KSO_WM_SLIDE_BK_DARK_LIGHT" val="2"/>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178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h"/>
  <p:tag name="KSO_WM_UNIT_TYPE" val="i"/>
  <p:tag name="KSO_WM_UNIT_INDEX" val="1"/>
  <p:tag name="KSO_WM_UNIT_ID" val="_13*i*1"/>
  <p:tag name="KSO_WM_UNIT_BK_DARK_LIGHT" val="2"/>
  <p:tag name="KSO_WM_UNIT_LAYERLEVEL" val="1"/>
  <p:tag name="KSO_WM_TAG_VERSION" val="1.0"/>
  <p:tag name="KSO_WM_BEAUTIFY_FLAG" val="#wm#"/>
  <p:tag name="KSO_WM_SLIDE_BACKGROUND_TYPE" val="frame"/>
  <p:tag name="KSO_WM_SLIDE_BK_DARK_LIGHT" val="2"/>
  <p:tag name="KSO_WM_UNIT_FILL_FORE_SCHEMECOLOR_INDEX_BRIGHTNESS" val="0"/>
  <p:tag name="KSO_WM_UNIT_FILL_FORE_SCHEMECOLOR_INDEX" val="16"/>
  <p:tag name="KSO_WM_UNIT_FILL_TYPE" val="1"/>
  <p:tag name="KSO_WM_UNIT_TEXT_FILL_FORE_SCHEMECOLOR_INDEX_BRIGHTNESS" val="0"/>
  <p:tag name="KSO_WM_UNIT_TEXT_FILL_FORE_SCHEMECOLOR_INDEX" val="2"/>
  <p:tag name="KSO_WM_UNIT_TEXT_FILL_TYPE" val="1"/>
</p:tagLst>
</file>

<file path=ppt/tags/tag1790.xml><?xml version="1.0" encoding="utf-8"?>
<p:tagLst xmlns:p="http://schemas.openxmlformats.org/presentationml/2006/main">
  <p:tag name="KSO_WM_UNIT_ISCONTENTSTITLE" val="0"/>
  <p:tag name="KSO_WM_UNIT_PRESET_TEXT" val="点击输入大标题"/>
  <p:tag name="KSO_WM_UNIT_NOCLEAR" val="0"/>
  <p:tag name="KSO_WM_UNIT_SHOW_EDIT_AREA_INDICATION" val="1"/>
  <p:tag name="KSO_WM_UNIT_VALUE" val="13"/>
  <p:tag name="KSO_WM_UNIT_HIGHLIGHT" val="0"/>
  <p:tag name="KSO_WM_UNIT_COMPATIBLE" val="0"/>
  <p:tag name="KSO_WM_UNIT_DIAGRAM_ISNUMVISUAL" val="0"/>
  <p:tag name="KSO_WM_UNIT_DIAGRAM_ISREFERUNIT" val="0"/>
  <p:tag name="KSO_WM_UNIT_TYPE" val="a"/>
  <p:tag name="KSO_WM_UNIT_INDEX" val="1"/>
  <p:tag name="KSO_WM_UNIT_ID" val="diagram20200814_1*a*1"/>
  <p:tag name="KSO_WM_TEMPLATE_CATEGORY" val="diagram"/>
  <p:tag name="KSO_WM_TEMPLATE_INDEX" val="20200814"/>
  <p:tag name="KSO_WM_UNIT_LAYERLEVEL" val="1"/>
  <p:tag name="KSO_WM_TAG_VERSION" val="1.0"/>
  <p:tag name="KSO_WM_BEAUTIFY_FLAG" val="#wm#"/>
  <p:tag name="KSO_WM_UNIT_DEFAULT_FONT" val="32;36;4"/>
  <p:tag name="KSO_WM_UNIT_BLOCK" val="0"/>
  <p:tag name="KSO_WM_UNIT_SM_LIMIT_TYPE" val="1"/>
  <p:tag name="KSO_WM_UNIT_SMARTLAYOUT_COMPRESS_INFO" val="{&#10;    &quot;id&quot;: &quot;2020-03-30T16:33:34&quot;,&#10;    &quot;max&quot;: 3.577952755905514,&#10;    &quot;topChanged&quot;: 1.3978788163074718&#10;}&#10;"/>
  <p:tag name="KSO_WM_UNIT_TEXT_FILL_FORE_SCHEMECOLOR_INDEX_BRIGHTNESS" val="0.15"/>
  <p:tag name="KSO_WM_UNIT_TEXT_FILL_FORE_SCHEMECOLOR_INDEX" val="13"/>
  <p:tag name="KSO_WM_UNIT_TEXT_FILL_TYPE" val="1"/>
</p:tagLst>
</file>

<file path=ppt/tags/tag1791.xml><?xml version="1.0" encoding="utf-8"?>
<p:tagLst xmlns:p="http://schemas.openxmlformats.org/presentationml/2006/main">
  <p:tag name="KSO_WM_UNIT_PRESET_TEXT" val="点击输入正文"/>
  <p:tag name="KSO_WM_UNIT_NOCLEAR" val="0"/>
  <p:tag name="KSO_WM_UNIT_SHOW_EDIT_AREA_INDICATION" val="1"/>
  <p:tag name="KSO_WM_UNIT_VALUE" val="260"/>
  <p:tag name="KSO_WM_UNIT_HIGHLIGHT" val="0"/>
  <p:tag name="KSO_WM_UNIT_COMPATIBLE" val="0"/>
  <p:tag name="KSO_WM_UNIT_DIAGRAM_ISNUMVISUAL" val="0"/>
  <p:tag name="KSO_WM_UNIT_DIAGRAM_ISREFERUNIT" val="0"/>
  <p:tag name="KSO_WM_UNIT_TYPE" val="f"/>
  <p:tag name="KSO_WM_UNIT_INDEX" val="1"/>
  <p:tag name="KSO_WM_UNIT_ID" val="diagram20200814_1*f*1"/>
  <p:tag name="KSO_WM_TEMPLATE_CATEGORY" val="diagram"/>
  <p:tag name="KSO_WM_TEMPLATE_INDEX" val="20200814"/>
  <p:tag name="KSO_WM_UNIT_LAYERLEVEL" val="1"/>
  <p:tag name="KSO_WM_TAG_VERSION" val="1.0"/>
  <p:tag name="KSO_WM_BEAUTIFY_FLAG" val="#wm#"/>
  <p:tag name="KSO_WM_UNIT_DEFAULT_FONT" val="14;18;2"/>
  <p:tag name="KSO_WM_UNIT_BLOCK" val="0"/>
  <p:tag name="KSO_WM_UNIT_SM_LIMIT_TYPE" val="1"/>
  <p:tag name="KSO_WM_UNIT_TEXT_FILL_FORE_SCHEMECOLOR_INDEX_BRIGHTNESS" val="0.15"/>
  <p:tag name="KSO_WM_UNIT_TEXT_FILL_FORE_SCHEMECOLOR_INDEX" val="13"/>
  <p:tag name="KSO_WM_UNIT_TEXT_FILL_TYPE" val="1"/>
</p:tagLst>
</file>

<file path=ppt/tags/tag179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diagram20200814_1*i*2"/>
  <p:tag name="KSO_WM_TEMPLATE_CATEGORY" val="diagram"/>
  <p:tag name="KSO_WM_TEMPLATE_INDEX" val="20200814"/>
  <p:tag name="KSO_WM_UNIT_LAYERLEVEL" val="1"/>
  <p:tag name="KSO_WM_TAG_VERSION" val="1.0"/>
  <p:tag name="KSO_WM_BEAUTIFY_FLAG" val="#wm#"/>
  <p:tag name="KSO_WM_UNIT_BLOCK" val="0"/>
  <p:tag name="KSO_WM_UNIT_SM_LIMIT_TYPE" val="0"/>
  <p:tag name="KSO_WM_UNIT_DECORATE_INFO" val="{&quot;DecorateInfoX&quot;:{&quot;IsLeft&quot;:false,&quot;IsRight&quot;:true,&quot;IsAbs&quot;:true},&quot;DecorateInfoY&quot;:{&quot;IsTop&quot;:false,&quot;IsBottom&quot;:true,&quot;IsAbs&quot;:true}}"/>
  <p:tag name="KSO_WM_UNIT_LINE_FORE_SCHEMECOLOR_INDEX_BRIGHTNESS" val="0.4"/>
  <p:tag name="KSO_WM_UNIT_LINE_FORE_SCHEMECOLOR_INDEX" val="5"/>
  <p:tag name="KSO_WM_UNIT_LINE_FILL_TYPE" val="2"/>
</p:tagLst>
</file>

<file path=ppt/tags/tag179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
  <p:tag name="KSO_WM_UNIT_ID" val="diagram20200814_1*i*4"/>
  <p:tag name="KSO_WM_TEMPLATE_CATEGORY" val="diagram"/>
  <p:tag name="KSO_WM_TEMPLATE_INDEX" val="20200814"/>
  <p:tag name="KSO_WM_UNIT_LAYERLEVEL" val="1"/>
  <p:tag name="KSO_WM_TAG_VERSION" val="1.0"/>
  <p:tag name="KSO_WM_BEAUTIFY_FLAG" val="#wm#"/>
  <p:tag name="KSO_WM_UNIT_SM_LIMIT_TYPE" val="0"/>
  <p:tag name="KSO_WM_UNIT_FILL_FORE_SCHEMECOLOR_INDEX_BRIGHTNESS" val="0.6"/>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179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5"/>
  <p:tag name="KSO_WM_UNIT_ID" val="diagram20200814_1*i*5"/>
  <p:tag name="KSO_WM_TEMPLATE_CATEGORY" val="diagram"/>
  <p:tag name="KSO_WM_TEMPLATE_INDEX" val="20200814"/>
  <p:tag name="KSO_WM_UNIT_LAYERLEVEL" val="1"/>
  <p:tag name="KSO_WM_TAG_VERSION" val="1.0"/>
  <p:tag name="KSO_WM_BEAUTIFY_FLAG" val="#wm#"/>
  <p:tag name="KSO_WM_UNIT_SM_LIMIT_TYPE" val="0"/>
  <p:tag name="KSO_WM_UNIT_FILL_FORE_SCHEMECOLOR_INDEX_BRIGHTNESS" val="0.8"/>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1795.xml><?xml version="1.0" encoding="utf-8"?>
<p:tagLst xmlns:p="http://schemas.openxmlformats.org/presentationml/2006/main">
  <p:tag name="KSO_WM_UNIT_PRESET_TEXT" val="点击输入正文"/>
  <p:tag name="KSO_WM_UNIT_NOCLEAR" val="0"/>
  <p:tag name="KSO_WM_UNIT_SHOW_EDIT_AREA_INDICATION" val="1"/>
  <p:tag name="KSO_WM_UNIT_VALUE" val="260"/>
  <p:tag name="KSO_WM_UNIT_HIGHLIGHT" val="0"/>
  <p:tag name="KSO_WM_UNIT_COMPATIBLE" val="0"/>
  <p:tag name="KSO_WM_UNIT_DIAGRAM_ISNUMVISUAL" val="0"/>
  <p:tag name="KSO_WM_UNIT_DIAGRAM_ISREFERUNIT" val="0"/>
  <p:tag name="KSO_WM_UNIT_TYPE" val="f"/>
  <p:tag name="KSO_WM_UNIT_INDEX" val="1"/>
  <p:tag name="KSO_WM_UNIT_ID" val="diagram20200814_1*f*1"/>
  <p:tag name="KSO_WM_TEMPLATE_CATEGORY" val="diagram"/>
  <p:tag name="KSO_WM_TEMPLATE_INDEX" val="20200814"/>
  <p:tag name="KSO_WM_UNIT_LAYERLEVEL" val="1"/>
  <p:tag name="KSO_WM_TAG_VERSION" val="1.0"/>
  <p:tag name="KSO_WM_BEAUTIFY_FLAG" val="#wm#"/>
  <p:tag name="KSO_WM_UNIT_DEFAULT_FONT" val="14;18;2"/>
  <p:tag name="KSO_WM_UNIT_BLOCK" val="0"/>
  <p:tag name="KSO_WM_UNIT_SM_LIMIT_TYPE" val="1"/>
  <p:tag name="KSO_WM_UNIT_TEXT_FILL_FORE_SCHEMECOLOR_INDEX_BRIGHTNESS" val="0.15"/>
  <p:tag name="KSO_WM_UNIT_TEXT_FILL_FORE_SCHEMECOLOR_INDEX" val="13"/>
  <p:tag name="KSO_WM_UNIT_TEXT_FILL_TYPE" val="1"/>
</p:tagLst>
</file>

<file path=ppt/tags/tag1796.xml><?xml version="1.0" encoding="utf-8"?>
<p:tagLst xmlns:p="http://schemas.openxmlformats.org/presentationml/2006/main">
  <p:tag name="KSO_WM_BEAUTIFY_FLAG" val="#wm#"/>
  <p:tag name="KSO_WM_TEMPLATE_CATEGORY" val="diagram"/>
  <p:tag name="KSO_WM_TEMPLATE_INDEX" val="20200814"/>
  <p:tag name="KSO_WM_SLIDE_ID" val="diagram20200814_1"/>
  <p:tag name="KSO_WM_TEMPLATE_SUBCATEGORY" val="11"/>
  <p:tag name="KSO_WM_TEMPLATE_MASTER_TYPE" val="0"/>
  <p:tag name="KSO_WM_TEMPLATE_COLOR_TYPE" val="1"/>
  <p:tag name="KSO_WM_SLIDE_TYPE" val="text"/>
  <p:tag name="KSO_WM_SLIDE_SUBTYPE" val="picTxt"/>
  <p:tag name="KSO_WM_SLIDE_ITEM_CNT" val="0"/>
  <p:tag name="KSO_WM_SLIDE_INDEX" val="1"/>
  <p:tag name="KSO_WM_UNIT_SHOW_EDIT_AREA_INDICATION" val="1"/>
  <p:tag name="KSO_WM_SLIDE_SIZE" val="896*444"/>
  <p:tag name="KSO_WM_SLIDE_POSITION" val="15*47"/>
  <p:tag name="KSO_WM_TAG_VERSION" val="1.0"/>
  <p:tag name="KSO_WM_SLIDE_LAYOUT" val="a_d_f"/>
  <p:tag name="KSO_WM_SLIDE_LAYOUT_CNT" val="1_2_1"/>
  <p:tag name="KSO_WM_SLIDE_LAYOUT_INFO" val="{&#10;    &quot;backgroundInfo&quot;: [&#10;        {&#10;            &quot;bottom&quot;: 0,&#10;            &quot;bottomAbs&quot;: false,&#10;            &quot;left&quot;: 0,&#10;            &quot;leftAbs&quot;: false,&#10;            &quot;right&quot;: 0,&#10;            &quot;rightAbs&quot;: false,&#10;            &quot;top&quot;: 0,&#10;            &quot;topAbs&quot;: false,&#10;            &quot;type&quot;: &quot;general&quot;&#10;        },&#10;        {&#10;            &quot;bottom&quot;: 0,&#10;            &quot;bottomAbs&quot;: false,&#10;            &quot;left&quot;: 0,&#10;            &quot;leftAbs&quot;: false,&#10;            &quot;right&quot;: 0,&#10;            &quot;rightAbs&quot;: false,&#10;            &quot;top&quot;: 0,&#10;            &quot;topAbs&quot;: false,&#10;            &quot;type&quot;: &quot;frame&quot;&#10;        }&#10;    ],&#10;    &quot;direction&quot;: 1,&#10;    &quot;id&quot;: &quot;2020-03-30T16:33:34&quot;,&#10;    &quot;maxSize&quot;: {&#10;        &quot;size1&quot;: 57&#10;    },&#10;    &quot;minSize&quot;: {&#10;        &quot;size1&quot;: 57&#10;    },&#10;    &quot;normalSize&quot;: {&#10;        &quot;size1&quot;: 57&#10;    },&#10;    &quot;subLayout&quot;: [&#10;        {&#10;            &quot;id&quot;: &quot;2020-03-30T16:33:34&quot;,&#10;            &quot;margin&quot;: {&#10;                &quot;bottom&quot;: 1.690000057220459,&#10;                &quot;left&quot;: 2.5399999618530273,&#10;                &quot;right&quot;: 1.6770000457763672,&#10;                &quot;top&quot;: 1.690000057220459&#10;            },&#10;            &quot;type&quot;: 0&#10;        },&#10;        {&#10;            &quot;id&quot;: &quot;2020-03-30T16:33:34&quot;,&#10;            &quot;maxSize&quot;: {&#10;                &quot;size1&quot;: 57.399999999999999&#10;            },&#10;            &quot;minSize&quot;: {&#10;                &quot;size1&quot;: 44.299999999999997&#10;            },&#10;            &quot;normalSize&quot;: {&#10;                &quot;size1&quot;: 50.700000000000003&#10;            },&#10;            &quot;subLayout&quot;: [&#10;                {&#10;                    &quot;id&quot;: &quot;2020-03-30T16:33:34&quot;,&#10;                    &quot;margin&quot;: {&#10;                        &quot;bottom&quot;: 0.29100000858306885,&#10;                        &quot;left&quot;: 0.026000002399086952,&#10;                        &quot;right&quot;: 1.690000057220459,&#10;                        &quot;top&quot;: 1.690000057220459&#10;                    },&#10;                    &quot;type&quot;: 0&#10;                },&#10;                {&#10;                    &quot;id&quot;: &quot;2020-03-30T16:33:34&quot;,&#10;                    &quot;margin&quot;: {&#10;                        &quot;bottom&quot;: 1.690000057220459,&#10;                        &quot;left&quot;: 0.026000002399086952,&#10;                        &quot;right&quot;: 1.690000057220459,&#10;                        &quot;top&quot;: 0.026000002399086952&#10;                    },&#10;                    &quot;type&quot;: 0&#10;                }&#10;            ],&#10;            &quot;type&quot;: 0&#10;        }&#10;    ],&#10;    &quot;type&quot;: 0&#10;}&#10;"/>
  <p:tag name="KSO_WM_SLIDE_CAN_ADD_NAVIGATION" val="1"/>
  <p:tag name="KSO_WM_SLIDE_BACKGROUND" val="[&quot;general&quot;,&quot;frame&quot;]"/>
  <p:tag name="KSO_WM_SLIDE_RATIO" val="1.777778"/>
  <p:tag name="KSO_WM_SLIDE_BK_DARK_LIGHT" val="2"/>
  <p:tag name="KSO_WM_SLIDE_BACKGROUND_TYPE" val="frame"/>
</p:tagLst>
</file>

<file path=ppt/tags/tag1797.xml><?xml version="1.0" encoding="utf-8"?>
<p:tagLst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UNIT_TYPE" val="i"/>
</p:tagLst>
</file>

<file path=ppt/tags/tag179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i*2"/>
  <p:tag name="KSO_WM_UNIT_LAYERLEVEL" val="1"/>
  <p:tag name="KSO_WM_TAG_VERSION" val="1.0"/>
  <p:tag name="KSO_WM_BEAUTIFY_FLAG" val="#wm#"/>
  <p:tag name="KSO_WM_SLIDE_BACKGROUND_TYPE" val="bottomTop"/>
  <p:tag name="KSO_WM_SLIDE_BK_DARK_LIGHT" val="2"/>
  <p:tag name="KSO_WM_UNIT_TYPE" val="i"/>
  <p:tag name="KSO_WM_UNIT_INDEX" val="2"/>
  <p:tag name="KSO_WM_UNIT_FILL_TYPE" val="1"/>
  <p:tag name="KSO_WM_UNIT_TEXT_FILL_FORE_SCHEMECOLOR_INDEX_BRIGHTNESS" val="0"/>
  <p:tag name="KSO_WM_UNIT_TEXT_FILL_FORE_SCHEMECOLOR_INDEX" val="13"/>
  <p:tag name="KSO_WM_UNIT_TEXT_FILL_TYPE" val="1"/>
</p:tagLst>
</file>

<file path=ppt/tags/tag179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i*3"/>
  <p:tag name="KSO_WM_UNIT_LAYERLEVEL" val="1"/>
  <p:tag name="KSO_WM_TAG_VERSION" val="1.0"/>
  <p:tag name="KSO_WM_BEAUTIFY_FLAG" val="#wm#"/>
  <p:tag name="KSO_WM_SLIDE_BACKGROUND_TYPE" val="bottomTop"/>
  <p:tag name="KSO_WM_SLIDE_BK_DARK_LIGHT" val="2"/>
  <p:tag name="KSO_WM_UNIT_TYPE" val="i"/>
  <p:tag name="KSO_WM_UNIT_INDEX" val="3"/>
  <p:tag name="KSO_WM_UNIT_FILL_FORE_SCHEMECOLOR_INDEX_BRIGHTNESS" val="0"/>
  <p:tag name="KSO_WM_UNIT_FILL_FORE_SCHEMECOLOR_INDEX" val="14"/>
  <p:tag name="KSO_WM_UNIT_FILL_TYPE" val="1"/>
  <p:tag name="KSO_WM_UNIT_TEXT_FILL_FORE_SCHEMECOLOR_INDEX_BRIGHTNESS" val="0"/>
  <p:tag name="KSO_WM_UNIT_TEXT_FILL_FORE_SCHEMECOLOR_INDEX" val="13"/>
  <p:tag name="KSO_WM_UNIT_TEXT_FILL_TYPE" val="1"/>
</p:tagLst>
</file>

<file path=ppt/tags/tag180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i*5"/>
  <p:tag name="KSO_WM_UNIT_LAYERLEVEL" val="1"/>
  <p:tag name="KSO_WM_TAG_VERSION" val="1.0"/>
  <p:tag name="KSO_WM_BEAUTIFY_FLAG" val="#wm#"/>
  <p:tag name="KSO_WM_SLIDE_BACKGROUND_TYPE" val="bottomTop"/>
  <p:tag name="KSO_WM_SLIDE_BK_DARK_LIGHT" val="2"/>
  <p:tag name="KSO_WM_UNIT_TYPE" val="i"/>
  <p:tag name="KSO_WM_UNIT_INDEX" val="5"/>
  <p:tag name="KSO_WM_UNIT_FILL_TYPE" val="1"/>
  <p:tag name="KSO_WM_UNIT_TEXT_FILL_FORE_SCHEMECOLOR_INDEX_BRIGHTNESS" val="0"/>
  <p:tag name="KSO_WM_UNIT_TEXT_FILL_FORE_SCHEMECOLOR_INDEX" val="13"/>
  <p:tag name="KSO_WM_UNIT_TEXT_FILL_TYPE" val="1"/>
</p:tagLst>
</file>

<file path=ppt/tags/tag180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i*4"/>
  <p:tag name="KSO_WM_UNIT_LAYERLEVEL" val="1"/>
  <p:tag name="KSO_WM_TAG_VERSION" val="1.0"/>
  <p:tag name="KSO_WM_BEAUTIFY_FLAG" val="#wm#"/>
  <p:tag name="KSO_WM_SLIDE_BACKGROUND_TYPE" val="bottomTop"/>
  <p:tag name="KSO_WM_SLIDE_BK_DARK_LIGHT" val="2"/>
  <p:tag name="KSO_WM_UNIT_TYPE" val="i"/>
  <p:tag name="KSO_WM_UNIT_INDEX" val="4"/>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13"/>
  <p:tag name="KSO_WM_UNIT_TEXT_FILL_TYPE" val="1"/>
</p:tagLst>
</file>

<file path=ppt/tags/tag180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i*6"/>
  <p:tag name="KSO_WM_UNIT_LAYERLEVEL" val="1"/>
  <p:tag name="KSO_WM_TAG_VERSION" val="1.0"/>
  <p:tag name="KSO_WM_BEAUTIFY_FLAG" val="#wm#"/>
  <p:tag name="KSO_WM_SLIDE_BACKGROUND_TYPE" val="bottomTop"/>
  <p:tag name="KSO_WM_SLIDE_BK_DARK_LIGHT" val="2"/>
  <p:tag name="KSO_WM_UNIT_TYPE" val="i"/>
  <p:tag name="KSO_WM_UNIT_INDEX" val="6"/>
  <p:tag name="KSO_WM_UNIT_FILL_FORE_SCHEMECOLOR_INDEX_BRIGHTNESS" val="0"/>
  <p:tag name="KSO_WM_UNIT_FILL_FORE_SCHEMECOLOR_INDEX" val="7"/>
  <p:tag name="KSO_WM_UNIT_FILL_TYPE" val="1"/>
  <p:tag name="KSO_WM_UNIT_TEXT_FILL_FORE_SCHEMECOLOR_INDEX_BRIGHTNESS" val="0"/>
  <p:tag name="KSO_WM_UNIT_TEXT_FILL_FORE_SCHEMECOLOR_INDEX" val="13"/>
  <p:tag name="KSO_WM_UNIT_TEXT_FILL_TYPE" val="1"/>
</p:tagLst>
</file>

<file path=ppt/tags/tag180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i*7"/>
  <p:tag name="KSO_WM_UNIT_LAYERLEVEL" val="1"/>
  <p:tag name="KSO_WM_TAG_VERSION" val="1.0"/>
  <p:tag name="KSO_WM_BEAUTIFY_FLAG" val="#wm#"/>
  <p:tag name="KSO_WM_SLIDE_BACKGROUND_TYPE" val="bottomTop"/>
  <p:tag name="KSO_WM_SLIDE_BK_DARK_LIGHT" val="2"/>
  <p:tag name="KSO_WM_UNIT_TYPE" val="i"/>
  <p:tag name="KSO_WM_UNIT_INDEX" val="7"/>
  <p:tag name="KSO_WM_UNIT_FILL_FORE_SCHEMECOLOR_INDEX_BRIGHTNESS" val="0"/>
  <p:tag name="KSO_WM_UNIT_FILL_FORE_SCHEMECOLOR_INDEX" val="9"/>
  <p:tag name="KSO_WM_UNIT_FILL_TYPE" val="1"/>
  <p:tag name="KSO_WM_UNIT_TEXT_FILL_FORE_SCHEMECOLOR_INDEX_BRIGHTNESS" val="0"/>
  <p:tag name="KSO_WM_UNIT_TEXT_FILL_FORE_SCHEMECOLOR_INDEX" val="13"/>
  <p:tag name="KSO_WM_UNIT_TEXT_FILL_TYPE" val="1"/>
</p:tagLst>
</file>

<file path=ppt/tags/tag180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h"/>
  <p:tag name="KSO_WM_UNIT_TYPE" val="i"/>
  <p:tag name="KSO_WM_UNIT_INDEX" val="1"/>
  <p:tag name="KSO_WM_UNIT_ID" val="_16*i*1"/>
  <p:tag name="KSO_WM_UNIT_BK_DARK_LIGHT" val="2"/>
  <p:tag name="KSO_WM_UNIT_LAYERLEVEL" val="1"/>
  <p:tag name="KSO_WM_TAG_VERSION" val="1.0"/>
  <p:tag name="KSO_WM_BEAUTIFY_FLAG" val="#wm#"/>
  <p:tag name="KSO_WM_SLIDE_BACKGROUND_TYPE" val="bottomTop"/>
  <p:tag name="KSO_WM_SLIDE_BK_DARK_LIGHT" val="2"/>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2"/>
  <p:tag name="KSO_WM_UNIT_TEXT_FILL_TYPE" val="1"/>
</p:tagLst>
</file>

<file path=ppt/tags/tag1805.xml><?xml version="1.0" encoding="utf-8"?>
<p:tagLst xmlns:p="http://schemas.openxmlformats.org/presentationml/2006/main">
  <p:tag name="KSO_WM_UNIT_PRESET_TEXT" val="点击输入正文"/>
  <p:tag name="KSO_WM_UNIT_NOCLEAR" val="0"/>
  <p:tag name="KSO_WM_UNIT_VALUE" val="154"/>
  <p:tag name="KSO_WM_UNIT_HIGHLIGHT" val="0"/>
  <p:tag name="KSO_WM_UNIT_COMPATIBLE" val="0"/>
  <p:tag name="KSO_WM_UNIT_DIAGRAM_ISNUMVISUAL" val="0"/>
  <p:tag name="KSO_WM_UNIT_DIAGRAM_ISREFERUNIT" val="0"/>
  <p:tag name="KSO_WM_UNIT_TYPE" val="f"/>
  <p:tag name="KSO_WM_UNIT_INDEX" val="1"/>
  <p:tag name="KSO_WM_UNIT_ID" val="diagram20200321_1*f*1"/>
  <p:tag name="KSO_WM_TEMPLATE_CATEGORY" val="diagram"/>
  <p:tag name="KSO_WM_TEMPLATE_INDEX" val="20200321"/>
  <p:tag name="KSO_WM_UNIT_LAYERLEVEL" val="1"/>
  <p:tag name="KSO_WM_TAG_VERSION" val="1.0"/>
  <p:tag name="KSO_WM_BEAUTIFY_FLAG" val="#wm#"/>
  <p:tag name="KSO_WM_UNIT_SHOW_EDIT_AREA_INDICATION" val="1"/>
  <p:tag name="KSO_WM_UNIT_PLACING_PICTURE_MD4" val="0"/>
  <p:tag name="KSO_WM_UNIT_DEFAULT_FONT" val="14;18;2"/>
  <p:tag name="KSO_WM_UNIT_BLOCK" val="0"/>
  <p:tag name="KSO_WM_UNIT_TEXT_FILL_FORE_SCHEMECOLOR_INDEX_BRIGHTNESS" val="0.35"/>
  <p:tag name="KSO_WM_UNIT_TEXT_FILL_FORE_SCHEMECOLOR_INDEX" val="13"/>
  <p:tag name="KSO_WM_UNIT_TEXT_FILL_TYPE" val="1"/>
</p:tagLst>
</file>

<file path=ppt/tags/tag180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diagram20200321_1*i*2"/>
  <p:tag name="KSO_WM_TEMPLATE_CATEGORY" val="diagram"/>
  <p:tag name="KSO_WM_TEMPLATE_INDEX" val="20200321"/>
  <p:tag name="KSO_WM_UNIT_LAYERLEVEL" val="1"/>
  <p:tag name="KSO_WM_TAG_VERSION" val="1.0"/>
  <p:tag name="KSO_WM_BEAUTIFY_FLAG" val="#wm#"/>
  <p:tag name="KSO_WM_UNIT_PLACING_PICTURE_MD4" val="0"/>
  <p:tag name="KSO_WM_UNIT_SM_LIMIT_TYPE" val="1"/>
  <p:tag name="KSO_WM_UNIT_LINE_FORE_SCHEMECOLOR_INDEX_BRIGHTNESS" val="0.25"/>
  <p:tag name="KSO_WM_UNIT_LINE_FORE_SCHEMECOLOR_INDEX" val="13"/>
  <p:tag name="KSO_WM_UNIT_LINE_FILL_TYPE" val="2"/>
</p:tagLst>
</file>

<file path=ppt/tags/tag180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diagram20200321_1*i*3"/>
  <p:tag name="KSO_WM_TEMPLATE_CATEGORY" val="diagram"/>
  <p:tag name="KSO_WM_TEMPLATE_INDEX" val="20200321"/>
  <p:tag name="KSO_WM_UNIT_LAYERLEVEL" val="1"/>
  <p:tag name="KSO_WM_TAG_VERSION" val="1.0"/>
  <p:tag name="KSO_WM_BEAUTIFY_FLAG" val="#wm#"/>
  <p:tag name="KSO_WM_UNIT_PLACING_PICTURE_MD4" val="0"/>
  <p:tag name="KSO_WM_UNIT_SM_LIMIT_TYPE" val="1"/>
  <p:tag name="KSO_WM_UNIT_LINE_FORE_SCHEMECOLOR_INDEX_BRIGHTNESS" val="0.25"/>
  <p:tag name="KSO_WM_UNIT_LINE_FORE_SCHEMECOLOR_INDEX" val="13"/>
  <p:tag name="KSO_WM_UNIT_LINE_FILL_TYPE" val="2"/>
</p:tagLst>
</file>

<file path=ppt/tags/tag1808.xml><?xml version="1.0" encoding="utf-8"?>
<p:tagLst xmlns:p="http://schemas.openxmlformats.org/presentationml/2006/main">
  <p:tag name="KSO_WM_UNIT_PLACING_PICTURE_USER_VIEWPORT" val="{&quot;height&quot;:4992,&quot;width&quot;:5461}"/>
</p:tagLst>
</file>

<file path=ppt/tags/tag1809.xml><?xml version="1.0" encoding="utf-8"?>
<p:tagLst xmlns:p="http://schemas.openxmlformats.org/presentationml/2006/main">
  <p:tag name="KSO_WM_UNIT_ISCONTENTSTITLE" val="0"/>
  <p:tag name="KSO_WM_UNIT_NOCLEAR" val="0"/>
  <p:tag name="KSO_WM_UNIT_VALUE" val="170"/>
  <p:tag name="KSO_WM_UNIT_HIGHLIGHT" val="0"/>
  <p:tag name="KSO_WM_UNIT_COMPATIBLE" val="0"/>
  <p:tag name="KSO_WM_UNIT_DIAGRAM_ISNUMVISUAL" val="0"/>
  <p:tag name="KSO_WM_UNIT_DIAGRAM_ISREFERUNIT" val="0"/>
  <p:tag name="KSO_WM_UNIT_TYPE" val="f"/>
  <p:tag name="KSO_WM_UNIT_INDEX" val="1"/>
  <p:tag name="KSO_WM_UNIT_ID" val="diagram20200481_1*f*1"/>
  <p:tag name="KSO_WM_TEMPLATE_CATEGORY" val="diagram"/>
  <p:tag name="KSO_WM_TEMPLATE_INDEX" val="20200481"/>
  <p:tag name="KSO_WM_UNIT_LAYERLEVEL" val="1"/>
  <p:tag name="KSO_WM_TAG_VERSION" val="1.0"/>
  <p:tag name="KSO_WM_BEAUTIFY_FLAG" val="#wm#"/>
  <p:tag name="KSO_WM_UNIT_PRESET_TEXT" val="户外拓展训练通常利用崇山峻岭、翰海大川等自然环境，通过精心设计的活动达到“磨练意志、陶冶情操、完善人格、熔炼团队”的拓展培训目的。"/>
  <p:tag name="KSO_WM_UNIT_TEXT_FILL_FORE_SCHEMECOLOR_INDEX_BRIGHTNESS" val="0.25"/>
  <p:tag name="KSO_WM_UNIT_TEXT_FILL_FORE_SCHEMECOLOR_INDEX" val="13"/>
  <p:tag name="KSO_WM_UNIT_TEXT_FILL_TYPE" val="1"/>
</p:tagLst>
</file>

<file path=ppt/tags/tag1810.xml><?xml version="1.0" encoding="utf-8"?>
<p:tagLst xmlns:p="http://schemas.openxmlformats.org/presentationml/2006/main">
  <p:tag name="KSO_WM_BEAUTIFY_FLAG" val="#wm#"/>
  <p:tag name="KSO_WM_TEMPLATE_CATEGORY" val="diagram"/>
  <p:tag name="KSO_WM_TEMPLATE_INDEX" val="20200321"/>
  <p:tag name="KSO_WM_SLIDE_ID" val="diagram20200321_1"/>
  <p:tag name="KSO_WM_TEMPLATE_SUBCATEGORY" val="11"/>
  <p:tag name="KSO_WM_SLIDE_ITEM_CNT" val="0"/>
  <p:tag name="KSO_WM_SLIDE_INDEX" val="1"/>
  <p:tag name="KSO_WM_TAG_VERSION" val="1.0"/>
  <p:tag name="KSO_WM_SLIDE_LAYOUT" val="a_d_f"/>
  <p:tag name="KSO_WM_SLIDE_LAYOUT_CNT" val="1_1_1"/>
  <p:tag name="KSO_WM_SLIDE_TYPE" val="text"/>
  <p:tag name="KSO_WM_SLIDE_SUBTYPE" val="picTxt"/>
  <p:tag name="KSO_WM_SLIDE_SIZE" val="866*458"/>
  <p:tag name="KSO_WM_SLIDE_POSITION" val="47*34"/>
  <p:tag name="KSO_WM_TEMPLATE_MASTER_TYPE" val="0"/>
  <p:tag name="KSO_WM_TEMPLATE_COLOR_TYPE" val="1"/>
  <p:tag name="KSO_WM_UNIT_SHOW_EDIT_AREA_INDICATION" val="1"/>
  <p:tag name="KSO_WM_SLIDE_LAYOUT_INFO" val="{&#10;    &quot;backgroundInfo&quot;: [&#10;        {&#10;            &quot;bottom&quot;: 0,&#10;            &quot;bottomAbs&quot;: false,&#10;            &quot;left&quot;: 0,&#10;            &quot;leftAbs&quot;: false,&#10;            &quot;right&quot;: 0,&#10;            &quot;rightAbs&quot;: false,&#10;            &quot;top&quot;: 0,&#10;            &quot;topAbs&quot;: false,&#10;            &quot;type&quot;: &quot;general&quot;&#10;        },&#10;        {&#10;            &quot;bottom&quot;: 0,&#10;            &quot;bottomAbs&quot;: false,&#10;            &quot;left&quot;: 0,&#10;            &quot;leftAbs&quot;: false,&#10;            &quot;right&quot;: 0,&#10;            &quot;rightAbs&quot;: false,&#10;            &quot;top&quot;: 0,&#10;            &quot;topAbs&quot;: false,&#10;            &quot;type&quot;: &quot;frame&quot;&#10;        }&#10;    ],&#10;    &quot;id&quot;: &quot;2020-03-30T13:46:53&quot;,&#10;    &quot;maxSize&quot;: {&#10;        &quot;size1&quot;: 32.799999999999997&#10;    },&#10;    &quot;minSize&quot;: {&#10;        &quot;size1&quot;: 24.600000000000001&#10;    },&#10;    &quot;normalSize&quot;: {&#10;        &quot;size1&quot;: 25.054320987654322&#10;    },&#10;    &quot;subLayout&quot;: [&#10;        {&#10;            &quot;horizontalAlign&quot;: 0,&#10;            &quot;id&quot;: &quot;2020-03-30T13:46:53&quot;,&#10;            &quot;margin&quot;: {&#10;                &quot;bottom&quot;: 1.2439998388290405,&#10;                &quot;left&quot;: 1.690000057220459,&#10;                &quot;right&quot;: 1.690000057220459,&#10;                &quot;top&quot;: 1.690000057220459&#10;            },&#10;            &quot;type&quot;: 0,&#10;            &quot;verticalAlign&quot;: 1&#10;        },&#10;        {&#10;            &quot;backgroundInfo&quot;: [&#10;                {&#10;                    &quot;bottom&quot;: 0.058357569999999998,&#10;                    &quot;bottomAbs&quot;: false,&#10;                    &quot;left&quot;: 0,&#10;                    &quot;leftAbs&quot;: false,&#10;                    &quot;right&quot;: 0,&#10;                    &quot;rightAbs&quot;: false,&#10;                    &quot;top&quot;: -0.058357569999999998,&#10;                    &quot;topAbs&quot;: false,&#10;                    &quot;type&quot;: &quot;bottomTop&quot;&#10;                }&#10;            ],&#10;            &quot;direction&quot;: 1,&#10;            &quot;id&quot;: &quot;2020-03-30T13:46:53&quot;,&#10;            &quot;maxSize&quot;: {&#10;                &quot;size1&quot;: 68.099999999999994&#10;            },&#10;            &quot;minSize&quot;: {&#10;                &quot;size1&quot;: 36.200000000000003&#10;            },&#10;            &quot;normalSize&quot;: {&#10;                &quot;size1&quot;: 36.20000000000001&#10;            },&#10;            &quot;subLayout&quot;: [&#10;                {&#10;                    &quot;horizontalAlign&quot;: 0,&#10;                    &quot;id&quot;: &quot;2020-03-30T13:46:53&quot;,&#10;                    &quot;margin&quot;: {&#10;                        &quot;bottom&quot;: 1.690000057220459,&#10;                        &quot;left&quot;: 1.7029999494552612,&#10;                        &quot;right&quot;: 1.034000039100647,&#10;                        &quot;top&quot;: 0.026000002399086952&#10;                    },&#10;                    &quot;marginOverLayout&quot;: {&#10;                        &quot;bottom&quot;: 1.690000057220459,&#10;                        &quot;left&quot;: 1.7029999494552612,&#10;                        &quot;right&quot;: 1.034000039100647,&#10;                        &quot;top&quot;: 0.026000002399086952&#10;                    },&#10;                    &quot;type&quot;: 1,&#10;                    &quot;verticalAlign&quot;: 1&#10;                },&#10;                {&#10;                    &quot;horizontalAlign&quot;: 0,&#10;                    &quot;id&quot;: &quot;2020-03-30T13:46:53&quot;,&#10;                    &quot;margin&quot;: {&#10;                        &quot;bottom&quot;: 1.690000057220459,&#10;                        &quot;left&quot;: 0.026000002399086952,&#10;                        &quot;right&quot;: 1.690000057220459,&#10;                        &quot;top&quot;: 0.026000002399086952&#10;                    },&#10;                    &quot;type&quot;: 0,&#10;                    &quot;verticalAlign&quot;: 1&#10;                }&#10;            ],&#10;            &quot;type&quot;: 0&#10;        }&#10;    ],&#10;    &quot;type&quot;: 1&#10;}&#10;"/>
  <p:tag name="KSO_WM_SLIDE_CAN_ADD_NAVIGATION" val="1"/>
  <p:tag name="KSO_WM_SLIDE_BACKGROUND" val="[&quot;general&quot;,&quot;frame&quot;,&quot;bottomTop&quot;]"/>
  <p:tag name="KSO_WM_SLIDE_RATIO" val="1.777778"/>
  <p:tag name="KSO_WM_SLIDE_BK_DARK_LIGHT" val="2"/>
  <p:tag name="KSO_WM_SLIDE_BACKGROUND_TYPE" val="bottomTop"/>
</p:tagLst>
</file>

<file path=ppt/tags/tag18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3*i*2"/>
  <p:tag name="KSO_WM_UNIT_LAYERLEVEL" val="1"/>
  <p:tag name="KSO_WM_TAG_VERSION" val="1.0"/>
  <p:tag name="KSO_WM_BEAUTIFY_FLAG" val="#wm#"/>
  <p:tag name="KSO_WM_UNIT_TYPE" val="i"/>
  <p:tag name="KSO_WM_UNIT_INDEX" val="2"/>
  <p:tag name="KSO_WM_SLIDE_BACKGROUND_TYPE" val="frame"/>
  <p:tag name="KSO_WM_SLIDE_BK_DARK_LIGHT" val="2"/>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18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h"/>
  <p:tag name="KSO_WM_UNIT_TYPE" val="i"/>
  <p:tag name="KSO_WM_UNIT_INDEX" val="1"/>
  <p:tag name="KSO_WM_UNIT_ID" val="_13*i*1"/>
  <p:tag name="KSO_WM_UNIT_BK_DARK_LIGHT" val="2"/>
  <p:tag name="KSO_WM_UNIT_LAYERLEVEL" val="1"/>
  <p:tag name="KSO_WM_TAG_VERSION" val="1.0"/>
  <p:tag name="KSO_WM_BEAUTIFY_FLAG" val="#wm#"/>
  <p:tag name="KSO_WM_SLIDE_BACKGROUND_TYPE" val="frame"/>
  <p:tag name="KSO_WM_SLIDE_BK_DARK_LIGHT" val="2"/>
  <p:tag name="KSO_WM_UNIT_FILL_FORE_SCHEMECOLOR_INDEX_BRIGHTNESS" val="0"/>
  <p:tag name="KSO_WM_UNIT_FILL_FORE_SCHEMECOLOR_INDEX" val="16"/>
  <p:tag name="KSO_WM_UNIT_FILL_TYPE" val="1"/>
  <p:tag name="KSO_WM_UNIT_TEXT_FILL_FORE_SCHEMECOLOR_INDEX_BRIGHTNESS" val="0"/>
  <p:tag name="KSO_WM_UNIT_TEXT_FILL_FORE_SCHEMECOLOR_INDEX" val="2"/>
  <p:tag name="KSO_WM_UNIT_TEXT_FILL_TYPE" val="1"/>
</p:tagLst>
</file>

<file path=ppt/tags/tag1813.xml><?xml version="1.0" encoding="utf-8"?>
<p:tagLst xmlns:p="http://schemas.openxmlformats.org/presentationml/2006/main">
  <p:tag name="KSO_WM_UNIT_ISCONTENTSTITLE" val="0"/>
  <p:tag name="KSO_WM_UNIT_PRESET_TEXT" val="点击输入大标题"/>
  <p:tag name="KSO_WM_UNIT_NOCLEAR" val="0"/>
  <p:tag name="KSO_WM_UNIT_SHOW_EDIT_AREA_INDICATION" val="1"/>
  <p:tag name="KSO_WM_UNIT_VALUE" val="13"/>
  <p:tag name="KSO_WM_UNIT_HIGHLIGHT" val="0"/>
  <p:tag name="KSO_WM_UNIT_COMPATIBLE" val="0"/>
  <p:tag name="KSO_WM_UNIT_DIAGRAM_ISNUMVISUAL" val="0"/>
  <p:tag name="KSO_WM_UNIT_DIAGRAM_ISREFERUNIT" val="0"/>
  <p:tag name="KSO_WM_UNIT_TYPE" val="a"/>
  <p:tag name="KSO_WM_UNIT_INDEX" val="1"/>
  <p:tag name="KSO_WM_UNIT_ID" val="diagram20200814_1*a*1"/>
  <p:tag name="KSO_WM_TEMPLATE_CATEGORY" val="diagram"/>
  <p:tag name="KSO_WM_TEMPLATE_INDEX" val="20200814"/>
  <p:tag name="KSO_WM_UNIT_LAYERLEVEL" val="1"/>
  <p:tag name="KSO_WM_TAG_VERSION" val="1.0"/>
  <p:tag name="KSO_WM_BEAUTIFY_FLAG" val="#wm#"/>
  <p:tag name="KSO_WM_UNIT_DEFAULT_FONT" val="32;36;4"/>
  <p:tag name="KSO_WM_UNIT_BLOCK" val="0"/>
  <p:tag name="KSO_WM_UNIT_SM_LIMIT_TYPE" val="1"/>
  <p:tag name="KSO_WM_UNIT_SMARTLAYOUT_COMPRESS_INFO" val="{&#10;    &quot;id&quot;: &quot;2020-03-30T16:33:34&quot;,&#10;    &quot;max&quot;: 3.577952755905514,&#10;    &quot;topChanged&quot;: 1.3978788163074718&#10;}&#10;"/>
  <p:tag name="KSO_WM_UNIT_TEXT_FILL_FORE_SCHEMECOLOR_INDEX_BRIGHTNESS" val="0.15"/>
  <p:tag name="KSO_WM_UNIT_TEXT_FILL_FORE_SCHEMECOLOR_INDEX" val="13"/>
  <p:tag name="KSO_WM_UNIT_TEXT_FILL_TYPE" val="1"/>
</p:tagLst>
</file>

<file path=ppt/tags/tag18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diagram20200814_1*i*2"/>
  <p:tag name="KSO_WM_TEMPLATE_CATEGORY" val="diagram"/>
  <p:tag name="KSO_WM_TEMPLATE_INDEX" val="20200814"/>
  <p:tag name="KSO_WM_UNIT_LAYERLEVEL" val="1"/>
  <p:tag name="KSO_WM_TAG_VERSION" val="1.0"/>
  <p:tag name="KSO_WM_BEAUTIFY_FLAG" val="#wm#"/>
  <p:tag name="KSO_WM_UNIT_BLOCK" val="0"/>
  <p:tag name="KSO_WM_UNIT_SM_LIMIT_TYPE" val="0"/>
  <p:tag name="KSO_WM_UNIT_DECORATE_INFO" val="{&quot;DecorateInfoX&quot;:{&quot;IsLeft&quot;:false,&quot;IsRight&quot;:true,&quot;IsAbs&quot;:true},&quot;DecorateInfoY&quot;:{&quot;IsTop&quot;:false,&quot;IsBottom&quot;:true,&quot;IsAbs&quot;:true}}"/>
  <p:tag name="KSO_WM_UNIT_LINE_FORE_SCHEMECOLOR_INDEX_BRIGHTNESS" val="0.4"/>
  <p:tag name="KSO_WM_UNIT_LINE_FORE_SCHEMECOLOR_INDEX" val="5"/>
  <p:tag name="KSO_WM_UNIT_LINE_FILL_TYPE" val="2"/>
</p:tagLst>
</file>

<file path=ppt/tags/tag18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
  <p:tag name="KSO_WM_UNIT_ID" val="diagram20200814_1*i*4"/>
  <p:tag name="KSO_WM_TEMPLATE_CATEGORY" val="diagram"/>
  <p:tag name="KSO_WM_TEMPLATE_INDEX" val="20200814"/>
  <p:tag name="KSO_WM_UNIT_LAYERLEVEL" val="1"/>
  <p:tag name="KSO_WM_TAG_VERSION" val="1.0"/>
  <p:tag name="KSO_WM_BEAUTIFY_FLAG" val="#wm#"/>
  <p:tag name="KSO_WM_UNIT_SM_LIMIT_TYPE" val="0"/>
  <p:tag name="KSO_WM_UNIT_FILL_FORE_SCHEMECOLOR_INDEX_BRIGHTNESS" val="0.6"/>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18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5"/>
  <p:tag name="KSO_WM_UNIT_ID" val="diagram20200814_1*i*5"/>
  <p:tag name="KSO_WM_TEMPLATE_CATEGORY" val="diagram"/>
  <p:tag name="KSO_WM_TEMPLATE_INDEX" val="20200814"/>
  <p:tag name="KSO_WM_UNIT_LAYERLEVEL" val="1"/>
  <p:tag name="KSO_WM_TAG_VERSION" val="1.0"/>
  <p:tag name="KSO_WM_BEAUTIFY_FLAG" val="#wm#"/>
  <p:tag name="KSO_WM_UNIT_SM_LIMIT_TYPE" val="0"/>
  <p:tag name="KSO_WM_UNIT_FILL_FORE_SCHEMECOLOR_INDEX_BRIGHTNESS" val="0.8"/>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1817.xml><?xml version="1.0" encoding="utf-8"?>
<p:tagLst xmlns:p="http://schemas.openxmlformats.org/presentationml/2006/main">
  <p:tag name="KSO_WM_UNIT_PRESET_TEXT" val="点击输入正文"/>
  <p:tag name="KSO_WM_UNIT_NOCLEAR" val="0"/>
  <p:tag name="KSO_WM_UNIT_SHOW_EDIT_AREA_INDICATION" val="1"/>
  <p:tag name="KSO_WM_UNIT_VALUE" val="260"/>
  <p:tag name="KSO_WM_UNIT_HIGHLIGHT" val="0"/>
  <p:tag name="KSO_WM_UNIT_COMPATIBLE" val="0"/>
  <p:tag name="KSO_WM_UNIT_DIAGRAM_ISNUMVISUAL" val="0"/>
  <p:tag name="KSO_WM_UNIT_DIAGRAM_ISREFERUNIT" val="0"/>
  <p:tag name="KSO_WM_UNIT_TYPE" val="f"/>
  <p:tag name="KSO_WM_UNIT_INDEX" val="1"/>
  <p:tag name="KSO_WM_UNIT_ID" val="diagram20200814_1*f*1"/>
  <p:tag name="KSO_WM_TEMPLATE_CATEGORY" val="diagram"/>
  <p:tag name="KSO_WM_TEMPLATE_INDEX" val="20200814"/>
  <p:tag name="KSO_WM_UNIT_LAYERLEVEL" val="1"/>
  <p:tag name="KSO_WM_TAG_VERSION" val="1.0"/>
  <p:tag name="KSO_WM_BEAUTIFY_FLAG" val="#wm#"/>
  <p:tag name="KSO_WM_UNIT_DEFAULT_FONT" val="14;18;2"/>
  <p:tag name="KSO_WM_UNIT_BLOCK" val="0"/>
  <p:tag name="KSO_WM_UNIT_SM_LIMIT_TYPE" val="1"/>
  <p:tag name="KSO_WM_UNIT_TEXT_FILL_FORE_SCHEMECOLOR_INDEX_BRIGHTNESS" val="0.15"/>
  <p:tag name="KSO_WM_UNIT_TEXT_FILL_FORE_SCHEMECOLOR_INDEX" val="13"/>
  <p:tag name="KSO_WM_UNIT_TEXT_FILL_TYPE" val="1"/>
</p:tagLst>
</file>

<file path=ppt/tags/tag1818.xml><?xml version="1.0" encoding="utf-8"?>
<p:tagLst xmlns:p="http://schemas.openxmlformats.org/presentationml/2006/main">
  <p:tag name="KSO_WM_BEAUTIFY_FLAG" val="#wm#"/>
  <p:tag name="KSO_WM_TEMPLATE_CATEGORY" val="diagram"/>
  <p:tag name="KSO_WM_TEMPLATE_INDEX" val="20200814"/>
  <p:tag name="KSO_WM_SLIDE_ID" val="diagram20200814_1"/>
  <p:tag name="KSO_WM_TEMPLATE_SUBCATEGORY" val="11"/>
  <p:tag name="KSO_WM_TEMPLATE_MASTER_TYPE" val="0"/>
  <p:tag name="KSO_WM_TEMPLATE_COLOR_TYPE" val="1"/>
  <p:tag name="KSO_WM_SLIDE_TYPE" val="text"/>
  <p:tag name="KSO_WM_SLIDE_SUBTYPE" val="picTxt"/>
  <p:tag name="KSO_WM_SLIDE_ITEM_CNT" val="0"/>
  <p:tag name="KSO_WM_SLIDE_INDEX" val="1"/>
  <p:tag name="KSO_WM_UNIT_SHOW_EDIT_AREA_INDICATION" val="1"/>
  <p:tag name="KSO_WM_SLIDE_SIZE" val="896*444"/>
  <p:tag name="KSO_WM_SLIDE_POSITION" val="15*47"/>
  <p:tag name="KSO_WM_TAG_VERSION" val="1.0"/>
  <p:tag name="KSO_WM_SLIDE_LAYOUT" val="a_d_f"/>
  <p:tag name="KSO_WM_SLIDE_LAYOUT_CNT" val="1_2_1"/>
  <p:tag name="KSO_WM_SLIDE_LAYOUT_INFO" val="{&#10;    &quot;backgroundInfo&quot;: [&#10;        {&#10;            &quot;bottom&quot;: 0,&#10;            &quot;bottomAbs&quot;: false,&#10;            &quot;left&quot;: 0,&#10;            &quot;leftAbs&quot;: false,&#10;            &quot;right&quot;: 0,&#10;            &quot;rightAbs&quot;: false,&#10;            &quot;top&quot;: 0,&#10;            &quot;topAbs&quot;: false,&#10;            &quot;type&quot;: &quot;general&quot;&#10;        },&#10;        {&#10;            &quot;bottom&quot;: 0,&#10;            &quot;bottomAbs&quot;: false,&#10;            &quot;left&quot;: 0,&#10;            &quot;leftAbs&quot;: false,&#10;            &quot;right&quot;: 0,&#10;            &quot;rightAbs&quot;: false,&#10;            &quot;top&quot;: 0,&#10;            &quot;topAbs&quot;: false,&#10;            &quot;type&quot;: &quot;frame&quot;&#10;        }&#10;    ],&#10;    &quot;direction&quot;: 1,&#10;    &quot;id&quot;: &quot;2020-03-30T16:33:34&quot;,&#10;    &quot;maxSize&quot;: {&#10;        &quot;size1&quot;: 57&#10;    },&#10;    &quot;minSize&quot;: {&#10;        &quot;size1&quot;: 57&#10;    },&#10;    &quot;normalSize&quot;: {&#10;        &quot;size1&quot;: 57&#10;    },&#10;    &quot;subLayout&quot;: [&#10;        {&#10;            &quot;id&quot;: &quot;2020-03-30T16:33:34&quot;,&#10;            &quot;margin&quot;: {&#10;                &quot;bottom&quot;: 1.690000057220459,&#10;                &quot;left&quot;: 2.5399999618530273,&#10;                &quot;right&quot;: 1.6770000457763672,&#10;                &quot;top&quot;: 1.690000057220459&#10;            },&#10;            &quot;type&quot;: 0&#10;        },&#10;        {&#10;            &quot;id&quot;: &quot;2020-03-30T16:33:34&quot;,&#10;            &quot;maxSize&quot;: {&#10;                &quot;size1&quot;: 57.399999999999999&#10;            },&#10;            &quot;minSize&quot;: {&#10;                &quot;size1&quot;: 44.299999999999997&#10;            },&#10;            &quot;normalSize&quot;: {&#10;                &quot;size1&quot;: 50.700000000000003&#10;            },&#10;            &quot;subLayout&quot;: [&#10;                {&#10;                    &quot;id&quot;: &quot;2020-03-30T16:33:34&quot;,&#10;                    &quot;margin&quot;: {&#10;                        &quot;bottom&quot;: 0.29100000858306885,&#10;                        &quot;left&quot;: 0.026000002399086952,&#10;                        &quot;right&quot;: 1.690000057220459,&#10;                        &quot;top&quot;: 1.690000057220459&#10;                    },&#10;                    &quot;type&quot;: 0&#10;                },&#10;                {&#10;                    &quot;id&quot;: &quot;2020-03-30T16:33:34&quot;,&#10;                    &quot;margin&quot;: {&#10;                        &quot;bottom&quot;: 1.690000057220459,&#10;                        &quot;left&quot;: 0.026000002399086952,&#10;                        &quot;right&quot;: 1.690000057220459,&#10;                        &quot;top&quot;: 0.026000002399086952&#10;                    },&#10;                    &quot;type&quot;: 0&#10;                }&#10;            ],&#10;            &quot;type&quot;: 0&#10;        }&#10;    ],&#10;    &quot;type&quot;: 0&#10;}&#10;"/>
  <p:tag name="KSO_WM_SLIDE_CAN_ADD_NAVIGATION" val="1"/>
  <p:tag name="KSO_WM_SLIDE_BACKGROUND" val="[&quot;general&quot;,&quot;frame&quot;]"/>
  <p:tag name="KSO_WM_SLIDE_RATIO" val="1.777778"/>
  <p:tag name="KSO_WM_SLIDE_BK_DARK_LIGHT" val="2"/>
  <p:tag name="KSO_WM_SLIDE_BACKGROUND_TYPE" val="frame"/>
</p:tagLst>
</file>

<file path=ppt/tags/tag18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3*i*2"/>
  <p:tag name="KSO_WM_UNIT_LAYERLEVEL" val="1"/>
  <p:tag name="KSO_WM_TAG_VERSION" val="1.0"/>
  <p:tag name="KSO_WM_BEAUTIFY_FLAG" val="#wm#"/>
  <p:tag name="KSO_WM_UNIT_TYPE" val="i"/>
  <p:tag name="KSO_WM_UNIT_INDEX" val="2"/>
  <p:tag name="KSO_WM_SLIDE_BACKGROUND_TYPE" val="frame"/>
  <p:tag name="KSO_WM_SLIDE_BK_DARK_LIGHT" val="2"/>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18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h"/>
  <p:tag name="KSO_WM_UNIT_TYPE" val="i"/>
  <p:tag name="KSO_WM_UNIT_INDEX" val="1"/>
  <p:tag name="KSO_WM_UNIT_ID" val="_13*i*1"/>
  <p:tag name="KSO_WM_UNIT_BK_DARK_LIGHT" val="2"/>
  <p:tag name="KSO_WM_UNIT_LAYERLEVEL" val="1"/>
  <p:tag name="KSO_WM_TAG_VERSION" val="1.0"/>
  <p:tag name="KSO_WM_BEAUTIFY_FLAG" val="#wm#"/>
  <p:tag name="KSO_WM_SLIDE_BACKGROUND_TYPE" val="frame"/>
  <p:tag name="KSO_WM_SLIDE_BK_DARK_LIGHT" val="2"/>
  <p:tag name="KSO_WM_UNIT_FILL_FORE_SCHEMECOLOR_INDEX_BRIGHTNESS" val="0"/>
  <p:tag name="KSO_WM_UNIT_FILL_FORE_SCHEMECOLOR_INDEX" val="16"/>
  <p:tag name="KSO_WM_UNIT_FILL_TYPE" val="1"/>
  <p:tag name="KSO_WM_UNIT_TEXT_FILL_FORE_SCHEMECOLOR_INDEX_BRIGHTNESS" val="0"/>
  <p:tag name="KSO_WM_UNIT_TEXT_FILL_FORE_SCHEMECOLOR_INDEX" val="2"/>
  <p:tag name="KSO_WM_UNIT_TEXT_FILL_TYPE" val="1"/>
</p:tagLst>
</file>

<file path=ppt/tags/tag1821.xml><?xml version="1.0" encoding="utf-8"?>
<p:tagLst xmlns:p="http://schemas.openxmlformats.org/presentationml/2006/main">
  <p:tag name="KSO_WM_UNIT_ISCONTENTSTITLE" val="0"/>
  <p:tag name="KSO_WM_UNIT_PRESET_TEXT" val="点击输入大标题"/>
  <p:tag name="KSO_WM_UNIT_NOCLEAR" val="0"/>
  <p:tag name="KSO_WM_UNIT_SHOW_EDIT_AREA_INDICATION" val="1"/>
  <p:tag name="KSO_WM_UNIT_VALUE" val="13"/>
  <p:tag name="KSO_WM_UNIT_HIGHLIGHT" val="0"/>
  <p:tag name="KSO_WM_UNIT_COMPATIBLE" val="0"/>
  <p:tag name="KSO_WM_UNIT_DIAGRAM_ISNUMVISUAL" val="0"/>
  <p:tag name="KSO_WM_UNIT_DIAGRAM_ISREFERUNIT" val="0"/>
  <p:tag name="KSO_WM_UNIT_TYPE" val="a"/>
  <p:tag name="KSO_WM_UNIT_INDEX" val="1"/>
  <p:tag name="KSO_WM_UNIT_ID" val="diagram20200814_1*a*1"/>
  <p:tag name="KSO_WM_TEMPLATE_CATEGORY" val="diagram"/>
  <p:tag name="KSO_WM_TEMPLATE_INDEX" val="20200814"/>
  <p:tag name="KSO_WM_UNIT_LAYERLEVEL" val="1"/>
  <p:tag name="KSO_WM_TAG_VERSION" val="1.0"/>
  <p:tag name="KSO_WM_BEAUTIFY_FLAG" val="#wm#"/>
  <p:tag name="KSO_WM_UNIT_DEFAULT_FONT" val="32;36;4"/>
  <p:tag name="KSO_WM_UNIT_BLOCK" val="0"/>
  <p:tag name="KSO_WM_UNIT_SM_LIMIT_TYPE" val="1"/>
  <p:tag name="KSO_WM_UNIT_SMARTLAYOUT_COMPRESS_INFO" val="{&#10;    &quot;id&quot;: &quot;2020-03-30T16:33:34&quot;,&#10;    &quot;max&quot;: 3.577952755905514,&#10;    &quot;topChanged&quot;: 1.3978788163074718&#10;}&#10;"/>
  <p:tag name="KSO_WM_UNIT_TEXT_FILL_FORE_SCHEMECOLOR_INDEX_BRIGHTNESS" val="0.15"/>
  <p:tag name="KSO_WM_UNIT_TEXT_FILL_FORE_SCHEMECOLOR_INDEX" val="13"/>
  <p:tag name="KSO_WM_UNIT_TEXT_FILL_TYPE" val="1"/>
</p:tagLst>
</file>

<file path=ppt/tags/tag18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diagram20200814_1*i*2"/>
  <p:tag name="KSO_WM_TEMPLATE_CATEGORY" val="diagram"/>
  <p:tag name="KSO_WM_TEMPLATE_INDEX" val="20200814"/>
  <p:tag name="KSO_WM_UNIT_LAYERLEVEL" val="1"/>
  <p:tag name="KSO_WM_TAG_VERSION" val="1.0"/>
  <p:tag name="KSO_WM_BEAUTIFY_FLAG" val="#wm#"/>
  <p:tag name="KSO_WM_UNIT_BLOCK" val="0"/>
  <p:tag name="KSO_WM_UNIT_SM_LIMIT_TYPE" val="0"/>
  <p:tag name="KSO_WM_UNIT_DECORATE_INFO" val="{&quot;DecorateInfoX&quot;:{&quot;IsLeft&quot;:false,&quot;IsRight&quot;:true,&quot;IsAbs&quot;:true},&quot;DecorateInfoY&quot;:{&quot;IsTop&quot;:false,&quot;IsBottom&quot;:true,&quot;IsAbs&quot;:true}}"/>
  <p:tag name="KSO_WM_UNIT_LINE_FORE_SCHEMECOLOR_INDEX_BRIGHTNESS" val="0.4"/>
  <p:tag name="KSO_WM_UNIT_LINE_FORE_SCHEMECOLOR_INDEX" val="5"/>
  <p:tag name="KSO_WM_UNIT_LINE_FILL_TYPE" val="2"/>
</p:tagLst>
</file>

<file path=ppt/tags/tag18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
  <p:tag name="KSO_WM_UNIT_ID" val="diagram20200814_1*i*4"/>
  <p:tag name="KSO_WM_TEMPLATE_CATEGORY" val="diagram"/>
  <p:tag name="KSO_WM_TEMPLATE_INDEX" val="20200814"/>
  <p:tag name="KSO_WM_UNIT_LAYERLEVEL" val="1"/>
  <p:tag name="KSO_WM_TAG_VERSION" val="1.0"/>
  <p:tag name="KSO_WM_BEAUTIFY_FLAG" val="#wm#"/>
  <p:tag name="KSO_WM_UNIT_SM_LIMIT_TYPE" val="0"/>
  <p:tag name="KSO_WM_UNIT_FILL_FORE_SCHEMECOLOR_INDEX_BRIGHTNESS" val="0.6"/>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18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5"/>
  <p:tag name="KSO_WM_UNIT_ID" val="diagram20200814_1*i*5"/>
  <p:tag name="KSO_WM_TEMPLATE_CATEGORY" val="diagram"/>
  <p:tag name="KSO_WM_TEMPLATE_INDEX" val="20200814"/>
  <p:tag name="KSO_WM_UNIT_LAYERLEVEL" val="1"/>
  <p:tag name="KSO_WM_TAG_VERSION" val="1.0"/>
  <p:tag name="KSO_WM_BEAUTIFY_FLAG" val="#wm#"/>
  <p:tag name="KSO_WM_UNIT_SM_LIMIT_TYPE" val="0"/>
  <p:tag name="KSO_WM_UNIT_FILL_FORE_SCHEMECOLOR_INDEX_BRIGHTNESS" val="0.8"/>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1825.xml><?xml version="1.0" encoding="utf-8"?>
<p:tagLst xmlns:p="http://schemas.openxmlformats.org/presentationml/2006/main">
  <p:tag name="KSO_WM_UNIT_PRESET_TEXT" val="点击输入正文"/>
  <p:tag name="KSO_WM_UNIT_NOCLEAR" val="0"/>
  <p:tag name="KSO_WM_UNIT_SHOW_EDIT_AREA_INDICATION" val="1"/>
  <p:tag name="KSO_WM_UNIT_VALUE" val="260"/>
  <p:tag name="KSO_WM_UNIT_HIGHLIGHT" val="0"/>
  <p:tag name="KSO_WM_UNIT_COMPATIBLE" val="0"/>
  <p:tag name="KSO_WM_UNIT_DIAGRAM_ISNUMVISUAL" val="0"/>
  <p:tag name="KSO_WM_UNIT_DIAGRAM_ISREFERUNIT" val="0"/>
  <p:tag name="KSO_WM_UNIT_TYPE" val="f"/>
  <p:tag name="KSO_WM_UNIT_INDEX" val="1"/>
  <p:tag name="KSO_WM_UNIT_ID" val="diagram20200814_1*f*1"/>
  <p:tag name="KSO_WM_TEMPLATE_CATEGORY" val="diagram"/>
  <p:tag name="KSO_WM_TEMPLATE_INDEX" val="20200814"/>
  <p:tag name="KSO_WM_UNIT_LAYERLEVEL" val="1"/>
  <p:tag name="KSO_WM_TAG_VERSION" val="1.0"/>
  <p:tag name="KSO_WM_BEAUTIFY_FLAG" val="#wm#"/>
  <p:tag name="KSO_WM_UNIT_DEFAULT_FONT" val="14;18;2"/>
  <p:tag name="KSO_WM_UNIT_BLOCK" val="0"/>
  <p:tag name="KSO_WM_UNIT_SM_LIMIT_TYPE" val="1"/>
  <p:tag name="KSO_WM_UNIT_TEXT_FILL_FORE_SCHEMECOLOR_INDEX_BRIGHTNESS" val="0.15"/>
  <p:tag name="KSO_WM_UNIT_TEXT_FILL_FORE_SCHEMECOLOR_INDEX" val="13"/>
  <p:tag name="KSO_WM_UNIT_TEXT_FILL_TYPE" val="1"/>
</p:tagLst>
</file>

<file path=ppt/tags/tag1826.xml><?xml version="1.0" encoding="utf-8"?>
<p:tagLst xmlns:p="http://schemas.openxmlformats.org/presentationml/2006/main">
  <p:tag name="KSO_WM_UNIT_PRESET_TEXT" val="点击输入正文"/>
  <p:tag name="KSO_WM_UNIT_NOCLEAR" val="0"/>
  <p:tag name="KSO_WM_UNIT_SHOW_EDIT_AREA_INDICATION" val="1"/>
  <p:tag name="KSO_WM_UNIT_VALUE" val="260"/>
  <p:tag name="KSO_WM_UNIT_HIGHLIGHT" val="0"/>
  <p:tag name="KSO_WM_UNIT_COMPATIBLE" val="0"/>
  <p:tag name="KSO_WM_UNIT_DIAGRAM_ISNUMVISUAL" val="0"/>
  <p:tag name="KSO_WM_UNIT_DIAGRAM_ISREFERUNIT" val="0"/>
  <p:tag name="KSO_WM_UNIT_TYPE" val="f"/>
  <p:tag name="KSO_WM_UNIT_INDEX" val="1"/>
  <p:tag name="KSO_WM_UNIT_ID" val="diagram20200814_1*f*1"/>
  <p:tag name="KSO_WM_TEMPLATE_CATEGORY" val="diagram"/>
  <p:tag name="KSO_WM_TEMPLATE_INDEX" val="20200814"/>
  <p:tag name="KSO_WM_UNIT_LAYERLEVEL" val="1"/>
  <p:tag name="KSO_WM_TAG_VERSION" val="1.0"/>
  <p:tag name="KSO_WM_BEAUTIFY_FLAG" val="#wm#"/>
  <p:tag name="KSO_WM_UNIT_DEFAULT_FONT" val="14;18;2"/>
  <p:tag name="KSO_WM_UNIT_BLOCK" val="0"/>
  <p:tag name="KSO_WM_UNIT_SM_LIMIT_TYPE" val="1"/>
  <p:tag name="KSO_WM_UNIT_TEXT_FILL_FORE_SCHEMECOLOR_INDEX_BRIGHTNESS" val="0.15"/>
  <p:tag name="KSO_WM_UNIT_TEXT_FILL_FORE_SCHEMECOLOR_INDEX" val="13"/>
  <p:tag name="KSO_WM_UNIT_TEXT_FILL_TYPE" val="1"/>
</p:tagLst>
</file>

<file path=ppt/tags/tag1827.xml><?xml version="1.0" encoding="utf-8"?>
<p:tagLst xmlns:p="http://schemas.openxmlformats.org/presentationml/2006/main">
  <p:tag name="KSO_WM_BEAUTIFY_FLAG" val="#wm#"/>
  <p:tag name="KSO_WM_TEMPLATE_CATEGORY" val="diagram"/>
  <p:tag name="KSO_WM_TEMPLATE_INDEX" val="20200814"/>
  <p:tag name="KSO_WM_SLIDE_ID" val="diagram20200814_1"/>
  <p:tag name="KSO_WM_TEMPLATE_SUBCATEGORY" val="11"/>
  <p:tag name="KSO_WM_TEMPLATE_MASTER_TYPE" val="0"/>
  <p:tag name="KSO_WM_TEMPLATE_COLOR_TYPE" val="1"/>
  <p:tag name="KSO_WM_SLIDE_TYPE" val="text"/>
  <p:tag name="KSO_WM_SLIDE_SUBTYPE" val="picTxt"/>
  <p:tag name="KSO_WM_SLIDE_ITEM_CNT" val="0"/>
  <p:tag name="KSO_WM_SLIDE_INDEX" val="1"/>
  <p:tag name="KSO_WM_UNIT_SHOW_EDIT_AREA_INDICATION" val="1"/>
  <p:tag name="KSO_WM_SLIDE_SIZE" val="896*444"/>
  <p:tag name="KSO_WM_SLIDE_POSITION" val="15*47"/>
  <p:tag name="KSO_WM_TAG_VERSION" val="1.0"/>
  <p:tag name="KSO_WM_SLIDE_LAYOUT" val="a_d_f"/>
  <p:tag name="KSO_WM_SLIDE_LAYOUT_CNT" val="1_2_1"/>
  <p:tag name="KSO_WM_SLIDE_LAYOUT_INFO" val="{&#10;    &quot;backgroundInfo&quot;: [&#10;        {&#10;            &quot;bottom&quot;: 0,&#10;            &quot;bottomAbs&quot;: false,&#10;            &quot;left&quot;: 0,&#10;            &quot;leftAbs&quot;: false,&#10;            &quot;right&quot;: 0,&#10;            &quot;rightAbs&quot;: false,&#10;            &quot;top&quot;: 0,&#10;            &quot;topAbs&quot;: false,&#10;            &quot;type&quot;: &quot;general&quot;&#10;        },&#10;        {&#10;            &quot;bottom&quot;: 0,&#10;            &quot;bottomAbs&quot;: false,&#10;            &quot;left&quot;: 0,&#10;            &quot;leftAbs&quot;: false,&#10;            &quot;right&quot;: 0,&#10;            &quot;rightAbs&quot;: false,&#10;            &quot;top&quot;: 0,&#10;            &quot;topAbs&quot;: false,&#10;            &quot;type&quot;: &quot;frame&quot;&#10;        }&#10;    ],&#10;    &quot;direction&quot;: 1,&#10;    &quot;id&quot;: &quot;2020-03-30T16:33:34&quot;,&#10;    &quot;maxSize&quot;: {&#10;        &quot;size1&quot;: 57&#10;    },&#10;    &quot;minSize&quot;: {&#10;        &quot;size1&quot;: 57&#10;    },&#10;    &quot;normalSize&quot;: {&#10;        &quot;size1&quot;: 57&#10;    },&#10;    &quot;subLayout&quot;: [&#10;        {&#10;            &quot;id&quot;: &quot;2020-03-30T16:33:34&quot;,&#10;            &quot;margin&quot;: {&#10;                &quot;bottom&quot;: 1.690000057220459,&#10;                &quot;left&quot;: 2.5399999618530273,&#10;                &quot;right&quot;: 1.6770000457763672,&#10;                &quot;top&quot;: 1.690000057220459&#10;            },&#10;            &quot;type&quot;: 0&#10;        },&#10;        {&#10;            &quot;id&quot;: &quot;2020-03-30T16:33:34&quot;,&#10;            &quot;maxSize&quot;: {&#10;                &quot;size1&quot;: 57.399999999999999&#10;            },&#10;            &quot;minSize&quot;: {&#10;                &quot;size1&quot;: 44.299999999999997&#10;            },&#10;            &quot;normalSize&quot;: {&#10;                &quot;size1&quot;: 50.700000000000003&#10;            },&#10;            &quot;subLayout&quot;: [&#10;                {&#10;                    &quot;id&quot;: &quot;2020-03-30T16:33:34&quot;,&#10;                    &quot;margin&quot;: {&#10;                        &quot;bottom&quot;: 0.29100000858306885,&#10;                        &quot;left&quot;: 0.026000002399086952,&#10;                        &quot;right&quot;: 1.690000057220459,&#10;                        &quot;top&quot;: 1.690000057220459&#10;                    },&#10;                    &quot;type&quot;: 0&#10;                },&#10;                {&#10;                    &quot;id&quot;: &quot;2020-03-30T16:33:34&quot;,&#10;                    &quot;margin&quot;: {&#10;                        &quot;bottom&quot;: 1.690000057220459,&#10;                        &quot;left&quot;: 0.026000002399086952,&#10;                        &quot;right&quot;: 1.690000057220459,&#10;                        &quot;top&quot;: 0.026000002399086952&#10;                    },&#10;                    &quot;type&quot;: 0&#10;                }&#10;            ],&#10;            &quot;type&quot;: 0&#10;        }&#10;    ],&#10;    &quot;type&quot;: 0&#10;}&#10;"/>
  <p:tag name="KSO_WM_SLIDE_CAN_ADD_NAVIGATION" val="1"/>
  <p:tag name="KSO_WM_SLIDE_BACKGROUND" val="[&quot;general&quot;,&quot;frame&quot;]"/>
  <p:tag name="KSO_WM_SLIDE_RATIO" val="1.777778"/>
  <p:tag name="KSO_WM_SLIDE_BK_DARK_LIGHT" val="2"/>
  <p:tag name="KSO_WM_SLIDE_BACKGROUND_TYPE" val="frame"/>
</p:tagLst>
</file>

<file path=ppt/tags/tag18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5"/>
  <p:tag name="KSO_WM_UNIT_ID" val="diagram20198657_1*i*5"/>
  <p:tag name="KSO_WM_TEMPLATE_CATEGORY" val="diagram"/>
  <p:tag name="KSO_WM_TEMPLATE_INDEX" val="20198657"/>
  <p:tag name="KSO_WM_UNIT_LAYERLEVEL" val="1"/>
  <p:tag name="KSO_WM_TAG_VERSION" val="1.0"/>
  <p:tag name="KSO_WM_BEAUTIFY_FLAG" val="#wm#"/>
  <p:tag name="KSO_WM_UNIT_FILL_FORE_SCHEMECOLOR_INDEX_BRIGHTNESS" val="-0.05"/>
  <p:tag name="KSO_WM_UNIT_FILL_FORE_SCHEMECOLOR_INDEX" val="14"/>
  <p:tag name="KSO_WM_UNIT_FILL_TYPE" val="1"/>
  <p:tag name="KSO_WM_UNIT_TEXT_FILL_FORE_SCHEMECOLOR_INDEX_BRIGHTNESS" val="0"/>
  <p:tag name="KSO_WM_UNIT_TEXT_FILL_FORE_SCHEMECOLOR_INDEX" val="13"/>
  <p:tag name="KSO_WM_UNIT_TEXT_FILL_TYPE" val="1"/>
</p:tagLst>
</file>

<file path=ppt/tags/tag18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6"/>
  <p:tag name="KSO_WM_UNIT_ID" val="diagram20198657_1*i*6"/>
  <p:tag name="KSO_WM_TEMPLATE_CATEGORY" val="diagram"/>
  <p:tag name="KSO_WM_TEMPLATE_INDEX" val="20198657"/>
  <p:tag name="KSO_WM_UNIT_LAYERLEVEL" val="1"/>
  <p:tag name="KSO_WM_TAG_VERSION" val="1.0"/>
  <p:tag name="KSO_WM_BEAUTIFY_FLAG" val="#wm#"/>
  <p:tag name="KSO_WM_UNIT_FILL_FORE_SCHEMECOLOR_INDEX_BRIGHTNESS" val="-0.05"/>
  <p:tag name="KSO_WM_UNIT_FILL_FORE_SCHEMECOLOR_INDEX" val="14"/>
  <p:tag name="KSO_WM_UNIT_FILL_TYPE" val="1"/>
  <p:tag name="KSO_WM_UNIT_TEXT_FILL_FORE_SCHEMECOLOR_INDEX_BRIGHTNESS" val="0"/>
  <p:tag name="KSO_WM_UNIT_TEXT_FILL_FORE_SCHEMECOLOR_INDEX" val="13"/>
  <p:tag name="KSO_WM_UNIT_TEXT_FILL_TYPE" val="1"/>
</p:tagLst>
</file>

<file path=ppt/tags/tag18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198657_1*i*1"/>
  <p:tag name="KSO_WM_TEMPLATE_CATEGORY" val="diagram"/>
  <p:tag name="KSO_WM_TEMPLATE_INDEX" val="20198657"/>
  <p:tag name="KSO_WM_UNIT_LAYERLEVEL" val="1"/>
  <p:tag name="KSO_WM_TAG_VERSION" val="1.0"/>
  <p:tag name="KSO_WM_BEAUTIFY_FLAG" val="#wm#"/>
  <p:tag name="KSO_WM_UNIT_LINE_FORE_SCHEMECOLOR_INDEX_BRIGHTNESS" val="-0.25"/>
  <p:tag name="KSO_WM_UNIT_LINE_FORE_SCHEMECOLOR_INDEX" val="14"/>
  <p:tag name="KSO_WM_UNIT_LINE_FILL_TYPE" val="2"/>
</p:tagLst>
</file>

<file path=ppt/tags/tag18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0"/>
  <p:tag name="KSO_WM_UNIT_ID" val="diagram20198657_1*i*10"/>
  <p:tag name="KSO_WM_TEMPLATE_CATEGORY" val="diagram"/>
  <p:tag name="KSO_WM_TEMPLATE_INDEX" val="20198657"/>
  <p:tag name="KSO_WM_UNIT_LAYERLEVEL" val="1"/>
  <p:tag name="KSO_WM_TAG_VERSION" val="1.0"/>
  <p:tag name="KSO_WM_BEAUTIFY_FLAG" val="#wm#"/>
  <p:tag name="KSO_WM_UNIT_LINE_FORE_SCHEMECOLOR_INDEX_BRIGHTNESS" val="-0.25"/>
  <p:tag name="KSO_WM_UNIT_LINE_FORE_SCHEMECOLOR_INDEX" val="14"/>
  <p:tag name="KSO_WM_UNIT_LINE_FILL_TYPE" val="2"/>
</p:tagLst>
</file>

<file path=ppt/tags/tag18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1"/>
  <p:tag name="KSO_WM_UNIT_ID" val="diagram20198657_1*i*11"/>
  <p:tag name="KSO_WM_TEMPLATE_CATEGORY" val="diagram"/>
  <p:tag name="KSO_WM_TEMPLATE_INDEX" val="20198657"/>
  <p:tag name="KSO_WM_UNIT_LAYERLEVEL" val="1"/>
  <p:tag name="KSO_WM_TAG_VERSION" val="1.0"/>
  <p:tag name="KSO_WM_BEAUTIFY_FLAG" val="#wm#"/>
  <p:tag name="KSO_WM_UNIT_LINE_FORE_SCHEMECOLOR_INDEX_BRIGHTNESS" val="-0.25"/>
  <p:tag name="KSO_WM_UNIT_LINE_FORE_SCHEMECOLOR_INDEX" val="14"/>
  <p:tag name="KSO_WM_UNIT_LINE_FILL_TYPE" val="2"/>
</p:tagLst>
</file>

<file path=ppt/tags/tag18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2"/>
  <p:tag name="KSO_WM_UNIT_ID" val="diagram20198657_1*i*12"/>
  <p:tag name="KSO_WM_TEMPLATE_CATEGORY" val="diagram"/>
  <p:tag name="KSO_WM_TEMPLATE_INDEX" val="20198657"/>
  <p:tag name="KSO_WM_UNIT_LAYERLEVEL" val="1"/>
  <p:tag name="KSO_WM_TAG_VERSION" val="1.0"/>
  <p:tag name="KSO_WM_BEAUTIFY_FLAG" val="#wm#"/>
  <p:tag name="KSO_WM_UNIT_LINE_FORE_SCHEMECOLOR_INDEX_BRIGHTNESS" val="-0.25"/>
  <p:tag name="KSO_WM_UNIT_LINE_FORE_SCHEMECOLOR_INDEX" val="14"/>
  <p:tag name="KSO_WM_UNIT_LINE_FILL_TYPE" val="2"/>
</p:tagLst>
</file>

<file path=ppt/tags/tag18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3"/>
  <p:tag name="KSO_WM_UNIT_ID" val="diagram20198657_1*i*13"/>
  <p:tag name="KSO_WM_TEMPLATE_CATEGORY" val="diagram"/>
  <p:tag name="KSO_WM_TEMPLATE_INDEX" val="20198657"/>
  <p:tag name="KSO_WM_UNIT_LAYERLEVEL" val="1"/>
  <p:tag name="KSO_WM_TAG_VERSION" val="1.0"/>
  <p:tag name="KSO_WM_BEAUTIFY_FLAG" val="#wm#"/>
  <p:tag name="KSO_WM_UNIT_LINE_FORE_SCHEMECOLOR_INDEX_BRIGHTNESS" val="-0.25"/>
  <p:tag name="KSO_WM_UNIT_LINE_FORE_SCHEMECOLOR_INDEX" val="14"/>
  <p:tag name="KSO_WM_UNIT_LINE_FILL_TYPE" val="2"/>
</p:tagLst>
</file>

<file path=ppt/tags/tag18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diagram20198657_1*i*2"/>
  <p:tag name="KSO_WM_TEMPLATE_CATEGORY" val="diagram"/>
  <p:tag name="KSO_WM_TEMPLATE_INDEX" val="20198657"/>
  <p:tag name="KSO_WM_UNIT_LAYERLEVEL" val="1"/>
  <p:tag name="KSO_WM_TAG_VERSION" val="1.0"/>
  <p:tag name="KSO_WM_BEAUTIFY_FLAG" val="#wm#"/>
  <p:tag name="KSO_WM_UNIT_LINE_FORE_SCHEMECOLOR_INDEX_BRIGHTNESS" val="-0.25"/>
  <p:tag name="KSO_WM_UNIT_LINE_FORE_SCHEMECOLOR_INDEX" val="14"/>
  <p:tag name="KSO_WM_UNIT_LINE_FILL_TYPE" val="2"/>
</p:tagLst>
</file>

<file path=ppt/tags/tag18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diagram20198657_1*i*3"/>
  <p:tag name="KSO_WM_TEMPLATE_CATEGORY" val="diagram"/>
  <p:tag name="KSO_WM_TEMPLATE_INDEX" val="20198657"/>
  <p:tag name="KSO_WM_UNIT_LAYERLEVEL" val="1"/>
  <p:tag name="KSO_WM_TAG_VERSION" val="1.0"/>
  <p:tag name="KSO_WM_BEAUTIFY_FLAG" val="#wm#"/>
  <p:tag name="KSO_WM_UNIT_LINE_FORE_SCHEMECOLOR_INDEX_BRIGHTNESS" val="-0.25"/>
  <p:tag name="KSO_WM_UNIT_LINE_FORE_SCHEMECOLOR_INDEX" val="14"/>
  <p:tag name="KSO_WM_UNIT_LINE_FILL_TYPE" val="2"/>
</p:tagLst>
</file>

<file path=ppt/tags/tag18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y"/>
  <p:tag name="KSO_WM_UNIT_INDEX" val="1"/>
  <p:tag name="KSO_WM_UNIT_ID" val="diagram20198657_1*y*1"/>
  <p:tag name="KSO_WM_TEMPLATE_CATEGORY" val="diagram"/>
  <p:tag name="KSO_WM_TEMPLATE_INDEX" val="20198657"/>
  <p:tag name="KSO_WM_UNIT_LAYERLEVEL" val="1"/>
  <p:tag name="KSO_WM_TAG_VERSION" val="1.0"/>
  <p:tag name="KSO_WM_BEAUTIFY_FLAG" val="#wm#"/>
  <p:tag name="KSO_WM_UNIT_FILL_FORE_SCHEMECOLOR_INDEX_BRIGHTNESS" val="0"/>
  <p:tag name="KSO_WM_UNIT_FILL_FORE_SCHEMECOLOR_INDEX" val="14"/>
  <p:tag name="KSO_WM_UNIT_FILL_TYPE" val="1"/>
  <p:tag name="KSO_WM_UNIT_LINE_FORE_SCHEMECOLOR_INDEX_BRIGHTNESS" val="-0.25"/>
  <p:tag name="KSO_WM_UNIT_LINE_FORE_SCHEMECOLOR_INDEX" val="15"/>
  <p:tag name="KSO_WM_UNIT_LINE_FILL_TYPE" val="2"/>
  <p:tag name="KSO_WM_UNIT_TEXT_FILL_FORE_SCHEMECOLOR_INDEX_BRIGHTNESS" val="0"/>
  <p:tag name="KSO_WM_UNIT_TEXT_FILL_FORE_SCHEMECOLOR_INDEX" val="2"/>
  <p:tag name="KSO_WM_UNIT_TEXT_FILL_TYPE" val="1"/>
</p:tagLst>
</file>

<file path=ppt/tags/tag18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7"/>
  <p:tag name="KSO_WM_UNIT_ID" val="diagram20198657_1*i*7"/>
  <p:tag name="KSO_WM_TEMPLATE_CATEGORY" val="diagram"/>
  <p:tag name="KSO_WM_TEMPLATE_INDEX" val="20198657"/>
  <p:tag name="KSO_WM_UNIT_LAYERLEVEL" val="1"/>
  <p:tag name="KSO_WM_TAG_VERSION" val="1.0"/>
  <p:tag name="KSO_WM_BEAUTIFY_FLAG" val="#wm#"/>
  <p:tag name="KSO_WM_UNIT_FILL_FORE_SCHEMECOLOR_INDEX_BRIGHTNESS" val="0"/>
  <p:tag name="KSO_WM_UNIT_FILL_FORE_SCHEMECOLOR_INDEX" val="5"/>
  <p:tag name="KSO_WM_UNIT_FILL_TYPE" val="1"/>
  <p:tag name="KSO_WM_UNIT_LINE_FORE_SCHEMECOLOR_INDEX_BRIGHTNESS" val="0"/>
  <p:tag name="KSO_WM_UNIT_LINE_FORE_SCHEMECOLOR_INDEX" val="14"/>
  <p:tag name="KSO_WM_UNIT_LINE_FILL_TYPE" val="2"/>
  <p:tag name="KSO_WM_UNIT_TEXT_FILL_FORE_SCHEMECOLOR_INDEX_BRIGHTNESS" val="0"/>
  <p:tag name="KSO_WM_UNIT_TEXT_FILL_FORE_SCHEMECOLOR_INDEX" val="13"/>
  <p:tag name="KSO_WM_UNIT_TEXT_FILL_TYPE" val="1"/>
</p:tagLst>
</file>

<file path=ppt/tags/tag18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8"/>
  <p:tag name="KSO_WM_UNIT_ID" val="diagram20198657_1*i*8"/>
  <p:tag name="KSO_WM_TEMPLATE_CATEGORY" val="diagram"/>
  <p:tag name="KSO_WM_TEMPLATE_INDEX" val="20198657"/>
  <p:tag name="KSO_WM_UNIT_LAYERLEVEL" val="1"/>
  <p:tag name="KSO_WM_TAG_VERSION" val="1.0"/>
  <p:tag name="KSO_WM_BEAUTIFY_FLAG" val="#wm#"/>
  <p:tag name="KSO_WM_UNIT_FILL_FORE_SCHEMECOLOR_INDEX_BRIGHTNESS" val="0"/>
  <p:tag name="KSO_WM_UNIT_FILL_FORE_SCHEMECOLOR_INDEX" val="5"/>
  <p:tag name="KSO_WM_UNIT_FILL_TYPE" val="1"/>
  <p:tag name="KSO_WM_UNIT_LINE_FORE_SCHEMECOLOR_INDEX_BRIGHTNESS" val="0"/>
  <p:tag name="KSO_WM_UNIT_LINE_FORE_SCHEMECOLOR_INDEX" val="14"/>
  <p:tag name="KSO_WM_UNIT_LINE_FILL_TYPE" val="2"/>
  <p:tag name="KSO_WM_UNIT_TEXT_FILL_FORE_SCHEMECOLOR_INDEX_BRIGHTNESS" val="0"/>
  <p:tag name="KSO_WM_UNIT_TEXT_FILL_FORE_SCHEMECOLOR_INDEX" val="13"/>
  <p:tag name="KSO_WM_UNIT_TEXT_FILL_TYPE" val="1"/>
</p:tagLst>
</file>

<file path=ppt/tags/tag1840.xml><?xml version="1.0" encoding="utf-8"?>
<p:tagLst xmlns:p="http://schemas.openxmlformats.org/presentationml/2006/main">
  <p:tag name="KSO_WM_UNIT_TEXT_PART_ID_V2" val="b-3-1"/>
  <p:tag name="KSO_WM_UNIT_ISCONTENTSTITLE" val="0"/>
  <p:tag name="KSO_WM_UNIT_NOCLEAR" val="0"/>
  <p:tag name="KSO_WM_UNIT_VALUE" val="29"/>
  <p:tag name="KSO_WM_UNIT_HIGHLIGHT" val="0"/>
  <p:tag name="KSO_WM_UNIT_COMPATIBLE" val="0"/>
  <p:tag name="KSO_WM_UNIT_DIAGRAM_ISNUMVISUAL" val="0"/>
  <p:tag name="KSO_WM_UNIT_DIAGRAM_ISREFERUNIT" val="0"/>
  <p:tag name="KSO_WM_UNIT_TYPE" val="a"/>
  <p:tag name="KSO_WM_UNIT_INDEX" val="1"/>
  <p:tag name="KSO_WM_UNIT_ID" val="diagram20198657_1*a*1"/>
  <p:tag name="KSO_WM_TEMPLATE_CATEGORY" val="diagram"/>
  <p:tag name="KSO_WM_TEMPLATE_INDEX" val="20198657"/>
  <p:tag name="KSO_WM_UNIT_LAYERLEVEL" val="1"/>
  <p:tag name="KSO_WM_TAG_VERSION" val="1.0"/>
  <p:tag name="KSO_WM_BEAUTIFY_FLAG" val="#wm#"/>
  <p:tag name="KSO_WM_UNIT_PRESET_TEXT" val="单击此处添加您的大标题"/>
  <p:tag name="KSO_WM_UNIT_TEXT_FILL_FORE_SCHEMECOLOR_INDEX_BRIGHTNESS" val="0.15"/>
  <p:tag name="KSO_WM_UNIT_TEXT_FILL_FORE_SCHEMECOLOR_INDEX" val="13"/>
  <p:tag name="KSO_WM_UNIT_TEXT_FILL_TYPE" val="1"/>
</p:tagLst>
</file>

<file path=ppt/tags/tag18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9"/>
  <p:tag name="KSO_WM_UNIT_ID" val="diagram20198657_1*i*9"/>
  <p:tag name="KSO_WM_TEMPLATE_CATEGORY" val="diagram"/>
  <p:tag name="KSO_WM_TEMPLATE_INDEX" val="20198657"/>
  <p:tag name="KSO_WM_UNIT_LAYERLEVEL" val="1"/>
  <p:tag name="KSO_WM_TAG_VERSION" val="1.0"/>
  <p:tag name="KSO_WM_BEAUTIFY_FLAG" val="#wm#"/>
  <p:tag name="KSO_WM_UNIT_FILL_FORE_SCHEMECOLOR_INDEX_BRIGHTNESS" val="0.8"/>
  <p:tag name="KSO_WM_UNIT_FILL_FORE_SCHEMECOLOR_INDEX" val="15"/>
  <p:tag name="KSO_WM_UNIT_FILL_TYPE" val="1"/>
  <p:tag name="KSO_WM_UNIT_TEXT_FILL_FORE_SCHEMECOLOR_INDEX_BRIGHTNESS" val="0"/>
  <p:tag name="KSO_WM_UNIT_TEXT_FILL_FORE_SCHEMECOLOR_INDEX" val="13"/>
  <p:tag name="KSO_WM_UNIT_TEXT_FILL_TYPE" val="1"/>
</p:tagLst>
</file>

<file path=ppt/tags/tag1842.xml><?xml version="1.0" encoding="utf-8"?>
<p:tagLst xmlns:p="http://schemas.openxmlformats.org/presentationml/2006/main">
  <p:tag name="KSO_WM_UNIT_TEXT_PART_ID_V2" val="b-3-1"/>
  <p:tag name="KSO_WM_UNIT_NOCLEAR" val="0"/>
  <p:tag name="KSO_WM_UNIT_VALUE" val="51"/>
  <p:tag name="KSO_WM_UNIT_HIGHLIGHT" val="0"/>
  <p:tag name="KSO_WM_UNIT_COMPATIBLE" val="0"/>
  <p:tag name="KSO_WM_UNIT_DIAGRAM_ISNUMVISUAL" val="0"/>
  <p:tag name="KSO_WM_UNIT_DIAGRAM_ISREFERUNIT" val="0"/>
  <p:tag name="KSO_WM_UNIT_TYPE" val="f"/>
  <p:tag name="KSO_WM_UNIT_INDEX" val="1"/>
  <p:tag name="KSO_WM_UNIT_ID" val="diagram20198657_1*f*1"/>
  <p:tag name="KSO_WM_TEMPLATE_CATEGORY" val="diagram"/>
  <p:tag name="KSO_WM_TEMPLATE_INDEX" val="20198657"/>
  <p:tag name="KSO_WM_UNIT_LAYERLEVEL" val="1"/>
  <p:tag name="KSO_WM_TAG_VERSION" val="1.0"/>
  <p:tag name="KSO_WM_BEAUTIFY_FLAG" val="#wm#"/>
  <p:tag name="KSO_WM_UNIT_PRESET_TEXT" val="点击此处添加正文，文字是您思想的提炼，请言简意赅的阐述观点。"/>
  <p:tag name="KSO_WM_UNIT_TEXT_FILL_FORE_SCHEMECOLOR_INDEX_BRIGHTNESS" val="0"/>
  <p:tag name="KSO_WM_UNIT_TEXT_FILL_FORE_SCHEMECOLOR_INDEX" val="13"/>
  <p:tag name="KSO_WM_UNIT_TEXT_FILL_TYPE" val="1"/>
</p:tagLst>
</file>

<file path=ppt/tags/tag18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_12*i*1"/>
  <p:tag name="KSO_WM_UNIT_LAYERLEVEL" val="1"/>
  <p:tag name="KSO_WM_TAG_VERSION" val="1.0"/>
  <p:tag name="KSO_WM_BEAUTIFY_FLAG" val="#wm#"/>
  <p:tag name="KSO_WM_SLIDE_BACKGROUND_TYPE" val="general"/>
  <p:tag name="KSO_WM_SLIDE_BK_DARK_LIGHT" val="2"/>
</p:tagLst>
</file>

<file path=ppt/tags/tag1844.xml><?xml version="1.0" encoding="utf-8"?>
<p:tagLst xmlns:p="http://schemas.openxmlformats.org/presentationml/2006/main">
  <p:tag name="KSO_WM_BEAUTIFY_FLAG" val="#wm#"/>
  <p:tag name="KSO_WM_TEMPLATE_CATEGORY" val="diagram"/>
  <p:tag name="KSO_WM_TEMPLATE_INDEX" val="20198657"/>
  <p:tag name="KSO_WM_SLIDE_ID" val="diagram20198657_1"/>
  <p:tag name="KSO_WM_TEMPLATE_SUBCATEGORY" val="8"/>
  <p:tag name="KSO_WM_TEMPLATE_MASTER_TYPE" val="0"/>
  <p:tag name="KSO_WM_TEMPLATE_COLOR_TYPE" val="1"/>
  <p:tag name="KSO_WM_SLIDE_TYPE" val="text"/>
  <p:tag name="KSO_WM_SLIDE_SUBTYPE" val="pureTxt"/>
  <p:tag name="KSO_WM_SLIDE_ITEM_CNT" val="0"/>
  <p:tag name="KSO_WM_SLIDE_INDEX" val="1"/>
  <p:tag name="KSO_WM_SLIDE_SIZE" val="979*508"/>
  <p:tag name="KSO_WM_SLIDE_POSITION" val="-19*0"/>
  <p:tag name="KSO_WM_TAG_VERSION" val="1.0"/>
  <p:tag name="KSO_WM_SLIDE_LAYOUT" val="a_f_y"/>
  <p:tag name="KSO_WM_SLIDE_LAYOUT_CNT" val="1_1_1"/>
  <p:tag name="KSO_WM_SLIDE_BK_DARK_LIGHT" val="2"/>
  <p:tag name="KSO_WM_SLIDE_BACKGROUND_TYPE" val="general"/>
</p:tagLst>
</file>

<file path=ppt/tags/tag18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196661_1*i*1"/>
  <p:tag name="KSO_WM_TEMPLATE_CATEGORY" val="diagram"/>
  <p:tag name="KSO_WM_TEMPLATE_INDEX" val="20196661"/>
  <p:tag name="KSO_WM_UNIT_LAYERLEVEL" val="1"/>
  <p:tag name="KSO_WM_TAG_VERSION" val="1.0"/>
  <p:tag name="KSO_WM_BEAUTIFY_FLAG" val="#wm#"/>
  <p:tag name="KSO_WM_UNIT_ADJUSTLAYOUT_ID" val="6"/>
  <p:tag name="KSO_WM_UNIT_COLOR_SCHEME_SHAPE_ID" val="6"/>
  <p:tag name="KSO_WM_UNIT_COLOR_SCHEME_PARENT_PAGE" val="0_1"/>
  <p:tag name="KSO_WM_UNIT_FILL_FORE_SCHEMECOLOR_INDEX_BRIGHTNESS" val="-0.05"/>
  <p:tag name="KSO_WM_UNIT_FILL_FORE_SCHEMECOLOR_INDEX" val="16"/>
  <p:tag name="KSO_WM_UNIT_FILL_BACK_SCHEMECOLOR_INDEX_BRIGHTNESS" val="0"/>
  <p:tag name="KSO_WM_UNIT_FILL_BACK_SCHEMECOLOR_INDEX" val="16"/>
  <p:tag name="KSO_WM_UNIT_FILL_TYPE" val="2"/>
  <p:tag name="KSO_WM_UNIT_TEXT_FILL_FORE_SCHEMECOLOR_INDEX_BRIGHTNESS" val="0"/>
  <p:tag name="KSO_WM_UNIT_TEXT_FILL_FORE_SCHEMECOLOR_INDEX" val="14"/>
  <p:tag name="KSO_WM_UNIT_TEXT_FILL_TYPE" val="1"/>
</p:tagLst>
</file>

<file path=ppt/tags/tag18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diagram20196661_1*i*2"/>
  <p:tag name="KSO_WM_TEMPLATE_CATEGORY" val="diagram"/>
  <p:tag name="KSO_WM_TEMPLATE_INDEX" val="20196661"/>
  <p:tag name="KSO_WM_UNIT_LAYERLEVEL" val="1"/>
  <p:tag name="KSO_WM_TAG_VERSION" val="1.0"/>
  <p:tag name="KSO_WM_BEAUTIFY_FLAG" val="#wm#"/>
  <p:tag name="KSO_WM_UNIT_ADJUSTLAYOUT_ID" val="7"/>
  <p:tag name="KSO_WM_UNIT_COLOR_SCHEME_SHAPE_ID" val="7"/>
  <p:tag name="KSO_WM_UNIT_COLOR_SCHEME_PARENT_PAGE" val="0_1"/>
  <p:tag name="KSO_WM_UNIT_FILL_FORE_SCHEMECOLOR_INDEX_BRIGHTNESS" val="0.25"/>
  <p:tag name="KSO_WM_UNIT_FILL_FORE_SCHEMECOLOR_INDEX" val="13"/>
  <p:tag name="KSO_WM_UNIT_FILL_TYPE" val="1"/>
  <p:tag name="KSO_WM_UNIT_TEXT_FILL_FORE_SCHEMECOLOR_INDEX_BRIGHTNESS" val="0"/>
  <p:tag name="KSO_WM_UNIT_TEXT_FILL_FORE_SCHEMECOLOR_INDEX" val="14"/>
  <p:tag name="KSO_WM_UNIT_TEXT_FILL_TYPE" val="1"/>
</p:tagLst>
</file>

<file path=ppt/tags/tag1847.xml><?xml version="1.0" encoding="utf-8"?>
<p:tagLst xmlns:p="http://schemas.openxmlformats.org/presentationml/2006/main">
  <p:tag name="KSO_WM_UNIT_VALUE" val="1317*1755"/>
  <p:tag name="KSO_WM_UNIT_HIGHLIGHT" val="0"/>
  <p:tag name="KSO_WM_UNIT_COMPATIBLE" val="0"/>
  <p:tag name="KSO_WM_UNIT_DIAGRAM_ISNUMVISUAL" val="0"/>
  <p:tag name="KSO_WM_UNIT_DIAGRAM_ISREFERUNIT" val="0"/>
  <p:tag name="KSO_WM_UNIT_TYPE" val="d"/>
  <p:tag name="KSO_WM_UNIT_INDEX" val="1"/>
  <p:tag name="KSO_WM_UNIT_ID" val="diagram20196661_1*d*1"/>
  <p:tag name="KSO_WM_TEMPLATE_CATEGORY" val="diagram"/>
  <p:tag name="KSO_WM_TEMPLATE_INDEX" val="20196661"/>
  <p:tag name="KSO_WM_UNIT_LAYERLEVEL" val="1"/>
  <p:tag name="KSO_WM_TAG_VERSION" val="1.0"/>
  <p:tag name="KSO_WM_BEAUTIFY_FLAG" val="#wm#"/>
  <p:tag name="KSO_WM_UNIT_ADJUSTLAYOUT_ID" val="3"/>
  <p:tag name="KSO_WM_UNIT_PICTURE_CLIP_FLAG" val="0"/>
  <p:tag name="KSO_WM_UNIT_COLOR_SCHEME_SHAPE_ID" val="3"/>
  <p:tag name="KSO_WM_UNIT_COLOR_SCHEME_PARENT_PAGE" val="0_1"/>
  <p:tag name="KSO_WM_UNIT_SUPPORT_UNIT_TYPE" val="[&quot;d&quot;]"/>
  <p:tag name="REFSHAPE" val="1198942284"/>
</p:tagLst>
</file>

<file path=ppt/tags/tag1848.xml><?xml version="1.0" encoding="utf-8"?>
<p:tagLst xmlns:p="http://schemas.openxmlformats.org/presentationml/2006/main">
  <p:tag name="KSO_WM_UNIT_TEXT_PART_ID_V2" val="a-1-2"/>
  <p:tag name="KSO_WM_UNIT_ISCONTENTSTITLE" val="0"/>
  <p:tag name="KSO_WM_UNIT_NOCLEAR" val="0"/>
  <p:tag name="KSO_WM_UNIT_VALUE" val="8"/>
  <p:tag name="KSO_WM_UNIT_HIGHLIGHT" val="0"/>
  <p:tag name="KSO_WM_UNIT_COMPATIBLE" val="0"/>
  <p:tag name="KSO_WM_UNIT_DIAGRAM_ISNUMVISUAL" val="0"/>
  <p:tag name="KSO_WM_UNIT_DIAGRAM_ISREFERUNIT" val="0"/>
  <p:tag name="KSO_WM_UNIT_TYPE" val="a"/>
  <p:tag name="KSO_WM_UNIT_INDEX" val="1"/>
  <p:tag name="KSO_WM_UNIT_ID" val="diagram20196661_1*a*1"/>
  <p:tag name="KSO_WM_TEMPLATE_CATEGORY" val="diagram"/>
  <p:tag name="KSO_WM_TEMPLATE_INDEX" val="20196661"/>
  <p:tag name="KSO_WM_UNIT_LAYERLEVEL" val="1"/>
  <p:tag name="KSO_WM_TAG_VERSION" val="1.0"/>
  <p:tag name="KSO_WM_BEAUTIFY_FLAG" val="#wm#"/>
  <p:tag name="KSO_WM_UNIT_PRESET_TEXT" val="单击此处添加标题"/>
  <p:tag name="KSO_WM_UNIT_ADJUSTLAYOUT_ID" val="9"/>
  <p:tag name="KSO_WM_UNIT_COLOR_SCHEME_SHAPE_ID" val="9"/>
  <p:tag name="KSO_WM_UNIT_COLOR_SCHEME_PARENT_PAGE" val="0_1"/>
  <p:tag name="KSO_WM_UNIT_TEXT_FILL_FORE_SCHEMECOLOR_INDEX_BRIGHTNESS" val="0.25"/>
  <p:tag name="KSO_WM_UNIT_TEXT_FILL_FORE_SCHEMECOLOR_INDEX" val="13"/>
  <p:tag name="KSO_WM_UNIT_TEXT_FILL_TYPE" val="1"/>
</p:tagLst>
</file>

<file path=ppt/tags/tag18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diagram20196661_1*i*3"/>
  <p:tag name="KSO_WM_TEMPLATE_CATEGORY" val="diagram"/>
  <p:tag name="KSO_WM_TEMPLATE_INDEX" val="20196661"/>
  <p:tag name="KSO_WM_UNIT_LAYERLEVEL" val="1"/>
  <p:tag name="KSO_WM_TAG_VERSION" val="1.0"/>
  <p:tag name="KSO_WM_BEAUTIFY_FLAG" val="#wm#"/>
  <p:tag name="KSO_WM_UNIT_ADJUSTLAYOUT_ID" val="12"/>
  <p:tag name="KSO_WM_UNIT_COLOR_SCHEME_SHAPE_ID" val="12"/>
  <p:tag name="KSO_WM_UNIT_COLOR_SCHEME_PARENT_PAGE" val="0_1"/>
  <p:tag name="KSO_WM_UNIT_DECOLORIZATION" val="1"/>
  <p:tag name="KSO_WM_UNIT_LINE_FORE_SCHEMECOLOR_INDEX_BRIGHTNESS" val="-0.25"/>
  <p:tag name="KSO_WM_UNIT_LINE_FORE_SCHEMECOLOR_INDEX" val="16"/>
  <p:tag name="KSO_WM_UNIT_LINE_FILL_TYPE" val="2"/>
</p:tagLst>
</file>

<file path=ppt/tags/tag18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
  <p:tag name="KSO_WM_UNIT_ID" val="diagram20196661_1*i*4"/>
  <p:tag name="KSO_WM_TEMPLATE_CATEGORY" val="diagram"/>
  <p:tag name="KSO_WM_TEMPLATE_INDEX" val="20196661"/>
  <p:tag name="KSO_WM_UNIT_LAYERLEVEL" val="1"/>
  <p:tag name="KSO_WM_TAG_VERSION" val="1.0"/>
  <p:tag name="KSO_WM_BEAUTIFY_FLAG" val="#wm#"/>
  <p:tag name="KSO_WM_UNIT_ADJUSTLAYOUT_ID" val="15"/>
  <p:tag name="KSO_WM_UNIT_COLOR_SCHEME_SHAPE_ID" val="15"/>
  <p:tag name="KSO_WM_UNIT_COLOR_SCHEME_PARENT_PAGE" val="0_1"/>
  <p:tag name="KSO_WM_UNIT_LINE_FORE_SCHEMECOLOR_INDEX_BRIGHTNESS" val="-0.25"/>
  <p:tag name="KSO_WM_UNIT_LINE_FORE_SCHEMECOLOR_INDEX" val="14"/>
  <p:tag name="KSO_WM_UNIT_LINE_FILL_TYPE" val="2"/>
</p:tagLst>
</file>

<file path=ppt/tags/tag1851.xml><?xml version="1.0" encoding="utf-8"?>
<p:tagLst xmlns:p="http://schemas.openxmlformats.org/presentationml/2006/main">
  <p:tag name="KSO_WM_UNIT_TEXT_PART_ID_V2" val="d-1-2"/>
  <p:tag name="KSO_WM_UNIT_NOCLEAR" val="1"/>
  <p:tag name="KSO_WM_UNIT_VALUE" val="169"/>
  <p:tag name="KSO_WM_UNIT_HIGHLIGHT" val="0"/>
  <p:tag name="KSO_WM_UNIT_COMPATIBLE" val="0"/>
  <p:tag name="KSO_WM_UNIT_DIAGRAM_ISNUMVISUAL" val="0"/>
  <p:tag name="KSO_WM_UNIT_DIAGRAM_ISREFERUNIT" val="0"/>
  <p:tag name="KSO_WM_UNIT_TYPE" val="f"/>
  <p:tag name="KSO_WM_UNIT_INDEX" val="1"/>
  <p:tag name="KSO_WM_UNIT_ID" val="diagram20196661_1*f*1"/>
  <p:tag name="KSO_WM_TEMPLATE_CATEGORY" val="diagram"/>
  <p:tag name="KSO_WM_TEMPLATE_INDEX" val="20196661"/>
  <p:tag name="KSO_WM_UNIT_LAYERLEVEL" val="1"/>
  <p:tag name="KSO_WM_TAG_VERSION" val="1.0"/>
  <p:tag name="KSO_WM_BEAUTIFY_FLAG" val="#wm#"/>
  <p:tag name="KSO_WM_UNIT_PRESET_TEXT" val="单击此处添加小标题：&#10;点击此处添加正文。&#10;文字是您思想提炼。&#10;请阐述您的观点。&#10;观点 观点 观点  &#10;单击此处添加小标题：&#10;点击此处添加正文。&#10;但信息却错综复杂。&#10;观点 观点 观点  &#10;单击此处添加小标题：&#10;点击此处添加正文。&#10;文字是您思想提炼。"/>
  <p:tag name="KSO_WM_UNIT_ADJUSTLAYOUT_ID" val="10"/>
  <p:tag name="KSO_WM_UNIT_COLOR_SCHEME_SHAPE_ID" val="10"/>
  <p:tag name="KSO_WM_UNIT_COLOR_SCHEME_PARENT_PAGE" val="0_1"/>
  <p:tag name="KSO_WM_UNIT_TEXT_FILL_FORE_SCHEMECOLOR_INDEX_BRIGHTNESS" val="0.25"/>
  <p:tag name="KSO_WM_UNIT_TEXT_FILL_FORE_SCHEMECOLOR_INDEX" val="13"/>
  <p:tag name="KSO_WM_UNIT_TEXT_FILL_TYPE" val="1"/>
</p:tagLst>
</file>

<file path=ppt/tags/tag1852.xml><?xml version="1.0" encoding="utf-8"?>
<p:tagLst xmlns:p="http://schemas.openxmlformats.org/presentationml/2006/main">
  <p:tag name="KSO_WM_BEAUTIFY_FLAG" val="#wm#"/>
  <p:tag name="KSO_WM_TEMPLATE_CATEGORY" val="diagram"/>
  <p:tag name="KSO_WM_TEMPLATE_INDEX" val="20196661"/>
  <p:tag name="KSO_WM_SLIDE_ID" val="diagram20196661_1"/>
  <p:tag name="KSO_WM_TEMPLATE_SUBCATEGORY" val="0"/>
  <p:tag name="KSO_WM_TEMPLATE_MASTER_TYPE" val="0"/>
  <p:tag name="KSO_WM_TEMPLATE_COLOR_TYPE" val="1"/>
  <p:tag name="KSO_WM_SLIDE_TYPE" val="text"/>
  <p:tag name="KSO_WM_SLIDE_SUBTYPE" val="picTxt"/>
  <p:tag name="KSO_WM_SLIDE_ITEM_CNT" val="0"/>
  <p:tag name="KSO_WM_SLIDE_INDEX" val="1"/>
  <p:tag name="KSO_WM_UNIT_SHOW_EDIT_AREA_INDICATION" val="1"/>
  <p:tag name="KSO_WM_SLIDE_SIZE" val="914*540"/>
  <p:tag name="KSO_WM_SLIDE_POSITION" val="0*0"/>
  <p:tag name="KSO_WM_TAG_VERSION" val="1.0"/>
  <p:tag name="KSO_WM_SLIDE_LAYOUT" val="a_d_f"/>
  <p:tag name="KSO_WM_SLIDE_LAYOUT_CNT" val="1_1_1"/>
  <p:tag name="KSO_WM_SLIDE_LAYOUT_INFO" val="{&#10;    &quot;backgroundInfo&quot;: [&#10;        {&#10;            &quot;bottom&quot;: 0,&#10;            &quot;bottomAbs&quot;: false,&#10;            &quot;left&quot;: 0,&#10;            &quot;leftAbs&quot;: false,&#10;            &quot;right&quot;: 0,&#10;            &quot;rightAbs&quot;: false,&#10;            &quot;top&quot;: 0,&#10;            &quot;topAbs&quot;: false,&#10;            &quot;type&quot;: &quot;general&quot;&#10;        },&#10;        {&#10;            &quot;bottom&quot;: 0,&#10;            &quot;bottomAbs&quot;: false,&#10;            &quot;left&quot;: 0,&#10;            &quot;leftAbs&quot;: false,&#10;            &quot;right&quot;: 0,&#10;            &quot;rightAbs&quot;: false,&#10;            &quot;top&quot;: 0,&#10;            &quot;topAbs&quot;: false,&#10;            &quot;type&quot;: &quot;frame&quot;&#10;        }&#10;    ],&#10;    &quot;direction&quot;: 1,&#10;    &quot;id&quot;: &quot;2020-03-30T16:33:34&quot;,&#10;    &quot;maxSize&quot;: {&#10;        &quot;size1&quot;: 57&#10;    },&#10;    &quot;minSize&quot;: {&#10;        &quot;size1&quot;: 57&#10;    },&#10;    &quot;normalSize&quot;: {&#10;        &quot;size1&quot;: 57&#10;    },&#10;    &quot;subLayout&quot;: [&#10;        {&#10;            &quot;id&quot;: &quot;2020-03-30T16:33:34&quot;,&#10;            &quot;margin&quot;: {&#10;                &quot;bottom&quot;: 1.690000057220459,&#10;                &quot;left&quot;: 2.5399999618530273,&#10;                &quot;right&quot;: 1.6770000457763672,&#10;                &quot;top&quot;: 1.690000057220459&#10;            },&#10;            &quot;type&quot;: 0&#10;        },&#10;        {&#10;            &quot;id&quot;: &quot;2020-03-30T16:33:34&quot;,&#10;            &quot;maxSize&quot;: {&#10;                &quot;size1&quot;: 57.399999999999999&#10;            },&#10;            &quot;minSize&quot;: {&#10;                &quot;size1&quot;: 44.299999999999997&#10;            },&#10;            &quot;normalSize&quot;: {&#10;                &quot;size1&quot;: 50.700000000000003&#10;            },&#10;            &quot;subLayout&quot;: [&#10;                {&#10;                    &quot;id&quot;: &quot;2020-03-30T16:33:34&quot;,&#10;                    &quot;margin&quot;: {&#10;                        &quot;bottom&quot;: 0.29100000858306885,&#10;                        &quot;left&quot;: 0.026000002399086952,&#10;                        &quot;right&quot;: 1.690000057220459,&#10;                        &quot;top&quot;: 1.690000057220459&#10;                    },&#10;                    &quot;type&quot;: 0&#10;                },&#10;                {&#10;                    &quot;id&quot;: &quot;2020-03-30T16:33:34&quot;,&#10;                    &quot;margin&quot;: {&#10;                        &quot;bottom&quot;: 1.690000057220459,&#10;                        &quot;left&quot;: 0.026000002399086952,&#10;                        &quot;right&quot;: 1.690000057220459,&#10;                        &quot;top&quot;: 0.026000002399086952&#10;                    },&#10;                    &quot;type&quot;: 0&#10;                }&#10;            ],&#10;            &quot;type&quot;: 0&#10;        }&#10;    ],&#10;    &quot;type&quot;: 0&#10;}&#10;"/>
  <p:tag name="KSO_WM_SLIDE_CAN_ADD_NAVIGATION" val="1"/>
  <p:tag name="KSO_WM_SLIDE_BACKGROUND" val="[&quot;general&quot;,&quot;frame&quot;]"/>
  <p:tag name="KSO_WM_SLIDE_RATIO" val="1.777778"/>
  <p:tag name="KSO_WM_SLIDE_BK_DARK_LIGHT" val="2"/>
  <p:tag name="KSO_WM_SLIDE_BACKGROUND_TYPE" val="general"/>
  <p:tag name="KSO_WM_SLIDE_CONSTRAINT" val="%7b%22slideConstraint%22%3a%7b%22seriesAreas%22%3a%5b%5d%2c%22singleAreas%22%3a%5b%7b%22shapes%22%3a%5b3%5d%2c%22serialConstraintIndex%22%3a-1%2c%22areatextmark%22%3a0%2c%22pictureprocessmark%22%3a0%7d%5d%7d%7d"/>
  <p:tag name="KSO_WM_SLIDE_COLORSCHEME_VERSION" val="3.2"/>
</p:tagLst>
</file>

<file path=ppt/tags/tag18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196661_1*i*1"/>
  <p:tag name="KSO_WM_TEMPLATE_CATEGORY" val="diagram"/>
  <p:tag name="KSO_WM_TEMPLATE_INDEX" val="20196661"/>
  <p:tag name="KSO_WM_UNIT_LAYERLEVEL" val="1"/>
  <p:tag name="KSO_WM_TAG_VERSION" val="1.0"/>
  <p:tag name="KSO_WM_BEAUTIFY_FLAG" val="#wm#"/>
  <p:tag name="KSO_WM_UNIT_ADJUSTLAYOUT_ID" val="6"/>
  <p:tag name="KSO_WM_UNIT_COLOR_SCHEME_SHAPE_ID" val="6"/>
  <p:tag name="KSO_WM_UNIT_COLOR_SCHEME_PARENT_PAGE" val="0_1"/>
  <p:tag name="KSO_WM_UNIT_FILL_FORE_SCHEMECOLOR_INDEX_BRIGHTNESS" val="-0.05"/>
  <p:tag name="KSO_WM_UNIT_FILL_FORE_SCHEMECOLOR_INDEX" val="16"/>
  <p:tag name="KSO_WM_UNIT_FILL_BACK_SCHEMECOLOR_INDEX_BRIGHTNESS" val="0"/>
  <p:tag name="KSO_WM_UNIT_FILL_BACK_SCHEMECOLOR_INDEX" val="16"/>
  <p:tag name="KSO_WM_UNIT_FILL_TYPE" val="2"/>
  <p:tag name="KSO_WM_UNIT_TEXT_FILL_FORE_SCHEMECOLOR_INDEX_BRIGHTNESS" val="0"/>
  <p:tag name="KSO_WM_UNIT_TEXT_FILL_FORE_SCHEMECOLOR_INDEX" val="14"/>
  <p:tag name="KSO_WM_UNIT_TEXT_FILL_TYPE" val="1"/>
</p:tagLst>
</file>

<file path=ppt/tags/tag18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diagram20196661_1*i*2"/>
  <p:tag name="KSO_WM_TEMPLATE_CATEGORY" val="diagram"/>
  <p:tag name="KSO_WM_TEMPLATE_INDEX" val="20196661"/>
  <p:tag name="KSO_WM_UNIT_LAYERLEVEL" val="1"/>
  <p:tag name="KSO_WM_TAG_VERSION" val="1.0"/>
  <p:tag name="KSO_WM_BEAUTIFY_FLAG" val="#wm#"/>
  <p:tag name="KSO_WM_UNIT_ADJUSTLAYOUT_ID" val="7"/>
  <p:tag name="KSO_WM_UNIT_COLOR_SCHEME_SHAPE_ID" val="7"/>
  <p:tag name="KSO_WM_UNIT_COLOR_SCHEME_PARENT_PAGE" val="0_1"/>
  <p:tag name="KSO_WM_UNIT_FILL_FORE_SCHEMECOLOR_INDEX_BRIGHTNESS" val="0.25"/>
  <p:tag name="KSO_WM_UNIT_FILL_FORE_SCHEMECOLOR_INDEX" val="13"/>
  <p:tag name="KSO_WM_UNIT_FILL_TYPE" val="1"/>
  <p:tag name="KSO_WM_UNIT_TEXT_FILL_FORE_SCHEMECOLOR_INDEX_BRIGHTNESS" val="0"/>
  <p:tag name="KSO_WM_UNIT_TEXT_FILL_FORE_SCHEMECOLOR_INDEX" val="14"/>
  <p:tag name="KSO_WM_UNIT_TEXT_FILL_TYPE" val="1"/>
</p:tagLst>
</file>

<file path=ppt/tags/tag18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diagram20196661_1*i*3"/>
  <p:tag name="KSO_WM_TEMPLATE_CATEGORY" val="diagram"/>
  <p:tag name="KSO_WM_TEMPLATE_INDEX" val="20196661"/>
  <p:tag name="KSO_WM_UNIT_LAYERLEVEL" val="1"/>
  <p:tag name="KSO_WM_TAG_VERSION" val="1.0"/>
  <p:tag name="KSO_WM_BEAUTIFY_FLAG" val="#wm#"/>
  <p:tag name="KSO_WM_UNIT_ADJUSTLAYOUT_ID" val="12"/>
  <p:tag name="KSO_WM_UNIT_COLOR_SCHEME_SHAPE_ID" val="12"/>
  <p:tag name="KSO_WM_UNIT_COLOR_SCHEME_PARENT_PAGE" val="0_1"/>
  <p:tag name="KSO_WM_UNIT_DECOLORIZATION" val="1"/>
  <p:tag name="KSO_WM_UNIT_LINE_FORE_SCHEMECOLOR_INDEX_BRIGHTNESS" val="-0.25"/>
  <p:tag name="KSO_WM_UNIT_LINE_FORE_SCHEMECOLOR_INDEX" val="16"/>
  <p:tag name="KSO_WM_UNIT_LINE_FILL_TYPE" val="2"/>
</p:tagLst>
</file>

<file path=ppt/tags/tag18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
  <p:tag name="KSO_WM_UNIT_ID" val="diagram20196661_1*i*4"/>
  <p:tag name="KSO_WM_TEMPLATE_CATEGORY" val="diagram"/>
  <p:tag name="KSO_WM_TEMPLATE_INDEX" val="20196661"/>
  <p:tag name="KSO_WM_UNIT_LAYERLEVEL" val="1"/>
  <p:tag name="KSO_WM_TAG_VERSION" val="1.0"/>
  <p:tag name="KSO_WM_BEAUTIFY_FLAG" val="#wm#"/>
  <p:tag name="KSO_WM_UNIT_ADJUSTLAYOUT_ID" val="15"/>
  <p:tag name="KSO_WM_UNIT_COLOR_SCHEME_SHAPE_ID" val="15"/>
  <p:tag name="KSO_WM_UNIT_COLOR_SCHEME_PARENT_PAGE" val="0_1"/>
  <p:tag name="KSO_WM_UNIT_LINE_FORE_SCHEMECOLOR_INDEX_BRIGHTNESS" val="-0.25"/>
  <p:tag name="KSO_WM_UNIT_LINE_FORE_SCHEMECOLOR_INDEX" val="14"/>
  <p:tag name="KSO_WM_UNIT_LINE_FILL_TYPE" val="2"/>
</p:tagLst>
</file>

<file path=ppt/tags/tag1857.xml><?xml version="1.0" encoding="utf-8"?>
<p:tagLst xmlns:p="http://schemas.openxmlformats.org/presentationml/2006/main">
  <p:tag name="KSO_WM_UNIT_TEXT_PART_ID_V2" val="d-1-2"/>
  <p:tag name="KSO_WM_UNIT_NOCLEAR" val="1"/>
  <p:tag name="KSO_WM_UNIT_VALUE" val="169"/>
  <p:tag name="KSO_WM_UNIT_HIGHLIGHT" val="0"/>
  <p:tag name="KSO_WM_UNIT_COMPATIBLE" val="0"/>
  <p:tag name="KSO_WM_UNIT_DIAGRAM_ISNUMVISUAL" val="0"/>
  <p:tag name="KSO_WM_UNIT_DIAGRAM_ISREFERUNIT" val="0"/>
  <p:tag name="KSO_WM_UNIT_TYPE" val="f"/>
  <p:tag name="KSO_WM_UNIT_INDEX" val="1"/>
  <p:tag name="KSO_WM_UNIT_ID" val="diagram20196661_1*f*1"/>
  <p:tag name="KSO_WM_TEMPLATE_CATEGORY" val="diagram"/>
  <p:tag name="KSO_WM_TEMPLATE_INDEX" val="20196661"/>
  <p:tag name="KSO_WM_UNIT_LAYERLEVEL" val="1"/>
  <p:tag name="KSO_WM_TAG_VERSION" val="1.0"/>
  <p:tag name="KSO_WM_BEAUTIFY_FLAG" val="#wm#"/>
  <p:tag name="KSO_WM_UNIT_PRESET_TEXT" val="单击此处添加小标题：&#10;点击此处添加正文。&#10;文字是您思想提炼。&#10;请阐述您的观点。&#10;观点 观点 观点  &#10;单击此处添加小标题：&#10;点击此处添加正文。&#10;但信息却错综复杂。&#10;观点 观点 观点  &#10;单击此处添加小标题：&#10;点击此处添加正文。&#10;文字是您思想提炼。"/>
  <p:tag name="KSO_WM_UNIT_ADJUSTLAYOUT_ID" val="10"/>
  <p:tag name="KSO_WM_UNIT_COLOR_SCHEME_SHAPE_ID" val="10"/>
  <p:tag name="KSO_WM_UNIT_COLOR_SCHEME_PARENT_PAGE" val="0_1"/>
  <p:tag name="KSO_WM_UNIT_TEXT_FILL_FORE_SCHEMECOLOR_INDEX_BRIGHTNESS" val="0.25"/>
  <p:tag name="KSO_WM_UNIT_TEXT_FILL_FORE_SCHEMECOLOR_INDEX" val="13"/>
  <p:tag name="KSO_WM_UNIT_TEXT_FILL_TYPE" val="1"/>
</p:tagLst>
</file>

<file path=ppt/tags/tag1858.xml><?xml version="1.0" encoding="utf-8"?>
<p:tagLst xmlns:p="http://schemas.openxmlformats.org/presentationml/2006/main">
  <p:tag name="KSO_WM_BEAUTIFY_FLAG" val="#wm#"/>
  <p:tag name="KSO_WM_TEMPLATE_CATEGORY" val="diagram"/>
  <p:tag name="KSO_WM_TEMPLATE_INDEX" val="20196661"/>
  <p:tag name="KSO_WM_SLIDE_ID" val="diagram20196661_1"/>
  <p:tag name="KSO_WM_TEMPLATE_SUBCATEGORY" val="0"/>
  <p:tag name="KSO_WM_TEMPLATE_MASTER_TYPE" val="0"/>
  <p:tag name="KSO_WM_TEMPLATE_COLOR_TYPE" val="1"/>
  <p:tag name="KSO_WM_SLIDE_TYPE" val="text"/>
  <p:tag name="KSO_WM_SLIDE_SUBTYPE" val="picTxt"/>
  <p:tag name="KSO_WM_SLIDE_ITEM_CNT" val="0"/>
  <p:tag name="KSO_WM_SLIDE_INDEX" val="1"/>
  <p:tag name="KSO_WM_UNIT_SHOW_EDIT_AREA_INDICATION" val="1"/>
  <p:tag name="KSO_WM_SLIDE_SIZE" val="914*540"/>
  <p:tag name="KSO_WM_SLIDE_POSITION" val="0*0"/>
  <p:tag name="KSO_WM_TAG_VERSION" val="1.0"/>
  <p:tag name="KSO_WM_SLIDE_LAYOUT" val="a_d_f"/>
  <p:tag name="KSO_WM_SLIDE_LAYOUT_CNT" val="1_1_1"/>
  <p:tag name="KSO_WM_SLIDE_LAYOUT_INFO" val="{&#10;    &quot;backgroundInfo&quot;: [&#10;        {&#10;            &quot;bottom&quot;: 0,&#10;            &quot;bottomAbs&quot;: false,&#10;            &quot;left&quot;: 0,&#10;            &quot;leftAbs&quot;: false,&#10;            &quot;right&quot;: 0,&#10;            &quot;rightAbs&quot;: false,&#10;            &quot;top&quot;: 0,&#10;            &quot;topAbs&quot;: false,&#10;            &quot;type&quot;: &quot;general&quot;&#10;        },&#10;        {&#10;            &quot;bottom&quot;: 0,&#10;            &quot;bottomAbs&quot;: false,&#10;            &quot;left&quot;: 0,&#10;            &quot;leftAbs&quot;: false,&#10;            &quot;right&quot;: 0,&#10;            &quot;rightAbs&quot;: false,&#10;            &quot;top&quot;: 0,&#10;            &quot;topAbs&quot;: false,&#10;            &quot;type&quot;: &quot;frame&quot;&#10;        }&#10;    ],&#10;    &quot;direction&quot;: 1,&#10;    &quot;id&quot;: &quot;2020-03-30T16:33:34&quot;,&#10;    &quot;maxSize&quot;: {&#10;        &quot;size1&quot;: 57&#10;    },&#10;    &quot;minSize&quot;: {&#10;        &quot;size1&quot;: 57&#10;    },&#10;    &quot;normalSize&quot;: {&#10;        &quot;size1&quot;: 57&#10;    },&#10;    &quot;subLayout&quot;: [&#10;        {&#10;            &quot;id&quot;: &quot;2020-03-30T16:33:34&quot;,&#10;            &quot;margin&quot;: {&#10;                &quot;bottom&quot;: 1.690000057220459,&#10;                &quot;left&quot;: 2.5399999618530273,&#10;                &quot;right&quot;: 1.6770000457763672,&#10;                &quot;top&quot;: 1.690000057220459&#10;            },&#10;            &quot;type&quot;: 0&#10;        },&#10;        {&#10;            &quot;id&quot;: &quot;2020-03-30T16:33:34&quot;,&#10;            &quot;maxSize&quot;: {&#10;                &quot;size1&quot;: 57.399999999999999&#10;            },&#10;            &quot;minSize&quot;: {&#10;                &quot;size1&quot;: 44.299999999999997&#10;            },&#10;            &quot;normalSize&quot;: {&#10;                &quot;size1&quot;: 50.700000000000003&#10;            },&#10;            &quot;subLayout&quot;: [&#10;                {&#10;                    &quot;id&quot;: &quot;2020-03-30T16:33:34&quot;,&#10;                    &quot;margin&quot;: {&#10;                        &quot;bottom&quot;: 0.29100000858306885,&#10;                        &quot;left&quot;: 0.026000002399086952,&#10;                        &quot;right&quot;: 1.690000057220459,&#10;                        &quot;top&quot;: 1.690000057220459&#10;                    },&#10;                    &quot;type&quot;: 0&#10;                },&#10;                {&#10;                    &quot;id&quot;: &quot;2020-03-30T16:33:34&quot;,&#10;                    &quot;margin&quot;: {&#10;                        &quot;bottom&quot;: 1.690000057220459,&#10;                        &quot;left&quot;: 0.026000002399086952,&#10;                        &quot;right&quot;: 1.690000057220459,&#10;                        &quot;top&quot;: 0.026000002399086952&#10;                    },&#10;                    &quot;type&quot;: 0&#10;                }&#10;            ],&#10;            &quot;type&quot;: 0&#10;        }&#10;    ],&#10;    &quot;type&quot;: 0&#10;}&#10;"/>
  <p:tag name="KSO_WM_SLIDE_CAN_ADD_NAVIGATION" val="1"/>
  <p:tag name="KSO_WM_SLIDE_BACKGROUND" val="[&quot;general&quot;,&quot;frame&quot;]"/>
  <p:tag name="KSO_WM_SLIDE_RATIO" val="1.777778"/>
  <p:tag name="KSO_WM_SLIDE_BK_DARK_LIGHT" val="2"/>
  <p:tag name="KSO_WM_SLIDE_BACKGROUND_TYPE" val="general"/>
  <p:tag name="KSO_WM_SLIDE_CONSTRAINT" val="%7b%22slideConstraint%22%3a%7b%22seriesAreas%22%3a%5b%5d%2c%22singleAreas%22%3a%5b%7b%22shapes%22%3a%5b3%5d%2c%22serialConstraintIndex%22%3a-1%2c%22areatextmark%22%3a0%2c%22pictureprocessmark%22%3a0%7d%5d%7d%7d"/>
  <p:tag name="KSO_WM_SLIDE_COLORSCHEME_VERSION" val="3.2"/>
</p:tagLst>
</file>

<file path=ppt/tags/tag18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_12*i*1"/>
  <p:tag name="KSO_WM_UNIT_LAYERLEVEL" val="1"/>
  <p:tag name="KSO_WM_TAG_VERSION" val="1.0"/>
  <p:tag name="KSO_WM_BEAUTIFY_FLAG" val="#wm#"/>
  <p:tag name="KSO_WM_SLIDE_BACKGROUND_TYPE" val="general"/>
  <p:tag name="KSO_WM_SLIDE_BK_DARK_LIGHT" val="2"/>
</p:tagLst>
</file>

<file path=ppt/tags/tag1860.xml><?xml version="1.0" encoding="utf-8"?>
<p:tagLst xmlns:p="http://schemas.openxmlformats.org/presentationml/2006/main">
  <p:tag name="KSO_WM_UNIT_VALUE" val="635*3012"/>
  <p:tag name="KSO_WM_UNIT_HIGHLIGHT" val="0"/>
  <p:tag name="KSO_WM_UNIT_COMPATIBLE" val="0"/>
  <p:tag name="KSO_WM_UNIT_DIAGRAM_ISNUMVISUAL" val="0"/>
  <p:tag name="KSO_WM_UNIT_DIAGRAM_ISREFERUNIT" val="0"/>
  <p:tag name="KSO_WM_DIAGRAM_GROUP_CODE" val="l1-1"/>
  <p:tag name="KSO_WM_UNIT_TYPE" val="d"/>
  <p:tag name="KSO_WM_UNIT_INDEX" val="1"/>
  <p:tag name="KSO_WM_UNIT_ID" val="diagram20190048_2*d*1"/>
  <p:tag name="KSO_WM_TEMPLATE_CATEGORY" val="diagram"/>
  <p:tag name="KSO_WM_TEMPLATE_INDEX" val="20190048"/>
  <p:tag name="KSO_WM_UNIT_SUPPORT_UNIT_TYPE" val="[]"/>
  <p:tag name="KSO_WM_UNIT_LAYERLEVEL" val="1"/>
  <p:tag name="KSO_WM_TAG_VERSION" val="1.0"/>
  <p:tag name="KSO_WM_BEAUTIFY_FLAG" val="#wm#"/>
  <p:tag name="REFSHAPE" val="1198950988"/>
  <p:tag name="KSO_WM_UNIT_PICTURE_CLIP_FLAG" val="0"/>
  <p:tag name="KSO_WM_UNIT_USESOURCEFORMAT_APPLY" val="1"/>
</p:tagLst>
</file>

<file path=ppt/tags/tag1861.xml><?xml version="1.0" encoding="utf-8"?>
<p:tagLst xmlns:p="http://schemas.openxmlformats.org/presentationml/2006/main">
  <p:tag name="KSO_WM_UNIT_PRESET_TEXT" val="单击此处添加文本具体内容"/>
  <p:tag name="KSO_WM_UNIT_NOCLEAR" val="0"/>
  <p:tag name="KSO_WM_UNIT_VALUE" val="230"/>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20190048_2*l_h_f*1_1_1"/>
  <p:tag name="KSO_WM_TEMPLATE_CATEGORY" val="diagram"/>
  <p:tag name="KSO_WM_TEMPLATE_INDEX" val="20190048"/>
  <p:tag name="KSO_WM_UNIT_LAYERLEVEL" val="1_1_1"/>
  <p:tag name="KSO_WM_TAG_VERSION" val="1.0"/>
  <p:tag name="KSO_WM_BEAUTIFY_FLAG" val="#wm#"/>
  <p:tag name="KSO_WM_UNIT_FILL_FORE_SCHEMECOLOR_INDEX" val="5"/>
  <p:tag name="KSO_WM_UNIT_FILL_TYPE" val="1"/>
  <p:tag name="KSO_WM_UNIT_TEXT_FILL_FORE_SCHEMECOLOR_INDEX" val="13"/>
  <p:tag name="KSO_WM_UNIT_TEXT_FILL_TYPE" val="1"/>
  <p:tag name="KSO_WM_UNIT_USESOURCEFORMAT_APPLY" val="1"/>
</p:tagLst>
</file>

<file path=ppt/tags/tag1862.xml><?xml version="1.0" encoding="utf-8"?>
<p:tagLst xmlns:p="http://schemas.openxmlformats.org/presentationml/2006/main">
  <p:tag name="KSO_WM_UNIT_ISCONTENTSTITLE" val="0"/>
  <p:tag name="KSO_WM_UNIT_PRESET_TEXT" val="添加标题"/>
  <p:tag name="KSO_WM_UNIT_NOCLEAR" val="0"/>
  <p:tag name="KSO_WM_UNIT_VALUE" val="14"/>
  <p:tag name="KSO_WM_UNIT_HIGHLIGHT" val="0"/>
  <p:tag name="KSO_WM_UNIT_COMPATIBLE" val="0"/>
  <p:tag name="KSO_WM_UNIT_DIAGRAM_ISNUMVISUAL" val="0"/>
  <p:tag name="KSO_WM_UNIT_DIAGRAM_ISREFERUNIT" val="0"/>
  <p:tag name="KSO_WM_DIAGRAM_GROUP_CODE" val="l1-1"/>
  <p:tag name="KSO_WM_UNIT_TYPE" val="l_h_a"/>
  <p:tag name="KSO_WM_UNIT_INDEX" val="1_1_1"/>
  <p:tag name="KSO_WM_UNIT_ID" val="diagram20190048_2*l_h_a*1_1_1"/>
  <p:tag name="KSO_WM_TEMPLATE_CATEGORY" val="diagram"/>
  <p:tag name="KSO_WM_TEMPLATE_INDEX" val="20190048"/>
  <p:tag name="KSO_WM_UNIT_LAYERLEVEL" val="1_1_1"/>
  <p:tag name="KSO_WM_TAG_VERSION" val="1.0"/>
  <p:tag name="KSO_WM_BEAUTIFY_FLAG" val="#wm#"/>
  <p:tag name="KSO_WM_UNIT_FILL_FORE_SCHEMECOLOR_INDEX" val="5"/>
  <p:tag name="KSO_WM_UNIT_FILL_TYPE" val="1"/>
  <p:tag name="KSO_WM_UNIT_TEXT_FILL_FORE_SCHEMECOLOR_INDEX" val="14"/>
  <p:tag name="KSO_WM_UNIT_TEXT_FILL_TYPE" val="1"/>
  <p:tag name="KSO_WM_UNIT_USESOURCEFORMAT_APPLY" val="1"/>
</p:tagLst>
</file>

<file path=ppt/tags/tag1863.xml><?xml version="1.0" encoding="utf-8"?>
<p:tagLst xmlns:p="http://schemas.openxmlformats.org/presentationml/2006/main">
  <p:tag name="KSO_WM_UNIT_PRESET_TEXT" val="单击此处添加文本具体内容"/>
  <p:tag name="KSO_WM_UNIT_NOCLEAR" val="0"/>
  <p:tag name="KSO_WM_UNIT_VALUE" val="230"/>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diagram20190048_2*l_h_f*1_2_1"/>
  <p:tag name="KSO_WM_TEMPLATE_CATEGORY" val="diagram"/>
  <p:tag name="KSO_WM_TEMPLATE_INDEX" val="20190048"/>
  <p:tag name="KSO_WM_UNIT_LAYERLEVEL" val="1_1_1"/>
  <p:tag name="KSO_WM_TAG_VERSION" val="1.0"/>
  <p:tag name="KSO_WM_BEAUTIFY_FLAG" val="#wm#"/>
  <p:tag name="KSO_WM_UNIT_FILL_FORE_SCHEMECOLOR_INDEX" val="7"/>
  <p:tag name="KSO_WM_UNIT_FILL_TYPE" val="1"/>
  <p:tag name="KSO_WM_UNIT_TEXT_FILL_FORE_SCHEMECOLOR_INDEX" val="13"/>
  <p:tag name="KSO_WM_UNIT_TEXT_FILL_TYPE" val="1"/>
  <p:tag name="KSO_WM_UNIT_USESOURCEFORMAT_APPLY" val="1"/>
</p:tagLst>
</file>

<file path=ppt/tags/tag1864.xml><?xml version="1.0" encoding="utf-8"?>
<p:tagLst xmlns:p="http://schemas.openxmlformats.org/presentationml/2006/main">
  <p:tag name="KSO_WM_UNIT_ISCONTENTSTITLE" val="0"/>
  <p:tag name="KSO_WM_UNIT_PRESET_TEXT" val="添加标题"/>
  <p:tag name="KSO_WM_UNIT_NOCLEAR" val="0"/>
  <p:tag name="KSO_WM_UNIT_VALUE" val="14"/>
  <p:tag name="KSO_WM_UNIT_HIGHLIGHT" val="0"/>
  <p:tag name="KSO_WM_UNIT_COMPATIBLE" val="0"/>
  <p:tag name="KSO_WM_UNIT_DIAGRAM_ISNUMVISUAL" val="0"/>
  <p:tag name="KSO_WM_UNIT_DIAGRAM_ISREFERUNIT" val="0"/>
  <p:tag name="KSO_WM_DIAGRAM_GROUP_CODE" val="l1-1"/>
  <p:tag name="KSO_WM_UNIT_TYPE" val="l_h_a"/>
  <p:tag name="KSO_WM_UNIT_INDEX" val="1_2_1"/>
  <p:tag name="KSO_WM_UNIT_ID" val="diagram20190048_2*l_h_a*1_2_1"/>
  <p:tag name="KSO_WM_TEMPLATE_CATEGORY" val="diagram"/>
  <p:tag name="KSO_WM_TEMPLATE_INDEX" val="20190048"/>
  <p:tag name="KSO_WM_UNIT_LAYERLEVEL" val="1_1_1"/>
  <p:tag name="KSO_WM_TAG_VERSION" val="1.0"/>
  <p:tag name="KSO_WM_BEAUTIFY_FLAG" val="#wm#"/>
  <p:tag name="KSO_WM_UNIT_FILL_FORE_SCHEMECOLOR_INDEX" val="7"/>
  <p:tag name="KSO_WM_UNIT_FILL_TYPE" val="1"/>
  <p:tag name="KSO_WM_UNIT_TEXT_FILL_FORE_SCHEMECOLOR_INDEX" val="14"/>
  <p:tag name="KSO_WM_UNIT_TEXT_FILL_TYPE" val="1"/>
  <p:tag name="KSO_WM_UNIT_USESOURCEFORMAT_APPLY" val="1"/>
</p:tagLst>
</file>

<file path=ppt/tags/tag1865.xml><?xml version="1.0" encoding="utf-8"?>
<p:tagLst xmlns:p="http://schemas.openxmlformats.org/presentationml/2006/main">
  <p:tag name="KSO_WM_UNIT_PRESET_TEXT" val="单击此处添加文本具体内容"/>
  <p:tag name="KSO_WM_UNIT_NOCLEAR" val="0"/>
  <p:tag name="KSO_WM_UNIT_VALUE" val="230"/>
  <p:tag name="KSO_WM_UNIT_HIGHLIGHT" val="0"/>
  <p:tag name="KSO_WM_UNIT_COMPATIBLE" val="0"/>
  <p:tag name="KSO_WM_UNIT_DIAGRAM_ISNUMVISUAL" val="0"/>
  <p:tag name="KSO_WM_UNIT_DIAGRAM_ISREFERUNIT" val="0"/>
  <p:tag name="KSO_WM_DIAGRAM_GROUP_CODE" val="l1-1"/>
  <p:tag name="KSO_WM_UNIT_TYPE" val="l_h_f"/>
  <p:tag name="KSO_WM_UNIT_INDEX" val="1_3_1"/>
  <p:tag name="KSO_WM_UNIT_ID" val="diagram20190048_2*l_h_f*1_3_1"/>
  <p:tag name="KSO_WM_TEMPLATE_CATEGORY" val="diagram"/>
  <p:tag name="KSO_WM_TEMPLATE_INDEX" val="20190048"/>
  <p:tag name="KSO_WM_UNIT_LAYERLEVEL" val="1_1_1"/>
  <p:tag name="KSO_WM_TAG_VERSION" val="1.0"/>
  <p:tag name="KSO_WM_BEAUTIFY_FLAG" val="#wm#"/>
  <p:tag name="KSO_WM_UNIT_FILL_FORE_SCHEMECOLOR_INDEX" val="5"/>
  <p:tag name="KSO_WM_UNIT_FILL_TYPE" val="1"/>
  <p:tag name="KSO_WM_UNIT_TEXT_FILL_FORE_SCHEMECOLOR_INDEX" val="13"/>
  <p:tag name="KSO_WM_UNIT_TEXT_FILL_TYPE" val="1"/>
  <p:tag name="KSO_WM_UNIT_USESOURCEFORMAT_APPLY" val="1"/>
</p:tagLst>
</file>

<file path=ppt/tags/tag1866.xml><?xml version="1.0" encoding="utf-8"?>
<p:tagLst xmlns:p="http://schemas.openxmlformats.org/presentationml/2006/main">
  <p:tag name="KSO_WM_UNIT_ISCONTENTSTITLE" val="0"/>
  <p:tag name="KSO_WM_UNIT_PRESET_TEXT" val="添加标题"/>
  <p:tag name="KSO_WM_UNIT_NOCLEAR" val="0"/>
  <p:tag name="KSO_WM_UNIT_VALUE" val="14"/>
  <p:tag name="KSO_WM_UNIT_HIGHLIGHT" val="0"/>
  <p:tag name="KSO_WM_UNIT_COMPATIBLE" val="0"/>
  <p:tag name="KSO_WM_UNIT_DIAGRAM_ISNUMVISUAL" val="0"/>
  <p:tag name="KSO_WM_UNIT_DIAGRAM_ISREFERUNIT" val="0"/>
  <p:tag name="KSO_WM_DIAGRAM_GROUP_CODE" val="l1-1"/>
  <p:tag name="KSO_WM_UNIT_TYPE" val="l_h_a"/>
  <p:tag name="KSO_WM_UNIT_INDEX" val="1_3_1"/>
  <p:tag name="KSO_WM_UNIT_ID" val="diagram20190048_2*l_h_a*1_3_1"/>
  <p:tag name="KSO_WM_TEMPLATE_CATEGORY" val="diagram"/>
  <p:tag name="KSO_WM_TEMPLATE_INDEX" val="20190048"/>
  <p:tag name="KSO_WM_UNIT_LAYERLEVEL" val="1_1_1"/>
  <p:tag name="KSO_WM_TAG_VERSION" val="1.0"/>
  <p:tag name="KSO_WM_BEAUTIFY_FLAG" val="#wm#"/>
  <p:tag name="KSO_WM_UNIT_FILL_FORE_SCHEMECOLOR_INDEX" val="5"/>
  <p:tag name="KSO_WM_UNIT_FILL_TYPE" val="1"/>
  <p:tag name="KSO_WM_UNIT_TEXT_FILL_FORE_SCHEMECOLOR_INDEX" val="14"/>
  <p:tag name="KSO_WM_UNIT_TEXT_FILL_TYPE" val="1"/>
  <p:tag name="KSO_WM_UNIT_USESOURCEFORMAT_APPLY" val="1"/>
</p:tagLst>
</file>

<file path=ppt/tags/tag1867.xml><?xml version="1.0" encoding="utf-8"?>
<p:tagLst xmlns:p="http://schemas.openxmlformats.org/presentationml/2006/main">
  <p:tag name="KSO_WM_UNIT_RELATE_UNITID" val="diagram143_2*l*1"/>
  <p:tag name="KSO_WM_UNIT_ISCONTENTSTITLE" val="0"/>
  <p:tag name="KSO_WM_UNIT_PRESET_TEXT" val="单击此处添加标题"/>
  <p:tag name="KSO_WM_UNIT_NOCLEAR" val="0"/>
  <p:tag name="KSO_WM_UNIT_VALUE" val="33"/>
  <p:tag name="KSO_WM_UNIT_HIGHLIGHT" val="0"/>
  <p:tag name="KSO_WM_UNIT_COMPATIBLE" val="0"/>
  <p:tag name="KSO_WM_UNIT_DIAGRAM_ISNUMVISUAL" val="0"/>
  <p:tag name="KSO_WM_UNIT_DIAGRAM_ISREFERUNIT" val="0"/>
  <p:tag name="KSO_WM_DIAGRAM_GROUP_CODE" val="l1-1"/>
  <p:tag name="KSO_WM_UNIT_TYPE" val="a"/>
  <p:tag name="KSO_WM_UNIT_INDEX" val="1"/>
  <p:tag name="KSO_WM_UNIT_ID" val="diagram20190048_2*a*1"/>
  <p:tag name="KSO_WM_TEMPLATE_CATEGORY" val="diagram"/>
  <p:tag name="KSO_WM_TEMPLATE_INDEX" val="20190048"/>
  <p:tag name="KSO_WM_UNIT_LAYERLEVEL" val="1"/>
  <p:tag name="KSO_WM_TAG_VERSION" val="1.0"/>
  <p:tag name="KSO_WM_BEAUTIFY_FLAG" val="#wm#"/>
  <p:tag name="KSO_WM_UNIT_TEXT_FILL_FORE_SCHEMECOLOR_INDEX" val="13"/>
  <p:tag name="KSO_WM_UNIT_TEXT_FILL_TYPE" val="1"/>
  <p:tag name="KSO_WM_UNIT_USESOURCEFORMAT_APPLY" val="1"/>
</p:tagLst>
</file>

<file path=ppt/tags/tag1868.xml><?xml version="1.0" encoding="utf-8"?>
<p:tagLst xmlns:p="http://schemas.openxmlformats.org/presentationml/2006/main">
  <p:tag name="KSO_WM_BEAUTIFY_FLAG" val="#wm#"/>
  <p:tag name="KSO_WM_TEMPLATE_CATEGORY" val="diagram"/>
  <p:tag name="KSO_WM_TEMPLATE_INDEX" val="20190048"/>
  <p:tag name="KSO_WM_SLIDE_ID" val="diagram20190048_2"/>
  <p:tag name="KSO_WM_TEMPLATE_SUBCATEGORY" val="0"/>
  <p:tag name="KSO_WM_TEMPLATE_MASTER_TYPE" val="0"/>
  <p:tag name="KSO_WM_TEMPLATE_COLOR_TYPE" val="1"/>
  <p:tag name="KSO_WM_SLIDE_TYPE" val="text"/>
  <p:tag name="KSO_WM_SLIDE_SUBTYPE" val="picTxt"/>
  <p:tag name="KSO_WM_SLIDE_ITEM_CNT" val="3"/>
  <p:tag name="KSO_WM_SLIDE_INDEX" val="2"/>
  <p:tag name="KSO_WM_UNIT_SHOW_EDIT_AREA_INDICATION" val="1"/>
  <p:tag name="KSO_WM_SLIDE_SIZE" val="853.95*162.3"/>
  <p:tag name="KSO_WM_SLIDE_POSITION" val="53.25*310.2"/>
  <p:tag name="KSO_WM_TAG_VERSION" val="1.0"/>
  <p:tag name="KSO_WM_SLIDE_LAYOUT" val="a_d_l"/>
  <p:tag name="KSO_WM_SLIDE_LAYOUT_CNT" val="1_1_1"/>
  <p:tag name="KSO_WM_SLIDE_LAYOUT_INFO" val="{&#10;    &quot;backgroundInfo&quot;: [&#10;        {&#10;            &quot;bottom&quot;: 0,&#10;            &quot;bottomAbs&quot;: false,&#10;            &quot;left&quot;: 0,&#10;            &quot;leftAbs&quot;: false,&#10;            &quot;right&quot;: 0,&#10;            &quot;rightAbs&quot;: false,&#10;            &quot;top&quot;: 0,&#10;            &quot;topAbs&quot;: false,&#10;            &quot;type&quot;: &quot;general&quot;&#10;        },&#10;        {&#10;            &quot;bottom&quot;: 0,&#10;            &quot;bottomAbs&quot;: false,&#10;            &quot;left&quot;: 0,&#10;            &quot;leftAbs&quot;: false,&#10;            &quot;right&quot;: 0,&#10;            &quot;rightAbs&quot;: false,&#10;            &quot;top&quot;: 0,&#10;            &quot;topAbs&quot;: false,&#10;            &quot;type&quot;: &quot;frame&quot;&#10;        }&#10;    ],&#10;    &quot;direction&quot;: 1,&#10;    &quot;id&quot;: &quot;2020-03-30T16:33:34&quot;,&#10;    &quot;maxSize&quot;: {&#10;        &quot;size1&quot;: 57&#10;    },&#10;    &quot;minSize&quot;: {&#10;        &quot;size1&quot;: 57&#10;    },&#10;    &quot;normalSize&quot;: {&#10;        &quot;size1&quot;: 57&#10;    },&#10;    &quot;subLayout&quot;: [&#10;        {&#10;            &quot;id&quot;: &quot;2020-03-30T16:33:34&quot;,&#10;            &quot;margin&quot;: {&#10;                &quot;bottom&quot;: 1.690000057220459,&#10;                &quot;left&quot;: 2.5399999618530273,&#10;                &quot;right&quot;: 1.6770000457763672,&#10;                &quot;top&quot;: 1.690000057220459&#10;            },&#10;            &quot;type&quot;: 0&#10;        },&#10;        {&#10;            &quot;id&quot;: &quot;2020-03-30T16:33:34&quot;,&#10;            &quot;maxSize&quot;: {&#10;                &quot;size1&quot;: 57.399999999999999&#10;            },&#10;            &quot;minSize&quot;: {&#10;                &quot;size1&quot;: 44.299999999999997&#10;            },&#10;            &quot;normalSize&quot;: {&#10;                &quot;size1&quot;: 50.700000000000003&#10;            },&#10;            &quot;subLayout&quot;: [&#10;                {&#10;                    &quot;id&quot;: &quot;2020-03-30T16:33:34&quot;,&#10;                    &quot;margin&quot;: {&#10;                        &quot;bottom&quot;: 0.29100000858306885,&#10;                        &quot;left&quot;: 0.026000002399086952,&#10;                        &quot;right&quot;: 1.690000057220459,&#10;                        &quot;top&quot;: 1.690000057220459&#10;                    },&#10;                    &quot;type&quot;: 0&#10;                },&#10;                {&#10;                    &quot;id&quot;: &quot;2020-03-30T16:33:34&quot;,&#10;                    &quot;margin&quot;: {&#10;                        &quot;bottom&quot;: 1.690000057220459,&#10;                        &quot;left&quot;: 0.026000002399086952,&#10;                        &quot;right&quot;: 1.690000057220459,&#10;                        &quot;top&quot;: 0.026000002399086952&#10;                    },&#10;                    &quot;type&quot;: 0&#10;                }&#10;            ],&#10;            &quot;type&quot;: 0&#10;        }&#10;    ],&#10;    &quot;type&quot;: 0&#10;}&#10;"/>
  <p:tag name="KSO_WM_SLIDE_CAN_ADD_NAVIGATION" val="1"/>
  <p:tag name="KSO_WM_SLIDE_BACKGROUND" val="[&quot;general&quot;,&quot;frame&quot;]"/>
  <p:tag name="KSO_WM_SLIDE_RATIO" val="1.777778"/>
  <p:tag name="KSO_WM_SLIDE_BK_DARK_LIGHT" val="2"/>
  <p:tag name="KSO_WM_SLIDE_BACKGROUND_TYPE" val="general"/>
  <p:tag name="KSO_WM_DIAGRAM_GROUP_CODE" val="l1-1"/>
  <p:tag name="KSO_WM_SLIDE_DIAGTYPE" val="l"/>
</p:tagLst>
</file>

<file path=ppt/tags/tag1869.xml><?xml version="1.0" encoding="utf-8"?>
<p:tagLst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UNIT_TYPE" val="i"/>
</p:tagLst>
</file>

<file path=ppt/tags/tag18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i*2"/>
  <p:tag name="KSO_WM_UNIT_LAYERLEVEL" val="1"/>
  <p:tag name="KSO_WM_TAG_VERSION" val="1.0"/>
  <p:tag name="KSO_WM_BEAUTIFY_FLAG" val="#wm#"/>
  <p:tag name="KSO_WM_SLIDE_BACKGROUND_TYPE" val="bottomTop"/>
  <p:tag name="KSO_WM_SLIDE_BK_DARK_LIGHT" val="2"/>
  <p:tag name="KSO_WM_UNIT_TYPE" val="i"/>
  <p:tag name="KSO_WM_UNIT_INDEX" val="2"/>
  <p:tag name="KSO_WM_UNIT_FILL_TYPE" val="1"/>
  <p:tag name="KSO_WM_UNIT_TEXT_FILL_FORE_SCHEMECOLOR_INDEX_BRIGHTNESS" val="0"/>
  <p:tag name="KSO_WM_UNIT_TEXT_FILL_FORE_SCHEMECOLOR_INDEX" val="13"/>
  <p:tag name="KSO_WM_UNIT_TEXT_FILL_TYPE" val="1"/>
</p:tagLst>
</file>

<file path=ppt/tags/tag18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i*3"/>
  <p:tag name="KSO_WM_UNIT_LAYERLEVEL" val="1"/>
  <p:tag name="KSO_WM_TAG_VERSION" val="1.0"/>
  <p:tag name="KSO_WM_BEAUTIFY_FLAG" val="#wm#"/>
  <p:tag name="KSO_WM_SLIDE_BACKGROUND_TYPE" val="bottomTop"/>
  <p:tag name="KSO_WM_SLIDE_BK_DARK_LIGHT" val="2"/>
  <p:tag name="KSO_WM_UNIT_TYPE" val="i"/>
  <p:tag name="KSO_WM_UNIT_INDEX" val="3"/>
  <p:tag name="KSO_WM_UNIT_FILL_FORE_SCHEMECOLOR_INDEX_BRIGHTNESS" val="0"/>
  <p:tag name="KSO_WM_UNIT_FILL_FORE_SCHEMECOLOR_INDEX" val="14"/>
  <p:tag name="KSO_WM_UNIT_FILL_TYPE" val="1"/>
  <p:tag name="KSO_WM_UNIT_TEXT_FILL_FORE_SCHEMECOLOR_INDEX_BRIGHTNESS" val="0"/>
  <p:tag name="KSO_WM_UNIT_TEXT_FILL_FORE_SCHEMECOLOR_INDEX" val="13"/>
  <p:tag name="KSO_WM_UNIT_TEXT_FILL_TYPE" val="1"/>
</p:tagLst>
</file>

<file path=ppt/tags/tag18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i*5"/>
  <p:tag name="KSO_WM_UNIT_LAYERLEVEL" val="1"/>
  <p:tag name="KSO_WM_TAG_VERSION" val="1.0"/>
  <p:tag name="KSO_WM_BEAUTIFY_FLAG" val="#wm#"/>
  <p:tag name="KSO_WM_SLIDE_BACKGROUND_TYPE" val="bottomTop"/>
  <p:tag name="KSO_WM_SLIDE_BK_DARK_LIGHT" val="2"/>
  <p:tag name="KSO_WM_UNIT_TYPE" val="i"/>
  <p:tag name="KSO_WM_UNIT_INDEX" val="5"/>
  <p:tag name="KSO_WM_UNIT_FILL_TYPE" val="1"/>
  <p:tag name="KSO_WM_UNIT_TEXT_FILL_FORE_SCHEMECOLOR_INDEX_BRIGHTNESS" val="0"/>
  <p:tag name="KSO_WM_UNIT_TEXT_FILL_FORE_SCHEMECOLOR_INDEX" val="13"/>
  <p:tag name="KSO_WM_UNIT_TEXT_FILL_TYPE" val="1"/>
</p:tagLst>
</file>

<file path=ppt/tags/tag18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i*4"/>
  <p:tag name="KSO_WM_UNIT_LAYERLEVEL" val="1"/>
  <p:tag name="KSO_WM_TAG_VERSION" val="1.0"/>
  <p:tag name="KSO_WM_BEAUTIFY_FLAG" val="#wm#"/>
  <p:tag name="KSO_WM_SLIDE_BACKGROUND_TYPE" val="bottomTop"/>
  <p:tag name="KSO_WM_SLIDE_BK_DARK_LIGHT" val="2"/>
  <p:tag name="KSO_WM_UNIT_TYPE" val="i"/>
  <p:tag name="KSO_WM_UNIT_INDEX" val="4"/>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13"/>
  <p:tag name="KSO_WM_UNIT_TEXT_FILL_TYPE" val="1"/>
</p:tagLst>
</file>

<file path=ppt/tags/tag187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i*6"/>
  <p:tag name="KSO_WM_UNIT_LAYERLEVEL" val="1"/>
  <p:tag name="KSO_WM_TAG_VERSION" val="1.0"/>
  <p:tag name="KSO_WM_BEAUTIFY_FLAG" val="#wm#"/>
  <p:tag name="KSO_WM_SLIDE_BACKGROUND_TYPE" val="bottomTop"/>
  <p:tag name="KSO_WM_SLIDE_BK_DARK_LIGHT" val="2"/>
  <p:tag name="KSO_WM_UNIT_TYPE" val="i"/>
  <p:tag name="KSO_WM_UNIT_INDEX" val="6"/>
  <p:tag name="KSO_WM_UNIT_FILL_FORE_SCHEMECOLOR_INDEX_BRIGHTNESS" val="0"/>
  <p:tag name="KSO_WM_UNIT_FILL_FORE_SCHEMECOLOR_INDEX" val="7"/>
  <p:tag name="KSO_WM_UNIT_FILL_TYPE" val="1"/>
  <p:tag name="KSO_WM_UNIT_TEXT_FILL_FORE_SCHEMECOLOR_INDEX_BRIGHTNESS" val="0"/>
  <p:tag name="KSO_WM_UNIT_TEXT_FILL_FORE_SCHEMECOLOR_INDEX" val="13"/>
  <p:tag name="KSO_WM_UNIT_TEXT_FILL_TYPE" val="1"/>
</p:tagLst>
</file>

<file path=ppt/tags/tag187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i*7"/>
  <p:tag name="KSO_WM_UNIT_LAYERLEVEL" val="1"/>
  <p:tag name="KSO_WM_TAG_VERSION" val="1.0"/>
  <p:tag name="KSO_WM_BEAUTIFY_FLAG" val="#wm#"/>
  <p:tag name="KSO_WM_SLIDE_BACKGROUND_TYPE" val="bottomTop"/>
  <p:tag name="KSO_WM_SLIDE_BK_DARK_LIGHT" val="2"/>
  <p:tag name="KSO_WM_UNIT_TYPE" val="i"/>
  <p:tag name="KSO_WM_UNIT_INDEX" val="7"/>
  <p:tag name="KSO_WM_UNIT_FILL_FORE_SCHEMECOLOR_INDEX_BRIGHTNESS" val="0"/>
  <p:tag name="KSO_WM_UNIT_FILL_FORE_SCHEMECOLOR_INDEX" val="9"/>
  <p:tag name="KSO_WM_UNIT_FILL_TYPE" val="1"/>
  <p:tag name="KSO_WM_UNIT_TEXT_FILL_FORE_SCHEMECOLOR_INDEX_BRIGHTNESS" val="0"/>
  <p:tag name="KSO_WM_UNIT_TEXT_FILL_FORE_SCHEMECOLOR_INDEX" val="13"/>
  <p:tag name="KSO_WM_UNIT_TEXT_FILL_TYPE" val="1"/>
</p:tagLst>
</file>

<file path=ppt/tags/tag187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h"/>
  <p:tag name="KSO_WM_UNIT_TYPE" val="i"/>
  <p:tag name="KSO_WM_UNIT_INDEX" val="1"/>
  <p:tag name="KSO_WM_UNIT_ID" val="_16*i*1"/>
  <p:tag name="KSO_WM_UNIT_BK_DARK_LIGHT" val="2"/>
  <p:tag name="KSO_WM_UNIT_LAYERLEVEL" val="1"/>
  <p:tag name="KSO_WM_TAG_VERSION" val="1.0"/>
  <p:tag name="KSO_WM_BEAUTIFY_FLAG" val="#wm#"/>
  <p:tag name="KSO_WM_SLIDE_BACKGROUND_TYPE" val="bottomTop"/>
  <p:tag name="KSO_WM_SLIDE_BK_DARK_LIGHT" val="2"/>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2"/>
  <p:tag name="KSO_WM_UNIT_TEXT_FILL_TYPE" val="1"/>
</p:tagLst>
</file>

<file path=ppt/tags/tag1877.xml><?xml version="1.0" encoding="utf-8"?>
<p:tagLst xmlns:p="http://schemas.openxmlformats.org/presentationml/2006/main">
  <p:tag name="KSO_WM_UNIT_ISCONTENTSTITLE" val="0"/>
  <p:tag name="KSO_WM_UNIT_PRESET_TEXT" val="点击输入大标题"/>
  <p:tag name="KSO_WM_UNIT_NOCLEAR" val="0"/>
  <p:tag name="KSO_WM_UNIT_VALUE" val="26"/>
  <p:tag name="KSO_WM_UNIT_HIGHLIGHT" val="0"/>
  <p:tag name="KSO_WM_UNIT_COMPATIBLE" val="0"/>
  <p:tag name="KSO_WM_UNIT_DIAGRAM_ISNUMVISUAL" val="0"/>
  <p:tag name="KSO_WM_UNIT_DIAGRAM_ISREFERUNIT" val="0"/>
  <p:tag name="KSO_WM_UNIT_TYPE" val="a"/>
  <p:tag name="KSO_WM_UNIT_INDEX" val="1"/>
  <p:tag name="KSO_WM_UNIT_ID" val="diagram20200321_1*a*1"/>
  <p:tag name="KSO_WM_TEMPLATE_CATEGORY" val="diagram"/>
  <p:tag name="KSO_WM_TEMPLATE_INDEX" val="20200321"/>
  <p:tag name="KSO_WM_UNIT_LAYERLEVEL" val="1"/>
  <p:tag name="KSO_WM_TAG_VERSION" val="1.0"/>
  <p:tag name="KSO_WM_BEAUTIFY_FLAG" val="#wm#"/>
  <p:tag name="KSO_WM_UNIT_ISNUMDGMTITLE" val="0"/>
  <p:tag name="KSO_WM_UNIT_SHOW_EDIT_AREA_INDICATION" val="1"/>
  <p:tag name="KSO_WM_UNIT_PLACING_PICTURE_MD4" val="0"/>
  <p:tag name="KSO_WM_UNIT_DEFAULT_FONT" val="32;36;4"/>
  <p:tag name="KSO_WM_UNIT_BLOCK" val="0"/>
  <p:tag name="KSO_WM_UNIT_SM_LIMIT_TYPE" val="1"/>
  <p:tag name="KSO_WM_UNIT_SMARTLAYOUT_COMPRESS_INFO" val="{&#10;    &quot;id&quot;: &quot;2020-03-30T14:31:51&quot;,&#10;    &quot;max&quot;: 0,&#10;    &quot;parentMax&quot;: {&#10;        &quot;max&quot;: 1.8399999999999965&#10;    },&#10;    &quot;topChanged&quot;: 0&#10;}&#10;"/>
  <p:tag name="KSO_WM_UNIT_TEXT_FILL_FORE_SCHEMECOLOR_INDEX_BRIGHTNESS" val="0.25"/>
  <p:tag name="KSO_WM_UNIT_TEXT_FILL_FORE_SCHEMECOLOR_INDEX" val="13"/>
  <p:tag name="KSO_WM_UNIT_TEXT_FILL_TYPE" val="1"/>
</p:tagLst>
</file>

<file path=ppt/tags/tag1878.xml><?xml version="1.0" encoding="utf-8"?>
<p:tagLst xmlns:p="http://schemas.openxmlformats.org/presentationml/2006/main">
  <p:tag name="KSO_WM_UNIT_PRESET_TEXT" val="点击输入正文"/>
  <p:tag name="KSO_WM_UNIT_NOCLEAR" val="0"/>
  <p:tag name="KSO_WM_UNIT_VALUE" val="154"/>
  <p:tag name="KSO_WM_UNIT_HIGHLIGHT" val="0"/>
  <p:tag name="KSO_WM_UNIT_COMPATIBLE" val="0"/>
  <p:tag name="KSO_WM_UNIT_DIAGRAM_ISNUMVISUAL" val="0"/>
  <p:tag name="KSO_WM_UNIT_DIAGRAM_ISREFERUNIT" val="0"/>
  <p:tag name="KSO_WM_UNIT_TYPE" val="f"/>
  <p:tag name="KSO_WM_UNIT_INDEX" val="1"/>
  <p:tag name="KSO_WM_UNIT_ID" val="diagram20200321_1*f*1"/>
  <p:tag name="KSO_WM_TEMPLATE_CATEGORY" val="diagram"/>
  <p:tag name="KSO_WM_TEMPLATE_INDEX" val="20200321"/>
  <p:tag name="KSO_WM_UNIT_LAYERLEVEL" val="1"/>
  <p:tag name="KSO_WM_TAG_VERSION" val="1.0"/>
  <p:tag name="KSO_WM_BEAUTIFY_FLAG" val="#wm#"/>
  <p:tag name="KSO_WM_UNIT_SHOW_EDIT_AREA_INDICATION" val="1"/>
  <p:tag name="KSO_WM_UNIT_PLACING_PICTURE_MD4" val="0"/>
  <p:tag name="KSO_WM_UNIT_DEFAULT_FONT" val="14;18;2"/>
  <p:tag name="KSO_WM_UNIT_BLOCK" val="0"/>
  <p:tag name="KSO_WM_UNIT_TEXT_FILL_FORE_SCHEMECOLOR_INDEX_BRIGHTNESS" val="0.35"/>
  <p:tag name="KSO_WM_UNIT_TEXT_FILL_FORE_SCHEMECOLOR_INDEX" val="13"/>
  <p:tag name="KSO_WM_UNIT_TEXT_FILL_TYPE" val="1"/>
</p:tagLst>
</file>

<file path=ppt/tags/tag187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diagram20200321_1*i*2"/>
  <p:tag name="KSO_WM_TEMPLATE_CATEGORY" val="diagram"/>
  <p:tag name="KSO_WM_TEMPLATE_INDEX" val="20200321"/>
  <p:tag name="KSO_WM_UNIT_LAYERLEVEL" val="1"/>
  <p:tag name="KSO_WM_TAG_VERSION" val="1.0"/>
  <p:tag name="KSO_WM_BEAUTIFY_FLAG" val="#wm#"/>
  <p:tag name="KSO_WM_UNIT_PLACING_PICTURE_MD4" val="0"/>
  <p:tag name="KSO_WM_UNIT_SM_LIMIT_TYPE" val="1"/>
  <p:tag name="KSO_WM_UNIT_LINE_FORE_SCHEMECOLOR_INDEX_BRIGHTNESS" val="0.25"/>
  <p:tag name="KSO_WM_UNIT_LINE_FORE_SCHEMECOLOR_INDEX" val="13"/>
  <p:tag name="KSO_WM_UNIT_LINE_FILL_TYPE" val="2"/>
</p:tagLst>
</file>

<file path=ppt/tags/tag188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diagram20200321_1*i*3"/>
  <p:tag name="KSO_WM_TEMPLATE_CATEGORY" val="diagram"/>
  <p:tag name="KSO_WM_TEMPLATE_INDEX" val="20200321"/>
  <p:tag name="KSO_WM_UNIT_LAYERLEVEL" val="1"/>
  <p:tag name="KSO_WM_TAG_VERSION" val="1.0"/>
  <p:tag name="KSO_WM_BEAUTIFY_FLAG" val="#wm#"/>
  <p:tag name="KSO_WM_UNIT_PLACING_PICTURE_MD4" val="0"/>
  <p:tag name="KSO_WM_UNIT_SM_LIMIT_TYPE" val="1"/>
  <p:tag name="KSO_WM_UNIT_LINE_FORE_SCHEMECOLOR_INDEX_BRIGHTNESS" val="0.25"/>
  <p:tag name="KSO_WM_UNIT_LINE_FORE_SCHEMECOLOR_INDEX" val="13"/>
  <p:tag name="KSO_WM_UNIT_LINE_FILL_TYPE" val="2"/>
</p:tagLst>
</file>

<file path=ppt/tags/tag1881.xml><?xml version="1.0" encoding="utf-8"?>
<p:tagLst xmlns:p="http://schemas.openxmlformats.org/presentationml/2006/main">
  <p:tag name="KSO_WM_BEAUTIFY_FLAG" val="#wm#"/>
  <p:tag name="KSO_WM_TEMPLATE_CATEGORY" val="diagram"/>
  <p:tag name="KSO_WM_TEMPLATE_INDEX" val="20200321"/>
  <p:tag name="KSO_WM_SLIDE_ID" val="diagram20200321_1"/>
  <p:tag name="KSO_WM_TEMPLATE_SUBCATEGORY" val="11"/>
  <p:tag name="KSO_WM_SLIDE_ITEM_CNT" val="0"/>
  <p:tag name="KSO_WM_SLIDE_INDEX" val="1"/>
  <p:tag name="KSO_WM_TAG_VERSION" val="1.0"/>
  <p:tag name="KSO_WM_SLIDE_LAYOUT" val="a_d_f"/>
  <p:tag name="KSO_WM_SLIDE_LAYOUT_CNT" val="1_1_1"/>
  <p:tag name="KSO_WM_SLIDE_TYPE" val="text"/>
  <p:tag name="KSO_WM_SLIDE_SUBTYPE" val="picTxt"/>
  <p:tag name="KSO_WM_SLIDE_SIZE" val="866*458"/>
  <p:tag name="KSO_WM_SLIDE_POSITION" val="47*34"/>
  <p:tag name="KSO_WM_TEMPLATE_MASTER_TYPE" val="0"/>
  <p:tag name="KSO_WM_TEMPLATE_COLOR_TYPE" val="1"/>
  <p:tag name="KSO_WM_UNIT_SHOW_EDIT_AREA_INDICATION" val="1"/>
  <p:tag name="KSO_WM_SLIDE_LAYOUT_INFO" val="{&#10;    &quot;backgroundInfo&quot;: [&#10;        {&#10;            &quot;bottom&quot;: 0,&#10;            &quot;bottomAbs&quot;: false,&#10;            &quot;left&quot;: 0,&#10;            &quot;leftAbs&quot;: false,&#10;            &quot;right&quot;: 0,&#10;            &quot;rightAbs&quot;: false,&#10;            &quot;top&quot;: 0,&#10;            &quot;topAbs&quot;: false,&#10;            &quot;type&quot;: &quot;general&quot;&#10;        },&#10;        {&#10;            &quot;bottom&quot;: 0,&#10;            &quot;bottomAbs&quot;: false,&#10;            &quot;left&quot;: 0,&#10;            &quot;leftAbs&quot;: false,&#10;            &quot;right&quot;: 0,&#10;            &quot;rightAbs&quot;: false,&#10;            &quot;top&quot;: 0,&#10;            &quot;topAbs&quot;: false,&#10;            &quot;type&quot;: &quot;frame&quot;&#10;        }&#10;    ],&#10;    &quot;id&quot;: &quot;2020-03-30T14:31:51&quot;,&#10;    &quot;maxSize&quot;: {&#10;        &quot;size1&quot;: 32.799999999999997&#10;    },&#10;    &quot;minSize&quot;: {&#10;        &quot;size1&quot;: 24.600000000000001&#10;    },&#10;    &quot;normalSize&quot;: {&#10;        &quot;size1&quot;: 25.054320987654325&#10;    },&#10;    &quot;subLayout&quot;: [&#10;        {&#10;            &quot;horizontalAlign&quot;: 0,&#10;            &quot;id&quot;: &quot;2020-03-30T14:31:51&quot;,&#10;            &quot;margin&quot;: {&#10;                &quot;bottom&quot;: 1.2439998388290405,&#10;                &quot;left&quot;: 1.690000057220459,&#10;                &quot;right&quot;: 1.690000057220459,&#10;                &quot;top&quot;: 1.690000057220459&#10;            },&#10;            &quot;type&quot;: 0,&#10;            &quot;verticalAlign&quot;: 1&#10;        },&#10;        {&#10;            &quot;backgroundInfo&quot;: [&#10;                {&#10;                    &quot;bottom&quot;: 0.058357569999999998,&#10;                    &quot;bottomAbs&quot;: false,&#10;                    &quot;left&quot;: 0,&#10;                    &quot;leftAbs&quot;: false,&#10;                    &quot;right&quot;: 0,&#10;                    &quot;rightAbs&quot;: false,&#10;                    &quot;top&quot;: -0.058357569999999998,&#10;                    &quot;topAbs&quot;: false,&#10;                    &quot;type&quot;: &quot;bottomTop&quot;&#10;                }&#10;            ],&#10;            &quot;direction&quot;: 1,&#10;            &quot;id&quot;: &quot;2020-03-30T14:31:51&quot;,&#10;            &quot;maxSize&quot;: {&#10;                &quot;size1&quot;: 68.099999999999994&#10;            },&#10;            &quot;minSize&quot;: {&#10;                &quot;size1&quot;: 36.200000000000003&#10;            },&#10;            &quot;normalSize&quot;: {&#10;                &quot;size1&quot;: 64.245833333333337&#10;            },&#10;            &quot;subLayout&quot;: [&#10;                {&#10;                    &quot;horizontalAlign&quot;: 0,&#10;                    &quot;id&quot;: &quot;2020-03-30T14:31:51&quot;,&#10;                    &quot;margin&quot;: {&#10;                        &quot;bottom&quot;: 1.690000057220459,&#10;                        &quot;left&quot;: 1.7029999494552612,&#10;                        &quot;right&quot;: 1.034000039100647,&#10;                        &quot;top&quot;: 0.026000002399086952&#10;                    },&#10;                    &quot;marginOverLayout&quot;: {&#10;                        &quot;bottom&quot;: 1.690000057220459,&#10;                        &quot;left&quot;: 1.7029999494552612,&#10;                        &quot;right&quot;: 1.034000039100647,&#10;                        &quot;top&quot;: 0.026000002399086952&#10;                    },&#10;                    &quot;type&quot;: 1,&#10;                    &quot;verticalAlign&quot;: 1&#10;                },&#10;                {&#10;                    &quot;horizontalAlign&quot;: 0,&#10;                    &quot;id&quot;: &quot;2020-03-30T14:31:51&quot;,&#10;                    &quot;margin&quot;: {&#10;                        &quot;bottom&quot;: 1.690000057220459,&#10;                        &quot;left&quot;: 0.026000002399086952,&#10;                        &quot;right&quot;: 1.690000057220459,&#10;                        &quot;top&quot;: 0.026000002399086952&#10;                    },&#10;                    &quot;type&quot;: 0,&#10;                    &quot;verticalAlign&quot;: 1&#10;                }&#10;            ],&#10;            &quot;type&quot;: 0&#10;        }&#10;    ],&#10;    &quot;type&quot;: 1&#10;}&#10;"/>
  <p:tag name="KSO_WM_SLIDE_CAN_ADD_NAVIGATION" val="1"/>
  <p:tag name="KSO_WM_SLIDE_BACKGROUND" val="[&quot;general&quot;,&quot;frame&quot;,&quot;bottomTop&quot;]"/>
  <p:tag name="KSO_WM_SLIDE_RATIO" val="1.777778"/>
  <p:tag name="KSO_WM_SLIDE_BK_DARK_LIGHT" val="2"/>
  <p:tag name="KSO_WM_SLIDE_BACKGROUND_TYPE" val="bottomTop"/>
</p:tagLst>
</file>

<file path=ppt/tags/tag1882.xml><?xml version="1.0" encoding="utf-8"?>
<p:tagLst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UNIT_TYPE" val="i"/>
</p:tagLst>
</file>

<file path=ppt/tags/tag188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i*2"/>
  <p:tag name="KSO_WM_UNIT_LAYERLEVEL" val="1"/>
  <p:tag name="KSO_WM_TAG_VERSION" val="1.0"/>
  <p:tag name="KSO_WM_BEAUTIFY_FLAG" val="#wm#"/>
  <p:tag name="KSO_WM_SLIDE_BACKGROUND_TYPE" val="bottomTop"/>
  <p:tag name="KSO_WM_SLIDE_BK_DARK_LIGHT" val="2"/>
  <p:tag name="KSO_WM_UNIT_TYPE" val="i"/>
  <p:tag name="KSO_WM_UNIT_INDEX" val="2"/>
  <p:tag name="KSO_WM_UNIT_FILL_TYPE" val="1"/>
  <p:tag name="KSO_WM_UNIT_TEXT_FILL_FORE_SCHEMECOLOR_INDEX_BRIGHTNESS" val="0"/>
  <p:tag name="KSO_WM_UNIT_TEXT_FILL_FORE_SCHEMECOLOR_INDEX" val="13"/>
  <p:tag name="KSO_WM_UNIT_TEXT_FILL_TYPE" val="1"/>
</p:tagLst>
</file>

<file path=ppt/tags/tag188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i*3"/>
  <p:tag name="KSO_WM_UNIT_LAYERLEVEL" val="1"/>
  <p:tag name="KSO_WM_TAG_VERSION" val="1.0"/>
  <p:tag name="KSO_WM_BEAUTIFY_FLAG" val="#wm#"/>
  <p:tag name="KSO_WM_SLIDE_BACKGROUND_TYPE" val="bottomTop"/>
  <p:tag name="KSO_WM_SLIDE_BK_DARK_LIGHT" val="2"/>
  <p:tag name="KSO_WM_UNIT_TYPE" val="i"/>
  <p:tag name="KSO_WM_UNIT_INDEX" val="3"/>
  <p:tag name="KSO_WM_UNIT_FILL_FORE_SCHEMECOLOR_INDEX_BRIGHTNESS" val="0"/>
  <p:tag name="KSO_WM_UNIT_FILL_FORE_SCHEMECOLOR_INDEX" val="14"/>
  <p:tag name="KSO_WM_UNIT_FILL_TYPE" val="1"/>
  <p:tag name="KSO_WM_UNIT_TEXT_FILL_FORE_SCHEMECOLOR_INDEX_BRIGHTNESS" val="0"/>
  <p:tag name="KSO_WM_UNIT_TEXT_FILL_FORE_SCHEMECOLOR_INDEX" val="13"/>
  <p:tag name="KSO_WM_UNIT_TEXT_FILL_TYPE" val="1"/>
</p:tagLst>
</file>

<file path=ppt/tags/tag188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i*5"/>
  <p:tag name="KSO_WM_UNIT_LAYERLEVEL" val="1"/>
  <p:tag name="KSO_WM_TAG_VERSION" val="1.0"/>
  <p:tag name="KSO_WM_BEAUTIFY_FLAG" val="#wm#"/>
  <p:tag name="KSO_WM_SLIDE_BACKGROUND_TYPE" val="bottomTop"/>
  <p:tag name="KSO_WM_SLIDE_BK_DARK_LIGHT" val="2"/>
  <p:tag name="KSO_WM_UNIT_TYPE" val="i"/>
  <p:tag name="KSO_WM_UNIT_INDEX" val="5"/>
  <p:tag name="KSO_WM_UNIT_FILL_TYPE" val="1"/>
  <p:tag name="KSO_WM_UNIT_TEXT_FILL_FORE_SCHEMECOLOR_INDEX_BRIGHTNESS" val="0"/>
  <p:tag name="KSO_WM_UNIT_TEXT_FILL_FORE_SCHEMECOLOR_INDEX" val="13"/>
  <p:tag name="KSO_WM_UNIT_TEXT_FILL_TYPE" val="1"/>
</p:tagLst>
</file>

<file path=ppt/tags/tag188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i*4"/>
  <p:tag name="KSO_WM_UNIT_LAYERLEVEL" val="1"/>
  <p:tag name="KSO_WM_TAG_VERSION" val="1.0"/>
  <p:tag name="KSO_WM_BEAUTIFY_FLAG" val="#wm#"/>
  <p:tag name="KSO_WM_SLIDE_BACKGROUND_TYPE" val="bottomTop"/>
  <p:tag name="KSO_WM_SLIDE_BK_DARK_LIGHT" val="2"/>
  <p:tag name="KSO_WM_UNIT_TYPE" val="i"/>
  <p:tag name="KSO_WM_UNIT_INDEX" val="4"/>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13"/>
  <p:tag name="KSO_WM_UNIT_TEXT_FILL_TYPE" val="1"/>
</p:tagLst>
</file>

<file path=ppt/tags/tag188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i*6"/>
  <p:tag name="KSO_WM_UNIT_LAYERLEVEL" val="1"/>
  <p:tag name="KSO_WM_TAG_VERSION" val="1.0"/>
  <p:tag name="KSO_WM_BEAUTIFY_FLAG" val="#wm#"/>
  <p:tag name="KSO_WM_SLIDE_BACKGROUND_TYPE" val="bottomTop"/>
  <p:tag name="KSO_WM_SLIDE_BK_DARK_LIGHT" val="2"/>
  <p:tag name="KSO_WM_UNIT_TYPE" val="i"/>
  <p:tag name="KSO_WM_UNIT_INDEX" val="6"/>
  <p:tag name="KSO_WM_UNIT_FILL_FORE_SCHEMECOLOR_INDEX_BRIGHTNESS" val="0"/>
  <p:tag name="KSO_WM_UNIT_FILL_FORE_SCHEMECOLOR_INDEX" val="7"/>
  <p:tag name="KSO_WM_UNIT_FILL_TYPE" val="1"/>
  <p:tag name="KSO_WM_UNIT_TEXT_FILL_FORE_SCHEMECOLOR_INDEX_BRIGHTNESS" val="0"/>
  <p:tag name="KSO_WM_UNIT_TEXT_FILL_FORE_SCHEMECOLOR_INDEX" val="13"/>
  <p:tag name="KSO_WM_UNIT_TEXT_FILL_TYPE" val="1"/>
</p:tagLst>
</file>

<file path=ppt/tags/tag188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i*7"/>
  <p:tag name="KSO_WM_UNIT_LAYERLEVEL" val="1"/>
  <p:tag name="KSO_WM_TAG_VERSION" val="1.0"/>
  <p:tag name="KSO_WM_BEAUTIFY_FLAG" val="#wm#"/>
  <p:tag name="KSO_WM_SLIDE_BACKGROUND_TYPE" val="bottomTop"/>
  <p:tag name="KSO_WM_SLIDE_BK_DARK_LIGHT" val="2"/>
  <p:tag name="KSO_WM_UNIT_TYPE" val="i"/>
  <p:tag name="KSO_WM_UNIT_INDEX" val="7"/>
  <p:tag name="KSO_WM_UNIT_FILL_FORE_SCHEMECOLOR_INDEX_BRIGHTNESS" val="0"/>
  <p:tag name="KSO_WM_UNIT_FILL_FORE_SCHEMECOLOR_INDEX" val="9"/>
  <p:tag name="KSO_WM_UNIT_FILL_TYPE" val="1"/>
  <p:tag name="KSO_WM_UNIT_TEXT_FILL_FORE_SCHEMECOLOR_INDEX_BRIGHTNESS" val="0"/>
  <p:tag name="KSO_WM_UNIT_TEXT_FILL_FORE_SCHEMECOLOR_INDEX" val="13"/>
  <p:tag name="KSO_WM_UNIT_TEXT_FILL_TYPE" val="1"/>
</p:tagLst>
</file>

<file path=ppt/tags/tag188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h"/>
  <p:tag name="KSO_WM_UNIT_TYPE" val="i"/>
  <p:tag name="KSO_WM_UNIT_INDEX" val="1"/>
  <p:tag name="KSO_WM_UNIT_ID" val="_16*i*1"/>
  <p:tag name="KSO_WM_UNIT_BK_DARK_LIGHT" val="2"/>
  <p:tag name="KSO_WM_UNIT_LAYERLEVEL" val="1"/>
  <p:tag name="KSO_WM_TAG_VERSION" val="1.0"/>
  <p:tag name="KSO_WM_BEAUTIFY_FLAG" val="#wm#"/>
  <p:tag name="KSO_WM_SLIDE_BACKGROUND_TYPE" val="bottomTop"/>
  <p:tag name="KSO_WM_SLIDE_BK_DARK_LIGHT" val="2"/>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2"/>
  <p:tag name="KSO_WM_UNIT_TEXT_FILL_TYPE" val="1"/>
</p:tagLst>
</file>

<file path=ppt/tags/tag1890.xml><?xml version="1.0" encoding="utf-8"?>
<p:tagLst xmlns:p="http://schemas.openxmlformats.org/presentationml/2006/main">
  <p:tag name="KSO_WM_UNIT_PRESET_TEXT" val="点击输入正文"/>
  <p:tag name="KSO_WM_UNIT_NOCLEAR" val="0"/>
  <p:tag name="KSO_WM_UNIT_VALUE" val="154"/>
  <p:tag name="KSO_WM_UNIT_HIGHLIGHT" val="0"/>
  <p:tag name="KSO_WM_UNIT_COMPATIBLE" val="0"/>
  <p:tag name="KSO_WM_UNIT_DIAGRAM_ISNUMVISUAL" val="0"/>
  <p:tag name="KSO_WM_UNIT_DIAGRAM_ISREFERUNIT" val="0"/>
  <p:tag name="KSO_WM_UNIT_TYPE" val="f"/>
  <p:tag name="KSO_WM_UNIT_INDEX" val="1"/>
  <p:tag name="KSO_WM_UNIT_ID" val="diagram20200321_1*f*1"/>
  <p:tag name="KSO_WM_TEMPLATE_CATEGORY" val="diagram"/>
  <p:tag name="KSO_WM_TEMPLATE_INDEX" val="20200321"/>
  <p:tag name="KSO_WM_UNIT_LAYERLEVEL" val="1"/>
  <p:tag name="KSO_WM_TAG_VERSION" val="1.0"/>
  <p:tag name="KSO_WM_BEAUTIFY_FLAG" val="#wm#"/>
  <p:tag name="KSO_WM_UNIT_SHOW_EDIT_AREA_INDICATION" val="1"/>
  <p:tag name="KSO_WM_UNIT_PLACING_PICTURE_MD4" val="0"/>
  <p:tag name="KSO_WM_UNIT_DEFAULT_FONT" val="14;18;2"/>
  <p:tag name="KSO_WM_UNIT_BLOCK" val="0"/>
  <p:tag name="KSO_WM_UNIT_TEXT_FILL_FORE_SCHEMECOLOR_INDEX_BRIGHTNESS" val="0.35"/>
  <p:tag name="KSO_WM_UNIT_TEXT_FILL_FORE_SCHEMECOLOR_INDEX" val="13"/>
  <p:tag name="KSO_WM_UNIT_TEXT_FILL_TYPE" val="1"/>
</p:tagLst>
</file>

<file path=ppt/tags/tag189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diagram20200321_1*i*2"/>
  <p:tag name="KSO_WM_TEMPLATE_CATEGORY" val="diagram"/>
  <p:tag name="KSO_WM_TEMPLATE_INDEX" val="20200321"/>
  <p:tag name="KSO_WM_UNIT_LAYERLEVEL" val="1"/>
  <p:tag name="KSO_WM_TAG_VERSION" val="1.0"/>
  <p:tag name="KSO_WM_BEAUTIFY_FLAG" val="#wm#"/>
  <p:tag name="KSO_WM_UNIT_PLACING_PICTURE_MD4" val="0"/>
  <p:tag name="KSO_WM_UNIT_SM_LIMIT_TYPE" val="1"/>
  <p:tag name="KSO_WM_UNIT_LINE_FORE_SCHEMECOLOR_INDEX_BRIGHTNESS" val="0.25"/>
  <p:tag name="KSO_WM_UNIT_LINE_FORE_SCHEMECOLOR_INDEX" val="13"/>
  <p:tag name="KSO_WM_UNIT_LINE_FILL_TYPE" val="2"/>
</p:tagLst>
</file>

<file path=ppt/tags/tag189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diagram20200321_1*i*3"/>
  <p:tag name="KSO_WM_TEMPLATE_CATEGORY" val="diagram"/>
  <p:tag name="KSO_WM_TEMPLATE_INDEX" val="20200321"/>
  <p:tag name="KSO_WM_UNIT_LAYERLEVEL" val="1"/>
  <p:tag name="KSO_WM_TAG_VERSION" val="1.0"/>
  <p:tag name="KSO_WM_BEAUTIFY_FLAG" val="#wm#"/>
  <p:tag name="KSO_WM_UNIT_PLACING_PICTURE_MD4" val="0"/>
  <p:tag name="KSO_WM_UNIT_SM_LIMIT_TYPE" val="1"/>
  <p:tag name="KSO_WM_UNIT_LINE_FORE_SCHEMECOLOR_INDEX_BRIGHTNESS" val="0.25"/>
  <p:tag name="KSO_WM_UNIT_LINE_FORE_SCHEMECOLOR_INDEX" val="13"/>
  <p:tag name="KSO_WM_UNIT_LINE_FILL_TYPE" val="2"/>
</p:tagLst>
</file>

<file path=ppt/tags/tag1893.xml><?xml version="1.0" encoding="utf-8"?>
<p:tagLst xmlns:p="http://schemas.openxmlformats.org/presentationml/2006/main">
  <p:tag name="KSO_WM_BEAUTIFY_FLAG" val="#wm#"/>
  <p:tag name="KSO_WM_TEMPLATE_CATEGORY" val="diagram"/>
  <p:tag name="KSO_WM_TEMPLATE_INDEX" val="20200321"/>
  <p:tag name="KSO_WM_SLIDE_ID" val="diagram20200321_1"/>
  <p:tag name="KSO_WM_TEMPLATE_SUBCATEGORY" val="11"/>
  <p:tag name="KSO_WM_SLIDE_ITEM_CNT" val="0"/>
  <p:tag name="KSO_WM_SLIDE_INDEX" val="1"/>
  <p:tag name="KSO_WM_TAG_VERSION" val="1.0"/>
  <p:tag name="KSO_WM_SLIDE_LAYOUT" val="a_d_f"/>
  <p:tag name="KSO_WM_SLIDE_LAYOUT_CNT" val="1_1_1"/>
  <p:tag name="KSO_WM_SLIDE_TYPE" val="text"/>
  <p:tag name="KSO_WM_SLIDE_SUBTYPE" val="picTxt"/>
  <p:tag name="KSO_WM_SLIDE_SIZE" val="866*458"/>
  <p:tag name="KSO_WM_SLIDE_POSITION" val="47*34"/>
  <p:tag name="KSO_WM_TEMPLATE_MASTER_TYPE" val="0"/>
  <p:tag name="KSO_WM_TEMPLATE_COLOR_TYPE" val="1"/>
  <p:tag name="KSO_WM_UNIT_SHOW_EDIT_AREA_INDICATION" val="1"/>
  <p:tag name="KSO_WM_SLIDE_LAYOUT_INFO" val="{&#10;    &quot;backgroundInfo&quot;: [&#10;        {&#10;            &quot;bottom&quot;: 0,&#10;            &quot;bottomAbs&quot;: false,&#10;            &quot;left&quot;: 0,&#10;            &quot;leftAbs&quot;: false,&#10;            &quot;right&quot;: 0,&#10;            &quot;rightAbs&quot;: false,&#10;            &quot;top&quot;: 0,&#10;            &quot;topAbs&quot;: false,&#10;            &quot;type&quot;: &quot;general&quot;&#10;        },&#10;        {&#10;            &quot;bottom&quot;: 0,&#10;            &quot;bottomAbs&quot;: false,&#10;            &quot;left&quot;: 0,&#10;            &quot;leftAbs&quot;: false,&#10;            &quot;right&quot;: 0,&#10;            &quot;rightAbs&quot;: false,&#10;            &quot;top&quot;: 0,&#10;            &quot;topAbs&quot;: false,&#10;            &quot;type&quot;: &quot;frame&quot;&#10;        }&#10;    ],&#10;    &quot;id&quot;: &quot;2020-03-30T14:31:51&quot;,&#10;    &quot;maxSize&quot;: {&#10;        &quot;size1&quot;: 32.799999999999997&#10;    },&#10;    &quot;minSize&quot;: {&#10;        &quot;size1&quot;: 24.600000000000001&#10;    },&#10;    &quot;normalSize&quot;: {&#10;        &quot;size1&quot;: 25.054320987654325&#10;    },&#10;    &quot;subLayout&quot;: [&#10;        {&#10;            &quot;horizontalAlign&quot;: 0,&#10;            &quot;id&quot;: &quot;2020-03-30T14:31:51&quot;,&#10;            &quot;margin&quot;: {&#10;                &quot;bottom&quot;: 1.2439998388290405,&#10;                &quot;left&quot;: 1.690000057220459,&#10;                &quot;right&quot;: 1.690000057220459,&#10;                &quot;top&quot;: 1.690000057220459&#10;            },&#10;            &quot;type&quot;: 0,&#10;            &quot;verticalAlign&quot;: 1&#10;        },&#10;        {&#10;            &quot;backgroundInfo&quot;: [&#10;                {&#10;                    &quot;bottom&quot;: 0.058357569999999998,&#10;                    &quot;bottomAbs&quot;: false,&#10;                    &quot;left&quot;: 0,&#10;                    &quot;leftAbs&quot;: false,&#10;                    &quot;right&quot;: 0,&#10;                    &quot;rightAbs&quot;: false,&#10;                    &quot;top&quot;: -0.058357569999999998,&#10;                    &quot;topAbs&quot;: false,&#10;                    &quot;type&quot;: &quot;bottomTop&quot;&#10;                }&#10;            ],&#10;            &quot;direction&quot;: 1,&#10;            &quot;id&quot;: &quot;2020-03-30T14:31:51&quot;,&#10;            &quot;maxSize&quot;: {&#10;                &quot;size1&quot;: 68.099999999999994&#10;            },&#10;            &quot;minSize&quot;: {&#10;                &quot;size1&quot;: 36.200000000000003&#10;            },&#10;            &quot;normalSize&quot;: {&#10;                &quot;size1&quot;: 64.245833333333337&#10;            },&#10;            &quot;subLayout&quot;: [&#10;                {&#10;                    &quot;horizontalAlign&quot;: 0,&#10;                    &quot;id&quot;: &quot;2020-03-30T14:31:51&quot;,&#10;                    &quot;margin&quot;: {&#10;                        &quot;bottom&quot;: 1.690000057220459,&#10;                        &quot;left&quot;: 1.7029999494552612,&#10;                        &quot;right&quot;: 1.034000039100647,&#10;                        &quot;top&quot;: 0.026000002399086952&#10;                    },&#10;                    &quot;marginOverLayout&quot;: {&#10;                        &quot;bottom&quot;: 1.690000057220459,&#10;                        &quot;left&quot;: 1.7029999494552612,&#10;                        &quot;right&quot;: 1.034000039100647,&#10;                        &quot;top&quot;: 0.026000002399086952&#10;                    },&#10;                    &quot;type&quot;: 1,&#10;                    &quot;verticalAlign&quot;: 1&#10;                },&#10;                {&#10;                    &quot;horizontalAlign&quot;: 0,&#10;                    &quot;id&quot;: &quot;2020-03-30T14:31:51&quot;,&#10;                    &quot;margin&quot;: {&#10;                        &quot;bottom&quot;: 1.690000057220459,&#10;                        &quot;left&quot;: 0.026000002399086952,&#10;                        &quot;right&quot;: 1.690000057220459,&#10;                        &quot;top&quot;: 0.026000002399086952&#10;                    },&#10;                    &quot;type&quot;: 0,&#10;                    &quot;verticalAlign&quot;: 1&#10;                }&#10;            ],&#10;            &quot;type&quot;: 0&#10;        }&#10;    ],&#10;    &quot;type&quot;: 1&#10;}&#10;"/>
  <p:tag name="KSO_WM_SLIDE_CAN_ADD_NAVIGATION" val="1"/>
  <p:tag name="KSO_WM_SLIDE_BACKGROUND" val="[&quot;general&quot;,&quot;frame&quot;,&quot;bottomTop&quot;]"/>
  <p:tag name="KSO_WM_SLIDE_RATIO" val="1.777778"/>
  <p:tag name="KSO_WM_SLIDE_BK_DARK_LIGHT" val="2"/>
  <p:tag name="KSO_WM_SLIDE_BACKGROUND_TYPE" val="bottomTop"/>
</p:tagLst>
</file>

<file path=ppt/tags/tag1894.xml><?xml version="1.0" encoding="utf-8"?>
<p:tagLst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UNIT_TYPE" val="i"/>
</p:tagLst>
</file>

<file path=ppt/tags/tag189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i*2"/>
  <p:tag name="KSO_WM_UNIT_LAYERLEVEL" val="1"/>
  <p:tag name="KSO_WM_TAG_VERSION" val="1.0"/>
  <p:tag name="KSO_WM_BEAUTIFY_FLAG" val="#wm#"/>
  <p:tag name="KSO_WM_SLIDE_BACKGROUND_TYPE" val="bottomTop"/>
  <p:tag name="KSO_WM_SLIDE_BK_DARK_LIGHT" val="2"/>
  <p:tag name="KSO_WM_UNIT_TYPE" val="i"/>
  <p:tag name="KSO_WM_UNIT_INDEX" val="2"/>
  <p:tag name="KSO_WM_UNIT_FILL_TYPE" val="1"/>
  <p:tag name="KSO_WM_UNIT_TEXT_FILL_FORE_SCHEMECOLOR_INDEX_BRIGHTNESS" val="0"/>
  <p:tag name="KSO_WM_UNIT_TEXT_FILL_FORE_SCHEMECOLOR_INDEX" val="13"/>
  <p:tag name="KSO_WM_UNIT_TEXT_FILL_TYPE" val="1"/>
</p:tagLst>
</file>

<file path=ppt/tags/tag189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i*3"/>
  <p:tag name="KSO_WM_UNIT_LAYERLEVEL" val="1"/>
  <p:tag name="KSO_WM_TAG_VERSION" val="1.0"/>
  <p:tag name="KSO_WM_BEAUTIFY_FLAG" val="#wm#"/>
  <p:tag name="KSO_WM_SLIDE_BACKGROUND_TYPE" val="bottomTop"/>
  <p:tag name="KSO_WM_SLIDE_BK_DARK_LIGHT" val="2"/>
  <p:tag name="KSO_WM_UNIT_TYPE" val="i"/>
  <p:tag name="KSO_WM_UNIT_INDEX" val="3"/>
  <p:tag name="KSO_WM_UNIT_FILL_FORE_SCHEMECOLOR_INDEX_BRIGHTNESS" val="0"/>
  <p:tag name="KSO_WM_UNIT_FILL_FORE_SCHEMECOLOR_INDEX" val="14"/>
  <p:tag name="KSO_WM_UNIT_FILL_TYPE" val="1"/>
  <p:tag name="KSO_WM_UNIT_TEXT_FILL_FORE_SCHEMECOLOR_INDEX_BRIGHTNESS" val="0"/>
  <p:tag name="KSO_WM_UNIT_TEXT_FILL_FORE_SCHEMECOLOR_INDEX" val="13"/>
  <p:tag name="KSO_WM_UNIT_TEXT_FILL_TYPE" val="1"/>
</p:tagLst>
</file>

<file path=ppt/tags/tag189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i*5"/>
  <p:tag name="KSO_WM_UNIT_LAYERLEVEL" val="1"/>
  <p:tag name="KSO_WM_TAG_VERSION" val="1.0"/>
  <p:tag name="KSO_WM_BEAUTIFY_FLAG" val="#wm#"/>
  <p:tag name="KSO_WM_SLIDE_BACKGROUND_TYPE" val="bottomTop"/>
  <p:tag name="KSO_WM_SLIDE_BK_DARK_LIGHT" val="2"/>
  <p:tag name="KSO_WM_UNIT_TYPE" val="i"/>
  <p:tag name="KSO_WM_UNIT_INDEX" val="5"/>
  <p:tag name="KSO_WM_UNIT_FILL_TYPE" val="1"/>
  <p:tag name="KSO_WM_UNIT_TEXT_FILL_FORE_SCHEMECOLOR_INDEX_BRIGHTNESS" val="0"/>
  <p:tag name="KSO_WM_UNIT_TEXT_FILL_FORE_SCHEMECOLOR_INDEX" val="13"/>
  <p:tag name="KSO_WM_UNIT_TEXT_FILL_TYPE" val="1"/>
</p:tagLst>
</file>

<file path=ppt/tags/tag189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i*4"/>
  <p:tag name="KSO_WM_UNIT_LAYERLEVEL" val="1"/>
  <p:tag name="KSO_WM_TAG_VERSION" val="1.0"/>
  <p:tag name="KSO_WM_BEAUTIFY_FLAG" val="#wm#"/>
  <p:tag name="KSO_WM_SLIDE_BACKGROUND_TYPE" val="bottomTop"/>
  <p:tag name="KSO_WM_SLIDE_BK_DARK_LIGHT" val="2"/>
  <p:tag name="KSO_WM_UNIT_TYPE" val="i"/>
  <p:tag name="KSO_WM_UNIT_INDEX" val="4"/>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13"/>
  <p:tag name="KSO_WM_UNIT_TEXT_FILL_TYPE" val="1"/>
</p:tagLst>
</file>

<file path=ppt/tags/tag189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i*6"/>
  <p:tag name="KSO_WM_UNIT_LAYERLEVEL" val="1"/>
  <p:tag name="KSO_WM_TAG_VERSION" val="1.0"/>
  <p:tag name="KSO_WM_BEAUTIFY_FLAG" val="#wm#"/>
  <p:tag name="KSO_WM_SLIDE_BACKGROUND_TYPE" val="bottomTop"/>
  <p:tag name="KSO_WM_SLIDE_BK_DARK_LIGHT" val="2"/>
  <p:tag name="KSO_WM_UNIT_TYPE" val="i"/>
  <p:tag name="KSO_WM_UNIT_INDEX" val="6"/>
  <p:tag name="KSO_WM_UNIT_FILL_FORE_SCHEMECOLOR_INDEX_BRIGHTNESS" val="0"/>
  <p:tag name="KSO_WM_UNIT_FILL_FORE_SCHEMECOLOR_INDEX" val="7"/>
  <p:tag name="KSO_WM_UNIT_FILL_TYPE" val="1"/>
  <p:tag name="KSO_WM_UNIT_TEXT_FILL_FORE_SCHEMECOLOR_INDEX_BRIGHTNESS" val="0"/>
  <p:tag name="KSO_WM_UNIT_TEXT_FILL_FORE_SCHEMECOLOR_INDEX" val="13"/>
  <p:tag name="KSO_WM_UNIT_TEXT_FILL_TYPE" val="1"/>
</p:tagLst>
</file>

<file path=ppt/tags/tag190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i*7"/>
  <p:tag name="KSO_WM_UNIT_LAYERLEVEL" val="1"/>
  <p:tag name="KSO_WM_TAG_VERSION" val="1.0"/>
  <p:tag name="KSO_WM_BEAUTIFY_FLAG" val="#wm#"/>
  <p:tag name="KSO_WM_SLIDE_BACKGROUND_TYPE" val="bottomTop"/>
  <p:tag name="KSO_WM_SLIDE_BK_DARK_LIGHT" val="2"/>
  <p:tag name="KSO_WM_UNIT_TYPE" val="i"/>
  <p:tag name="KSO_WM_UNIT_INDEX" val="7"/>
  <p:tag name="KSO_WM_UNIT_FILL_FORE_SCHEMECOLOR_INDEX_BRIGHTNESS" val="0"/>
  <p:tag name="KSO_WM_UNIT_FILL_FORE_SCHEMECOLOR_INDEX" val="9"/>
  <p:tag name="KSO_WM_UNIT_FILL_TYPE" val="1"/>
  <p:tag name="KSO_WM_UNIT_TEXT_FILL_FORE_SCHEMECOLOR_INDEX_BRIGHTNESS" val="0"/>
  <p:tag name="KSO_WM_UNIT_TEXT_FILL_FORE_SCHEMECOLOR_INDEX" val="13"/>
  <p:tag name="KSO_WM_UNIT_TEXT_FILL_TYPE" val="1"/>
</p:tagLst>
</file>

<file path=ppt/tags/tag190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h"/>
  <p:tag name="KSO_WM_UNIT_TYPE" val="i"/>
  <p:tag name="KSO_WM_UNIT_INDEX" val="1"/>
  <p:tag name="KSO_WM_UNIT_ID" val="_16*i*1"/>
  <p:tag name="KSO_WM_UNIT_BK_DARK_LIGHT" val="2"/>
  <p:tag name="KSO_WM_UNIT_LAYERLEVEL" val="1"/>
  <p:tag name="KSO_WM_TAG_VERSION" val="1.0"/>
  <p:tag name="KSO_WM_BEAUTIFY_FLAG" val="#wm#"/>
  <p:tag name="KSO_WM_SLIDE_BACKGROUND_TYPE" val="bottomTop"/>
  <p:tag name="KSO_WM_SLIDE_BK_DARK_LIGHT" val="2"/>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2"/>
  <p:tag name="KSO_WM_UNIT_TEXT_FILL_TYPE" val="1"/>
</p:tagLst>
</file>

<file path=ppt/tags/tag1902.xml><?xml version="1.0" encoding="utf-8"?>
<p:tagLst xmlns:p="http://schemas.openxmlformats.org/presentationml/2006/main">
  <p:tag name="KSO_WM_UNIT_PRESET_TEXT" val="点击输入正文"/>
  <p:tag name="KSO_WM_UNIT_NOCLEAR" val="0"/>
  <p:tag name="KSO_WM_UNIT_VALUE" val="154"/>
  <p:tag name="KSO_WM_UNIT_HIGHLIGHT" val="0"/>
  <p:tag name="KSO_WM_UNIT_COMPATIBLE" val="0"/>
  <p:tag name="KSO_WM_UNIT_DIAGRAM_ISNUMVISUAL" val="0"/>
  <p:tag name="KSO_WM_UNIT_DIAGRAM_ISREFERUNIT" val="0"/>
  <p:tag name="KSO_WM_UNIT_TYPE" val="f"/>
  <p:tag name="KSO_WM_UNIT_INDEX" val="1"/>
  <p:tag name="KSO_WM_UNIT_ID" val="diagram20200321_1*f*1"/>
  <p:tag name="KSO_WM_TEMPLATE_CATEGORY" val="diagram"/>
  <p:tag name="KSO_WM_TEMPLATE_INDEX" val="20200321"/>
  <p:tag name="KSO_WM_UNIT_LAYERLEVEL" val="1"/>
  <p:tag name="KSO_WM_TAG_VERSION" val="1.0"/>
  <p:tag name="KSO_WM_BEAUTIFY_FLAG" val="#wm#"/>
  <p:tag name="KSO_WM_UNIT_SHOW_EDIT_AREA_INDICATION" val="1"/>
  <p:tag name="KSO_WM_UNIT_PLACING_PICTURE_MD4" val="0"/>
  <p:tag name="KSO_WM_UNIT_DEFAULT_FONT" val="14;18;2"/>
  <p:tag name="KSO_WM_UNIT_BLOCK" val="0"/>
  <p:tag name="KSO_WM_UNIT_TEXT_FILL_FORE_SCHEMECOLOR_INDEX_BRIGHTNESS" val="0.35"/>
  <p:tag name="KSO_WM_UNIT_TEXT_FILL_FORE_SCHEMECOLOR_INDEX" val="13"/>
  <p:tag name="KSO_WM_UNIT_TEXT_FILL_TYPE" val="1"/>
</p:tagLst>
</file>

<file path=ppt/tags/tag190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diagram20200321_1*i*2"/>
  <p:tag name="KSO_WM_TEMPLATE_CATEGORY" val="diagram"/>
  <p:tag name="KSO_WM_TEMPLATE_INDEX" val="20200321"/>
  <p:tag name="KSO_WM_UNIT_LAYERLEVEL" val="1"/>
  <p:tag name="KSO_WM_TAG_VERSION" val="1.0"/>
  <p:tag name="KSO_WM_BEAUTIFY_FLAG" val="#wm#"/>
  <p:tag name="KSO_WM_UNIT_PLACING_PICTURE_MD4" val="0"/>
  <p:tag name="KSO_WM_UNIT_SM_LIMIT_TYPE" val="1"/>
  <p:tag name="KSO_WM_UNIT_LINE_FORE_SCHEMECOLOR_INDEX_BRIGHTNESS" val="0.25"/>
  <p:tag name="KSO_WM_UNIT_LINE_FORE_SCHEMECOLOR_INDEX" val="13"/>
  <p:tag name="KSO_WM_UNIT_LINE_FILL_TYPE" val="2"/>
</p:tagLst>
</file>

<file path=ppt/tags/tag190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diagram20200321_1*i*3"/>
  <p:tag name="KSO_WM_TEMPLATE_CATEGORY" val="diagram"/>
  <p:tag name="KSO_WM_TEMPLATE_INDEX" val="20200321"/>
  <p:tag name="KSO_WM_UNIT_LAYERLEVEL" val="1"/>
  <p:tag name="KSO_WM_TAG_VERSION" val="1.0"/>
  <p:tag name="KSO_WM_BEAUTIFY_FLAG" val="#wm#"/>
  <p:tag name="KSO_WM_UNIT_PLACING_PICTURE_MD4" val="0"/>
  <p:tag name="KSO_WM_UNIT_SM_LIMIT_TYPE" val="1"/>
  <p:tag name="KSO_WM_UNIT_LINE_FORE_SCHEMECOLOR_INDEX_BRIGHTNESS" val="0.25"/>
  <p:tag name="KSO_WM_UNIT_LINE_FORE_SCHEMECOLOR_INDEX" val="13"/>
  <p:tag name="KSO_WM_UNIT_LINE_FILL_TYPE" val="2"/>
</p:tagLst>
</file>

<file path=ppt/tags/tag1905.xml><?xml version="1.0" encoding="utf-8"?>
<p:tagLst xmlns:p="http://schemas.openxmlformats.org/presentationml/2006/main">
  <p:tag name="KSO_WM_BEAUTIFY_FLAG" val="#wm#"/>
  <p:tag name="KSO_WM_TEMPLATE_CATEGORY" val="diagram"/>
  <p:tag name="KSO_WM_TEMPLATE_INDEX" val="20200321"/>
  <p:tag name="KSO_WM_SLIDE_ID" val="diagram20200321_1"/>
  <p:tag name="KSO_WM_TEMPLATE_SUBCATEGORY" val="11"/>
  <p:tag name="KSO_WM_SLIDE_ITEM_CNT" val="0"/>
  <p:tag name="KSO_WM_SLIDE_INDEX" val="1"/>
  <p:tag name="KSO_WM_TAG_VERSION" val="1.0"/>
  <p:tag name="KSO_WM_SLIDE_LAYOUT" val="a_d_f"/>
  <p:tag name="KSO_WM_SLIDE_LAYOUT_CNT" val="1_1_1"/>
  <p:tag name="KSO_WM_SLIDE_TYPE" val="text"/>
  <p:tag name="KSO_WM_SLIDE_SUBTYPE" val="picTxt"/>
  <p:tag name="KSO_WM_SLIDE_SIZE" val="866*458"/>
  <p:tag name="KSO_WM_SLIDE_POSITION" val="47*34"/>
  <p:tag name="KSO_WM_TEMPLATE_MASTER_TYPE" val="0"/>
  <p:tag name="KSO_WM_TEMPLATE_COLOR_TYPE" val="1"/>
  <p:tag name="KSO_WM_UNIT_SHOW_EDIT_AREA_INDICATION" val="1"/>
  <p:tag name="KSO_WM_SLIDE_LAYOUT_INFO" val="{&#10;    &quot;backgroundInfo&quot;: [&#10;        {&#10;            &quot;bottom&quot;: 0,&#10;            &quot;bottomAbs&quot;: false,&#10;            &quot;left&quot;: 0,&#10;            &quot;leftAbs&quot;: false,&#10;            &quot;right&quot;: 0,&#10;            &quot;rightAbs&quot;: false,&#10;            &quot;top&quot;: 0,&#10;            &quot;topAbs&quot;: false,&#10;            &quot;type&quot;: &quot;general&quot;&#10;        },&#10;        {&#10;            &quot;bottom&quot;: 0,&#10;            &quot;bottomAbs&quot;: false,&#10;            &quot;left&quot;: 0,&#10;            &quot;leftAbs&quot;: false,&#10;            &quot;right&quot;: 0,&#10;            &quot;rightAbs&quot;: false,&#10;            &quot;top&quot;: 0,&#10;            &quot;topAbs&quot;: false,&#10;            &quot;type&quot;: &quot;frame&quot;&#10;        }&#10;    ],&#10;    &quot;id&quot;: &quot;2020-03-30T14:31:51&quot;,&#10;    &quot;maxSize&quot;: {&#10;        &quot;size1&quot;: 32.799999999999997&#10;    },&#10;    &quot;minSize&quot;: {&#10;        &quot;size1&quot;: 24.600000000000001&#10;    },&#10;    &quot;normalSize&quot;: {&#10;        &quot;size1&quot;: 25.054320987654325&#10;    },&#10;    &quot;subLayout&quot;: [&#10;        {&#10;            &quot;horizontalAlign&quot;: 0,&#10;            &quot;id&quot;: &quot;2020-03-30T14:31:51&quot;,&#10;            &quot;margin&quot;: {&#10;                &quot;bottom&quot;: 1.2439998388290405,&#10;                &quot;left&quot;: 1.690000057220459,&#10;                &quot;right&quot;: 1.690000057220459,&#10;                &quot;top&quot;: 1.690000057220459&#10;            },&#10;            &quot;type&quot;: 0,&#10;            &quot;verticalAlign&quot;: 1&#10;        },&#10;        {&#10;            &quot;backgroundInfo&quot;: [&#10;                {&#10;                    &quot;bottom&quot;: 0.058357569999999998,&#10;                    &quot;bottomAbs&quot;: false,&#10;                    &quot;left&quot;: 0,&#10;                    &quot;leftAbs&quot;: false,&#10;                    &quot;right&quot;: 0,&#10;                    &quot;rightAbs&quot;: false,&#10;                    &quot;top&quot;: -0.058357569999999998,&#10;                    &quot;topAbs&quot;: false,&#10;                    &quot;type&quot;: &quot;bottomTop&quot;&#10;                }&#10;            ],&#10;            &quot;direction&quot;: 1,&#10;            &quot;id&quot;: &quot;2020-03-30T14:31:51&quot;,&#10;            &quot;maxSize&quot;: {&#10;                &quot;size1&quot;: 68.099999999999994&#10;            },&#10;            &quot;minSize&quot;: {&#10;                &quot;size1&quot;: 36.200000000000003&#10;            },&#10;            &quot;normalSize&quot;: {&#10;                &quot;size1&quot;: 64.245833333333337&#10;            },&#10;            &quot;subLayout&quot;: [&#10;                {&#10;                    &quot;horizontalAlign&quot;: 0,&#10;                    &quot;id&quot;: &quot;2020-03-30T14:31:51&quot;,&#10;                    &quot;margin&quot;: {&#10;                        &quot;bottom&quot;: 1.690000057220459,&#10;                        &quot;left&quot;: 1.7029999494552612,&#10;                        &quot;right&quot;: 1.034000039100647,&#10;                        &quot;top&quot;: 0.026000002399086952&#10;                    },&#10;                    &quot;marginOverLayout&quot;: {&#10;                        &quot;bottom&quot;: 1.690000057220459,&#10;                        &quot;left&quot;: 1.7029999494552612,&#10;                        &quot;right&quot;: 1.034000039100647,&#10;                        &quot;top&quot;: 0.026000002399086952&#10;                    },&#10;                    &quot;type&quot;: 1,&#10;                    &quot;verticalAlign&quot;: 1&#10;                },&#10;                {&#10;                    &quot;horizontalAlign&quot;: 0,&#10;                    &quot;id&quot;: &quot;2020-03-30T14:31:51&quot;,&#10;                    &quot;margin&quot;: {&#10;                        &quot;bottom&quot;: 1.690000057220459,&#10;                        &quot;left&quot;: 0.026000002399086952,&#10;                        &quot;right&quot;: 1.690000057220459,&#10;                        &quot;top&quot;: 0.026000002399086952&#10;                    },&#10;                    &quot;type&quot;: 0,&#10;                    &quot;verticalAlign&quot;: 1&#10;                }&#10;            ],&#10;            &quot;type&quot;: 0&#10;        }&#10;    ],&#10;    &quot;type&quot;: 1&#10;}&#10;"/>
  <p:tag name="KSO_WM_SLIDE_CAN_ADD_NAVIGATION" val="1"/>
  <p:tag name="KSO_WM_SLIDE_BACKGROUND" val="[&quot;general&quot;,&quot;frame&quot;,&quot;bottomTop&quot;]"/>
  <p:tag name="KSO_WM_SLIDE_RATIO" val="1.777778"/>
  <p:tag name="KSO_WM_SLIDE_BK_DARK_LIGHT" val="2"/>
  <p:tag name="KSO_WM_SLIDE_BACKGROUND_TYPE" val="bottomTop"/>
</p:tagLst>
</file>

<file path=ppt/tags/tag190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3*i*2"/>
  <p:tag name="KSO_WM_UNIT_LAYERLEVEL" val="1"/>
  <p:tag name="KSO_WM_TAG_VERSION" val="1.0"/>
  <p:tag name="KSO_WM_BEAUTIFY_FLAG" val="#wm#"/>
  <p:tag name="KSO_WM_UNIT_TYPE" val="i"/>
  <p:tag name="KSO_WM_UNIT_INDEX" val="2"/>
  <p:tag name="KSO_WM_SLIDE_BACKGROUND_TYPE" val="frame"/>
  <p:tag name="KSO_WM_SLIDE_BK_DARK_LIGHT" val="2"/>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190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h"/>
  <p:tag name="KSO_WM_UNIT_TYPE" val="i"/>
  <p:tag name="KSO_WM_UNIT_INDEX" val="1"/>
  <p:tag name="KSO_WM_UNIT_ID" val="_13*i*1"/>
  <p:tag name="KSO_WM_UNIT_BK_DARK_LIGHT" val="2"/>
  <p:tag name="KSO_WM_UNIT_LAYERLEVEL" val="1"/>
  <p:tag name="KSO_WM_TAG_VERSION" val="1.0"/>
  <p:tag name="KSO_WM_BEAUTIFY_FLAG" val="#wm#"/>
  <p:tag name="KSO_WM_SLIDE_BACKGROUND_TYPE" val="frame"/>
  <p:tag name="KSO_WM_SLIDE_BK_DARK_LIGHT" val="2"/>
  <p:tag name="KSO_WM_UNIT_FILL_FORE_SCHEMECOLOR_INDEX_BRIGHTNESS" val="0"/>
  <p:tag name="KSO_WM_UNIT_FILL_FORE_SCHEMECOLOR_INDEX" val="16"/>
  <p:tag name="KSO_WM_UNIT_FILL_TYPE" val="1"/>
  <p:tag name="KSO_WM_UNIT_TEXT_FILL_FORE_SCHEMECOLOR_INDEX_BRIGHTNESS" val="0"/>
  <p:tag name="KSO_WM_UNIT_TEXT_FILL_FORE_SCHEMECOLOR_INDEX" val="2"/>
  <p:tag name="KSO_WM_UNIT_TEXT_FILL_TYPE" val="1"/>
</p:tagLst>
</file>

<file path=ppt/tags/tag1908.xml><?xml version="1.0" encoding="utf-8"?>
<p:tagLst xmlns:p="http://schemas.openxmlformats.org/presentationml/2006/main">
  <p:tag name="KSO_WM_UNIT_ISCONTENTSTITLE" val="0"/>
  <p:tag name="KSO_WM_UNIT_PRESET_TEXT" val="点击输入大标题"/>
  <p:tag name="KSO_WM_UNIT_NOCLEAR" val="0"/>
  <p:tag name="KSO_WM_UNIT_VALUE" val="26"/>
  <p:tag name="KSO_WM_UNIT_HIGHLIGHT" val="0"/>
  <p:tag name="KSO_WM_UNIT_COMPATIBLE" val="0"/>
  <p:tag name="KSO_WM_UNIT_DIAGRAM_ISNUMVISUAL" val="0"/>
  <p:tag name="KSO_WM_UNIT_DIAGRAM_ISREFERUNIT" val="0"/>
  <p:tag name="KSO_WM_UNIT_TYPE" val="a"/>
  <p:tag name="KSO_WM_UNIT_INDEX" val="1"/>
  <p:tag name="KSO_WM_UNIT_ID" val="diagram20201894_1*a*1"/>
  <p:tag name="KSO_WM_TEMPLATE_CATEGORY" val="diagram"/>
  <p:tag name="KSO_WM_TEMPLATE_INDEX" val="20201894"/>
  <p:tag name="KSO_WM_UNIT_LAYERLEVEL" val="1"/>
  <p:tag name="KSO_WM_TAG_VERSION" val="1.0"/>
  <p:tag name="KSO_WM_BEAUTIFY_FLAG" val="#wm#"/>
  <p:tag name="KSO_WM_UNIT_DEFAULT_FONT" val="28;36;4"/>
  <p:tag name="KSO_WM_UNIT_BLOCK" val="1"/>
  <p:tag name="KSO_WM_UNIT_SM_LIMIT_TYPE" val="1"/>
  <p:tag name="KSO_WM_UNIT_ISNUMDGMTITLE" val="0"/>
  <p:tag name="KSO_WM_UNIT_PLACING_PICTURE_MD4" val="0"/>
  <p:tag name="KSO_WM_UNIT_TEXT_FILL_FORE_SCHEMECOLOR_INDEX_BRIGHTNESS" val="0.15"/>
  <p:tag name="KSO_WM_UNIT_TEXT_FILL_FORE_SCHEMECOLOR_INDEX" val="13"/>
  <p:tag name="KSO_WM_UNIT_TEXT_FILL_TYPE" val="1"/>
</p:tagLst>
</file>

<file path=ppt/tags/tag1909.xml><?xml version="1.0" encoding="utf-8"?>
<p:tagLst xmlns:p="http://schemas.openxmlformats.org/presentationml/2006/main">
  <p:tag name="KSO_WM_UNIT_PRESET_TEXT" val="点击输入正文"/>
  <p:tag name="KSO_WM_UNIT_NOCLEAR" val="0"/>
  <p:tag name="KSO_WM_UNIT_VALUE" val="106"/>
  <p:tag name="KSO_WM_UNIT_HIGHLIGHT" val="0"/>
  <p:tag name="KSO_WM_UNIT_COMPATIBLE" val="0"/>
  <p:tag name="KSO_WM_UNIT_DIAGRAM_ISNUMVISUAL" val="0"/>
  <p:tag name="KSO_WM_UNIT_DIAGRAM_ISREFERUNIT" val="0"/>
  <p:tag name="KSO_WM_UNIT_TYPE" val="f"/>
  <p:tag name="KSO_WM_UNIT_INDEX" val="1"/>
  <p:tag name="KSO_WM_UNIT_ID" val="diagram20201894_1*f*1"/>
  <p:tag name="KSO_WM_TEMPLATE_CATEGORY" val="diagram"/>
  <p:tag name="KSO_WM_TEMPLATE_INDEX" val="20201894"/>
  <p:tag name="KSO_WM_UNIT_LAYERLEVEL" val="1"/>
  <p:tag name="KSO_WM_TAG_VERSION" val="1.0"/>
  <p:tag name="KSO_WM_BEAUTIFY_FLAG" val="#wm#"/>
  <p:tag name="KSO_WM_UNIT_DEFAULT_FONT" val="14;18;2"/>
  <p:tag name="KSO_WM_UNIT_BLOCK" val="0"/>
  <p:tag name="KSO_WM_UNIT_PLACING_PICTURE_MD4" val="0"/>
  <p:tag name="KSO_WM_UNIT_TEXT_FILL_FORE_SCHEMECOLOR_INDEX_BRIGHTNESS" val="0.25"/>
  <p:tag name="KSO_WM_UNIT_TEXT_FILL_FORE_SCHEMECOLOR_INDEX" val="13"/>
  <p:tag name="KSO_WM_UNIT_TEXT_FILL_TYPE" val="1"/>
</p:tagLst>
</file>

<file path=ppt/tags/tag1910.xml><?xml version="1.0" encoding="utf-8"?>
<p:tagLst xmlns:p="http://schemas.openxmlformats.org/presentationml/2006/main">
  <p:tag name="KSO_WM_TAG_VERSION" val="1.0"/>
  <p:tag name="KSO_WM_BEAUTIFY_FLAG" val="#wm#"/>
  <p:tag name="KSO_WM_UNIT_TYPE" val="i"/>
  <p:tag name="KSO_WM_UNIT_ID" val="diagram715_2*i*1"/>
  <p:tag name="KSO_WM_TEMPLATE_CATEGORY" val="diagram"/>
  <p:tag name="KSO_WM_TEMPLATE_INDEX" val="715"/>
  <p:tag name="KSO_WM_UNIT_INDEX" val="1"/>
  <p:tag name="KSO_WM_UNIT_HIGHLIGHT" val="0"/>
  <p:tag name="KSO_WM_UNIT_COMPATIBLE" val="0"/>
  <p:tag name="KSO_WM_UNIT_DIAGRAM_ISNUMVISUAL" val="0"/>
  <p:tag name="KSO_WM_UNIT_DIAGRAM_ISREFERUNIT" val="0"/>
  <p:tag name="KSO_WM_DIAGRAM_GROUP_CODE" val="l1-1"/>
  <p:tag name="KSO_WM_UNIT_LAYERLEVEL" val="1"/>
  <p:tag name="KSO_WM_UNIT_USESOURCEFORMAT_APPLY" val="1"/>
</p:tagLst>
</file>

<file path=ppt/tags/tag1911.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1"/>
  <p:tag name="KSO_WM_UNIT_ID" val="diagram715_2*l_h_i*1_1_1"/>
  <p:tag name="KSO_WM_TEMPLATE_CATEGORY" val="diagram"/>
  <p:tag name="KSO_WM_TEMPLATE_INDEX" val="715"/>
  <p:tag name="KSO_WM_UNIT_LAYERLEVEL" val="1_1_1"/>
  <p:tag name="KSO_WM_TAG_VERSION" val="1.0"/>
  <p:tag name="KSO_WM_BEAUTIFY_FLAG" val="#wm#"/>
  <p:tag name="KSO_WM_UNIT_FILL_FORE_SCHEMECOLOR_INDEX" val="14"/>
  <p:tag name="KSO_WM_UNIT_FILL_TYPE" val="1"/>
  <p:tag name="KSO_WM_UNIT_TEXT_FILL_FORE_SCHEMECOLOR_INDEX" val="14"/>
  <p:tag name="KSO_WM_UNIT_TEXT_FILL_TYPE" val="1"/>
  <p:tag name="KSO_WM_UNIT_USESOURCEFORMAT_APPLY" val="1"/>
</p:tagLst>
</file>

<file path=ppt/tags/tag1912.xml><?xml version="1.0" encoding="utf-8"?>
<p:tagLst xmlns:p="http://schemas.openxmlformats.org/presentationml/2006/main">
  <p:tag name="KSO_WM_UNIT_NOCLEAR" val="0"/>
  <p:tag name="KSO_WM_UNIT_VALUE" val="84"/>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715_2*l_h_f*1_1_1"/>
  <p:tag name="KSO_WM_TEMPLATE_CATEGORY" val="diagram"/>
  <p:tag name="KSO_WM_TEMPLATE_INDEX" val="715"/>
  <p:tag name="KSO_WM_UNIT_LAYERLEVEL" val="1_1_1"/>
  <p:tag name="KSO_WM_TAG_VERSION" val="1.0"/>
  <p:tag name="KSO_WM_BEAUTIFY_FLAG" val="#wm#"/>
  <p:tag name="KSO_WM_UNIT_PRESET_TEXT" val="单击此处添加&#10;文本具体内容"/>
  <p:tag name="KSO_WM_UNIT_FILL_FORE_SCHEMECOLOR_INDEX" val="5"/>
  <p:tag name="KSO_WM_UNIT_FILL_TYPE" val="1"/>
  <p:tag name="KSO_WM_UNIT_TEXT_FILL_FORE_SCHEMECOLOR_INDEX" val="2"/>
  <p:tag name="KSO_WM_UNIT_TEXT_FILL_TYPE" val="1"/>
  <p:tag name="KSO_WM_UNIT_USESOURCEFORMAT_APPLY" val="1"/>
</p:tagLst>
</file>

<file path=ppt/tags/tag1913.xml><?xml version="1.0" encoding="utf-8"?>
<p:tagLst xmlns:p="http://schemas.openxmlformats.org/presentationml/2006/main">
  <p:tag name="KSO_WM_TAG_VERSION" val="1.0"/>
  <p:tag name="KSO_WM_BEAUTIFY_FLAG" val="#wm#"/>
  <p:tag name="KSO_WM_TEMPLATE_CATEGORY" val="diagram"/>
  <p:tag name="KSO_WM_TEMPLATE_INDEX" val="715"/>
  <p:tag name="KSO_WM_UNIT_TYPE" val="l_h_i"/>
  <p:tag name="KSO_WM_UNIT_INDEX" val="1_1_2"/>
  <p:tag name="KSO_WM_UNIT_ID" val="diagram715_2*l_h_i*1_1_2"/>
  <p:tag name="KSO_WM_UNIT_LAYERLEVEL" val="1_1_1"/>
  <p:tag name="KSO_WM_DIAGRAM_GROUP_CODE" val="l1-1"/>
  <p:tag name="KSO_WM_UNIT_HIGHLIGHT" val="0"/>
  <p:tag name="KSO_WM_UNIT_COMPATIBLE" val="0"/>
  <p:tag name="KSO_WM_UNIT_DIAGRAM_ISNUMVISUAL" val="0"/>
  <p:tag name="KSO_WM_UNIT_DIAGRAM_ISREFERUNIT" val="0"/>
  <p:tag name="KSO_WM_UNIT_FILL_FORE_SCHEMECOLOR_INDEX" val="6"/>
  <p:tag name="KSO_WM_UNIT_FILL_TYPE" val="1"/>
  <p:tag name="KSO_WM_UNIT_TEXT_FILL_FORE_SCHEMECOLOR_INDEX" val="14"/>
  <p:tag name="KSO_WM_UNIT_TEXT_FILL_TYPE" val="1"/>
  <p:tag name="KSO_WM_UNIT_USESOURCEFORMAT_APPLY" val="1"/>
</p:tagLst>
</file>

<file path=ppt/tags/tag1914.xml><?xml version="1.0" encoding="utf-8"?>
<p:tagLst xmlns:p="http://schemas.openxmlformats.org/presentationml/2006/main">
  <p:tag name="KSO_WM_TAG_VERSION" val="1.0"/>
  <p:tag name="KSO_WM_BEAUTIFY_FLAG" val="#wm#"/>
  <p:tag name="KSO_WM_TEMPLATE_CATEGORY" val="diagram"/>
  <p:tag name="KSO_WM_TEMPLATE_INDEX" val="715"/>
  <p:tag name="KSO_WM_UNIT_TYPE" val="l_h_i"/>
  <p:tag name="KSO_WM_UNIT_INDEX" val="1_1_3"/>
  <p:tag name="KSO_WM_UNIT_ID" val="diagram715_2*l_h_i*1_1_3"/>
  <p:tag name="KSO_WM_UNIT_LAYERLEVEL" val="1_1_1"/>
  <p:tag name="KSO_WM_DIAGRAM_GROUP_CODE" val="l1-1"/>
  <p:tag name="KSO_WM_UNIT_HIGHLIGHT" val="0"/>
  <p:tag name="KSO_WM_UNIT_COMPATIBLE" val="0"/>
  <p:tag name="KSO_WM_UNIT_DIAGRAM_ISNUMVISUAL" val="0"/>
  <p:tag name="KSO_WM_UNIT_DIAGRAM_ISREFERUNIT" val="0"/>
  <p:tag name="KSO_WM_UNIT_FILL_FORE_SCHEMECOLOR_INDEX" val="6"/>
  <p:tag name="KSO_WM_UNIT_FILL_TYPE" val="1"/>
  <p:tag name="KSO_WM_UNIT_TEXT_FILL_FORE_SCHEMECOLOR_INDEX" val="14"/>
  <p:tag name="KSO_WM_UNIT_TEXT_FILL_TYPE" val="1"/>
  <p:tag name="KSO_WM_UNIT_USESOURCEFORMAT_APPLY" val="1"/>
</p:tagLst>
</file>

<file path=ppt/tags/tag1915.xml><?xml version="1.0" encoding="utf-8"?>
<p:tagLst xmlns:p="http://schemas.openxmlformats.org/presentationml/2006/main">
  <p:tag name="KSO_WM_TAG_VERSION" val="1.0"/>
  <p:tag name="KSO_WM_BEAUTIFY_FLAG" val="#wm#"/>
  <p:tag name="KSO_WM_UNIT_TYPE" val="i"/>
  <p:tag name="KSO_WM_UNIT_ID" val="diagram715_2*i*2"/>
  <p:tag name="KSO_WM_TEMPLATE_CATEGORY" val="diagram"/>
  <p:tag name="KSO_WM_TEMPLATE_INDEX" val="715"/>
  <p:tag name="KSO_WM_UNIT_INDEX" val="2"/>
  <p:tag name="KSO_WM_UNIT_HIGHLIGHT" val="0"/>
  <p:tag name="KSO_WM_UNIT_COMPATIBLE" val="0"/>
  <p:tag name="KSO_WM_UNIT_DIAGRAM_ISNUMVISUAL" val="0"/>
  <p:tag name="KSO_WM_UNIT_DIAGRAM_ISREFERUNIT" val="0"/>
  <p:tag name="KSO_WM_DIAGRAM_GROUP_CODE" val="l1-1"/>
  <p:tag name="KSO_WM_UNIT_LAYERLEVEL" val="1"/>
  <p:tag name="KSO_WM_UNIT_USESOURCEFORMAT_APPLY" val="1"/>
</p:tagLst>
</file>

<file path=ppt/tags/tag1916.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2_1"/>
  <p:tag name="KSO_WM_UNIT_ID" val="diagram715_2*l_h_i*1_2_1"/>
  <p:tag name="KSO_WM_TEMPLATE_CATEGORY" val="diagram"/>
  <p:tag name="KSO_WM_TEMPLATE_INDEX" val="715"/>
  <p:tag name="KSO_WM_UNIT_LAYERLEVEL" val="1_1_1"/>
  <p:tag name="KSO_WM_TAG_VERSION" val="1.0"/>
  <p:tag name="KSO_WM_BEAUTIFY_FLAG" val="#wm#"/>
  <p:tag name="KSO_WM_UNIT_FILL_FORE_SCHEMECOLOR_INDEX" val="14"/>
  <p:tag name="KSO_WM_UNIT_FILL_TYPE" val="1"/>
  <p:tag name="KSO_WM_UNIT_TEXT_FILL_FORE_SCHEMECOLOR_INDEX" val="14"/>
  <p:tag name="KSO_WM_UNIT_TEXT_FILL_TYPE" val="1"/>
  <p:tag name="KSO_WM_UNIT_USESOURCEFORMAT_APPLY" val="1"/>
</p:tagLst>
</file>

<file path=ppt/tags/tag1917.xml><?xml version="1.0" encoding="utf-8"?>
<p:tagLst xmlns:p="http://schemas.openxmlformats.org/presentationml/2006/main">
  <p:tag name="KSO_WM_UNIT_NOCLEAR" val="0"/>
  <p:tag name="KSO_WM_UNIT_VALUE" val="84"/>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diagram715_2*l_h_f*1_2_1"/>
  <p:tag name="KSO_WM_TEMPLATE_CATEGORY" val="diagram"/>
  <p:tag name="KSO_WM_TEMPLATE_INDEX" val="715"/>
  <p:tag name="KSO_WM_UNIT_LAYERLEVEL" val="1_1_1"/>
  <p:tag name="KSO_WM_TAG_VERSION" val="1.0"/>
  <p:tag name="KSO_WM_BEAUTIFY_FLAG" val="#wm#"/>
  <p:tag name="KSO_WM_UNIT_PRESET_TEXT" val="单击此处添加&#10;文本具体内容"/>
  <p:tag name="KSO_WM_UNIT_FILL_FORE_SCHEMECOLOR_INDEX" val="5"/>
  <p:tag name="KSO_WM_UNIT_FILL_TYPE" val="1"/>
  <p:tag name="KSO_WM_UNIT_TEXT_FILL_FORE_SCHEMECOLOR_INDEX" val="2"/>
  <p:tag name="KSO_WM_UNIT_TEXT_FILL_TYPE" val="1"/>
  <p:tag name="KSO_WM_UNIT_USESOURCEFORMAT_APPLY" val="1"/>
</p:tagLst>
</file>

<file path=ppt/tags/tag1918.xml><?xml version="1.0" encoding="utf-8"?>
<p:tagLst xmlns:p="http://schemas.openxmlformats.org/presentationml/2006/main">
  <p:tag name="KSO_WM_TAG_VERSION" val="1.0"/>
  <p:tag name="KSO_WM_BEAUTIFY_FLAG" val="#wm#"/>
  <p:tag name="KSO_WM_TEMPLATE_CATEGORY" val="diagram"/>
  <p:tag name="KSO_WM_TEMPLATE_INDEX" val="715"/>
  <p:tag name="KSO_WM_UNIT_TYPE" val="l_h_i"/>
  <p:tag name="KSO_WM_UNIT_INDEX" val="1_2_2"/>
  <p:tag name="KSO_WM_UNIT_ID" val="diagram715_2*l_h_i*1_2_2"/>
  <p:tag name="KSO_WM_UNIT_LAYERLEVEL" val="1_1_1"/>
  <p:tag name="KSO_WM_DIAGRAM_GROUP_CODE" val="l1-1"/>
  <p:tag name="KSO_WM_UNIT_HIGHLIGHT" val="0"/>
  <p:tag name="KSO_WM_UNIT_COMPATIBLE" val="0"/>
  <p:tag name="KSO_WM_UNIT_DIAGRAM_ISNUMVISUAL" val="0"/>
  <p:tag name="KSO_WM_UNIT_DIAGRAM_ISREFERUNIT" val="0"/>
  <p:tag name="KSO_WM_UNIT_FILL_FORE_SCHEMECOLOR_INDEX" val="6"/>
  <p:tag name="KSO_WM_UNIT_FILL_TYPE" val="1"/>
  <p:tag name="KSO_WM_UNIT_TEXT_FILL_FORE_SCHEMECOLOR_INDEX" val="14"/>
  <p:tag name="KSO_WM_UNIT_TEXT_FILL_TYPE" val="1"/>
  <p:tag name="KSO_WM_UNIT_USESOURCEFORMAT_APPLY" val="1"/>
</p:tagLst>
</file>

<file path=ppt/tags/tag1919.xml><?xml version="1.0" encoding="utf-8"?>
<p:tagLst xmlns:p="http://schemas.openxmlformats.org/presentationml/2006/main">
  <p:tag name="KSO_WM_TAG_VERSION" val="1.0"/>
  <p:tag name="KSO_WM_BEAUTIFY_FLAG" val="#wm#"/>
  <p:tag name="KSO_WM_TEMPLATE_CATEGORY" val="diagram"/>
  <p:tag name="KSO_WM_TEMPLATE_INDEX" val="715"/>
  <p:tag name="KSO_WM_UNIT_TYPE" val="l_h_i"/>
  <p:tag name="KSO_WM_UNIT_INDEX" val="1_2_3"/>
  <p:tag name="KSO_WM_UNIT_ID" val="diagram715_2*l_h_i*1_2_3"/>
  <p:tag name="KSO_WM_UNIT_LAYERLEVEL" val="1_1_1"/>
  <p:tag name="KSO_WM_DIAGRAM_GROUP_CODE" val="l1-1"/>
  <p:tag name="KSO_WM_UNIT_HIGHLIGHT" val="0"/>
  <p:tag name="KSO_WM_UNIT_COMPATIBLE" val="0"/>
  <p:tag name="KSO_WM_UNIT_DIAGRAM_ISNUMVISUAL" val="0"/>
  <p:tag name="KSO_WM_UNIT_DIAGRAM_ISREFERUNIT" val="0"/>
  <p:tag name="KSO_WM_UNIT_FILL_FORE_SCHEMECOLOR_INDEX" val="6"/>
  <p:tag name="KSO_WM_UNIT_FILL_TYPE" val="1"/>
  <p:tag name="KSO_WM_UNIT_TEXT_FILL_FORE_SCHEMECOLOR_INDEX" val="14"/>
  <p:tag name="KSO_WM_UNIT_TEXT_FILL_TYPE" val="1"/>
  <p:tag name="KSO_WM_UNIT_USESOURCEFORMAT_APPLY" val="1"/>
</p:tagLst>
</file>

<file path=ppt/tags/tag1920.xml><?xml version="1.0" encoding="utf-8"?>
<p:tagLst xmlns:p="http://schemas.openxmlformats.org/presentationml/2006/main">
  <p:tag name="KSO_WM_UNIT_TYPE" val="d"/>
  <p:tag name="KSO_WM_UNIT_PLACING_PICTURE_INFO" val="{&quot;full_picture&quot;:false,&quot;last_crop_picture&quot;:&quot;2-1&quot;,&quot;selected&quot;:&quot;2-1&quot;}"/>
  <p:tag name="KSO_WM_UNIT_VALUE" val="501*3049"/>
  <p:tag name="KSO_WM_UNIT_HIGHLIGHT" val="0"/>
  <p:tag name="KSO_WM_UNIT_COMPATIBLE" val="0"/>
  <p:tag name="KSO_WM_UNIT_DIAGRAM_ISNUMVISUAL" val="0"/>
  <p:tag name="KSO_WM_UNIT_DIAGRAM_ISREFERUNIT" val="0"/>
  <p:tag name="KSO_WM_UNIT_INDEX" val="2"/>
  <p:tag name="KSO_WM_UNIT_ID" val="diagram20201894_1*d*2"/>
  <p:tag name="KSO_WM_TEMPLATE_CATEGORY" val="diagram"/>
  <p:tag name="KSO_WM_TEMPLATE_INDEX" val="20201894"/>
  <p:tag name="KSO_WM_UNIT_LAYERLEVEL" val="1"/>
  <p:tag name="KSO_WM_TAG_VERSION" val="1.0"/>
  <p:tag name="KSO_WM_BEAUTIFY_FLAG" val="#wm#"/>
  <p:tag name="KSO_WM_UNIT_SUPPORT_UNIT_TYPE" val="[&quot;all&quot;]"/>
  <p:tag name="KSO_WM_UNIT_BLOCK" val="0"/>
  <p:tag name="KSO_WM_UNIT_PLACING_PICTURE_MD4" val="0"/>
  <p:tag name="REFSHAPE" val="437072660"/>
  <p:tag name="KSO_WM_UNIT_PICTURE_CLIP_FLAG" val="0"/>
</p:tagLst>
</file>

<file path=ppt/tags/tag1921.xml><?xml version="1.0" encoding="utf-8"?>
<p:tagLst xmlns:p="http://schemas.openxmlformats.org/presentationml/2006/main">
  <p:tag name="KSO_WM_BEAUTIFY_FLAG" val="#wm#"/>
  <p:tag name="KSO_WM_TEMPLATE_CATEGORY" val="diagram"/>
  <p:tag name="KSO_WM_TEMPLATE_INDEX" val="20201894"/>
  <p:tag name="KSO_WM_SLIDE_ID" val="diagram20201894_1"/>
  <p:tag name="KSO_WM_TEMPLATE_SUBCATEGORY" val="11"/>
  <p:tag name="KSO_WM_SLIDE_ITEM_CNT" val="0"/>
  <p:tag name="KSO_WM_SLIDE_INDEX" val="1"/>
  <p:tag name="KSO_WM_TAG_VERSION" val="1.0"/>
  <p:tag name="KSO_WM_SLIDE_LAYOUT" val="a_d_f"/>
  <p:tag name="KSO_WM_SLIDE_LAYOUT_CNT" val="1_2_1"/>
  <p:tag name="KSO_WM_SLIDE_TYPE" val="text"/>
  <p:tag name="KSO_WM_SLIDE_SUBTYPE" val="picTxt"/>
  <p:tag name="KSO_WM_SLIDE_SIZE" val="865*444"/>
  <p:tag name="KSO_WM_SLIDE_POSITION" val="47*47"/>
  <p:tag name="KSO_WM_TEMPLATE_MASTER_TYPE" val="0"/>
  <p:tag name="KSO_WM_TEMPLATE_COLOR_TYPE" val="1"/>
  <p:tag name="KSO_WM_UNIT_SHOW_EDIT_AREA_INDICATION" val="1"/>
  <p:tag name="KSO_WM_SLIDE_LAYOUT_INFO" val="{&#10;    &quot;backgroundInfo&quot;: [&#10;        {&#10;            &quot;bottom&quot;: 0,&#10;            &quot;bottomAbs&quot;: false,&#10;            &quot;left&quot;: 0,&#10;            &quot;leftAbs&quot;: false,&#10;            &quot;right&quot;: 0,&#10;            &quot;rightAbs&quot;: false,&#10;            &quot;top&quot;: 0,&#10;            &quot;topAbs&quot;: false,&#10;            &quot;type&quot;: &quot;general&quot;&#10;        },&#10;        {&#10;            &quot;bottom&quot;: 0,&#10;            &quot;bottomAbs&quot;: false,&#10;            &quot;left&quot;: 0,&#10;            &quot;leftAbs&quot;: false,&#10;            &quot;right&quot;: 0,&#10;            &quot;rightAbs&quot;: false,&#10;            &quot;top&quot;: 0,&#10;            &quot;topAbs&quot;: false,&#10;            &quot;type&quot;: &quot;frame&quot;&#10;        }&#10;    ],&#10;    &quot;id&quot;: &quot;2020-04-20T19:44:18&quot;,&#10;    &quot;maxSize&quot;: {&#10;        &quot;size1&quot;: 48.600000000000001&#10;    },&#10;    &quot;minSize&quot;: {&#10;        &quot;size1&quot;: 30&#10;    },&#10;    &quot;normalSize&quot;: {&#10;        &quot;size1&quot;: 41.894444444444446&#10;    },&#10;    &quot;subLayout&quot;: [&#10;        {&#10;            &quot;id&quot;: &quot;2020-04-20T19:44:18&quot;,&#10;            &quot;margin&quot;: {&#10;                &quot;bottom&quot;: 0.82400000095367432,&#10;                &quot;left&quot;: 1.690000057220459,&#10;                &quot;right&quot;: 1.6729999780654907,&#10;                &quot;top&quot;: 1.690000057220459&#10;            },&#10;            &quot;type&quot;: 0&#10;        },&#10;        {&#10;            &quot;id&quot;: &quot;2020-04-20T19:44:18&quot;,&#10;            &quot;maxSize&quot;: {&#10;                &quot;size1&quot;: 58.799999999999997&#10;            },&#10;            &quot;minSize&quot;: {&#10;                &quot;size1&quot;: 29.199999999999999&#10;            },&#10;            &quot;normalSize&quot;: {&#10;                &quot;size1&quot;: 50.798368842898881&#10;            },&#10;            &quot;subLayout&quot;: [&#10;                {&#10;                    &quot;id&quot;: &quot;2020-04-20T19:44:18&quot;,&#10;                    &quot;margin&quot;: {&#10;                        &quot;bottom&quot;: 0.27300000190734863,&#10;                        &quot;left&quot;: 1.6740000247955322,&#10;                        &quot;right&quot;: 1.6749999523162842,&#10;                        &quot;top&quot;: 0.026000002399086952&#10;                    },&#10;                    &quot;type&quot;: 0&#10;                },&#10;                {&#10;                    &quot;id&quot;: &quot;2020-04-20T19:44:18&quot;,&#10;                    &quot;margin&quot;: {&#10;                        &quot;bottom&quot;: 1.7239999771118164,&#10;                        &quot;left&quot;: 1.6740000247955322,&#10;                        &quot;right&quot;: 1.6749999523162842,&#10;                        &quot;top&quot;: 0.026000002399086952&#10;                    },&#10;                    &quot;type&quot;: 0&#10;                }&#10;            ],&#10;            &quot;type&quot;: 0&#10;        }&#10;    ],&#10;    &quot;type&quot;: 0&#10;}&#10;"/>
  <p:tag name="KSO_WM_SLIDE_CAN_ADD_NAVIGATION" val="1"/>
  <p:tag name="KSO_WM_SLIDE_BACKGROUND" val="[&quot;general&quot;,&quot;frame&quot;]"/>
  <p:tag name="KSO_WM_SLIDE_RATIO" val="1.777778"/>
  <p:tag name="KSO_WM_SLIDE_BK_DARK_LIGHT" val="2"/>
  <p:tag name="KSO_WM_SLIDE_BACKGROUND_TYPE" val="frame"/>
</p:tagLst>
</file>

<file path=ppt/tags/tag19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3*i*2"/>
  <p:tag name="KSO_WM_UNIT_LAYERLEVEL" val="1"/>
  <p:tag name="KSO_WM_TAG_VERSION" val="1.0"/>
  <p:tag name="KSO_WM_BEAUTIFY_FLAG" val="#wm#"/>
  <p:tag name="KSO_WM_UNIT_TYPE" val="i"/>
  <p:tag name="KSO_WM_UNIT_INDEX" val="2"/>
  <p:tag name="KSO_WM_SLIDE_BACKGROUND_TYPE" val="frame"/>
  <p:tag name="KSO_WM_SLIDE_BK_DARK_LIGHT" val="2"/>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19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h"/>
  <p:tag name="KSO_WM_UNIT_TYPE" val="i"/>
  <p:tag name="KSO_WM_UNIT_INDEX" val="1"/>
  <p:tag name="KSO_WM_UNIT_ID" val="_13*i*1"/>
  <p:tag name="KSO_WM_UNIT_BK_DARK_LIGHT" val="2"/>
  <p:tag name="KSO_WM_UNIT_LAYERLEVEL" val="1"/>
  <p:tag name="KSO_WM_TAG_VERSION" val="1.0"/>
  <p:tag name="KSO_WM_BEAUTIFY_FLAG" val="#wm#"/>
  <p:tag name="KSO_WM_SLIDE_BACKGROUND_TYPE" val="frame"/>
  <p:tag name="KSO_WM_SLIDE_BK_DARK_LIGHT" val="2"/>
  <p:tag name="KSO_WM_UNIT_FILL_FORE_SCHEMECOLOR_INDEX_BRIGHTNESS" val="0"/>
  <p:tag name="KSO_WM_UNIT_FILL_FORE_SCHEMECOLOR_INDEX" val="16"/>
  <p:tag name="KSO_WM_UNIT_FILL_TYPE" val="1"/>
  <p:tag name="KSO_WM_UNIT_TEXT_FILL_FORE_SCHEMECOLOR_INDEX_BRIGHTNESS" val="0"/>
  <p:tag name="KSO_WM_UNIT_TEXT_FILL_FORE_SCHEMECOLOR_INDEX" val="2"/>
  <p:tag name="KSO_WM_UNIT_TEXT_FILL_TYPE" val="1"/>
</p:tagLst>
</file>

<file path=ppt/tags/tag1924.xml><?xml version="1.0" encoding="utf-8"?>
<p:tagLst xmlns:p="http://schemas.openxmlformats.org/presentationml/2006/main">
  <p:tag name="KSO_WM_UNIT_ISCONTENTSTITLE" val="0"/>
  <p:tag name="KSO_WM_UNIT_PRESET_TEXT" val="点击输入大标题"/>
  <p:tag name="KSO_WM_UNIT_NOCLEAR" val="0"/>
  <p:tag name="KSO_WM_UNIT_VALUE" val="26"/>
  <p:tag name="KSO_WM_UNIT_HIGHLIGHT" val="0"/>
  <p:tag name="KSO_WM_UNIT_COMPATIBLE" val="0"/>
  <p:tag name="KSO_WM_UNIT_DIAGRAM_ISNUMVISUAL" val="0"/>
  <p:tag name="KSO_WM_UNIT_DIAGRAM_ISREFERUNIT" val="0"/>
  <p:tag name="KSO_WM_UNIT_TYPE" val="a"/>
  <p:tag name="KSO_WM_UNIT_INDEX" val="1"/>
  <p:tag name="KSO_WM_UNIT_ID" val="diagram20201894_1*a*1"/>
  <p:tag name="KSO_WM_TEMPLATE_CATEGORY" val="diagram"/>
  <p:tag name="KSO_WM_TEMPLATE_INDEX" val="20201894"/>
  <p:tag name="KSO_WM_UNIT_LAYERLEVEL" val="1"/>
  <p:tag name="KSO_WM_TAG_VERSION" val="1.0"/>
  <p:tag name="KSO_WM_BEAUTIFY_FLAG" val="#wm#"/>
  <p:tag name="KSO_WM_UNIT_DEFAULT_FONT" val="28;36;4"/>
  <p:tag name="KSO_WM_UNIT_BLOCK" val="1"/>
  <p:tag name="KSO_WM_UNIT_SM_LIMIT_TYPE" val="1"/>
  <p:tag name="KSO_WM_UNIT_ISNUMDGMTITLE" val="0"/>
  <p:tag name="KSO_WM_UNIT_PLACING_PICTURE_MD4" val="0"/>
  <p:tag name="KSO_WM_UNIT_TEXT_FILL_FORE_SCHEMECOLOR_INDEX_BRIGHTNESS" val="0.15"/>
  <p:tag name="KSO_WM_UNIT_TEXT_FILL_FORE_SCHEMECOLOR_INDEX" val="13"/>
  <p:tag name="KSO_WM_UNIT_TEXT_FILL_TYPE" val="1"/>
</p:tagLst>
</file>

<file path=ppt/tags/tag1925.xml><?xml version="1.0" encoding="utf-8"?>
<p:tagLst xmlns:p="http://schemas.openxmlformats.org/presentationml/2006/main">
  <p:tag name="KSO_WM_UNIT_PRESET_TEXT" val="点击输入正文"/>
  <p:tag name="KSO_WM_UNIT_NOCLEAR" val="0"/>
  <p:tag name="KSO_WM_UNIT_VALUE" val="106"/>
  <p:tag name="KSO_WM_UNIT_HIGHLIGHT" val="0"/>
  <p:tag name="KSO_WM_UNIT_COMPATIBLE" val="0"/>
  <p:tag name="KSO_WM_UNIT_DIAGRAM_ISNUMVISUAL" val="0"/>
  <p:tag name="KSO_WM_UNIT_DIAGRAM_ISREFERUNIT" val="0"/>
  <p:tag name="KSO_WM_UNIT_TYPE" val="f"/>
  <p:tag name="KSO_WM_UNIT_INDEX" val="1"/>
  <p:tag name="KSO_WM_UNIT_ID" val="diagram20201894_1*f*1"/>
  <p:tag name="KSO_WM_TEMPLATE_CATEGORY" val="diagram"/>
  <p:tag name="KSO_WM_TEMPLATE_INDEX" val="20201894"/>
  <p:tag name="KSO_WM_UNIT_LAYERLEVEL" val="1"/>
  <p:tag name="KSO_WM_TAG_VERSION" val="1.0"/>
  <p:tag name="KSO_WM_BEAUTIFY_FLAG" val="#wm#"/>
  <p:tag name="KSO_WM_UNIT_DEFAULT_FONT" val="14;18;2"/>
  <p:tag name="KSO_WM_UNIT_BLOCK" val="0"/>
  <p:tag name="KSO_WM_UNIT_PLACING_PICTURE_MD4" val="0"/>
  <p:tag name="KSO_WM_UNIT_TEXT_FILL_FORE_SCHEMECOLOR_INDEX_BRIGHTNESS" val="0.25"/>
  <p:tag name="KSO_WM_UNIT_TEXT_FILL_FORE_SCHEMECOLOR_INDEX" val="13"/>
  <p:tag name="KSO_WM_UNIT_TEXT_FILL_TYPE" val="1"/>
</p:tagLst>
</file>

<file path=ppt/tags/tag1926.xml><?xml version="1.0" encoding="utf-8"?>
<p:tagLst xmlns:p="http://schemas.openxmlformats.org/presentationml/2006/main">
  <p:tag name="KSO_WM_BEAUTIFY_FLAG" val="#wm#"/>
  <p:tag name="KSO_WM_TEMPLATE_CATEGORY" val="diagram"/>
  <p:tag name="KSO_WM_TEMPLATE_INDEX" val="20201894"/>
  <p:tag name="KSO_WM_SLIDE_ID" val="diagram20201894_1"/>
  <p:tag name="KSO_WM_TEMPLATE_SUBCATEGORY" val="11"/>
  <p:tag name="KSO_WM_SLIDE_ITEM_CNT" val="0"/>
  <p:tag name="KSO_WM_SLIDE_INDEX" val="1"/>
  <p:tag name="KSO_WM_TAG_VERSION" val="1.0"/>
  <p:tag name="KSO_WM_SLIDE_LAYOUT" val="a_d_f"/>
  <p:tag name="KSO_WM_SLIDE_LAYOUT_CNT" val="1_2_1"/>
  <p:tag name="KSO_WM_SLIDE_TYPE" val="text"/>
  <p:tag name="KSO_WM_SLIDE_SUBTYPE" val="picTxt"/>
  <p:tag name="KSO_WM_SLIDE_SIZE" val="865*444"/>
  <p:tag name="KSO_WM_SLIDE_POSITION" val="47*47"/>
  <p:tag name="KSO_WM_TEMPLATE_MASTER_TYPE" val="0"/>
  <p:tag name="KSO_WM_TEMPLATE_COLOR_TYPE" val="1"/>
  <p:tag name="KSO_WM_UNIT_SHOW_EDIT_AREA_INDICATION" val="1"/>
  <p:tag name="KSO_WM_SLIDE_LAYOUT_INFO" val="{&#10;    &quot;backgroundInfo&quot;: [&#10;        {&#10;            &quot;bottom&quot;: 0,&#10;            &quot;bottomAbs&quot;: false,&#10;            &quot;left&quot;: 0,&#10;            &quot;leftAbs&quot;: false,&#10;            &quot;right&quot;: 0,&#10;            &quot;rightAbs&quot;: false,&#10;            &quot;top&quot;: 0,&#10;            &quot;topAbs&quot;: false,&#10;            &quot;type&quot;: &quot;general&quot;&#10;        },&#10;        {&#10;            &quot;bottom&quot;: 0,&#10;            &quot;bottomAbs&quot;: false,&#10;            &quot;left&quot;: 0,&#10;            &quot;leftAbs&quot;: false,&#10;            &quot;right&quot;: 0,&#10;            &quot;rightAbs&quot;: false,&#10;            &quot;top&quot;: 0,&#10;            &quot;topAbs&quot;: false,&#10;            &quot;type&quot;: &quot;frame&quot;&#10;        }&#10;    ],&#10;    &quot;id&quot;: &quot;2020-04-20T19:44:18&quot;,&#10;    &quot;maxSize&quot;: {&#10;        &quot;size1&quot;: 48.600000000000001&#10;    },&#10;    &quot;minSize&quot;: {&#10;        &quot;size1&quot;: 30&#10;    },&#10;    &quot;normalSize&quot;: {&#10;        &quot;size1&quot;: 41.894444444444446&#10;    },&#10;    &quot;subLayout&quot;: [&#10;        {&#10;            &quot;id&quot;: &quot;2020-04-20T19:44:18&quot;,&#10;            &quot;margin&quot;: {&#10;                &quot;bottom&quot;: 0.82400000095367432,&#10;                &quot;left&quot;: 1.690000057220459,&#10;                &quot;right&quot;: 1.6729999780654907,&#10;                &quot;top&quot;: 1.690000057220459&#10;            },&#10;            &quot;type&quot;: 0&#10;        },&#10;        {&#10;            &quot;id&quot;: &quot;2020-04-20T19:44:18&quot;,&#10;            &quot;maxSize&quot;: {&#10;                &quot;size1&quot;: 58.799999999999997&#10;            },&#10;            &quot;minSize&quot;: {&#10;                &quot;size1&quot;: 29.199999999999999&#10;            },&#10;            &quot;normalSize&quot;: {&#10;                &quot;size1&quot;: 50.798368842898881&#10;            },&#10;            &quot;subLayout&quot;: [&#10;                {&#10;                    &quot;id&quot;: &quot;2020-04-20T19:44:18&quot;,&#10;                    &quot;margin&quot;: {&#10;                        &quot;bottom&quot;: 0.27300000190734863,&#10;                        &quot;left&quot;: 1.6740000247955322,&#10;                        &quot;right&quot;: 1.6749999523162842,&#10;                        &quot;top&quot;: 0.026000002399086952&#10;                    },&#10;                    &quot;type&quot;: 0&#10;                },&#10;                {&#10;                    &quot;id&quot;: &quot;2020-04-20T19:44:18&quot;,&#10;                    &quot;margin&quot;: {&#10;                        &quot;bottom&quot;: 1.7239999771118164,&#10;                        &quot;left&quot;: 1.6740000247955322,&#10;                        &quot;right&quot;: 1.6749999523162842,&#10;                        &quot;top&quot;: 0.026000002399086952&#10;                    },&#10;                    &quot;type&quot;: 0&#10;                }&#10;            ],&#10;            &quot;type&quot;: 0&#10;        }&#10;    ],&#10;    &quot;type&quot;: 0&#10;}&#10;"/>
  <p:tag name="KSO_WM_SLIDE_CAN_ADD_NAVIGATION" val="1"/>
  <p:tag name="KSO_WM_SLIDE_BACKGROUND" val="[&quot;general&quot;,&quot;frame&quot;]"/>
  <p:tag name="KSO_WM_SLIDE_RATIO" val="1.777778"/>
  <p:tag name="KSO_WM_SLIDE_BK_DARK_LIGHT" val="2"/>
  <p:tag name="KSO_WM_SLIDE_BACKGROUND_TYPE" val="frame"/>
</p:tagLst>
</file>

<file path=ppt/tags/tag19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04619_1*i*1"/>
  <p:tag name="KSO_WM_TEMPLATE_CATEGORY" val="diagram"/>
  <p:tag name="KSO_WM_TEMPLATE_INDEX" val="20204619"/>
  <p:tag name="KSO_WM_UNIT_LAYERLEVEL" val="1"/>
  <p:tag name="KSO_WM_TAG_VERSION" val="1.0"/>
  <p:tag name="KSO_WM_BEAUTIFY_FLAG" val="#wm#"/>
  <p:tag name="KSO_WM_UNIT_FILL_FORE_SCHEMECOLOR_INDEX_BRIGHTNESS" val="0.8"/>
  <p:tag name="KSO_WM_UNIT_FILL_FORE_SCHEMECOLOR_INDEX" val="6"/>
  <p:tag name="KSO_WM_UNIT_FILL_TYPE" val="1"/>
  <p:tag name="KSO_WM_UNIT_TEXT_FILL_FORE_SCHEMECOLOR_INDEX_BRIGHTNESS" val="0"/>
  <p:tag name="KSO_WM_UNIT_TEXT_FILL_FORE_SCHEMECOLOR_INDEX" val="2"/>
  <p:tag name="KSO_WM_UNIT_TEXT_FILL_TYPE" val="1"/>
</p:tagLst>
</file>

<file path=ppt/tags/tag19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diagram20204619_1*i*2"/>
  <p:tag name="KSO_WM_TEMPLATE_CATEGORY" val="diagram"/>
  <p:tag name="KSO_WM_TEMPLATE_INDEX" val="20204619"/>
  <p:tag name="KSO_WM_UNIT_LAYERLEVEL" val="1"/>
  <p:tag name="KSO_WM_TAG_VERSION" val="1.0"/>
  <p:tag name="KSO_WM_BEAUTIFY_FLAG" val="#wm#"/>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1929.xml><?xml version="1.0" encoding="utf-8"?>
<p:tagLst xmlns:p="http://schemas.openxmlformats.org/presentationml/2006/main">
  <p:tag name="KSO_WM_UNIT_ISCONTENTSTITLE" val="0"/>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diagram20204619_1*a*1"/>
  <p:tag name="KSO_WM_TEMPLATE_CATEGORY" val="diagram"/>
  <p:tag name="KSO_WM_TEMPLATE_INDEX" val="20204619"/>
  <p:tag name="KSO_WM_UNIT_LAYERLEVEL" val="1"/>
  <p:tag name="KSO_WM_TAG_VERSION" val="1.0"/>
  <p:tag name="KSO_WM_BEAUTIFY_FLAG" val="#wm#"/>
  <p:tag name="KSO_WM_UNIT_PRESET_TEXT" val="单击添加大标题"/>
  <p:tag name="KSO_WM_UNIT_TEXT_FILL_FORE_SCHEMECOLOR_INDEX_BRIGHTNESS" val="0"/>
  <p:tag name="KSO_WM_UNIT_TEXT_FILL_FORE_SCHEMECOLOR_INDEX" val="14"/>
  <p:tag name="KSO_WM_UNIT_TEXT_FILL_TYPE" val="1"/>
</p:tagLst>
</file>

<file path=ppt/tags/tag1930.xml><?xml version="1.0" encoding="utf-8"?>
<p:tagLst xmlns:p="http://schemas.openxmlformats.org/presentationml/2006/main">
  <p:tag name="KSO_WM_UNIT_NOCLEAR" val="0"/>
  <p:tag name="KSO_WM_UNIT_VALUE" val="384"/>
  <p:tag name="KSO_WM_UNIT_HIGHLIGHT" val="0"/>
  <p:tag name="KSO_WM_UNIT_COMPATIBLE" val="0"/>
  <p:tag name="KSO_WM_UNIT_DIAGRAM_ISNUMVISUAL" val="0"/>
  <p:tag name="KSO_WM_UNIT_DIAGRAM_ISREFERUNIT" val="0"/>
  <p:tag name="KSO_WM_UNIT_TYPE" val="f"/>
  <p:tag name="KSO_WM_UNIT_INDEX" val="1"/>
  <p:tag name="KSO_WM_UNIT_ID" val="diagram20204619_1*f*1"/>
  <p:tag name="KSO_WM_TEMPLATE_CATEGORY" val="diagram"/>
  <p:tag name="KSO_WM_TEMPLATE_INDEX" val="20204619"/>
  <p:tag name="KSO_WM_UNIT_LAYERLEVEL" val="1"/>
  <p:tag name="KSO_WM_TAG_VERSION" val="1.0"/>
  <p:tag name="KSO_WM_BEAUTIFY_FLAG" val="#wm#"/>
  <p:tag name="KSO_WM_UNIT_PRESET_TEXT" val="单击此处输入你的正文，文字是您思想的提炼，为了最终演示发布的良好效果，请尽量言简意赅的阐述观点；根据需要可酌情增减文字，以便观者可以准确理解您所传达的信息。&#10;您的正文已经简明扼要，但信息却错综复杂，需要用更多的文字来表述；但请您尽可能提炼思想的精髓，否则容易造成观者的阅读压力，适得其反。&#10;正如我们都希望改变世界，希望给人带去光明，但更多时候只需播下一颗种子，自然有微光照拂，雨露滋养。恰如其分的表达观点，往往可以事半功倍。&#10;单击此处输入你的正文，文字是您思想的提炼，为了最终演示发布的良好效果，请尽量言简意赅的阐述观点；根据需要可酌情增减文字，以便观者可以准确理解您所传达的信息。"/>
  <p:tag name="KSO_WM_UNIT_TEXT_FILL_FORE_SCHEMECOLOR_INDEX_BRIGHTNESS" val="0"/>
  <p:tag name="KSO_WM_UNIT_TEXT_FILL_FORE_SCHEMECOLOR_INDEX" val="14"/>
  <p:tag name="KSO_WM_UNIT_TEXT_FILL_TYPE" val="1"/>
</p:tagLst>
</file>

<file path=ppt/tags/tag19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
  <p:tag name="KSO_WM_UNIT_ID" val="diagram20204619_1*i*4"/>
  <p:tag name="KSO_WM_TEMPLATE_CATEGORY" val="diagram"/>
  <p:tag name="KSO_WM_TEMPLATE_INDEX" val="20204619"/>
  <p:tag name="KSO_WM_UNIT_LAYERLEVEL" val="1"/>
  <p:tag name="KSO_WM_TAG_VERSION" val="1.0"/>
  <p:tag name="KSO_WM_BEAUTIFY_FLAG" val="#wm#"/>
  <p:tag name="KSO_WM_UNIT_FILL_FORE_SCHEMECOLOR_INDEX_BRIGHTNESS" val="0.4"/>
  <p:tag name="KSO_WM_UNIT_FILL_FORE_SCHEMECOLOR_INDEX" val="6"/>
  <p:tag name="KSO_WM_UNIT_FILL_TYPE" val="1"/>
  <p:tag name="KSO_WM_UNIT_TEXT_FILL_FORE_SCHEMECOLOR_INDEX_BRIGHTNESS" val="0"/>
  <p:tag name="KSO_WM_UNIT_TEXT_FILL_FORE_SCHEMECOLOR_INDEX" val="2"/>
  <p:tag name="KSO_WM_UNIT_TEXT_FILL_TYPE" val="1"/>
</p:tagLst>
</file>

<file path=ppt/tags/tag19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5"/>
  <p:tag name="KSO_WM_UNIT_ID" val="diagram20204619_1*i*5"/>
  <p:tag name="KSO_WM_TEMPLATE_CATEGORY" val="diagram"/>
  <p:tag name="KSO_WM_TEMPLATE_INDEX" val="20204619"/>
  <p:tag name="KSO_WM_UNIT_LAYERLEVEL" val="1"/>
  <p:tag name="KSO_WM_TAG_VERSION" val="1.0"/>
  <p:tag name="KSO_WM_BEAUTIFY_FLAG" val="#wm#"/>
  <p:tag name="KSO_WM_UNIT_FILL_FORE_SCHEMECOLOR_INDEX_BRIGHTNESS" val="0.4"/>
  <p:tag name="KSO_WM_UNIT_FILL_FORE_SCHEMECOLOR_INDEX" val="6"/>
  <p:tag name="KSO_WM_UNIT_FILL_TYPE" val="1"/>
  <p:tag name="KSO_WM_UNIT_TEXT_FILL_FORE_SCHEMECOLOR_INDEX_BRIGHTNESS" val="0"/>
  <p:tag name="KSO_WM_UNIT_TEXT_FILL_FORE_SCHEMECOLOR_INDEX" val="2"/>
  <p:tag name="KSO_WM_UNIT_TEXT_FILL_TYPE" val="1"/>
</p:tagLst>
</file>

<file path=ppt/tags/tag19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6"/>
  <p:tag name="KSO_WM_UNIT_ID" val="diagram20204619_1*i*6"/>
  <p:tag name="KSO_WM_TEMPLATE_CATEGORY" val="diagram"/>
  <p:tag name="KSO_WM_TEMPLATE_INDEX" val="20204619"/>
  <p:tag name="KSO_WM_UNIT_LAYERLEVEL" val="1"/>
  <p:tag name="KSO_WM_TAG_VERSION" val="1.0"/>
  <p:tag name="KSO_WM_BEAUTIFY_FLAG" val="#wm#"/>
  <p:tag name="KSO_WM_UNIT_FILL_FORE_SCHEMECOLOR_INDEX_BRIGHTNESS" val="0.4"/>
  <p:tag name="KSO_WM_UNIT_FILL_FORE_SCHEMECOLOR_INDEX" val="6"/>
  <p:tag name="KSO_WM_UNIT_FILL_TYPE" val="1"/>
  <p:tag name="KSO_WM_UNIT_TEXT_FILL_FORE_SCHEMECOLOR_INDEX_BRIGHTNESS" val="0"/>
  <p:tag name="KSO_WM_UNIT_TEXT_FILL_FORE_SCHEMECOLOR_INDEX" val="2"/>
  <p:tag name="KSO_WM_UNIT_TEXT_FILL_TYPE" val="1"/>
</p:tagLst>
</file>

<file path=ppt/tags/tag19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7"/>
  <p:tag name="KSO_WM_UNIT_ID" val="diagram20204619_1*i*7"/>
  <p:tag name="KSO_WM_TEMPLATE_CATEGORY" val="diagram"/>
  <p:tag name="KSO_WM_TEMPLATE_INDEX" val="20204619"/>
  <p:tag name="KSO_WM_UNIT_LAYERLEVEL" val="1"/>
  <p:tag name="KSO_WM_TAG_VERSION" val="1.0"/>
  <p:tag name="KSO_WM_BEAUTIFY_FLAG" val="#wm#"/>
  <p:tag name="KSO_WM_UNIT_FILL_FORE_SCHEMECOLOR_INDEX_BRIGHTNESS" val="0.4"/>
  <p:tag name="KSO_WM_UNIT_FILL_FORE_SCHEMECOLOR_INDEX" val="6"/>
  <p:tag name="KSO_WM_UNIT_FILL_TYPE" val="1"/>
  <p:tag name="KSO_WM_UNIT_TEXT_FILL_FORE_SCHEMECOLOR_INDEX_BRIGHTNESS" val="0"/>
  <p:tag name="KSO_WM_UNIT_TEXT_FILL_FORE_SCHEMECOLOR_INDEX" val="2"/>
  <p:tag name="KSO_WM_UNIT_TEXT_FILL_TYPE" val="1"/>
</p:tagLst>
</file>

<file path=ppt/tags/tag19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8"/>
  <p:tag name="KSO_WM_UNIT_ID" val="diagram20204619_1*i*8"/>
  <p:tag name="KSO_WM_TEMPLATE_CATEGORY" val="diagram"/>
  <p:tag name="KSO_WM_TEMPLATE_INDEX" val="20204619"/>
  <p:tag name="KSO_WM_UNIT_LAYERLEVEL" val="1"/>
  <p:tag name="KSO_WM_TAG_VERSION" val="1.0"/>
  <p:tag name="KSO_WM_BEAUTIFY_FLAG" val="#wm#"/>
  <p:tag name="KSO_WM_UNIT_FILL_FORE_SCHEMECOLOR_INDEX_BRIGHTNESS" val="0.4"/>
  <p:tag name="KSO_WM_UNIT_FILL_FORE_SCHEMECOLOR_INDEX" val="6"/>
  <p:tag name="KSO_WM_UNIT_FILL_TYPE" val="1"/>
  <p:tag name="KSO_WM_UNIT_TEXT_FILL_FORE_SCHEMECOLOR_INDEX_BRIGHTNESS" val="0"/>
  <p:tag name="KSO_WM_UNIT_TEXT_FILL_FORE_SCHEMECOLOR_INDEX" val="2"/>
  <p:tag name="KSO_WM_UNIT_TEXT_FILL_TYPE" val="1"/>
</p:tagLst>
</file>

<file path=ppt/tags/tag1936.xml><?xml version="1.0" encoding="utf-8"?>
<p:tagLst xmlns:p="http://schemas.openxmlformats.org/presentationml/2006/main">
  <p:tag name="KSO_WM_UNIT_VALUE" val="961*1281"/>
  <p:tag name="KSO_WM_UNIT_HIGHLIGHT" val="0"/>
  <p:tag name="KSO_WM_UNIT_COMPATIBLE" val="0"/>
  <p:tag name="KSO_WM_UNIT_DIAGRAM_ISNUMVISUAL" val="0"/>
  <p:tag name="KSO_WM_UNIT_DIAGRAM_ISREFERUNIT" val="0"/>
  <p:tag name="KSO_WM_UNIT_TYPE" val="d"/>
  <p:tag name="KSO_WM_UNIT_INDEX" val="1"/>
  <p:tag name="KSO_WM_UNIT_ID" val="diagram20204619_1*d*1"/>
  <p:tag name="KSO_WM_TEMPLATE_CATEGORY" val="diagram"/>
  <p:tag name="KSO_WM_TEMPLATE_INDEX" val="20204619"/>
  <p:tag name="KSO_WM_UNIT_SUPPORT_UNIT_TYPE" val="[]"/>
  <p:tag name="KSO_WM_UNIT_LAYERLEVEL" val="1"/>
  <p:tag name="KSO_WM_TAG_VERSION" val="1.0"/>
  <p:tag name="KSO_WM_BEAUTIFY_FLAG" val="#wm#"/>
  <p:tag name="REFSHAPE" val="1197588780"/>
  <p:tag name="KSO_WM_UNIT_PICTURE_CLIP_FLAG" val="0"/>
</p:tagLst>
</file>

<file path=ppt/tags/tag1937.xml><?xml version="1.0" encoding="utf-8"?>
<p:tagLst xmlns:p="http://schemas.openxmlformats.org/presentationml/2006/main">
  <p:tag name="KSO_WM_SLIDE_ID" val="diagram20204619_1"/>
  <p:tag name="KSO_WM_TEMPLATE_SUBCATEGORY" val="0"/>
  <p:tag name="KSO_WM_TEMPLATE_MASTER_TYPE" val="0"/>
  <p:tag name="KSO_WM_TEMPLATE_COLOR_TYPE" val="1"/>
  <p:tag name="KSO_WM_SLIDE_TYPE" val="text"/>
  <p:tag name="KSO_WM_SLIDE_SUBTYPE" val="picTxt"/>
  <p:tag name="KSO_WM_SLIDE_ITEM_CNT" val="0"/>
  <p:tag name="KSO_WM_SLIDE_INDEX" val="1"/>
  <p:tag name="KSO_WM_SLIDE_SIZE" val="859*540"/>
  <p:tag name="KSO_WM_SLIDE_POSITION" val="50*0"/>
  <p:tag name="KSO_WM_TAG_VERSION" val="1.0"/>
  <p:tag name="KSO_WM_BEAUTIFY_FLAG" val="#wm#"/>
  <p:tag name="KSO_WM_TEMPLATE_CATEGORY" val="diagram"/>
  <p:tag name="KSO_WM_TEMPLATE_INDEX" val="20204619"/>
  <p:tag name="KSO_WM_SLIDE_LAYOUT" val="a_b_d_f"/>
  <p:tag name="KSO_WM_SLIDE_LAYOUT_CNT" val="1_1_1_1"/>
  <p:tag name="KSO_WM_SLIDE_BK_DARK_LIGHT" val="2"/>
  <p:tag name="KSO_WM_SLIDE_BACKGROUND_TYPE" val="general"/>
</p:tagLst>
</file>

<file path=ppt/tags/tag19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_12*i*1"/>
  <p:tag name="KSO_WM_UNIT_LAYERLEVEL" val="1"/>
  <p:tag name="KSO_WM_TAG_VERSION" val="1.0"/>
  <p:tag name="KSO_WM_BEAUTIFY_FLAG" val="#wm#"/>
  <p:tag name="KSO_WM_SLIDE_BACKGROUND_TYPE" val="general"/>
  <p:tag name="KSO_WM_SLIDE_BK_DARK_LIGHT" val="2"/>
</p:tagLst>
</file>

<file path=ppt/tags/tag1939.xml><?xml version="1.0" encoding="utf-8"?>
<p:tagLst xmlns:p="http://schemas.openxmlformats.org/presentationml/2006/main">
  <p:tag name="KSO_WM_TEMPLATE_CATEGORY" val="diagram"/>
  <p:tag name="KSO_WM_TEMPLATE_INDEX" val="20185425"/>
  <p:tag name="KSO_WM_TAG_VERSION" val="1.0"/>
  <p:tag name="KSO_WM_UNIT_TYPE" val="d"/>
  <p:tag name="KSO_WM_UNIT_INDEX" val="2"/>
  <p:tag name="KSO_WM_UNIT_ID" val="diagram20185425_2*d*2"/>
  <p:tag name="KSO_WM_UNIT_LAYERLEVEL" val="1"/>
  <p:tag name="KSO_WM_UNIT_VALUE" val="1334*988"/>
  <p:tag name="KSO_WM_UNIT_HIGHLIGHT" val="0"/>
  <p:tag name="KSO_WM_UNIT_COMPATIBLE" val="0"/>
  <p:tag name="KSO_WM_UNIT_CLEAR" val="0"/>
  <p:tag name="KSO_WM_BEAUTIFY_FLAG" val="#wm#"/>
  <p:tag name="REFSHAPE" val="1261141444"/>
  <p:tag name="KSO_WM_UNIT_PICTURE_CLIP_FLAG" val="0"/>
  <p:tag name="KSO_WM_UNIT_PLACING_PICTURE_USER_VIEWPORT" val="{&quot;height&quot;:3967,&quot;width&quot;:5119}"/>
</p:tagLst>
</file>

<file path=ppt/tags/tag1940.xml><?xml version="1.0" encoding="utf-8"?>
<p:tagLst xmlns:p="http://schemas.openxmlformats.org/presentationml/2006/main">
  <p:tag name="KSO_WM_TAG_VERSION" val="1.0"/>
  <p:tag name="KSO_WM_BEAUTIFY_FLAG" val="#wm#"/>
  <p:tag name="KSO_WM_UNIT_TYPE" val="i"/>
  <p:tag name="KSO_WM_UNIT_ID" val="diagram20185425_2*i*1"/>
  <p:tag name="KSO_WM_TEMPLATE_CATEGORY" val="diagram"/>
  <p:tag name="KSO_WM_TEMPLATE_INDEX" val="20185425"/>
  <p:tag name="KSO_WM_UNIT_INDEX" val="1"/>
  <p:tag name="KSO_WM_UNIT_FILL_FORE_SCHEMECOLOR_INDEX_BRIGHTNESS" val="0"/>
  <p:tag name="KSO_WM_UNIT_FILL_FORE_SCHEMECOLOR_INDEX" val="7"/>
  <p:tag name="KSO_WM_UNIT_FILL_TYPE" val="1"/>
  <p:tag name="KSO_WM_UNIT_TEXT_FILL_TYPE" val="1"/>
</p:tagLst>
</file>

<file path=ppt/tags/tag1941.xml><?xml version="1.0" encoding="utf-8"?>
<p:tagLst xmlns:p="http://schemas.openxmlformats.org/presentationml/2006/main">
  <p:tag name="KSO_WM_TAG_VERSION" val="1.0"/>
  <p:tag name="KSO_WM_BEAUTIFY_FLAG" val="#wm#"/>
  <p:tag name="KSO_WM_UNIT_TYPE" val="i"/>
  <p:tag name="KSO_WM_UNIT_ID" val="diagram20185425_2*i*2"/>
  <p:tag name="KSO_WM_TEMPLATE_CATEGORY" val="diagram"/>
  <p:tag name="KSO_WM_TEMPLATE_INDEX" val="20185425"/>
  <p:tag name="KSO_WM_UNIT_INDEX" val="2"/>
  <p:tag name="KSO_WM_UNIT_FILL_FORE_SCHEMECOLOR_INDEX_BRIGHTNESS" val="0"/>
  <p:tag name="KSO_WM_UNIT_FILL_FORE_SCHEMECOLOR_INDEX" val="5"/>
  <p:tag name="KSO_WM_UNIT_FILL_TYPE" val="1"/>
  <p:tag name="KSO_WM_UNIT_TEXT_FILL_TYPE" val="1"/>
</p:tagLst>
</file>

<file path=ppt/tags/tag1942.xml><?xml version="1.0" encoding="utf-8"?>
<p:tagLst xmlns:p="http://schemas.openxmlformats.org/presentationml/2006/main">
  <p:tag name="KSO_WM_TEMPLATE_CATEGORY" val="diagram"/>
  <p:tag name="KSO_WM_TEMPLATE_INDEX" val="20185425"/>
  <p:tag name="KSO_WM_TAG_VERSION" val="1.0"/>
  <p:tag name="KSO_WM_UNIT_TYPE" val="a"/>
  <p:tag name="KSO_WM_UNIT_INDEX" val="1"/>
  <p:tag name="KSO_WM_UNIT_ID" val="diagram20185425_2*a*1"/>
  <p:tag name="KSO_WM_UNIT_LAYERLEVEL" val="1"/>
  <p:tag name="KSO_WM_UNIT_VALUE" val="12"/>
  <p:tag name="KSO_WM_UNIT_ISCONTENTSTITLE" val="0"/>
  <p:tag name="KSO_WM_UNIT_HIGHLIGHT" val="0"/>
  <p:tag name="KSO_WM_UNIT_COMPATIBLE" val="0"/>
  <p:tag name="KSO_WM_UNIT_CLEAR" val="0"/>
  <p:tag name="KSO_WM_BEAUTIFY_FLAG" val="#wm#"/>
  <p:tag name="KSO_WM_UNIT_PRESET_TEXT" val="LOREM IPSUM DOLOR"/>
  <p:tag name="KSO_WM_UNIT_TEXT_FILL_FORE_SCHEMECOLOR_INDEX_BRIGHTNESS" val="0"/>
  <p:tag name="KSO_WM_UNIT_TEXT_FILL_FORE_SCHEMECOLOR_INDEX" val="15"/>
  <p:tag name="KSO_WM_UNIT_TEXT_FILL_TYPE" val="1"/>
</p:tagLst>
</file>

<file path=ppt/tags/tag1943.xml><?xml version="1.0" encoding="utf-8"?>
<p:tagLst xmlns:p="http://schemas.openxmlformats.org/presentationml/2006/main">
  <p:tag name="KSO_WM_TEMPLATE_CATEGORY" val="diagram"/>
  <p:tag name="KSO_WM_TEMPLATE_INDEX" val="20185425"/>
  <p:tag name="KSO_WM_DIAGRAM_GROUP_CODE" val="l1-6"/>
  <p:tag name="KSO_WM_TAG_VERSION" val="1.0"/>
  <p:tag name="KSO_WM_UNIT_TYPE" val="f"/>
  <p:tag name="KSO_WM_UNIT_INDEX" val="1"/>
  <p:tag name="KSO_WM_UNIT_ID" val="diagram20185425_2*f*1"/>
  <p:tag name="KSO_WM_UNIT_LAYERLEVEL" val="1"/>
  <p:tag name="KSO_WM_UNIT_VALUE" val="165"/>
  <p:tag name="KSO_WM_UNIT_HIGHLIGHT" val="0"/>
  <p:tag name="KSO_WM_UNIT_COMPATIBLE" val="0"/>
  <p:tag name="KSO_WM_UNIT_CLEAR" val="0"/>
  <p:tag name="KSO_WM_BEAUTIFY_FLAG" val="#wm#"/>
  <p:tag name="KSO_WM_UNIT_PRESET_TEXT" val="like a Please replace text, click , also can copy your content to this drectl. Please replace text, click add relevant headline, modify the text content, also can copy your content to this directly, power to raise and purify click , also can copy your content &#10;strain of A peep at some distant thoughts like a strain  at some distant orb has power _x000B_peep at some distant orb has power to raise and purify our thoughts like a strain of A peep at some distant orb has power to raise and purify our though like a Please replace text, click , also can copy your content to this drectl. Please replace text also can copy your content to this directly distant orb has power to raise power to raise and purify our. power to raise and purify our thoughts like a strain of A peep at some distant orb has power to raise and purify our though like a Please replace text, click ."/>
  <p:tag name="KSO_WM_UNIT_TEXT_FILL_FORE_SCHEMECOLOR_INDEX" val="13"/>
  <p:tag name="KSO_WM_UNIT_TEXT_FILL_TYPE" val="1"/>
  <p:tag name="KSO_WM_UNIT_USESOURCEFORMAT_APPLY" val="1"/>
</p:tagLst>
</file>

<file path=ppt/tags/tag1944.xml><?xml version="1.0" encoding="utf-8"?>
<p:tagLst xmlns:p="http://schemas.openxmlformats.org/presentationml/2006/main">
  <p:tag name="KSO_WM_TEMPLATE_CATEGORY" val="diagram"/>
  <p:tag name="KSO_WM_TEMPLATE_INDEX" val="20185425"/>
  <p:tag name="KSO_WM_TAG_VERSION" val="1.0"/>
  <p:tag name="KSO_WM_UNIT_TYPE" val="d"/>
  <p:tag name="KSO_WM_UNIT_INDEX" val="1"/>
  <p:tag name="KSO_WM_UNIT_ID" val="diagram20185425_2*d*1"/>
  <p:tag name="KSO_WM_UNIT_LAYERLEVEL" val="1"/>
  <p:tag name="KSO_WM_UNIT_VALUE" val="684*1172"/>
  <p:tag name="KSO_WM_UNIT_HIGHLIGHT" val="0"/>
  <p:tag name="KSO_WM_UNIT_COMPATIBLE" val="0"/>
  <p:tag name="KSO_WM_UNIT_CLEAR" val="0"/>
  <p:tag name="KSO_WM_BEAUTIFY_FLAG" val="#wm#"/>
  <p:tag name="REFSHAPE" val="1664548836"/>
  <p:tag name="KSO_WM_UNIT_PICTURE_CLIP_FLAG" val="0"/>
</p:tagLst>
</file>

<file path=ppt/tags/tag1945.xml><?xml version="1.0" encoding="utf-8"?>
<p:tagLst xmlns:p="http://schemas.openxmlformats.org/presentationml/2006/main">
  <p:tag name="KSO_WM_SLIDE_ID" val="diagram20185425_2"/>
  <p:tag name="KSO_WM_TEMPLATE_SUBCATEGORY" val="0"/>
  <p:tag name="KSO_WM_TEMPLATE_MASTER_TYPE" val="0"/>
  <p:tag name="KSO_WM_TEMPLATE_COLOR_TYPE" val="1"/>
  <p:tag name="KSO_WM_SLIDE_TYPE" val="text"/>
  <p:tag name="KSO_WM_SLIDE_SUBTYPE" val="picTxt"/>
  <p:tag name="KSO_WM_SLIDE_ITEM_CNT" val="5"/>
  <p:tag name="KSO_WM_SLIDE_INDEX" val="2"/>
  <p:tag name="KSO_WM_SLIDE_SIZE" val="838*347"/>
  <p:tag name="KSO_WM_SLIDE_POSITION" val="82*140"/>
  <p:tag name="KSO_WM_TAG_VERSION" val="1.0"/>
  <p:tag name="KSO_WM_BEAUTIFY_FLAG" val="#wm#"/>
  <p:tag name="KSO_WM_TEMPLATE_CATEGORY" val="diagram"/>
  <p:tag name="KSO_WM_TEMPLATE_INDEX" val="20185425"/>
  <p:tag name="KSO_WM_SLIDE_LAYOUT" val="a_f_d_b"/>
  <p:tag name="KSO_WM_SLIDE_LAYOUT_CNT" val="1_1_2_1"/>
  <p:tag name="KSO_WM_SLIDE_BK_DARK_LIGHT" val="2"/>
  <p:tag name="KSO_WM_SLIDE_BACKGROUND_TYPE" val="general"/>
</p:tagLst>
</file>

<file path=ppt/tags/tag19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h"/>
  <p:tag name="KSO_WM_UNIT_TYPE" val="i"/>
  <p:tag name="KSO_WM_UNIT_INDEX" val="1"/>
  <p:tag name="KSO_WM_UNIT_ID" val="_17*i*1"/>
  <p:tag name="KSO_WM_UNIT_BK_DARK_LIGHT" val="2"/>
  <p:tag name="KSO_WM_UNIT_LAYERLEVEL" val="1"/>
  <p:tag name="KSO_WM_TAG_VERSION" val="1.0"/>
  <p:tag name="KSO_WM_BEAUTIFY_FLAG" val="#wm#"/>
  <p:tag name="KSO_WM_SLIDE_BACKGROUND_TYPE" val="navigation"/>
  <p:tag name="KSO_WM_SLIDE_BK_DARK_LIGHT" val="2"/>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2"/>
  <p:tag name="KSO_WM_UNIT_TEXT_FILL_TYPE" val="1"/>
</p:tagLst>
</file>

<file path=ppt/tags/tag1947.xml><?xml version="1.0" encoding="utf-8"?>
<p:tagLst xmlns:p="http://schemas.openxmlformats.org/presentationml/2006/main">
  <p:tag name="KSO_WM_UNIT_ISCONTENTSTITLE" val="0"/>
  <p:tag name="KSO_WM_UNIT_NOCLEAR" val="0"/>
  <p:tag name="KSO_WM_UNIT_HIGHLIGHT" val="0"/>
  <p:tag name="KSO_WM_UNIT_COMPATIBLE" val="0"/>
  <p:tag name="KSO_WM_UNIT_DIAGRAM_ISNUMVISUAL" val="0"/>
  <p:tag name="KSO_WM_UNIT_DIAGRAM_ISREFERUNIT" val="0"/>
  <p:tag name="KSO_WM_UNIT_ID" val="diagram20203891_1*a*1"/>
  <p:tag name="KSO_WM_TEMPLATE_CATEGORY" val="diagram"/>
  <p:tag name="KSO_WM_TEMPLATE_INDEX" val="20203891"/>
  <p:tag name="KSO_WM_UNIT_LAYERLEVEL" val="1"/>
  <p:tag name="KSO_WM_TAG_VERSION" val="1.0"/>
  <p:tag name="KSO_WM_BEAUTIFY_FLAG" val="#wm#"/>
  <p:tag name="KSO_WM_UNIT_PRESET_TEXT" val="单击输入大标题"/>
  <p:tag name="KSO_WM_UNIT_VALUE" val="26"/>
  <p:tag name="KSO_WM_UNIT_TYPE" val="a"/>
  <p:tag name="KSO_WM_UNIT_INDEX" val="1"/>
  <p:tag name="KSO_WM_UNIT_DEFAULT_FONT" val="28;32;4"/>
  <p:tag name="KSO_WM_UNIT_BLOCK" val="0"/>
  <p:tag name="KSO_WM_UNIT_ISNUMDGMTITLE" val="0"/>
  <p:tag name="KSO_WM_UNIT_PLACING_PICTURE_MD4" val="0"/>
  <p:tag name="KSO_WM_UNIT_TEXT_FILL_FORE_SCHEMECOLOR_INDEX_BRIGHTNESS" val="0"/>
  <p:tag name="KSO_WM_UNIT_TEXT_FILL_FORE_SCHEMECOLOR_INDEX" val="14"/>
  <p:tag name="KSO_WM_UNIT_TEXT_FILL_TYPE" val="1"/>
</p:tagLst>
</file>

<file path=ppt/tags/tag19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03891_1*i*1"/>
  <p:tag name="KSO_WM_TEMPLATE_CATEGORY" val="diagram"/>
  <p:tag name="KSO_WM_TEMPLATE_INDEX" val="20203891"/>
  <p:tag name="KSO_WM_UNIT_LAYERLEVEL" val="1"/>
  <p:tag name="KSO_WM_TAG_VERSION" val="1.0"/>
  <p:tag name="KSO_WM_BEAUTIFY_FLAG" val="#wm#"/>
  <p:tag name="KSO_WM_UNIT_BLOCK" val="0"/>
  <p:tag name="KSO_WM_UNIT_SM_LIMIT_TYPE" val="2"/>
  <p:tag name="KSO_WM_UNIT_DECORATE_INFO" val="{&quot;DecorateInfoX&quot;:{&quot;IsLeft&quot;:false,&quot;IsRight&quot;:true,&quot;IsAbs&quot;:true},&quot;DecorateInfoY&quot;:{&quot;IsTop&quot;:true,&quot;IsBottom&quot;:false,&quot;IsAbs&quot;:true}}"/>
  <p:tag name="KSO_WM_UNIT_PLACING_PICTURE_MD4" val="0"/>
  <p:tag name="KSO_WM_UNIT_FILL_FORE_SCHEMECOLOR_INDEX_BRIGHTNESS" val="0"/>
  <p:tag name="KSO_WM_UNIT_FILL_FORE_SCHEMECOLOR_INDEX" val="16"/>
  <p:tag name="KSO_WM_UNIT_FILL_TYPE" val="1"/>
  <p:tag name="KSO_WM_UNIT_SHADOW_SCHEMECOLOR_INDEX_BRIGHTNESS" val="0"/>
  <p:tag name="KSO_WM_UNIT_SHADOW_SCHEMECOLOR_INDEX" val="13"/>
  <p:tag name="KSO_WM_UNIT_TEXT_FILL_TYPE" val="1"/>
</p:tagLst>
</file>

<file path=ppt/tags/tag19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diagram20203891_1*i*2"/>
  <p:tag name="KSO_WM_TEMPLATE_CATEGORY" val="diagram"/>
  <p:tag name="KSO_WM_TEMPLATE_INDEX" val="20203891"/>
  <p:tag name="KSO_WM_UNIT_LAYERLEVEL" val="1"/>
  <p:tag name="KSO_WM_TAG_VERSION" val="1.0"/>
  <p:tag name="KSO_WM_BEAUTIFY_FLAG" val="#wm#"/>
  <p:tag name="KSO_WM_UNIT_BLOCK" val="0"/>
  <p:tag name="KSO_WM_UNIT_SM_LIMIT_TYPE" val="2"/>
  <p:tag name="KSO_WM_UNIT_DECORATE_INFO" val="{&quot;DecorateInfoX&quot;:{&quot;IsLeft&quot;:true,&quot;IsRight&quot;:false,&quot;IsAbs&quot;:true},&quot;DecorateInfoY&quot;:{&quot;IsTop&quot;:true,&quot;IsBottom&quot;:false,&quot;IsAbs&quot;:true}}"/>
  <p:tag name="KSO_WM_UNIT_PLACING_PICTURE_MD4" val="0"/>
  <p:tag name="KSO_WM_UNIT_FILL_FORE_SCHEMECOLOR_INDEX_BRIGHTNESS" val="0"/>
  <p:tag name="KSO_WM_UNIT_FILL_FORE_SCHEMECOLOR_INDEX" val="16"/>
  <p:tag name="KSO_WM_UNIT_FILL_TYPE" val="1"/>
  <p:tag name="KSO_WM_UNIT_TEXT_FILL_TYPE" val="1"/>
</p:tagLst>
</file>

<file path=ppt/tags/tag19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7"/>
  <p:tag name="KSO_WM_UNIT_ID" val="diagram20203891_1*i*7"/>
  <p:tag name="KSO_WM_TEMPLATE_CATEGORY" val="diagram"/>
  <p:tag name="KSO_WM_TEMPLATE_INDEX" val="20203891"/>
  <p:tag name="KSO_WM_UNIT_LAYERLEVEL" val="1"/>
  <p:tag name="KSO_WM_TAG_VERSION" val="1.0"/>
  <p:tag name="KSO_WM_BEAUTIFY_FLAG" val="#wm#"/>
  <p:tag name="KSO_WM_UNIT_BLOCK" val="0"/>
  <p:tag name="KSO_WM_UNIT_SM_LIMIT_TYPE" val="1"/>
  <p:tag name="KSO_WM_UNIT_DECORATE_INFO" val="{&quot;DecorateInfoX&quot;:{&quot;IsLeft&quot;:true,&quot;IsRight&quot;:false,&quot;IsAbs&quot;:true},&quot;DecorateInfoY&quot;:{&quot;IsTop&quot;:true,&quot;IsBottom&quot;:false,&quot;IsAbs&quot;:true}}"/>
  <p:tag name="KSO_WM_UNIT_PLACING_PICTURE_MD4" val="0"/>
  <p:tag name="KSO_WM_UNIT_TEXT_FILL_TYPE" val="1"/>
</p:tagLst>
</file>

<file path=ppt/tags/tag19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
  <p:tag name="KSO_WM_UNIT_ID" val="diagram20203891_1*i*4"/>
  <p:tag name="KSO_WM_TEMPLATE_CATEGORY" val="diagram"/>
  <p:tag name="KSO_WM_TEMPLATE_INDEX" val="20203891"/>
  <p:tag name="KSO_WM_UNIT_LAYERLEVEL" val="1"/>
  <p:tag name="KSO_WM_TAG_VERSION" val="1.0"/>
  <p:tag name="KSO_WM_BEAUTIFY_FLAG" val="#wm#"/>
  <p:tag name="KSO_WM_UNIT_SM_LIMIT_TYPE" val="1"/>
  <p:tag name="KSO_WM_UNIT_PLACING_PICTURE_MD4" val="0"/>
  <p:tag name="KSO_WM_UNIT_FILL_FORE_SCHEMECOLOR_INDEX_BRIGHTNESS" val="-0.25"/>
  <p:tag name="KSO_WM_UNIT_FILL_FORE_SCHEMECOLOR_INDEX" val="8"/>
  <p:tag name="KSO_WM_UNIT_FILL_TYPE" val="1"/>
  <p:tag name="KSO_WM_UNIT_TEXT_FILL_TYPE" val="1"/>
</p:tagLst>
</file>

<file path=ppt/tags/tag19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5"/>
  <p:tag name="KSO_WM_UNIT_ID" val="diagram20203891_1*i*5"/>
  <p:tag name="KSO_WM_TEMPLATE_CATEGORY" val="diagram"/>
  <p:tag name="KSO_WM_TEMPLATE_INDEX" val="20203891"/>
  <p:tag name="KSO_WM_UNIT_LAYERLEVEL" val="1"/>
  <p:tag name="KSO_WM_TAG_VERSION" val="1.0"/>
  <p:tag name="KSO_WM_BEAUTIFY_FLAG" val="#wm#"/>
  <p:tag name="KSO_WM_UNIT_SM_LIMIT_TYPE" val="1"/>
  <p:tag name="KSO_WM_UNIT_PLACING_PICTURE_MD4" val="0"/>
  <p:tag name="KSO_WM_UNIT_FILL_FORE_SCHEMECOLOR_INDEX_BRIGHTNESS" val="-0.25"/>
  <p:tag name="KSO_WM_UNIT_FILL_FORE_SCHEMECOLOR_INDEX" val="8"/>
  <p:tag name="KSO_WM_UNIT_FILL_TYPE" val="1"/>
  <p:tag name="KSO_WM_UNIT_TEXT_FILL_TYPE" val="1"/>
</p:tagLst>
</file>

<file path=ppt/tags/tag19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6"/>
  <p:tag name="KSO_WM_UNIT_ID" val="diagram20203891_1*i*6"/>
  <p:tag name="KSO_WM_TEMPLATE_CATEGORY" val="diagram"/>
  <p:tag name="KSO_WM_TEMPLATE_INDEX" val="20203891"/>
  <p:tag name="KSO_WM_UNIT_LAYERLEVEL" val="1"/>
  <p:tag name="KSO_WM_TAG_VERSION" val="1.0"/>
  <p:tag name="KSO_WM_BEAUTIFY_FLAG" val="#wm#"/>
  <p:tag name="KSO_WM_UNIT_SM_LIMIT_TYPE" val="1"/>
  <p:tag name="KSO_WM_UNIT_PLACING_PICTURE_MD4" val="0"/>
  <p:tag name="KSO_WM_UNIT_FILL_FORE_SCHEMECOLOR_INDEX_BRIGHTNESS" val="-0.25"/>
  <p:tag name="KSO_WM_UNIT_FILL_FORE_SCHEMECOLOR_INDEX" val="8"/>
  <p:tag name="KSO_WM_UNIT_FILL_TYPE" val="1"/>
  <p:tag name="KSO_WM_UNIT_TEXT_FILL_TYPE" val="1"/>
</p:tagLst>
</file>

<file path=ppt/tags/tag1954.xml><?xml version="1.0" encoding="utf-8"?>
<p:tagLst xmlns:p="http://schemas.openxmlformats.org/presentationml/2006/main">
  <p:tag name="KSO_WM_UNIT_PRESET_TEXT" val="我们是致力于研究AI智能创作PPT的一个团队;我们潜心钻研幻灯片的演示规律与创作思路，希望通过人工智能解放用户双手，不仅高效，而且精准。&#10;我们拥有金山办公软件30年的技术积累，WPS的300,000,000个忠实用户；以及一支富有研究精神，匠心做事的团队。"/>
  <p:tag name="KSO_WM_UNIT_NOCLEAR" val="0"/>
  <p:tag name="KSO_WM_UNIT_VALUE" val="40"/>
  <p:tag name="KSO_WM_UNIT_HIGHLIGHT" val="0"/>
  <p:tag name="KSO_WM_UNIT_COMPATIBLE" val="0"/>
  <p:tag name="KSO_WM_UNIT_DIAGRAM_ISNUMVISUAL" val="0"/>
  <p:tag name="KSO_WM_UNIT_DIAGRAM_ISREFERUNIT" val="0"/>
  <p:tag name="KSO_WM_UNIT_TYPE" val="f"/>
  <p:tag name="KSO_WM_UNIT_INDEX" val="1"/>
  <p:tag name="KSO_WM_UNIT_ID" val="diagram20203891_1*f*1"/>
  <p:tag name="KSO_WM_TEMPLATE_CATEGORY" val="diagram"/>
  <p:tag name="KSO_WM_TEMPLATE_INDEX" val="20203891"/>
  <p:tag name="KSO_WM_UNIT_LAYERLEVEL" val="1"/>
  <p:tag name="KSO_WM_TAG_VERSION" val="1.0"/>
  <p:tag name="KSO_WM_BEAUTIFY_FLAG" val="#wm#"/>
  <p:tag name="KSO_WM_UNIT_DEFAULT_FONT" val="14;16;2"/>
  <p:tag name="KSO_WM_UNIT_BLOCK" val="0"/>
  <p:tag name="KSO_WM_UNIT_SM_LIMIT_TYPE" val="1"/>
  <p:tag name="KSO_WM_UNIT_PLACING_PICTURE_MD4" val="0"/>
  <p:tag name="KSO_WM_UNIT_TEXT_FILL_FORE_SCHEMECOLOR_INDEX_BRIGHTNESS" val="0.35"/>
  <p:tag name="KSO_WM_UNIT_TEXT_FILL_FORE_SCHEMECOLOR_INDEX" val="13"/>
  <p:tag name="KSO_WM_UNIT_TEXT_FILL_TYPE" val="1"/>
</p:tagLst>
</file>

<file path=ppt/tags/tag19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03891_1*d*1"/>
  <p:tag name="KSO_WM_TEMPLATE_CATEGORY" val="diagram"/>
  <p:tag name="KSO_WM_TEMPLATE_INDEX" val="20203891"/>
  <p:tag name="KSO_WM_UNIT_LAYERLEVEL" val="1"/>
  <p:tag name="KSO_WM_TAG_VERSION" val="1.0"/>
  <p:tag name="KSO_WM_BEAUTIFY_FLAG" val="#wm#"/>
  <p:tag name="KSO_WM_UNIT_PLACING_PICTURE_INFO" val="{&quot;full_picture&quot;:false,&quot;last_crop_picture&quot;:&quot;1-1&quot;,&quot;selected&quot;:&quot;1-1&quot;,&quot;spacing&quot;:6}"/>
  <p:tag name="KSO_WM_UNIT_VALUE" val="1016*1355"/>
  <p:tag name="KSO_WM_UNIT_TYPE" val="d"/>
  <p:tag name="KSO_WM_UNIT_INDEX" val="1"/>
  <p:tag name="KSO_WM_UNIT_SUPPORT_UNIT_TYPE" val="[&quot;all&quot;]"/>
  <p:tag name="KSO_WM_UNIT_BLOCK" val="0"/>
  <p:tag name="KSO_WM_UNIT_SM_LIMIT_TYPE" val="1"/>
  <p:tag name="KSO_WM_UNIT_PLACING_PICTURE_MD4" val="0"/>
  <p:tag name="REFSHAPE" val="1264782756"/>
</p:tagLst>
</file>

<file path=ppt/tags/tag1956.xml><?xml version="1.0" encoding="utf-8"?>
<p:tagLst xmlns:p="http://schemas.openxmlformats.org/presentationml/2006/main">
  <p:tag name="KSO_WM_SLIDE_ID" val="diagram20203891_1"/>
  <p:tag name="KSO_WM_TEMPLATE_SUBCATEGORY" val="11"/>
  <p:tag name="KSO_WM_TEMPLATE_MASTER_TYPE" val="0"/>
  <p:tag name="KSO_WM_TEMPLATE_COLOR_TYPE" val="1"/>
  <p:tag name="KSO_WM_SLIDE_TYPE" val="text"/>
  <p:tag name="KSO_WM_SLIDE_SUBTYPE" val="picTxt"/>
  <p:tag name="KSO_WM_SLIDE_ITEM_CNT" val="0"/>
  <p:tag name="KSO_WM_SLIDE_INDEX" val="1"/>
  <p:tag name="KSO_WM_SLIDE_SIZE" val="960*508"/>
  <p:tag name="KSO_WM_SLIDE_POSITION" val="0*0"/>
  <p:tag name="KSO_WM_TAG_VERSION" val="1.0"/>
  <p:tag name="KSO_WM_BEAUTIFY_FLAG" val="#wm#"/>
  <p:tag name="KSO_WM_TEMPLATE_CATEGORY" val="diagram"/>
  <p:tag name="KSO_WM_TEMPLATE_INDEX" val="20203891"/>
  <p:tag name="KSO_WM_SLIDE_LAYOUT" val="a_d_f_i"/>
  <p:tag name="KSO_WM_SLIDE_LAYOUT_CNT" val="1_1_1_1"/>
  <p:tag name="KSO_WM_SLIDE_BK_DARK_LIGHT" val="2"/>
  <p:tag name="KSO_WM_SLIDE_BACKGROUND_TYPE" val="navigation"/>
  <p:tag name="KSO_WM_SLIDE_LAYOUT_INFO" val="{&#10;    &quot;backgroundInfo&quot;: [&#10;        {&#10;            &quot;bottom&quot;: 0,&#10;            &quot;bottomAbs&quot;: false,&#10;            &quot;left&quot;: 0,&#10;            &quot;leftAbs&quot;: false,&#10;            &quot;right&quot;: 0,&#10;            &quot;rightAbs&quot;: false,&#10;            &quot;top&quot;: 0,&#10;            &quot;topAbs&quot;: false,&#10;            &quot;type&quot;: &quot;general&quot;&#10;        }&#10;    ],&#10;    &quot;id&quot;: &quot;2020-04-20T20:23:45&quot;,&#10;    &quot;maxSize&quot;: {&#10;        &quot;size1&quot;: 13.5&#10;    },&#10;    &quot;minSize&quot;: {&#10;        &quot;size1&quot;: 13.5&#10;    },&#10;    &quot;normalSize&quot;: {&#10;        &quot;size1&quot;: 13.5&#10;    },&#10;    &quot;subLayout&quot;: [&#10;        {&#10;            &quot;backgroundInfo&quot;: [&#10;                {&#10;                    &quot;bottom&quot;: 0,&#10;                    &quot;bottomAbs&quot;: false,&#10;                    &quot;left&quot;: 0,&#10;                    &quot;leftAbs&quot;: false,&#10;                    &quot;right&quot;: 0,&#10;                    &quot;rightAbs&quot;: false,&#10;                    &quot;top&quot;: 0,&#10;                    &quot;topAbs&quot;: false,&#10;                    &quot;type&quot;: &quot;navigation&quot;&#10;                }&#10;            ],&#10;            &quot;id&quot;: &quot;2020-04-20T20:23:45&quot;,&#10;            &quot;margin&quot;: {&#10;                &quot;bottom&quot;: 0.026000002399086952,&#10;                &quot;left&quot;: 1.690000057220459,&#10;                &quot;right&quot;: 1.690000057220459,&#10;                &quot;top&quot;: 0&#10;            },&#10;            &quot;type&quot;: 0&#10;        },&#10;        {&#10;            &quot;direction&quot;: 1,&#10;            &quot;id&quot;: &quot;2020-04-20T20:23:45&quot;,&#10;            &quot;maxSize&quot;: {&#10;                &quot;size1&quot;: 70&#10;            },&#10;            &quot;minSize&quot;: {&#10;                &quot;size1&quot;: 35&#10;            },&#10;            &quot;normalSize&quot;: {&#10;                &quot;size1&quot;: 56.670833333333334&#10;            },&#10;            &quot;subLayout&quot;: [&#10;                {&#10;                    &quot;id&quot;: &quot;2020-04-20T20:23:45&quot;,&#10;                    &quot;margin&quot;: {&#10;                        &quot;bottom&quot;: 4.0399999618530273,&#10;                        &quot;left&quot;: 2.1099998950958252,&#10;                        &quot;right&quot;: 2.0999999046325684,&#10;                        &quot;top&quot;: 2.2999999523162842&#10;                    },&#10;                    &quot;type&quot;: 0&#10;                },&#10;                {&#10;                    &quot;direction&quot;: 1,&#10;                    &quot;id&quot;: &quot;2020-04-20T20:23:45&quot;,&#10;                    &quot;margin&quot;: {&#10;                        &quot;bottom&quot;: 4.4800000190734863,&#10;                        &quot;left&quot;: 0.85000002384185791,&#10;                        &quot;right&quot;: 2.570000171661377,&#10;                        &quot;top&quot;: 2.7300000190734863&#10;                    },&#10;                    &quot;type&quot;: 0&#10;                }&#10;            ],&#10;            &quot;type&quot;: 0&#10;        }&#10;    ],&#10;    &quot;type&quot;: 0&#10;}&#10;"/>
  <p:tag name="KSO_WM_SLIDE_CAN_ADD_NAVIGATION" val="1"/>
  <p:tag name="KSO_WM_SLIDE_BACKGROUND" val="[&quot;general&quot;,&quot;navigation&quot;]"/>
  <p:tag name="KSO_WM_SLIDE_RATIO" val="1.777778"/>
</p:tagLst>
</file>

<file path=ppt/tags/tag19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h"/>
  <p:tag name="KSO_WM_UNIT_TYPE" val="i"/>
  <p:tag name="KSO_WM_UNIT_INDEX" val="1"/>
  <p:tag name="KSO_WM_UNIT_ID" val="_17*i*1"/>
  <p:tag name="KSO_WM_UNIT_BK_DARK_LIGHT" val="2"/>
  <p:tag name="KSO_WM_UNIT_LAYERLEVEL" val="1"/>
  <p:tag name="KSO_WM_TAG_VERSION" val="1.0"/>
  <p:tag name="KSO_WM_BEAUTIFY_FLAG" val="#wm#"/>
  <p:tag name="KSO_WM_SLIDE_BACKGROUND_TYPE" val="navigation"/>
  <p:tag name="KSO_WM_SLIDE_BK_DARK_LIGHT" val="2"/>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2"/>
  <p:tag name="KSO_WM_UNIT_TEXT_FILL_TYPE" val="1"/>
</p:tagLst>
</file>

<file path=ppt/tags/tag1958.xml><?xml version="1.0" encoding="utf-8"?>
<p:tagLst xmlns:p="http://schemas.openxmlformats.org/presentationml/2006/main">
  <p:tag name="KSO_WM_UNIT_ISCONTENTSTITLE" val="0"/>
  <p:tag name="KSO_WM_UNIT_NOCLEAR" val="0"/>
  <p:tag name="KSO_WM_UNIT_HIGHLIGHT" val="0"/>
  <p:tag name="KSO_WM_UNIT_COMPATIBLE" val="0"/>
  <p:tag name="KSO_WM_UNIT_DIAGRAM_ISNUMVISUAL" val="0"/>
  <p:tag name="KSO_WM_UNIT_DIAGRAM_ISREFERUNIT" val="0"/>
  <p:tag name="KSO_WM_UNIT_ID" val="diagram20203891_1*a*1"/>
  <p:tag name="KSO_WM_TEMPLATE_CATEGORY" val="diagram"/>
  <p:tag name="KSO_WM_TEMPLATE_INDEX" val="20203891"/>
  <p:tag name="KSO_WM_UNIT_LAYERLEVEL" val="1"/>
  <p:tag name="KSO_WM_TAG_VERSION" val="1.0"/>
  <p:tag name="KSO_WM_BEAUTIFY_FLAG" val="#wm#"/>
  <p:tag name="KSO_WM_UNIT_PRESET_TEXT" val="单击输入大标题"/>
  <p:tag name="KSO_WM_UNIT_VALUE" val="26"/>
  <p:tag name="KSO_WM_UNIT_TYPE" val="a"/>
  <p:tag name="KSO_WM_UNIT_INDEX" val="1"/>
  <p:tag name="KSO_WM_UNIT_DEFAULT_FONT" val="28;32;4"/>
  <p:tag name="KSO_WM_UNIT_BLOCK" val="0"/>
  <p:tag name="KSO_WM_UNIT_ISNUMDGMTITLE" val="0"/>
  <p:tag name="KSO_WM_UNIT_PLACING_PICTURE_MD4" val="0"/>
  <p:tag name="KSO_WM_UNIT_TEXT_FILL_FORE_SCHEMECOLOR_INDEX_BRIGHTNESS" val="0"/>
  <p:tag name="KSO_WM_UNIT_TEXT_FILL_FORE_SCHEMECOLOR_INDEX" val="14"/>
  <p:tag name="KSO_WM_UNIT_TEXT_FILL_TYPE" val="1"/>
</p:tagLst>
</file>

<file path=ppt/tags/tag19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03891_1*i*1"/>
  <p:tag name="KSO_WM_TEMPLATE_CATEGORY" val="diagram"/>
  <p:tag name="KSO_WM_TEMPLATE_INDEX" val="20203891"/>
  <p:tag name="KSO_WM_UNIT_LAYERLEVEL" val="1"/>
  <p:tag name="KSO_WM_TAG_VERSION" val="1.0"/>
  <p:tag name="KSO_WM_BEAUTIFY_FLAG" val="#wm#"/>
  <p:tag name="KSO_WM_UNIT_BLOCK" val="0"/>
  <p:tag name="KSO_WM_UNIT_SM_LIMIT_TYPE" val="2"/>
  <p:tag name="KSO_WM_UNIT_DECORATE_INFO" val="{&quot;DecorateInfoX&quot;:{&quot;IsLeft&quot;:false,&quot;IsRight&quot;:true,&quot;IsAbs&quot;:true},&quot;DecorateInfoY&quot;:{&quot;IsTop&quot;:true,&quot;IsBottom&quot;:false,&quot;IsAbs&quot;:true}}"/>
  <p:tag name="KSO_WM_UNIT_PLACING_PICTURE_MD4" val="0"/>
  <p:tag name="KSO_WM_UNIT_FILL_FORE_SCHEMECOLOR_INDEX_BRIGHTNESS" val="0"/>
  <p:tag name="KSO_WM_UNIT_FILL_FORE_SCHEMECOLOR_INDEX" val="16"/>
  <p:tag name="KSO_WM_UNIT_FILL_TYPE" val="1"/>
  <p:tag name="KSO_WM_UNIT_SHADOW_SCHEMECOLOR_INDEX_BRIGHTNESS" val="0"/>
  <p:tag name="KSO_WM_UNIT_SHADOW_SCHEMECOLOR_INDEX" val="13"/>
  <p:tag name="KSO_WM_UNIT_TEXT_FILL_TYPE" val="1"/>
</p:tagLst>
</file>

<file path=ppt/tags/tag19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diagram20203891_1*i*2"/>
  <p:tag name="KSO_WM_TEMPLATE_CATEGORY" val="diagram"/>
  <p:tag name="KSO_WM_TEMPLATE_INDEX" val="20203891"/>
  <p:tag name="KSO_WM_UNIT_LAYERLEVEL" val="1"/>
  <p:tag name="KSO_WM_TAG_VERSION" val="1.0"/>
  <p:tag name="KSO_WM_BEAUTIFY_FLAG" val="#wm#"/>
  <p:tag name="KSO_WM_UNIT_BLOCK" val="0"/>
  <p:tag name="KSO_WM_UNIT_SM_LIMIT_TYPE" val="2"/>
  <p:tag name="KSO_WM_UNIT_DECORATE_INFO" val="{&quot;DecorateInfoX&quot;:{&quot;IsLeft&quot;:true,&quot;IsRight&quot;:false,&quot;IsAbs&quot;:true},&quot;DecorateInfoY&quot;:{&quot;IsTop&quot;:true,&quot;IsBottom&quot;:false,&quot;IsAbs&quot;:true}}"/>
  <p:tag name="KSO_WM_UNIT_PLACING_PICTURE_MD4" val="0"/>
  <p:tag name="KSO_WM_UNIT_FILL_FORE_SCHEMECOLOR_INDEX_BRIGHTNESS" val="0"/>
  <p:tag name="KSO_WM_UNIT_FILL_FORE_SCHEMECOLOR_INDEX" val="16"/>
  <p:tag name="KSO_WM_UNIT_FILL_TYPE" val="1"/>
  <p:tag name="KSO_WM_UNIT_TEXT_FILL_TYPE" val="1"/>
</p:tagLst>
</file>

<file path=ppt/tags/tag19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7"/>
  <p:tag name="KSO_WM_UNIT_ID" val="diagram20203891_1*i*7"/>
  <p:tag name="KSO_WM_TEMPLATE_CATEGORY" val="diagram"/>
  <p:tag name="KSO_WM_TEMPLATE_INDEX" val="20203891"/>
  <p:tag name="KSO_WM_UNIT_LAYERLEVEL" val="1"/>
  <p:tag name="KSO_WM_TAG_VERSION" val="1.0"/>
  <p:tag name="KSO_WM_BEAUTIFY_FLAG" val="#wm#"/>
  <p:tag name="KSO_WM_UNIT_BLOCK" val="0"/>
  <p:tag name="KSO_WM_UNIT_SM_LIMIT_TYPE" val="1"/>
  <p:tag name="KSO_WM_UNIT_DECORATE_INFO" val="{&quot;DecorateInfoX&quot;:{&quot;IsLeft&quot;:true,&quot;IsRight&quot;:false,&quot;IsAbs&quot;:true},&quot;DecorateInfoY&quot;:{&quot;IsTop&quot;:true,&quot;IsBottom&quot;:false,&quot;IsAbs&quot;:true}}"/>
  <p:tag name="KSO_WM_UNIT_PLACING_PICTURE_MD4" val="0"/>
  <p:tag name="KSO_WM_UNIT_TEXT_FILL_TYPE" val="1"/>
</p:tagLst>
</file>

<file path=ppt/tags/tag196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
  <p:tag name="KSO_WM_UNIT_ID" val="diagram20203891_1*i*4"/>
  <p:tag name="KSO_WM_TEMPLATE_CATEGORY" val="diagram"/>
  <p:tag name="KSO_WM_TEMPLATE_INDEX" val="20203891"/>
  <p:tag name="KSO_WM_UNIT_LAYERLEVEL" val="1"/>
  <p:tag name="KSO_WM_TAG_VERSION" val="1.0"/>
  <p:tag name="KSO_WM_BEAUTIFY_FLAG" val="#wm#"/>
  <p:tag name="KSO_WM_UNIT_SM_LIMIT_TYPE" val="1"/>
  <p:tag name="KSO_WM_UNIT_PLACING_PICTURE_MD4" val="0"/>
  <p:tag name="KSO_WM_UNIT_FILL_FORE_SCHEMECOLOR_INDEX_BRIGHTNESS" val="-0.25"/>
  <p:tag name="KSO_WM_UNIT_FILL_FORE_SCHEMECOLOR_INDEX" val="8"/>
  <p:tag name="KSO_WM_UNIT_FILL_TYPE" val="1"/>
  <p:tag name="KSO_WM_UNIT_TEXT_FILL_TYPE" val="1"/>
</p:tagLst>
</file>

<file path=ppt/tags/tag196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5"/>
  <p:tag name="KSO_WM_UNIT_ID" val="diagram20203891_1*i*5"/>
  <p:tag name="KSO_WM_TEMPLATE_CATEGORY" val="diagram"/>
  <p:tag name="KSO_WM_TEMPLATE_INDEX" val="20203891"/>
  <p:tag name="KSO_WM_UNIT_LAYERLEVEL" val="1"/>
  <p:tag name="KSO_WM_TAG_VERSION" val="1.0"/>
  <p:tag name="KSO_WM_BEAUTIFY_FLAG" val="#wm#"/>
  <p:tag name="KSO_WM_UNIT_SM_LIMIT_TYPE" val="1"/>
  <p:tag name="KSO_WM_UNIT_PLACING_PICTURE_MD4" val="0"/>
  <p:tag name="KSO_WM_UNIT_FILL_FORE_SCHEMECOLOR_INDEX_BRIGHTNESS" val="-0.25"/>
  <p:tag name="KSO_WM_UNIT_FILL_FORE_SCHEMECOLOR_INDEX" val="8"/>
  <p:tag name="KSO_WM_UNIT_FILL_TYPE" val="1"/>
  <p:tag name="KSO_WM_UNIT_TEXT_FILL_TYPE" val="1"/>
</p:tagLst>
</file>

<file path=ppt/tags/tag196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6"/>
  <p:tag name="KSO_WM_UNIT_ID" val="diagram20203891_1*i*6"/>
  <p:tag name="KSO_WM_TEMPLATE_CATEGORY" val="diagram"/>
  <p:tag name="KSO_WM_TEMPLATE_INDEX" val="20203891"/>
  <p:tag name="KSO_WM_UNIT_LAYERLEVEL" val="1"/>
  <p:tag name="KSO_WM_TAG_VERSION" val="1.0"/>
  <p:tag name="KSO_WM_BEAUTIFY_FLAG" val="#wm#"/>
  <p:tag name="KSO_WM_UNIT_SM_LIMIT_TYPE" val="1"/>
  <p:tag name="KSO_WM_UNIT_PLACING_PICTURE_MD4" val="0"/>
  <p:tag name="KSO_WM_UNIT_FILL_FORE_SCHEMECOLOR_INDEX_BRIGHTNESS" val="-0.25"/>
  <p:tag name="KSO_WM_UNIT_FILL_FORE_SCHEMECOLOR_INDEX" val="8"/>
  <p:tag name="KSO_WM_UNIT_FILL_TYPE" val="1"/>
  <p:tag name="KSO_WM_UNIT_TEXT_FILL_TYPE" val="1"/>
</p:tagLst>
</file>

<file path=ppt/tags/tag1965.xml><?xml version="1.0" encoding="utf-8"?>
<p:tagLst xmlns:p="http://schemas.openxmlformats.org/presentationml/2006/main">
  <p:tag name="KSO_WM_UNIT_PRESET_TEXT" val="我们是致力于研究AI智能创作PPT的一个团队;我们潜心钻研幻灯片的演示规律与创作思路，希望通过人工智能解放用户双手，不仅高效，而且精准。&#10;我们拥有金山办公软件30年的技术积累，WPS的300,000,000个忠实用户；以及一支富有研究精神，匠心做事的团队。"/>
  <p:tag name="KSO_WM_UNIT_NOCLEAR" val="0"/>
  <p:tag name="KSO_WM_UNIT_VALUE" val="40"/>
  <p:tag name="KSO_WM_UNIT_HIGHLIGHT" val="0"/>
  <p:tag name="KSO_WM_UNIT_COMPATIBLE" val="0"/>
  <p:tag name="KSO_WM_UNIT_DIAGRAM_ISNUMVISUAL" val="0"/>
  <p:tag name="KSO_WM_UNIT_DIAGRAM_ISREFERUNIT" val="0"/>
  <p:tag name="KSO_WM_UNIT_TYPE" val="f"/>
  <p:tag name="KSO_WM_UNIT_INDEX" val="1"/>
  <p:tag name="KSO_WM_UNIT_ID" val="diagram20203891_1*f*1"/>
  <p:tag name="KSO_WM_TEMPLATE_CATEGORY" val="diagram"/>
  <p:tag name="KSO_WM_TEMPLATE_INDEX" val="20203891"/>
  <p:tag name="KSO_WM_UNIT_LAYERLEVEL" val="1"/>
  <p:tag name="KSO_WM_TAG_VERSION" val="1.0"/>
  <p:tag name="KSO_WM_BEAUTIFY_FLAG" val="#wm#"/>
  <p:tag name="KSO_WM_UNIT_DEFAULT_FONT" val="14;16;2"/>
  <p:tag name="KSO_WM_UNIT_BLOCK" val="0"/>
  <p:tag name="KSO_WM_UNIT_SM_LIMIT_TYPE" val="1"/>
  <p:tag name="KSO_WM_UNIT_PLACING_PICTURE_MD4" val="0"/>
  <p:tag name="KSO_WM_UNIT_TEXT_FILL_FORE_SCHEMECOLOR_INDEX_BRIGHTNESS" val="0.35"/>
  <p:tag name="KSO_WM_UNIT_TEXT_FILL_FORE_SCHEMECOLOR_INDEX" val="13"/>
  <p:tag name="KSO_WM_UNIT_TEXT_FILL_TYPE" val="1"/>
</p:tagLst>
</file>

<file path=ppt/tags/tag1966.xml><?xml version="1.0" encoding="utf-8"?>
<p:tagLst xmlns:p="http://schemas.openxmlformats.org/presentationml/2006/main">
  <p:tag name="KSO_WM_SLIDE_ID" val="diagram20203891_1"/>
  <p:tag name="KSO_WM_TEMPLATE_SUBCATEGORY" val="11"/>
  <p:tag name="KSO_WM_TEMPLATE_MASTER_TYPE" val="0"/>
  <p:tag name="KSO_WM_TEMPLATE_COLOR_TYPE" val="1"/>
  <p:tag name="KSO_WM_SLIDE_TYPE" val="text"/>
  <p:tag name="KSO_WM_SLIDE_SUBTYPE" val="picTxt"/>
  <p:tag name="KSO_WM_SLIDE_ITEM_CNT" val="0"/>
  <p:tag name="KSO_WM_SLIDE_INDEX" val="1"/>
  <p:tag name="KSO_WM_SLIDE_SIZE" val="960*508"/>
  <p:tag name="KSO_WM_SLIDE_POSITION" val="0*0"/>
  <p:tag name="KSO_WM_TAG_VERSION" val="1.0"/>
  <p:tag name="KSO_WM_BEAUTIFY_FLAG" val="#wm#"/>
  <p:tag name="KSO_WM_TEMPLATE_CATEGORY" val="diagram"/>
  <p:tag name="KSO_WM_TEMPLATE_INDEX" val="20203891"/>
  <p:tag name="KSO_WM_SLIDE_LAYOUT" val="a_d_f_i"/>
  <p:tag name="KSO_WM_SLIDE_LAYOUT_CNT" val="1_1_1_1"/>
  <p:tag name="KSO_WM_SLIDE_BK_DARK_LIGHT" val="2"/>
  <p:tag name="KSO_WM_SLIDE_BACKGROUND_TYPE" val="navigation"/>
  <p:tag name="KSO_WM_SLIDE_LAYOUT_INFO" val="{&#10;    &quot;backgroundInfo&quot;: [&#10;        {&#10;            &quot;bottom&quot;: 0,&#10;            &quot;bottomAbs&quot;: false,&#10;            &quot;left&quot;: 0,&#10;            &quot;leftAbs&quot;: false,&#10;            &quot;right&quot;: 0,&#10;            &quot;rightAbs&quot;: false,&#10;            &quot;top&quot;: 0,&#10;            &quot;topAbs&quot;: false,&#10;            &quot;type&quot;: &quot;general&quot;&#10;        }&#10;    ],&#10;    &quot;id&quot;: &quot;2020-04-20T20:23:45&quot;,&#10;    &quot;maxSize&quot;: {&#10;        &quot;size1&quot;: 13.5&#10;    },&#10;    &quot;minSize&quot;: {&#10;        &quot;size1&quot;: 13.5&#10;    },&#10;    &quot;normalSize&quot;: {&#10;        &quot;size1&quot;: 13.5&#10;    },&#10;    &quot;subLayout&quot;: [&#10;        {&#10;            &quot;backgroundInfo&quot;: [&#10;                {&#10;                    &quot;bottom&quot;: 0,&#10;                    &quot;bottomAbs&quot;: false,&#10;                    &quot;left&quot;: 0,&#10;                    &quot;leftAbs&quot;: false,&#10;                    &quot;right&quot;: 0,&#10;                    &quot;rightAbs&quot;: false,&#10;                    &quot;top&quot;: 0,&#10;                    &quot;topAbs&quot;: false,&#10;                    &quot;type&quot;: &quot;navigation&quot;&#10;                }&#10;            ],&#10;            &quot;id&quot;: &quot;2020-04-20T20:23:45&quot;,&#10;            &quot;margin&quot;: {&#10;                &quot;bottom&quot;: 0.026000002399086952,&#10;                &quot;left&quot;: 1.690000057220459,&#10;                &quot;right&quot;: 1.690000057220459,&#10;                &quot;top&quot;: 0&#10;            },&#10;            &quot;type&quot;: 0&#10;        },&#10;        {&#10;            &quot;direction&quot;: 1,&#10;            &quot;id&quot;: &quot;2020-04-20T20:23:45&quot;,&#10;            &quot;maxSize&quot;: {&#10;                &quot;size1&quot;: 70&#10;            },&#10;            &quot;minSize&quot;: {&#10;                &quot;size1&quot;: 35&#10;            },&#10;            &quot;normalSize&quot;: {&#10;                &quot;size1&quot;: 56.670833333333334&#10;            },&#10;            &quot;subLayout&quot;: [&#10;                {&#10;                    &quot;id&quot;: &quot;2020-04-20T20:23:45&quot;,&#10;                    &quot;margin&quot;: {&#10;                        &quot;bottom&quot;: 4.0399999618530273,&#10;                        &quot;left&quot;: 2.1099998950958252,&#10;                        &quot;right&quot;: 2.0999999046325684,&#10;                        &quot;top&quot;: 2.2999999523162842&#10;                    },&#10;                    &quot;type&quot;: 0&#10;                },&#10;                {&#10;                    &quot;direction&quot;: 1,&#10;                    &quot;id&quot;: &quot;2020-04-20T20:23:45&quot;,&#10;                    &quot;margin&quot;: {&#10;                        &quot;bottom&quot;: 4.4800000190734863,&#10;                        &quot;left&quot;: 0.85000002384185791,&#10;                        &quot;right&quot;: 2.570000171661377,&#10;                        &quot;top&quot;: 2.7300000190734863&#10;                    },&#10;                    &quot;type&quot;: 0&#10;                }&#10;            ],&#10;            &quot;type&quot;: 0&#10;        }&#10;    ],&#10;    &quot;type&quot;: 0&#10;}&#10;"/>
  <p:tag name="KSO_WM_SLIDE_CAN_ADD_NAVIGATION" val="1"/>
  <p:tag name="KSO_WM_SLIDE_BACKGROUND" val="[&quot;general&quot;,&quot;navigation&quot;]"/>
  <p:tag name="KSO_WM_SLIDE_RATIO" val="1.777778"/>
</p:tagLst>
</file>

<file path=ppt/tags/tag1967.xml><?xml version="1.0" encoding="utf-8"?>
<p:tagLst xmlns:p="http://schemas.openxmlformats.org/presentationml/2006/main">
  <p:tag name="KSO_WM_UNIT_ISCONTENTSTITLE" val="0"/>
  <p:tag name="KSO_WM_UNIT_NOCLEAR" val="0"/>
  <p:tag name="KSO_WM_UNIT_VALUE" val="16"/>
  <p:tag name="KSO_WM_UNIT_HIGHLIGHT" val="0"/>
  <p:tag name="KSO_WM_UNIT_COMPATIBLE" val="0"/>
  <p:tag name="KSO_WM_UNIT_DIAGRAM_ISNUMVISUAL" val="0"/>
  <p:tag name="KSO_WM_UNIT_DIAGRAM_ISREFERUNIT" val="0"/>
  <p:tag name="KSO_WM_DIAGRAM_GROUP_CODE" val="l1-1"/>
  <p:tag name="KSO_WM_UNIT_TYPE" val="a"/>
  <p:tag name="KSO_WM_UNIT_INDEX" val="1"/>
  <p:tag name="KSO_WM_UNIT_ID" val="diagram20201373_1*a*1"/>
  <p:tag name="KSO_WM_TEMPLATE_CATEGORY" val="diagram"/>
  <p:tag name="KSO_WM_TEMPLATE_INDEX" val="20201373"/>
  <p:tag name="KSO_WM_UNIT_LAYERLEVEL" val="1"/>
  <p:tag name="KSO_WM_TAG_VERSION" val="1.0"/>
  <p:tag name="KSO_WM_BEAUTIFY_FLAG" val="#wm#"/>
  <p:tag name="KSO_WM_UNIT_PRESET_TEXT" val="市场部工作汇报"/>
  <p:tag name="KSO_WM_UNIT_TEXT_FILL_FORE_SCHEMECOLOR_INDEX" val="13"/>
  <p:tag name="KSO_WM_UNIT_TEXT_FILL_TYPE" val="1"/>
  <p:tag name="KSO_WM_UNIT_USESOURCEFORMAT_APPLY" val="1"/>
</p:tagLst>
</file>

<file path=ppt/tags/tag1968.xml><?xml version="1.0" encoding="utf-8"?>
<p:tagLst xmlns:p="http://schemas.openxmlformats.org/presentationml/2006/main">
  <p:tag name="KSO_WM_UNIT_NOCLEAR" val="0"/>
  <p:tag name="KSO_WM_UNIT_VALUE" val="28"/>
  <p:tag name="KSO_WM_UNIT_HIGHLIGHT" val="0"/>
  <p:tag name="KSO_WM_UNIT_COMPATIBLE" val="0"/>
  <p:tag name="KSO_WM_UNIT_DIAGRAM_ISNUMVISUAL" val="0"/>
  <p:tag name="KSO_WM_UNIT_DIAGRAM_ISREFERUNIT" val="0"/>
  <p:tag name="KSO_WM_DIAGRAM_GROUP_CODE" val="l1-1"/>
  <p:tag name="KSO_WM_UNIT_TYPE" val="f"/>
  <p:tag name="KSO_WM_UNIT_INDEX" val="1"/>
  <p:tag name="KSO_WM_UNIT_ID" val="diagram20201373_1*f*1"/>
  <p:tag name="KSO_WM_TEMPLATE_CATEGORY" val="diagram"/>
  <p:tag name="KSO_WM_TEMPLATE_INDEX" val="20201373"/>
  <p:tag name="KSO_WM_UNIT_LAYERLEVEL" val="1"/>
  <p:tag name="KSO_WM_TAG_VERSION" val="1.0"/>
  <p:tag name="KSO_WM_BEAUTIFY_FLAG" val="#wm#"/>
  <p:tag name="KSO_WM_UNIT_PRESET_TEXT" val="MARKETING DEPARTMENT"/>
  <p:tag name="KSO_WM_UNIT_TEXT_FILL_FORE_SCHEMECOLOR_INDEX" val="13"/>
  <p:tag name="KSO_WM_UNIT_TEXT_FILL_TYPE" val="1"/>
  <p:tag name="KSO_WM_UNIT_USESOURCEFORMAT_APPLY" val="1"/>
</p:tagLst>
</file>

<file path=ppt/tags/tag1969.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1"/>
  <p:tag name="KSO_WM_UNIT_ID" val="diagram20201373_1*l_h_i*1_1_1"/>
  <p:tag name="KSO_WM_TEMPLATE_CATEGORY" val="diagram"/>
  <p:tag name="KSO_WM_TEMPLATE_INDEX" val="20201373"/>
  <p:tag name="KSO_WM_UNIT_LAYERLEVEL" val="1_1_1"/>
  <p:tag name="KSO_WM_TAG_VERSION" val="1.0"/>
  <p:tag name="KSO_WM_BEAUTIFY_FLAG" val="#wm#"/>
  <p:tag name="KSO_WM_UNIT_FILL_FORE_SCHEMECOLOR_INDEX" val="5"/>
  <p:tag name="KSO_WM_UNIT_FILL_TYPE" val="1"/>
  <p:tag name="KSO_WM_UNIT_TEXT_FILL_FORE_SCHEMECOLOR_INDEX" val="2"/>
  <p:tag name="KSO_WM_UNIT_TEXT_FILL_TYPE" val="1"/>
  <p:tag name="KSO_WM_UNIT_USESOURCEFORMAT_APPLY" val="1"/>
</p:tagLst>
</file>

<file path=ppt/tags/tag1970.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2_1"/>
  <p:tag name="KSO_WM_UNIT_ID" val="diagram20201373_1*l_h_i*1_2_1"/>
  <p:tag name="KSO_WM_TEMPLATE_CATEGORY" val="diagram"/>
  <p:tag name="KSO_WM_TEMPLATE_INDEX" val="20201373"/>
  <p:tag name="KSO_WM_UNIT_LAYERLEVEL" val="1_1_1"/>
  <p:tag name="KSO_WM_TAG_VERSION" val="1.0"/>
  <p:tag name="KSO_WM_BEAUTIFY_FLAG" val="#wm#"/>
  <p:tag name="KSO_WM_UNIT_FILL_FORE_SCHEMECOLOR_INDEX" val="5"/>
  <p:tag name="KSO_WM_UNIT_FILL_TYPE" val="1"/>
  <p:tag name="KSO_WM_UNIT_TEXT_FILL_FORE_SCHEMECOLOR_INDEX" val="2"/>
  <p:tag name="KSO_WM_UNIT_TEXT_FILL_TYPE" val="1"/>
  <p:tag name="KSO_WM_UNIT_USESOURCEFORMAT_APPLY" val="1"/>
</p:tagLst>
</file>

<file path=ppt/tags/tag1971.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3_1"/>
  <p:tag name="KSO_WM_UNIT_ID" val="diagram20201373_1*l_h_i*1_3_1"/>
  <p:tag name="KSO_WM_TEMPLATE_CATEGORY" val="diagram"/>
  <p:tag name="KSO_WM_TEMPLATE_INDEX" val="20201373"/>
  <p:tag name="KSO_WM_UNIT_LAYERLEVEL" val="1_1_1"/>
  <p:tag name="KSO_WM_TAG_VERSION" val="1.0"/>
  <p:tag name="KSO_WM_BEAUTIFY_FLAG" val="#wm#"/>
  <p:tag name="KSO_WM_UNIT_FILL_FORE_SCHEMECOLOR_INDEX" val="5"/>
  <p:tag name="KSO_WM_UNIT_FILL_TYPE" val="1"/>
  <p:tag name="KSO_WM_UNIT_TEXT_FILL_FORE_SCHEMECOLOR_INDEX" val="2"/>
  <p:tag name="KSO_WM_UNIT_TEXT_FILL_TYPE" val="1"/>
  <p:tag name="KSO_WM_UNIT_USESOURCEFORMAT_APPLY" val="1"/>
</p:tagLst>
</file>

<file path=ppt/tags/tag197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4_1"/>
  <p:tag name="KSO_WM_UNIT_ID" val="diagram20201373_1*l_h_i*1_4_1"/>
  <p:tag name="KSO_WM_TEMPLATE_CATEGORY" val="diagram"/>
  <p:tag name="KSO_WM_TEMPLATE_INDEX" val="20201373"/>
  <p:tag name="KSO_WM_UNIT_LAYERLEVEL" val="1_1_1"/>
  <p:tag name="KSO_WM_TAG_VERSION" val="1.0"/>
  <p:tag name="KSO_WM_BEAUTIFY_FLAG" val="#wm#"/>
  <p:tag name="KSO_WM_UNIT_FILL_FORE_SCHEMECOLOR_INDEX" val="5"/>
  <p:tag name="KSO_WM_UNIT_FILL_TYPE" val="1"/>
  <p:tag name="KSO_WM_UNIT_TEXT_FILL_FORE_SCHEMECOLOR_INDEX" val="2"/>
  <p:tag name="KSO_WM_UNIT_TEXT_FILL_TYPE" val="1"/>
  <p:tag name="KSO_WM_UNIT_USESOURCEFORMAT_APPLY" val="1"/>
</p:tagLst>
</file>

<file path=ppt/tags/tag1973.xml><?xml version="1.0" encoding="utf-8"?>
<p:tagLst xmlns:p="http://schemas.openxmlformats.org/presentationml/2006/main">
  <p:tag name="KSO_WM_UNIT_VALUE" val="1904*1692"/>
  <p:tag name="KSO_WM_UNIT_HIGHLIGHT" val="0"/>
  <p:tag name="KSO_WM_UNIT_COMPATIBLE" val="0"/>
  <p:tag name="KSO_WM_UNIT_DIAGRAM_ISNUMVISUAL" val="0"/>
  <p:tag name="KSO_WM_UNIT_DIAGRAM_ISREFERUNIT" val="0"/>
  <p:tag name="KSO_WM_DIAGRAM_GROUP_CODE" val="l1-1"/>
  <p:tag name="KSO_WM_UNIT_TYPE" val="d"/>
  <p:tag name="KSO_WM_UNIT_INDEX" val="1"/>
  <p:tag name="KSO_WM_UNIT_ID" val="diagram20201373_1*d*1"/>
  <p:tag name="KSO_WM_TEMPLATE_CATEGORY" val="diagram"/>
  <p:tag name="KSO_WM_TEMPLATE_INDEX" val="20201373"/>
  <p:tag name="KSO_WM_UNIT_SUPPORT_UNIT_TYPE" val="[&quot;all&quot;]"/>
  <p:tag name="KSO_WM_UNIT_LAYERLEVEL" val="1"/>
  <p:tag name="KSO_WM_TAG_VERSION" val="1.0"/>
  <p:tag name="KSO_WM_BEAUTIFY_FLAG" val="#wm#"/>
  <p:tag name="KSO_WM_UNIT_USESOURCEFORMAT_APPLY" val="1"/>
</p:tagLst>
</file>

<file path=ppt/tags/tag1974.xml><?xml version="1.0" encoding="utf-8"?>
<p:tagLst xmlns:p="http://schemas.openxmlformats.org/presentationml/2006/main">
  <p:tag name="KSO_WM_UNIT_NOCLEAR" val="0"/>
  <p:tag name="KSO_WM_UNIT_VALUE" val="54"/>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20201373_1*l_h_f*1_1_1"/>
  <p:tag name="KSO_WM_TEMPLATE_CATEGORY" val="diagram"/>
  <p:tag name="KSO_WM_TEMPLATE_INDEX" val="20201373"/>
  <p:tag name="KSO_WM_UNIT_LAYERLEVEL" val="1_1_1"/>
  <p:tag name="KSO_WM_TAG_VERSION" val="1.0"/>
  <p:tag name="KSO_WM_BEAUTIFY_FLAG" val="#wm#"/>
  <p:tag name="KSO_WM_UNIT_PRESET_TEXT" val="跟进海尔广告，广告条效果不好，希望重新制作"/>
  <p:tag name="KSO_WM_UNIT_TEXT_FILL_FORE_SCHEMECOLOR_INDEX" val="13"/>
  <p:tag name="KSO_WM_UNIT_TEXT_FILL_TYPE" val="1"/>
  <p:tag name="KSO_WM_UNIT_USESOURCEFORMAT_APPLY" val="1"/>
</p:tagLst>
</file>

<file path=ppt/tags/tag1975.xml><?xml version="1.0" encoding="utf-8"?>
<p:tagLst xmlns:p="http://schemas.openxmlformats.org/presentationml/2006/main">
  <p:tag name="KSO_WM_UNIT_NOCLEAR" val="0"/>
  <p:tag name="KSO_WM_UNIT_VALUE" val="54"/>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diagram20201373_1*l_h_f*1_2_1"/>
  <p:tag name="KSO_WM_TEMPLATE_CATEGORY" val="diagram"/>
  <p:tag name="KSO_WM_TEMPLATE_INDEX" val="20201373"/>
  <p:tag name="KSO_WM_UNIT_LAYERLEVEL" val="1_1_1"/>
  <p:tag name="KSO_WM_TAG_VERSION" val="1.0"/>
  <p:tag name="KSO_WM_BEAUTIFY_FLAG" val="#wm#"/>
  <p:tag name="KSO_WM_UNIT_PRESET_TEXT" val="甲方希望得到公司支持：网站报名系统、比赛跟拍"/>
  <p:tag name="KSO_WM_UNIT_TEXT_FILL_FORE_SCHEMECOLOR_INDEX" val="13"/>
  <p:tag name="KSO_WM_UNIT_TEXT_FILL_TYPE" val="1"/>
  <p:tag name="KSO_WM_UNIT_USESOURCEFORMAT_APPLY" val="1"/>
</p:tagLst>
</file>

<file path=ppt/tags/tag1976.xml><?xml version="1.0" encoding="utf-8"?>
<p:tagLst xmlns:p="http://schemas.openxmlformats.org/presentationml/2006/main">
  <p:tag name="KSO_WM_UNIT_NOCLEAR" val="0"/>
  <p:tag name="KSO_WM_UNIT_VALUE" val="54"/>
  <p:tag name="KSO_WM_UNIT_HIGHLIGHT" val="0"/>
  <p:tag name="KSO_WM_UNIT_COMPATIBLE" val="0"/>
  <p:tag name="KSO_WM_UNIT_DIAGRAM_ISNUMVISUAL" val="0"/>
  <p:tag name="KSO_WM_UNIT_DIAGRAM_ISREFERUNIT" val="0"/>
  <p:tag name="KSO_WM_DIAGRAM_GROUP_CODE" val="l1-1"/>
  <p:tag name="KSO_WM_UNIT_TYPE" val="l_h_f"/>
  <p:tag name="KSO_WM_UNIT_INDEX" val="1_3_1"/>
  <p:tag name="KSO_WM_UNIT_ID" val="diagram20201373_1*l_h_f*1_3_1"/>
  <p:tag name="KSO_WM_TEMPLATE_CATEGORY" val="diagram"/>
  <p:tag name="KSO_WM_TEMPLATE_INDEX" val="20201373"/>
  <p:tag name="KSO_WM_UNIT_LAYERLEVEL" val="1_1_1"/>
  <p:tag name="KSO_WM_TAG_VERSION" val="1.0"/>
  <p:tag name="KSO_WM_BEAUTIFY_FLAG" val="#wm#"/>
  <p:tag name="KSO_WM_UNIT_PRESET_TEXT" val="收集所有媒体的广告报价，已完成对电视台报价的收集"/>
  <p:tag name="KSO_WM_UNIT_TEXT_FILL_FORE_SCHEMECOLOR_INDEX" val="13"/>
  <p:tag name="KSO_WM_UNIT_TEXT_FILL_TYPE" val="1"/>
  <p:tag name="KSO_WM_UNIT_USESOURCEFORMAT_APPLY" val="1"/>
</p:tagLst>
</file>

<file path=ppt/tags/tag1977.xml><?xml version="1.0" encoding="utf-8"?>
<p:tagLst xmlns:p="http://schemas.openxmlformats.org/presentationml/2006/main">
  <p:tag name="KSO_WM_UNIT_NOCLEAR" val="0"/>
  <p:tag name="KSO_WM_UNIT_VALUE" val="54"/>
  <p:tag name="KSO_WM_UNIT_HIGHLIGHT" val="0"/>
  <p:tag name="KSO_WM_UNIT_COMPATIBLE" val="0"/>
  <p:tag name="KSO_WM_UNIT_DIAGRAM_ISNUMVISUAL" val="0"/>
  <p:tag name="KSO_WM_UNIT_DIAGRAM_ISREFERUNIT" val="0"/>
  <p:tag name="KSO_WM_DIAGRAM_GROUP_CODE" val="l1-1"/>
  <p:tag name="KSO_WM_UNIT_TYPE" val="l_h_f"/>
  <p:tag name="KSO_WM_UNIT_INDEX" val="1_4_1"/>
  <p:tag name="KSO_WM_UNIT_ID" val="diagram20201373_1*l_h_f*1_4_1"/>
  <p:tag name="KSO_WM_TEMPLATE_CATEGORY" val="diagram"/>
  <p:tag name="KSO_WM_TEMPLATE_INDEX" val="20201373"/>
  <p:tag name="KSO_WM_UNIT_LAYERLEVEL" val="1_1_1"/>
  <p:tag name="KSO_WM_TAG_VERSION" val="1.0"/>
  <p:tag name="KSO_WM_BEAUTIFY_FLAG" val="#wm#"/>
  <p:tag name="KSO_WM_UNIT_PRESET_TEXT" val="和甲方确认母亲节活动代金券为20张100元储蓄卡"/>
  <p:tag name="KSO_WM_UNIT_TEXT_FILL_FORE_SCHEMECOLOR_INDEX" val="13"/>
  <p:tag name="KSO_WM_UNIT_TEXT_FILL_TYPE" val="1"/>
  <p:tag name="KSO_WM_UNIT_USESOURCEFORMAT_APPLY" val="1"/>
</p:tagLst>
</file>

<file path=ppt/tags/tag1978.xml><?xml version="1.0" encoding="utf-8"?>
<p:tagLst xmlns:p="http://schemas.openxmlformats.org/presentationml/2006/main">
  <p:tag name="KSO_WM_BEAUTIFY_FLAG" val="#wm#"/>
  <p:tag name="KSO_WM_TEMPLATE_CATEGORY" val="diagram"/>
  <p:tag name="KSO_WM_TEMPLATE_INDEX" val="20201373"/>
  <p:tag name="KSO_WM_SLIDE_ID" val="diagram20201373_1"/>
  <p:tag name="KSO_WM_TEMPLATE_SUBCATEGORY" val="0"/>
  <p:tag name="KSO_WM_TEMPLATE_MASTER_TYPE" val="0"/>
  <p:tag name="KSO_WM_TEMPLATE_COLOR_TYPE" val="1"/>
  <p:tag name="KSO_WM_SLIDE_TYPE" val="text"/>
  <p:tag name="KSO_WM_SLIDE_SUBTYPE" val="diag"/>
  <p:tag name="KSO_WM_SLIDE_ITEM_CNT" val="4"/>
  <p:tag name="KSO_WM_SLIDE_INDEX" val="1"/>
  <p:tag name="KSO_WM_SLIDE_SIZE" val="394.428*341.449"/>
  <p:tag name="KSO_WM_SLIDE_POSITION" val="531.743*176.548"/>
  <p:tag name="KSO_WM_DIAGRAM_GROUP_CODE" val="l1-1"/>
  <p:tag name="KSO_WM_SLIDE_DIAGTYPE" val="l"/>
  <p:tag name="KSO_WM_TAG_VERSION" val="1.0"/>
  <p:tag name="KSO_WM_SLIDE_LAYOUT" val="a_d_f_l"/>
  <p:tag name="KSO_WM_SLIDE_LAYOUT_CNT" val="1_1_1_1"/>
</p:tagLst>
</file>

<file path=ppt/tags/tag1979.xml><?xml version="1.0" encoding="utf-8"?>
<p:tagLst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UNIT_TYPE" val="i"/>
</p:tagLst>
</file>

<file path=ppt/tags/tag198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i*2"/>
  <p:tag name="KSO_WM_UNIT_LAYERLEVEL" val="1"/>
  <p:tag name="KSO_WM_TAG_VERSION" val="1.0"/>
  <p:tag name="KSO_WM_BEAUTIFY_FLAG" val="#wm#"/>
  <p:tag name="KSO_WM_SLIDE_BACKGROUND_TYPE" val="bottomTop"/>
  <p:tag name="KSO_WM_SLIDE_BK_DARK_LIGHT" val="2"/>
  <p:tag name="KSO_WM_UNIT_TYPE" val="i"/>
  <p:tag name="KSO_WM_UNIT_INDEX" val="2"/>
  <p:tag name="KSO_WM_UNIT_FILL_TYPE" val="1"/>
  <p:tag name="KSO_WM_UNIT_TEXT_FILL_FORE_SCHEMECOLOR_INDEX_BRIGHTNESS" val="0"/>
  <p:tag name="KSO_WM_UNIT_TEXT_FILL_FORE_SCHEMECOLOR_INDEX" val="13"/>
  <p:tag name="KSO_WM_UNIT_TEXT_FILL_TYPE" val="1"/>
</p:tagLst>
</file>

<file path=ppt/tags/tag198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i*3"/>
  <p:tag name="KSO_WM_UNIT_LAYERLEVEL" val="1"/>
  <p:tag name="KSO_WM_TAG_VERSION" val="1.0"/>
  <p:tag name="KSO_WM_BEAUTIFY_FLAG" val="#wm#"/>
  <p:tag name="KSO_WM_SLIDE_BACKGROUND_TYPE" val="bottomTop"/>
  <p:tag name="KSO_WM_SLIDE_BK_DARK_LIGHT" val="2"/>
  <p:tag name="KSO_WM_UNIT_TYPE" val="i"/>
  <p:tag name="KSO_WM_UNIT_INDEX" val="3"/>
  <p:tag name="KSO_WM_UNIT_FILL_FORE_SCHEMECOLOR_INDEX_BRIGHTNESS" val="0"/>
  <p:tag name="KSO_WM_UNIT_FILL_FORE_SCHEMECOLOR_INDEX" val="14"/>
  <p:tag name="KSO_WM_UNIT_FILL_TYPE" val="1"/>
  <p:tag name="KSO_WM_UNIT_TEXT_FILL_FORE_SCHEMECOLOR_INDEX_BRIGHTNESS" val="0"/>
  <p:tag name="KSO_WM_UNIT_TEXT_FILL_FORE_SCHEMECOLOR_INDEX" val="13"/>
  <p:tag name="KSO_WM_UNIT_TEXT_FILL_TYPE" val="1"/>
</p:tagLst>
</file>

<file path=ppt/tags/tag198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i*5"/>
  <p:tag name="KSO_WM_UNIT_LAYERLEVEL" val="1"/>
  <p:tag name="KSO_WM_TAG_VERSION" val="1.0"/>
  <p:tag name="KSO_WM_BEAUTIFY_FLAG" val="#wm#"/>
  <p:tag name="KSO_WM_SLIDE_BACKGROUND_TYPE" val="bottomTop"/>
  <p:tag name="KSO_WM_SLIDE_BK_DARK_LIGHT" val="2"/>
  <p:tag name="KSO_WM_UNIT_TYPE" val="i"/>
  <p:tag name="KSO_WM_UNIT_INDEX" val="5"/>
  <p:tag name="KSO_WM_UNIT_FILL_TYPE" val="1"/>
  <p:tag name="KSO_WM_UNIT_TEXT_FILL_FORE_SCHEMECOLOR_INDEX_BRIGHTNESS" val="0"/>
  <p:tag name="KSO_WM_UNIT_TEXT_FILL_FORE_SCHEMECOLOR_INDEX" val="13"/>
  <p:tag name="KSO_WM_UNIT_TEXT_FILL_TYPE" val="1"/>
</p:tagLst>
</file>

<file path=ppt/tags/tag198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i*4"/>
  <p:tag name="KSO_WM_UNIT_LAYERLEVEL" val="1"/>
  <p:tag name="KSO_WM_TAG_VERSION" val="1.0"/>
  <p:tag name="KSO_WM_BEAUTIFY_FLAG" val="#wm#"/>
  <p:tag name="KSO_WM_SLIDE_BACKGROUND_TYPE" val="bottomTop"/>
  <p:tag name="KSO_WM_SLIDE_BK_DARK_LIGHT" val="2"/>
  <p:tag name="KSO_WM_UNIT_TYPE" val="i"/>
  <p:tag name="KSO_WM_UNIT_INDEX" val="4"/>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13"/>
  <p:tag name="KSO_WM_UNIT_TEXT_FILL_TYPE" val="1"/>
</p:tagLst>
</file>

<file path=ppt/tags/tag198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i*6"/>
  <p:tag name="KSO_WM_UNIT_LAYERLEVEL" val="1"/>
  <p:tag name="KSO_WM_TAG_VERSION" val="1.0"/>
  <p:tag name="KSO_WM_BEAUTIFY_FLAG" val="#wm#"/>
  <p:tag name="KSO_WM_SLIDE_BACKGROUND_TYPE" val="bottomTop"/>
  <p:tag name="KSO_WM_SLIDE_BK_DARK_LIGHT" val="2"/>
  <p:tag name="KSO_WM_UNIT_TYPE" val="i"/>
  <p:tag name="KSO_WM_UNIT_INDEX" val="6"/>
  <p:tag name="KSO_WM_UNIT_FILL_FORE_SCHEMECOLOR_INDEX_BRIGHTNESS" val="0"/>
  <p:tag name="KSO_WM_UNIT_FILL_FORE_SCHEMECOLOR_INDEX" val="7"/>
  <p:tag name="KSO_WM_UNIT_FILL_TYPE" val="1"/>
  <p:tag name="KSO_WM_UNIT_TEXT_FILL_FORE_SCHEMECOLOR_INDEX_BRIGHTNESS" val="0"/>
  <p:tag name="KSO_WM_UNIT_TEXT_FILL_FORE_SCHEMECOLOR_INDEX" val="13"/>
  <p:tag name="KSO_WM_UNIT_TEXT_FILL_TYPE" val="1"/>
</p:tagLst>
</file>

<file path=ppt/tags/tag198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i*7"/>
  <p:tag name="KSO_WM_UNIT_LAYERLEVEL" val="1"/>
  <p:tag name="KSO_WM_TAG_VERSION" val="1.0"/>
  <p:tag name="KSO_WM_BEAUTIFY_FLAG" val="#wm#"/>
  <p:tag name="KSO_WM_SLIDE_BACKGROUND_TYPE" val="bottomTop"/>
  <p:tag name="KSO_WM_SLIDE_BK_DARK_LIGHT" val="2"/>
  <p:tag name="KSO_WM_UNIT_TYPE" val="i"/>
  <p:tag name="KSO_WM_UNIT_INDEX" val="7"/>
  <p:tag name="KSO_WM_UNIT_FILL_FORE_SCHEMECOLOR_INDEX_BRIGHTNESS" val="0"/>
  <p:tag name="KSO_WM_UNIT_FILL_FORE_SCHEMECOLOR_INDEX" val="9"/>
  <p:tag name="KSO_WM_UNIT_FILL_TYPE" val="1"/>
  <p:tag name="KSO_WM_UNIT_TEXT_FILL_FORE_SCHEMECOLOR_INDEX_BRIGHTNESS" val="0"/>
  <p:tag name="KSO_WM_UNIT_TEXT_FILL_FORE_SCHEMECOLOR_INDEX" val="13"/>
  <p:tag name="KSO_WM_UNIT_TEXT_FILL_TYPE" val="1"/>
</p:tagLst>
</file>

<file path=ppt/tags/tag198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h"/>
  <p:tag name="KSO_WM_UNIT_TYPE" val="i"/>
  <p:tag name="KSO_WM_UNIT_INDEX" val="1"/>
  <p:tag name="KSO_WM_UNIT_ID" val="_16*i*1"/>
  <p:tag name="KSO_WM_UNIT_BK_DARK_LIGHT" val="2"/>
  <p:tag name="KSO_WM_UNIT_LAYERLEVEL" val="1"/>
  <p:tag name="KSO_WM_TAG_VERSION" val="1.0"/>
  <p:tag name="KSO_WM_BEAUTIFY_FLAG" val="#wm#"/>
  <p:tag name="KSO_WM_SLIDE_BACKGROUND_TYPE" val="bottomTop"/>
  <p:tag name="KSO_WM_SLIDE_BK_DARK_LIGHT" val="2"/>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2"/>
  <p:tag name="KSO_WM_UNIT_TEXT_FILL_TYPE" val="1"/>
</p:tagLst>
</file>

<file path=ppt/tags/tag1987.xml><?xml version="1.0" encoding="utf-8"?>
<p:tagLst xmlns:p="http://schemas.openxmlformats.org/presentationml/2006/main">
  <p:tag name="KSO_WM_UNIT_ISCONTENTSTITLE" val="0"/>
  <p:tag name="KSO_WM_UNIT_PRESET_TEXT" val="点击输入大标题"/>
  <p:tag name="KSO_WM_UNIT_NOCLEAR" val="0"/>
  <p:tag name="KSO_WM_UNIT_VALUE" val="26"/>
  <p:tag name="KSO_WM_UNIT_HIGHLIGHT" val="0"/>
  <p:tag name="KSO_WM_UNIT_COMPATIBLE" val="0"/>
  <p:tag name="KSO_WM_UNIT_DIAGRAM_ISNUMVISUAL" val="0"/>
  <p:tag name="KSO_WM_UNIT_DIAGRAM_ISREFERUNIT" val="0"/>
  <p:tag name="KSO_WM_UNIT_TYPE" val="a"/>
  <p:tag name="KSO_WM_UNIT_INDEX" val="1"/>
  <p:tag name="KSO_WM_UNIT_ID" val="diagram20200321_1*a*1"/>
  <p:tag name="KSO_WM_TEMPLATE_CATEGORY" val="diagram"/>
  <p:tag name="KSO_WM_TEMPLATE_INDEX" val="20200321"/>
  <p:tag name="KSO_WM_UNIT_LAYERLEVEL" val="1"/>
  <p:tag name="KSO_WM_TAG_VERSION" val="1.0"/>
  <p:tag name="KSO_WM_BEAUTIFY_FLAG" val="#wm#"/>
  <p:tag name="KSO_WM_UNIT_ISNUMDGMTITLE" val="0"/>
  <p:tag name="KSO_WM_UNIT_SHOW_EDIT_AREA_INDICATION" val="1"/>
  <p:tag name="KSO_WM_UNIT_PLACING_PICTURE_MD4" val="0"/>
  <p:tag name="KSO_WM_UNIT_DEFAULT_FONT" val="32;36;4"/>
  <p:tag name="KSO_WM_UNIT_BLOCK" val="0"/>
  <p:tag name="KSO_WM_UNIT_SM_LIMIT_TYPE" val="1"/>
  <p:tag name="KSO_WM_UNIT_SMARTLAYOUT_COMPRESS_INFO" val="{&#10;    &quot;id&quot;: &quot;2020-03-30T15:39:35&quot;,&#10;    &quot;max&quot;: 0,&#10;    &quot;parentMax&quot;: {&#10;        &quot;max&quot;: 1.8399999999999965&#10;    },&#10;    &quot;topChanged&quot;: 0&#10;}&#10;"/>
  <p:tag name="KSO_WM_UNIT_TEXT_FILL_FORE_SCHEMECOLOR_INDEX_BRIGHTNESS" val="0.25"/>
  <p:tag name="KSO_WM_UNIT_TEXT_FILL_FORE_SCHEMECOLOR_INDEX" val="13"/>
  <p:tag name="KSO_WM_UNIT_TEXT_FILL_TYPE" val="1"/>
</p:tagLst>
</file>

<file path=ppt/tags/tag1988.xml><?xml version="1.0" encoding="utf-8"?>
<p:tagLst xmlns:p="http://schemas.openxmlformats.org/presentationml/2006/main">
  <p:tag name="KSO_WM_UNIT_PRESET_TEXT" val="点击输入正文"/>
  <p:tag name="KSO_WM_UNIT_NOCLEAR" val="0"/>
  <p:tag name="KSO_WM_UNIT_VALUE" val="154"/>
  <p:tag name="KSO_WM_UNIT_HIGHLIGHT" val="0"/>
  <p:tag name="KSO_WM_UNIT_COMPATIBLE" val="0"/>
  <p:tag name="KSO_WM_UNIT_DIAGRAM_ISNUMVISUAL" val="0"/>
  <p:tag name="KSO_WM_UNIT_DIAGRAM_ISREFERUNIT" val="0"/>
  <p:tag name="KSO_WM_UNIT_TYPE" val="f"/>
  <p:tag name="KSO_WM_UNIT_INDEX" val="1"/>
  <p:tag name="KSO_WM_UNIT_ID" val="diagram20200321_1*f*1"/>
  <p:tag name="KSO_WM_TEMPLATE_CATEGORY" val="diagram"/>
  <p:tag name="KSO_WM_TEMPLATE_INDEX" val="20200321"/>
  <p:tag name="KSO_WM_UNIT_LAYERLEVEL" val="1"/>
  <p:tag name="KSO_WM_TAG_VERSION" val="1.0"/>
  <p:tag name="KSO_WM_BEAUTIFY_FLAG" val="#wm#"/>
  <p:tag name="KSO_WM_UNIT_SHOW_EDIT_AREA_INDICATION" val="1"/>
  <p:tag name="KSO_WM_UNIT_PLACING_PICTURE_MD4" val="0"/>
  <p:tag name="KSO_WM_UNIT_DEFAULT_FONT" val="14;18;2"/>
  <p:tag name="KSO_WM_UNIT_BLOCK" val="0"/>
  <p:tag name="KSO_WM_UNIT_TEXT_FILL_FORE_SCHEMECOLOR_INDEX_BRIGHTNESS" val="0.35"/>
  <p:tag name="KSO_WM_UNIT_TEXT_FILL_FORE_SCHEMECOLOR_INDEX" val="13"/>
  <p:tag name="KSO_WM_UNIT_TEXT_FILL_TYPE" val="1"/>
</p:tagLst>
</file>

<file path=ppt/tags/tag198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diagram20200321_1*i*2"/>
  <p:tag name="KSO_WM_TEMPLATE_CATEGORY" val="diagram"/>
  <p:tag name="KSO_WM_TEMPLATE_INDEX" val="20200321"/>
  <p:tag name="KSO_WM_UNIT_LAYERLEVEL" val="1"/>
  <p:tag name="KSO_WM_TAG_VERSION" val="1.0"/>
  <p:tag name="KSO_WM_BEAUTIFY_FLAG" val="#wm#"/>
  <p:tag name="KSO_WM_UNIT_PLACING_PICTURE_MD4" val="0"/>
  <p:tag name="KSO_WM_UNIT_SM_LIMIT_TYPE" val="1"/>
  <p:tag name="KSO_WM_UNIT_LINE_FORE_SCHEMECOLOR_INDEX_BRIGHTNESS" val="0.25"/>
  <p:tag name="KSO_WM_UNIT_LINE_FORE_SCHEMECOLOR_INDEX" val="13"/>
  <p:tag name="KSO_WM_UNIT_LINE_FILL_TYPE" val="2"/>
</p:tagLst>
</file>

<file path=ppt/tags/tag199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diagram20200321_1*i*3"/>
  <p:tag name="KSO_WM_TEMPLATE_CATEGORY" val="diagram"/>
  <p:tag name="KSO_WM_TEMPLATE_INDEX" val="20200321"/>
  <p:tag name="KSO_WM_UNIT_LAYERLEVEL" val="1"/>
  <p:tag name="KSO_WM_TAG_VERSION" val="1.0"/>
  <p:tag name="KSO_WM_BEAUTIFY_FLAG" val="#wm#"/>
  <p:tag name="KSO_WM_UNIT_PLACING_PICTURE_MD4" val="0"/>
  <p:tag name="KSO_WM_UNIT_SM_LIMIT_TYPE" val="1"/>
  <p:tag name="KSO_WM_UNIT_LINE_FORE_SCHEMECOLOR_INDEX_BRIGHTNESS" val="0.25"/>
  <p:tag name="KSO_WM_UNIT_LINE_FORE_SCHEMECOLOR_INDEX" val="13"/>
  <p:tag name="KSO_WM_UNIT_LINE_FILL_TYPE" val="2"/>
</p:tagLst>
</file>

<file path=ppt/tags/tag1991.xml><?xml version="1.0" encoding="utf-8"?>
<p:tagLst xmlns:p="http://schemas.openxmlformats.org/presentationml/2006/main">
  <p:tag name="KSO_WM_BEAUTIFY_FLAG" val="#wm#"/>
  <p:tag name="KSO_WM_TEMPLATE_CATEGORY" val="diagram"/>
  <p:tag name="KSO_WM_TEMPLATE_INDEX" val="20200321"/>
  <p:tag name="KSO_WM_SLIDE_ID" val="diagram20200321_1"/>
  <p:tag name="KSO_WM_TEMPLATE_SUBCATEGORY" val="11"/>
  <p:tag name="KSO_WM_SLIDE_ITEM_CNT" val="0"/>
  <p:tag name="KSO_WM_SLIDE_INDEX" val="1"/>
  <p:tag name="KSO_WM_TAG_VERSION" val="1.0"/>
  <p:tag name="KSO_WM_SLIDE_LAYOUT" val="a_d_f"/>
  <p:tag name="KSO_WM_SLIDE_LAYOUT_CNT" val="1_1_1"/>
  <p:tag name="KSO_WM_SLIDE_TYPE" val="text"/>
  <p:tag name="KSO_WM_SLIDE_SUBTYPE" val="picTxt"/>
  <p:tag name="KSO_WM_SLIDE_SIZE" val="866*458"/>
  <p:tag name="KSO_WM_SLIDE_POSITION" val="47*34"/>
  <p:tag name="KSO_WM_TEMPLATE_MASTER_TYPE" val="0"/>
  <p:tag name="KSO_WM_TEMPLATE_COLOR_TYPE" val="1"/>
  <p:tag name="KSO_WM_UNIT_SHOW_EDIT_AREA_INDICATION" val="1"/>
  <p:tag name="KSO_WM_SLIDE_LAYOUT_INFO" val="{&#10;    &quot;backgroundInfo&quot;: [&#10;        {&#10;            &quot;bottom&quot;: 0,&#10;            &quot;bottomAbs&quot;: false,&#10;            &quot;left&quot;: 0,&#10;            &quot;leftAbs&quot;: false,&#10;            &quot;right&quot;: 0,&#10;            &quot;rightAbs&quot;: false,&#10;            &quot;top&quot;: 0,&#10;            &quot;topAbs&quot;: false,&#10;            &quot;type&quot;: &quot;general&quot;&#10;        },&#10;        {&#10;            &quot;bottom&quot;: 0,&#10;            &quot;bottomAbs&quot;: false,&#10;            &quot;left&quot;: 0,&#10;            &quot;leftAbs&quot;: false,&#10;            &quot;right&quot;: 0,&#10;            &quot;rightAbs&quot;: false,&#10;            &quot;top&quot;: 0,&#10;            &quot;topAbs&quot;: false,&#10;            &quot;type&quot;: &quot;frame&quot;&#10;        }&#10;    ],&#10;    &quot;id&quot;: &quot;2020-03-30T15:39:35&quot;,&#10;    &quot;maxSize&quot;: {&#10;        &quot;size1&quot;: 32.799999999999997&#10;    },&#10;    &quot;minSize&quot;: {&#10;        &quot;size1&quot;: 24.600000000000001&#10;    },&#10;    &quot;normalSize&quot;: {&#10;        &quot;size1&quot;: 25.054320987654325&#10;    },&#10;    &quot;subLayout&quot;: [&#10;        {&#10;            &quot;horizontalAlign&quot;: 0,&#10;            &quot;id&quot;: &quot;2020-03-30T15:39:35&quot;,&#10;            &quot;margin&quot;: {&#10;                &quot;bottom&quot;: 1.2439998388290405,&#10;                &quot;left&quot;: 1.690000057220459,&#10;                &quot;right&quot;: 1.690000057220459,&#10;                &quot;top&quot;: 1.690000057220459&#10;            },&#10;            &quot;type&quot;: 0,&#10;            &quot;verticalAlign&quot;: 1&#10;        },&#10;        {&#10;            &quot;backgroundInfo&quot;: [&#10;                {&#10;                    &quot;bottom&quot;: 0.058357569999999998,&#10;                    &quot;bottomAbs&quot;: false,&#10;                    &quot;left&quot;: 0,&#10;                    &quot;leftAbs&quot;: false,&#10;                    &quot;right&quot;: 0,&#10;                    &quot;rightAbs&quot;: false,&#10;                    &quot;top&quot;: -0.058357569999999998,&#10;                    &quot;topAbs&quot;: false,&#10;                    &quot;type&quot;: &quot;bottomTop&quot;&#10;                }&#10;            ],&#10;            &quot;direction&quot;: 1,&#10;            &quot;id&quot;: &quot;2020-03-30T15:39:35&quot;,&#10;            &quot;maxSize&quot;: {&#10;                &quot;size1&quot;: 68.099999999999994&#10;            },&#10;            &quot;minSize&quot;: {&#10;                &quot;size1&quot;: 36.200000000000003&#10;            },&#10;            &quot;normalSize&quot;: {&#10;                &quot;size1&quot;: 64.245833333333337&#10;            },&#10;            &quot;subLayout&quot;: [&#10;                {&#10;                    &quot;horizontalAlign&quot;: 0,&#10;                    &quot;id&quot;: &quot;2020-03-30T15:39:35&quot;,&#10;                    &quot;margin&quot;: {&#10;                        &quot;bottom&quot;: 1.690000057220459,&#10;                        &quot;left&quot;: 1.7029999494552612,&#10;                        &quot;right&quot;: 1.034000039100647,&#10;                        &quot;top&quot;: 0.026000002399086952&#10;                    },&#10;                    &quot;marginOverLayout&quot;: {&#10;                        &quot;bottom&quot;: 1.690000057220459,&#10;                        &quot;left&quot;: 1.7029999494552612,&#10;                        &quot;right&quot;: 1.034000039100647,&#10;                        &quot;top&quot;: 0.026000002399086952&#10;                    },&#10;                    &quot;type&quot;: 1,&#10;                    &quot;verticalAlign&quot;: 1&#10;                },&#10;                {&#10;                    &quot;horizontalAlign&quot;: 0,&#10;                    &quot;id&quot;: &quot;2020-03-30T15:39:35&quot;,&#10;                    &quot;margin&quot;: {&#10;                        &quot;bottom&quot;: 1.690000057220459,&#10;                        &quot;left&quot;: 0.026000002399086952,&#10;                        &quot;right&quot;: 1.690000057220459,&#10;                        &quot;top&quot;: 0.026000002399086952&#10;                    },&#10;                    &quot;type&quot;: 0,&#10;                    &quot;verticalAlign&quot;: 1&#10;                }&#10;            ],&#10;            &quot;type&quot;: 0&#10;        }&#10;    ],&#10;    &quot;type&quot;: 1&#10;}&#10;"/>
  <p:tag name="KSO_WM_SLIDE_CAN_ADD_NAVIGATION" val="1"/>
  <p:tag name="KSO_WM_SLIDE_BACKGROUND" val="[&quot;general&quot;,&quot;frame&quot;,&quot;bottomTop&quot;]"/>
  <p:tag name="KSO_WM_SLIDE_RATIO" val="1.777778"/>
  <p:tag name="KSO_WM_SLIDE_BK_DARK_LIGHT" val="2"/>
  <p:tag name="KSO_WM_SLIDE_BACKGROUND_TYPE" val="bottomTop"/>
</p:tagLst>
</file>

<file path=ppt/tags/tag1992.xml><?xml version="1.0" encoding="utf-8"?>
<p:tagLst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UNIT_TYPE" val="i"/>
</p:tagLst>
</file>

<file path=ppt/tags/tag199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i*2"/>
  <p:tag name="KSO_WM_UNIT_LAYERLEVEL" val="1"/>
  <p:tag name="KSO_WM_TAG_VERSION" val="1.0"/>
  <p:tag name="KSO_WM_BEAUTIFY_FLAG" val="#wm#"/>
  <p:tag name="KSO_WM_SLIDE_BACKGROUND_TYPE" val="bottomTop"/>
  <p:tag name="KSO_WM_SLIDE_BK_DARK_LIGHT" val="2"/>
  <p:tag name="KSO_WM_UNIT_TYPE" val="i"/>
  <p:tag name="KSO_WM_UNIT_INDEX" val="2"/>
  <p:tag name="KSO_WM_UNIT_FILL_TYPE" val="1"/>
  <p:tag name="KSO_WM_UNIT_TEXT_FILL_FORE_SCHEMECOLOR_INDEX_BRIGHTNESS" val="0"/>
  <p:tag name="KSO_WM_UNIT_TEXT_FILL_FORE_SCHEMECOLOR_INDEX" val="13"/>
  <p:tag name="KSO_WM_UNIT_TEXT_FILL_TYPE" val="1"/>
</p:tagLst>
</file>

<file path=ppt/tags/tag199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i*3"/>
  <p:tag name="KSO_WM_UNIT_LAYERLEVEL" val="1"/>
  <p:tag name="KSO_WM_TAG_VERSION" val="1.0"/>
  <p:tag name="KSO_WM_BEAUTIFY_FLAG" val="#wm#"/>
  <p:tag name="KSO_WM_SLIDE_BACKGROUND_TYPE" val="bottomTop"/>
  <p:tag name="KSO_WM_SLIDE_BK_DARK_LIGHT" val="2"/>
  <p:tag name="KSO_WM_UNIT_TYPE" val="i"/>
  <p:tag name="KSO_WM_UNIT_INDEX" val="3"/>
  <p:tag name="KSO_WM_UNIT_FILL_FORE_SCHEMECOLOR_INDEX_BRIGHTNESS" val="0"/>
  <p:tag name="KSO_WM_UNIT_FILL_FORE_SCHEMECOLOR_INDEX" val="14"/>
  <p:tag name="KSO_WM_UNIT_FILL_TYPE" val="1"/>
  <p:tag name="KSO_WM_UNIT_TEXT_FILL_FORE_SCHEMECOLOR_INDEX_BRIGHTNESS" val="0"/>
  <p:tag name="KSO_WM_UNIT_TEXT_FILL_FORE_SCHEMECOLOR_INDEX" val="13"/>
  <p:tag name="KSO_WM_UNIT_TEXT_FILL_TYPE" val="1"/>
</p:tagLst>
</file>

<file path=ppt/tags/tag199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i*5"/>
  <p:tag name="KSO_WM_UNIT_LAYERLEVEL" val="1"/>
  <p:tag name="KSO_WM_TAG_VERSION" val="1.0"/>
  <p:tag name="KSO_WM_BEAUTIFY_FLAG" val="#wm#"/>
  <p:tag name="KSO_WM_SLIDE_BACKGROUND_TYPE" val="bottomTop"/>
  <p:tag name="KSO_WM_SLIDE_BK_DARK_LIGHT" val="2"/>
  <p:tag name="KSO_WM_UNIT_TYPE" val="i"/>
  <p:tag name="KSO_WM_UNIT_INDEX" val="5"/>
  <p:tag name="KSO_WM_UNIT_FILL_TYPE" val="1"/>
  <p:tag name="KSO_WM_UNIT_TEXT_FILL_FORE_SCHEMECOLOR_INDEX_BRIGHTNESS" val="0"/>
  <p:tag name="KSO_WM_UNIT_TEXT_FILL_FORE_SCHEMECOLOR_INDEX" val="13"/>
  <p:tag name="KSO_WM_UNIT_TEXT_FILL_TYPE" val="1"/>
</p:tagLst>
</file>

<file path=ppt/tags/tag199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i*4"/>
  <p:tag name="KSO_WM_UNIT_LAYERLEVEL" val="1"/>
  <p:tag name="KSO_WM_TAG_VERSION" val="1.0"/>
  <p:tag name="KSO_WM_BEAUTIFY_FLAG" val="#wm#"/>
  <p:tag name="KSO_WM_SLIDE_BACKGROUND_TYPE" val="bottomTop"/>
  <p:tag name="KSO_WM_SLIDE_BK_DARK_LIGHT" val="2"/>
  <p:tag name="KSO_WM_UNIT_TYPE" val="i"/>
  <p:tag name="KSO_WM_UNIT_INDEX" val="4"/>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13"/>
  <p:tag name="KSO_WM_UNIT_TEXT_FILL_TYPE" val="1"/>
</p:tagLst>
</file>

<file path=ppt/tags/tag199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i*6"/>
  <p:tag name="KSO_WM_UNIT_LAYERLEVEL" val="1"/>
  <p:tag name="KSO_WM_TAG_VERSION" val="1.0"/>
  <p:tag name="KSO_WM_BEAUTIFY_FLAG" val="#wm#"/>
  <p:tag name="KSO_WM_SLIDE_BACKGROUND_TYPE" val="bottomTop"/>
  <p:tag name="KSO_WM_SLIDE_BK_DARK_LIGHT" val="2"/>
  <p:tag name="KSO_WM_UNIT_TYPE" val="i"/>
  <p:tag name="KSO_WM_UNIT_INDEX" val="6"/>
  <p:tag name="KSO_WM_UNIT_FILL_FORE_SCHEMECOLOR_INDEX_BRIGHTNESS" val="0"/>
  <p:tag name="KSO_WM_UNIT_FILL_FORE_SCHEMECOLOR_INDEX" val="7"/>
  <p:tag name="KSO_WM_UNIT_FILL_TYPE" val="1"/>
  <p:tag name="KSO_WM_UNIT_TEXT_FILL_FORE_SCHEMECOLOR_INDEX_BRIGHTNESS" val="0"/>
  <p:tag name="KSO_WM_UNIT_TEXT_FILL_FORE_SCHEMECOLOR_INDEX" val="13"/>
  <p:tag name="KSO_WM_UNIT_TEXT_FILL_TYPE" val="1"/>
</p:tagLst>
</file>

<file path=ppt/tags/tag199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i*7"/>
  <p:tag name="KSO_WM_UNIT_LAYERLEVEL" val="1"/>
  <p:tag name="KSO_WM_TAG_VERSION" val="1.0"/>
  <p:tag name="KSO_WM_BEAUTIFY_FLAG" val="#wm#"/>
  <p:tag name="KSO_WM_SLIDE_BACKGROUND_TYPE" val="bottomTop"/>
  <p:tag name="KSO_WM_SLIDE_BK_DARK_LIGHT" val="2"/>
  <p:tag name="KSO_WM_UNIT_TYPE" val="i"/>
  <p:tag name="KSO_WM_UNIT_INDEX" val="7"/>
  <p:tag name="KSO_WM_UNIT_FILL_FORE_SCHEMECOLOR_INDEX_BRIGHTNESS" val="0"/>
  <p:tag name="KSO_WM_UNIT_FILL_FORE_SCHEMECOLOR_INDEX" val="9"/>
  <p:tag name="KSO_WM_UNIT_FILL_TYPE" val="1"/>
  <p:tag name="KSO_WM_UNIT_TEXT_FILL_FORE_SCHEMECOLOR_INDEX_BRIGHTNESS" val="0"/>
  <p:tag name="KSO_WM_UNIT_TEXT_FILL_FORE_SCHEMECOLOR_INDEX" val="13"/>
  <p:tag name="KSO_WM_UNIT_TEXT_FILL_TYPE" val="1"/>
</p:tagLst>
</file>

<file path=ppt/tags/tag199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h"/>
  <p:tag name="KSO_WM_UNIT_TYPE" val="i"/>
  <p:tag name="KSO_WM_UNIT_INDEX" val="1"/>
  <p:tag name="KSO_WM_UNIT_ID" val="_16*i*1"/>
  <p:tag name="KSO_WM_UNIT_BK_DARK_LIGHT" val="2"/>
  <p:tag name="KSO_WM_UNIT_LAYERLEVEL" val="1"/>
  <p:tag name="KSO_WM_TAG_VERSION" val="1.0"/>
  <p:tag name="KSO_WM_BEAUTIFY_FLAG" val="#wm#"/>
  <p:tag name="KSO_WM_SLIDE_BACKGROUND_TYPE" val="bottomTop"/>
  <p:tag name="KSO_WM_SLIDE_BK_DARK_LIGHT" val="2"/>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2"/>
  <p:tag name="KSO_WM_UNIT_TEXT_FILL_TYPE" val="1"/>
</p:tagLst>
</file>

<file path=ppt/tags/tag2000.xml><?xml version="1.0" encoding="utf-8"?>
<p:tagLst xmlns:p="http://schemas.openxmlformats.org/presentationml/2006/main">
  <p:tag name="KSO_WM_UNIT_ISCONTENTSTITLE" val="0"/>
  <p:tag name="KSO_WM_UNIT_PRESET_TEXT" val="点击输入大标题"/>
  <p:tag name="KSO_WM_UNIT_NOCLEAR" val="0"/>
  <p:tag name="KSO_WM_UNIT_VALUE" val="26"/>
  <p:tag name="KSO_WM_UNIT_HIGHLIGHT" val="0"/>
  <p:tag name="KSO_WM_UNIT_COMPATIBLE" val="0"/>
  <p:tag name="KSO_WM_UNIT_DIAGRAM_ISNUMVISUAL" val="0"/>
  <p:tag name="KSO_WM_UNIT_DIAGRAM_ISREFERUNIT" val="0"/>
  <p:tag name="KSO_WM_UNIT_TYPE" val="a"/>
  <p:tag name="KSO_WM_UNIT_INDEX" val="1"/>
  <p:tag name="KSO_WM_UNIT_ID" val="diagram20200321_1*a*1"/>
  <p:tag name="KSO_WM_TEMPLATE_CATEGORY" val="diagram"/>
  <p:tag name="KSO_WM_TEMPLATE_INDEX" val="20200321"/>
  <p:tag name="KSO_WM_UNIT_LAYERLEVEL" val="1"/>
  <p:tag name="KSO_WM_TAG_VERSION" val="1.0"/>
  <p:tag name="KSO_WM_BEAUTIFY_FLAG" val="#wm#"/>
  <p:tag name="KSO_WM_UNIT_ISNUMDGMTITLE" val="0"/>
  <p:tag name="KSO_WM_UNIT_SHOW_EDIT_AREA_INDICATION" val="1"/>
  <p:tag name="KSO_WM_UNIT_PLACING_PICTURE_MD4" val="0"/>
  <p:tag name="KSO_WM_UNIT_DEFAULT_FONT" val="32;36;4"/>
  <p:tag name="KSO_WM_UNIT_BLOCK" val="0"/>
  <p:tag name="KSO_WM_UNIT_SM_LIMIT_TYPE" val="1"/>
  <p:tag name="KSO_WM_UNIT_SMARTLAYOUT_COMPRESS_INFO" val="{&#10;    &quot;id&quot;: &quot;2020-03-30T15:39:35&quot;,&#10;    &quot;max&quot;: 0,&#10;    &quot;parentMax&quot;: {&#10;        &quot;max&quot;: 1.8399999999999965&#10;    },&#10;    &quot;topChanged&quot;: 0&#10;}&#10;"/>
  <p:tag name="KSO_WM_UNIT_TEXT_FILL_FORE_SCHEMECOLOR_INDEX_BRIGHTNESS" val="0.25"/>
  <p:tag name="KSO_WM_UNIT_TEXT_FILL_FORE_SCHEMECOLOR_INDEX" val="13"/>
  <p:tag name="KSO_WM_UNIT_TEXT_FILL_TYPE" val="1"/>
</p:tagLst>
</file>

<file path=ppt/tags/tag2001.xml><?xml version="1.0" encoding="utf-8"?>
<p:tagLst xmlns:p="http://schemas.openxmlformats.org/presentationml/2006/main">
  <p:tag name="KSO_WM_UNIT_PRESET_TEXT" val="点击输入正文"/>
  <p:tag name="KSO_WM_UNIT_NOCLEAR" val="0"/>
  <p:tag name="KSO_WM_UNIT_VALUE" val="154"/>
  <p:tag name="KSO_WM_UNIT_HIGHLIGHT" val="0"/>
  <p:tag name="KSO_WM_UNIT_COMPATIBLE" val="0"/>
  <p:tag name="KSO_WM_UNIT_DIAGRAM_ISNUMVISUAL" val="0"/>
  <p:tag name="KSO_WM_UNIT_DIAGRAM_ISREFERUNIT" val="0"/>
  <p:tag name="KSO_WM_UNIT_TYPE" val="f"/>
  <p:tag name="KSO_WM_UNIT_INDEX" val="1"/>
  <p:tag name="KSO_WM_UNIT_ID" val="diagram20200321_1*f*1"/>
  <p:tag name="KSO_WM_TEMPLATE_CATEGORY" val="diagram"/>
  <p:tag name="KSO_WM_TEMPLATE_INDEX" val="20200321"/>
  <p:tag name="KSO_WM_UNIT_LAYERLEVEL" val="1"/>
  <p:tag name="KSO_WM_TAG_VERSION" val="1.0"/>
  <p:tag name="KSO_WM_BEAUTIFY_FLAG" val="#wm#"/>
  <p:tag name="KSO_WM_UNIT_SHOW_EDIT_AREA_INDICATION" val="1"/>
  <p:tag name="KSO_WM_UNIT_PLACING_PICTURE_MD4" val="0"/>
  <p:tag name="KSO_WM_UNIT_DEFAULT_FONT" val="14;18;2"/>
  <p:tag name="KSO_WM_UNIT_BLOCK" val="0"/>
  <p:tag name="KSO_WM_UNIT_TEXT_FILL_FORE_SCHEMECOLOR_INDEX_BRIGHTNESS" val="0.35"/>
  <p:tag name="KSO_WM_UNIT_TEXT_FILL_FORE_SCHEMECOLOR_INDEX" val="13"/>
  <p:tag name="KSO_WM_UNIT_TEXT_FILL_TYPE" val="1"/>
</p:tagLst>
</file>

<file path=ppt/tags/tag200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diagram20200321_1*i*2"/>
  <p:tag name="KSO_WM_TEMPLATE_CATEGORY" val="diagram"/>
  <p:tag name="KSO_WM_TEMPLATE_INDEX" val="20200321"/>
  <p:tag name="KSO_WM_UNIT_LAYERLEVEL" val="1"/>
  <p:tag name="KSO_WM_TAG_VERSION" val="1.0"/>
  <p:tag name="KSO_WM_BEAUTIFY_FLAG" val="#wm#"/>
  <p:tag name="KSO_WM_UNIT_PLACING_PICTURE_MD4" val="0"/>
  <p:tag name="KSO_WM_UNIT_SM_LIMIT_TYPE" val="1"/>
  <p:tag name="KSO_WM_UNIT_LINE_FORE_SCHEMECOLOR_INDEX_BRIGHTNESS" val="0.25"/>
  <p:tag name="KSO_WM_UNIT_LINE_FORE_SCHEMECOLOR_INDEX" val="13"/>
  <p:tag name="KSO_WM_UNIT_LINE_FILL_TYPE" val="2"/>
</p:tagLst>
</file>

<file path=ppt/tags/tag200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diagram20200321_1*i*3"/>
  <p:tag name="KSO_WM_TEMPLATE_CATEGORY" val="diagram"/>
  <p:tag name="KSO_WM_TEMPLATE_INDEX" val="20200321"/>
  <p:tag name="KSO_WM_UNIT_LAYERLEVEL" val="1"/>
  <p:tag name="KSO_WM_TAG_VERSION" val="1.0"/>
  <p:tag name="KSO_WM_BEAUTIFY_FLAG" val="#wm#"/>
  <p:tag name="KSO_WM_UNIT_PLACING_PICTURE_MD4" val="0"/>
  <p:tag name="KSO_WM_UNIT_SM_LIMIT_TYPE" val="1"/>
  <p:tag name="KSO_WM_UNIT_LINE_FORE_SCHEMECOLOR_INDEX_BRIGHTNESS" val="0.25"/>
  <p:tag name="KSO_WM_UNIT_LINE_FORE_SCHEMECOLOR_INDEX" val="13"/>
  <p:tag name="KSO_WM_UNIT_LINE_FILL_TYPE" val="2"/>
</p:tagLst>
</file>

<file path=ppt/tags/tag2004.xml><?xml version="1.0" encoding="utf-8"?>
<p:tagLst xmlns:p="http://schemas.openxmlformats.org/presentationml/2006/main">
  <p:tag name="KSO_WM_BEAUTIFY_FLAG" val="#wm#"/>
  <p:tag name="KSO_WM_TEMPLATE_CATEGORY" val="diagram"/>
  <p:tag name="KSO_WM_TEMPLATE_INDEX" val="20200321"/>
  <p:tag name="KSO_WM_SLIDE_ID" val="diagram20200321_1"/>
  <p:tag name="KSO_WM_TEMPLATE_SUBCATEGORY" val="11"/>
  <p:tag name="KSO_WM_SLIDE_ITEM_CNT" val="0"/>
  <p:tag name="KSO_WM_SLIDE_INDEX" val="1"/>
  <p:tag name="KSO_WM_TAG_VERSION" val="1.0"/>
  <p:tag name="KSO_WM_SLIDE_LAYOUT" val="a_d_f"/>
  <p:tag name="KSO_WM_SLIDE_LAYOUT_CNT" val="1_1_1"/>
  <p:tag name="KSO_WM_SLIDE_TYPE" val="text"/>
  <p:tag name="KSO_WM_SLIDE_SUBTYPE" val="picTxt"/>
  <p:tag name="KSO_WM_SLIDE_SIZE" val="866*458"/>
  <p:tag name="KSO_WM_SLIDE_POSITION" val="47*34"/>
  <p:tag name="KSO_WM_TEMPLATE_MASTER_TYPE" val="0"/>
  <p:tag name="KSO_WM_TEMPLATE_COLOR_TYPE" val="1"/>
  <p:tag name="KSO_WM_UNIT_SHOW_EDIT_AREA_INDICATION" val="1"/>
  <p:tag name="KSO_WM_SLIDE_LAYOUT_INFO" val="{&#10;    &quot;backgroundInfo&quot;: [&#10;        {&#10;            &quot;bottom&quot;: 0,&#10;            &quot;bottomAbs&quot;: false,&#10;            &quot;left&quot;: 0,&#10;            &quot;leftAbs&quot;: false,&#10;            &quot;right&quot;: 0,&#10;            &quot;rightAbs&quot;: false,&#10;            &quot;top&quot;: 0,&#10;            &quot;topAbs&quot;: false,&#10;            &quot;type&quot;: &quot;general&quot;&#10;        },&#10;        {&#10;            &quot;bottom&quot;: 0,&#10;            &quot;bottomAbs&quot;: false,&#10;            &quot;left&quot;: 0,&#10;            &quot;leftAbs&quot;: false,&#10;            &quot;right&quot;: 0,&#10;            &quot;rightAbs&quot;: false,&#10;            &quot;top&quot;: 0,&#10;            &quot;topAbs&quot;: false,&#10;            &quot;type&quot;: &quot;frame&quot;&#10;        }&#10;    ],&#10;    &quot;id&quot;: &quot;2020-03-30T15:39:35&quot;,&#10;    &quot;maxSize&quot;: {&#10;        &quot;size1&quot;: 32.799999999999997&#10;    },&#10;    &quot;minSize&quot;: {&#10;        &quot;size1&quot;: 24.600000000000001&#10;    },&#10;    &quot;normalSize&quot;: {&#10;        &quot;size1&quot;: 25.054320987654325&#10;    },&#10;    &quot;subLayout&quot;: [&#10;        {&#10;            &quot;horizontalAlign&quot;: 0,&#10;            &quot;id&quot;: &quot;2020-03-30T15:39:35&quot;,&#10;            &quot;margin&quot;: {&#10;                &quot;bottom&quot;: 1.2439998388290405,&#10;                &quot;left&quot;: 1.690000057220459,&#10;                &quot;right&quot;: 1.690000057220459,&#10;                &quot;top&quot;: 1.690000057220459&#10;            },&#10;            &quot;type&quot;: 0,&#10;            &quot;verticalAlign&quot;: 1&#10;        },&#10;        {&#10;            &quot;backgroundInfo&quot;: [&#10;                {&#10;                    &quot;bottom&quot;: 0.058357569999999998,&#10;                    &quot;bottomAbs&quot;: false,&#10;                    &quot;left&quot;: 0,&#10;                    &quot;leftAbs&quot;: false,&#10;                    &quot;right&quot;: 0,&#10;                    &quot;rightAbs&quot;: false,&#10;                    &quot;top&quot;: -0.058357569999999998,&#10;                    &quot;topAbs&quot;: false,&#10;                    &quot;type&quot;: &quot;bottomTop&quot;&#10;                }&#10;            ],&#10;            &quot;direction&quot;: 1,&#10;            &quot;id&quot;: &quot;2020-03-30T15:39:35&quot;,&#10;            &quot;maxSize&quot;: {&#10;                &quot;size1&quot;: 68.099999999999994&#10;            },&#10;            &quot;minSize&quot;: {&#10;                &quot;size1&quot;: 36.200000000000003&#10;            },&#10;            &quot;normalSize&quot;: {&#10;                &quot;size1&quot;: 64.245833333333337&#10;            },&#10;            &quot;subLayout&quot;: [&#10;                {&#10;                    &quot;horizontalAlign&quot;: 0,&#10;                    &quot;id&quot;: &quot;2020-03-30T15:39:35&quot;,&#10;                    &quot;margin&quot;: {&#10;                        &quot;bottom&quot;: 1.690000057220459,&#10;                        &quot;left&quot;: 1.7029999494552612,&#10;                        &quot;right&quot;: 1.034000039100647,&#10;                        &quot;top&quot;: 0.026000002399086952&#10;                    },&#10;                    &quot;marginOverLayout&quot;: {&#10;                        &quot;bottom&quot;: 1.690000057220459,&#10;                        &quot;left&quot;: 1.7029999494552612,&#10;                        &quot;right&quot;: 1.034000039100647,&#10;                        &quot;top&quot;: 0.026000002399086952&#10;                    },&#10;                    &quot;type&quot;: 1,&#10;                    &quot;verticalAlign&quot;: 1&#10;                },&#10;                {&#10;                    &quot;horizontalAlign&quot;: 0,&#10;                    &quot;id&quot;: &quot;2020-03-30T15:39:35&quot;,&#10;                    &quot;margin&quot;: {&#10;                        &quot;bottom&quot;: 1.690000057220459,&#10;                        &quot;left&quot;: 0.026000002399086952,&#10;                        &quot;right&quot;: 1.690000057220459,&#10;                        &quot;top&quot;: 0.026000002399086952&#10;                    },&#10;                    &quot;type&quot;: 0,&#10;                    &quot;verticalAlign&quot;: 1&#10;                }&#10;            ],&#10;            &quot;type&quot;: 0&#10;        }&#10;    ],&#10;    &quot;type&quot;: 1&#10;}&#10;"/>
  <p:tag name="KSO_WM_SLIDE_CAN_ADD_NAVIGATION" val="1"/>
  <p:tag name="KSO_WM_SLIDE_BACKGROUND" val="[&quot;general&quot;,&quot;frame&quot;,&quot;bottomTop&quot;]"/>
  <p:tag name="KSO_WM_SLIDE_RATIO" val="1.777778"/>
  <p:tag name="KSO_WM_SLIDE_BK_DARK_LIGHT" val="2"/>
  <p:tag name="KSO_WM_SLIDE_BACKGROUND_TYPE" val="bottomTop"/>
</p:tagLst>
</file>

<file path=ppt/tags/tag2005.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1"/>
  <p:tag name="KSO_WM_UNIT_ID" val="diagram20190857_1*i*1"/>
  <p:tag name="KSO_WM_TEMPLATE_CATEGORY" val="diagram"/>
  <p:tag name="KSO_WM_TEMPLATE_INDEX" val="20190857"/>
  <p:tag name="KSO_WM_UNIT_LAYERLEVEL" val="1"/>
  <p:tag name="KSO_WM_TAG_VERSION" val="1.0"/>
  <p:tag name="KSO_WM_BEAUTIFY_FLAG" val="#wm#"/>
  <p:tag name="KSO_WM_UNIT_USESOURCEFORMAT_APPLY" val="1"/>
</p:tagLst>
</file>

<file path=ppt/tags/tag2006.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2"/>
  <p:tag name="KSO_WM_UNIT_ID" val="diagram20190857_1*l_h_i*1_1_2"/>
  <p:tag name="KSO_WM_TEMPLATE_CATEGORY" val="diagram"/>
  <p:tag name="KSO_WM_TEMPLATE_INDEX" val="20190857"/>
  <p:tag name="KSO_WM_UNIT_LAYERLEVEL" val="1_1_1"/>
  <p:tag name="KSO_WM_TAG_VERSION" val="1.0"/>
  <p:tag name="KSO_WM_BEAUTIFY_FLAG" val="#wm#"/>
  <p:tag name="KSO_WM_UNIT_FILL_FORE_SCHEMECOLOR_INDEX" val="14"/>
  <p:tag name="KSO_WM_UNIT_FILL_TYPE" val="1"/>
  <p:tag name="KSO_WM_UNIT_TEXT_FILL_FORE_SCHEMECOLOR_INDEX" val="2"/>
  <p:tag name="KSO_WM_UNIT_TEXT_FILL_TYPE" val="1"/>
  <p:tag name="KSO_WM_UNIT_USESOURCEFORMAT_APPLY" val="1"/>
</p:tagLst>
</file>

<file path=ppt/tags/tag2007.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2_1"/>
  <p:tag name="KSO_WM_UNIT_ID" val="diagram20190857_1*l_h_i*1_2_1"/>
  <p:tag name="KSO_WM_TEMPLATE_CATEGORY" val="diagram"/>
  <p:tag name="KSO_WM_TEMPLATE_INDEX" val="20190857"/>
  <p:tag name="KSO_WM_UNIT_LAYERLEVEL" val="1_1_1"/>
  <p:tag name="KSO_WM_TAG_VERSION" val="1.0"/>
  <p:tag name="KSO_WM_BEAUTIFY_FLAG" val="#wm#"/>
  <p:tag name="KSO_WM_UNIT_FILL_FORE_SCHEMECOLOR_INDEX" val="14"/>
  <p:tag name="KSO_WM_UNIT_FILL_TYPE" val="1"/>
  <p:tag name="KSO_WM_UNIT_LINE_FORE_SCHEMECOLOR_INDEX" val="5"/>
  <p:tag name="KSO_WM_UNIT_LINE_FILL_TYPE" val="2"/>
  <p:tag name="KSO_WM_UNIT_TEXT_FILL_FORE_SCHEMECOLOR_INDEX" val="2"/>
  <p:tag name="KSO_WM_UNIT_TEXT_FILL_TYPE" val="1"/>
  <p:tag name="KSO_WM_UNIT_USESOURCEFORMAT_APPLY" val="1"/>
</p:tagLst>
</file>

<file path=ppt/tags/tag2008.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2_2"/>
  <p:tag name="KSO_WM_UNIT_ID" val="diagram20190857_1*l_h_i*1_2_2"/>
  <p:tag name="KSO_WM_TEMPLATE_CATEGORY" val="diagram"/>
  <p:tag name="KSO_WM_TEMPLATE_INDEX" val="20190857"/>
  <p:tag name="KSO_WM_UNIT_LAYERLEVEL" val="1_1_1"/>
  <p:tag name="KSO_WM_TAG_VERSION" val="1.0"/>
  <p:tag name="KSO_WM_BEAUTIFY_FLAG" val="#wm#"/>
  <p:tag name="KSO_WM_UNIT_FILL_FORE_SCHEMECOLOR_INDEX" val="14"/>
  <p:tag name="KSO_WM_UNIT_FILL_TYPE" val="1"/>
  <p:tag name="KSO_WM_UNIT_TEXT_FILL_FORE_SCHEMECOLOR_INDEX" val="2"/>
  <p:tag name="KSO_WM_UNIT_TEXT_FILL_TYPE" val="1"/>
  <p:tag name="KSO_WM_UNIT_USESOURCEFORMAT_APPLY" val="1"/>
</p:tagLst>
</file>

<file path=ppt/tags/tag2009.xml><?xml version="1.0" encoding="utf-8"?>
<p:tagLst xmlns:p="http://schemas.openxmlformats.org/presentationml/2006/main">
  <p:tag name="KSO_WM_UNIT_NOCLEAR" val="0"/>
  <p:tag name="KSO_WM_UNIT_VALUE" val="93"/>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diagram20190857_1*l_h_f*1_2_1"/>
  <p:tag name="KSO_WM_TEMPLATE_CATEGORY" val="diagram"/>
  <p:tag name="KSO_WM_TEMPLATE_INDEX" val="20190857"/>
  <p:tag name="KSO_WM_UNIT_LAYERLEVEL" val="1_1_1"/>
  <p:tag name="KSO_WM_TAG_VERSION" val="1.0"/>
  <p:tag name="KSO_WM_BEAUTIFY_FLAG" val="#wm#"/>
  <p:tag name="KSO_WM_UNIT_PRESET_TEXT" val="单击此处添加文本具体内容"/>
  <p:tag name="KSO_WM_UNIT_TEXT_FILL_FORE_SCHEMECOLOR_INDEX" val="13"/>
  <p:tag name="KSO_WM_UNIT_TEXT_FILL_TYPE" val="1"/>
  <p:tag name="KSO_WM_UNIT_USESOURCEFORMAT_APPLY" val="1"/>
</p:tagLst>
</file>

<file path=ppt/tags/tag2010.xml><?xml version="1.0" encoding="utf-8"?>
<p:tagLst xmlns:p="http://schemas.openxmlformats.org/presentationml/2006/main">
  <p:tag name="KSO_WM_UNIT_ISCONTENTSTITLE" val="0"/>
  <p:tag name="KSO_WM_UNIT_NOCLEAR" val="0"/>
  <p:tag name="KSO_WM_UNIT_VALUE" val="52"/>
  <p:tag name="KSO_WM_UNIT_HIGHLIGHT" val="0"/>
  <p:tag name="KSO_WM_UNIT_COMPATIBLE" val="0"/>
  <p:tag name="KSO_WM_UNIT_DIAGRAM_ISNUMVISUAL" val="0"/>
  <p:tag name="KSO_WM_UNIT_DIAGRAM_ISREFERUNIT" val="0"/>
  <p:tag name="KSO_WM_DIAGRAM_GROUP_CODE" val="l1-1"/>
  <p:tag name="KSO_WM_UNIT_TYPE" val="a"/>
  <p:tag name="KSO_WM_UNIT_INDEX" val="1"/>
  <p:tag name="KSO_WM_UNIT_ID" val="diagram20190857_1*a*1"/>
  <p:tag name="KSO_WM_TEMPLATE_CATEGORY" val="diagram"/>
  <p:tag name="KSO_WM_TEMPLATE_INDEX" val="20190857"/>
  <p:tag name="KSO_WM_UNIT_LAYERLEVEL" val="1"/>
  <p:tag name="KSO_WM_TAG_VERSION" val="1.0"/>
  <p:tag name="KSO_WM_BEAUTIFY_FLAG" val="#wm#"/>
  <p:tag name="KSO_WM_UNIT_PRESET_TEXT" val="单击此处添加标题"/>
  <p:tag name="KSO_WM_UNIT_FILL_FORE_SCHEMECOLOR_INDEX" val="13"/>
  <p:tag name="KSO_WM_UNIT_FILL_TYPE" val="1"/>
  <p:tag name="KSO_WM_UNIT_TEXT_FILL_FORE_SCHEMECOLOR_INDEX" val="14"/>
  <p:tag name="KSO_WM_UNIT_TEXT_FILL_TYPE" val="1"/>
  <p:tag name="KSO_WM_UNIT_USESOURCEFORMAT_APPLY" val="1"/>
</p:tagLst>
</file>

<file path=ppt/tags/tag2011.xml><?xml version="1.0" encoding="utf-8"?>
<p:tagLst xmlns:p="http://schemas.openxmlformats.org/presentationml/2006/main">
  <p:tag name="KSO_WM_BEAUTIFY_FLAG" val="#wm#"/>
  <p:tag name="KSO_WM_TEMPLATE_CATEGORY" val="diagram"/>
  <p:tag name="KSO_WM_TEMPLATE_INDEX" val="20190857"/>
  <p:tag name="KSO_WM_SLIDE_ID" val="diagram20190857_1"/>
  <p:tag name="KSO_WM_TEMPLATE_SUBCATEGORY" val="0"/>
  <p:tag name="KSO_WM_TEMPLATE_MASTER_TYPE" val="0"/>
  <p:tag name="KSO_WM_TEMPLATE_COLOR_TYPE" val="1"/>
  <p:tag name="KSO_WM_SLIDE_TYPE" val="text"/>
  <p:tag name="KSO_WM_SLIDE_SUBTYPE" val="diag"/>
  <p:tag name="KSO_WM_SLIDE_ITEM_CNT" val="2"/>
  <p:tag name="KSO_WM_SLIDE_INDEX" val="1"/>
  <p:tag name="KSO_WM_SLIDE_SIZE" val="855*162.57"/>
  <p:tag name="KSO_WM_SLIDE_POSITION" val="51.9999*320.43"/>
  <p:tag name="KSO_WM_DIAGRAM_GROUP_CODE" val="l1-1"/>
  <p:tag name="KSO_WM_SLIDE_DIAGTYPE" val="l"/>
  <p:tag name="KSO_WM_TAG_VERSION" val="1.0"/>
  <p:tag name="KSO_WM_SLIDE_LAYOUT" val="a_b_l"/>
  <p:tag name="KSO_WM_SLIDE_LAYOUT_CNT" val="1_1_1"/>
  <p:tag name="KSO_WM_SLIDE_BK_DARK_LIGHT" val="2"/>
  <p:tag name="KSO_WM_SLIDE_BACKGROUND_TYPE" val="general"/>
</p:tagLst>
</file>

<file path=ppt/tags/tag20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h"/>
  <p:tag name="KSO_WM_UNIT_TYPE" val="i"/>
  <p:tag name="KSO_WM_UNIT_INDEX" val="1"/>
  <p:tag name="KSO_WM_UNIT_ID" val="_15*i*1"/>
  <p:tag name="KSO_WM_UNIT_BK_DARK_LIGHT" val="2"/>
  <p:tag name="KSO_WM_UNIT_LAYERLEVEL" val="1"/>
  <p:tag name="KSO_WM_TAG_VERSION" val="1.0"/>
  <p:tag name="KSO_WM_BEAUTIFY_FLAG" val="#wm#"/>
  <p:tag name="KSO_WM_SLIDE_BACKGROUND_TYPE" val="topBottom"/>
  <p:tag name="KSO_WM_SLIDE_BK_DARK_LIGHT" val="2"/>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2"/>
  <p:tag name="KSO_WM_UNIT_TEXT_FILL_TYPE" val="1"/>
</p:tagLst>
</file>

<file path=ppt/tags/tag2013.xml><?xml version="1.0" encoding="utf-8"?>
<p:tagLst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UNIT_TYPE" val="i"/>
</p:tagLst>
</file>

<file path=ppt/tags/tag2014.xml><?xml version="1.0" encoding="utf-8"?>
<p:tagLst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2015.xml><?xml version="1.0" encoding="utf-8"?>
<p:tagLst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2016.xml><?xml version="1.0" encoding="utf-8"?>
<p:tagLst xmlns:p="http://schemas.openxmlformats.org/presentationml/2006/main">
  <p:tag name="KSO_WM_UNIT_ISCONTENTSTITLE" val="0"/>
  <p:tag name="KSO_WM_UNIT_PRESET_TEXT" val="点击输入大标题"/>
  <p:tag name="KSO_WM_UNIT_NOCLEAR" val="0"/>
  <p:tag name="KSO_WM_UNIT_VALUE" val="26"/>
  <p:tag name="KSO_WM_UNIT_HIGHLIGHT" val="0"/>
  <p:tag name="KSO_WM_UNIT_COMPATIBLE" val="0"/>
  <p:tag name="KSO_WM_UNIT_DIAGRAM_ISNUMVISUAL" val="0"/>
  <p:tag name="KSO_WM_UNIT_DIAGRAM_ISREFERUNIT" val="0"/>
  <p:tag name="KSO_WM_UNIT_TYPE" val="a"/>
  <p:tag name="KSO_WM_UNIT_INDEX" val="1"/>
  <p:tag name="KSO_WM_UNIT_ID" val="diagram20200317_1*a*1"/>
  <p:tag name="KSO_WM_TEMPLATE_CATEGORY" val="diagram"/>
  <p:tag name="KSO_WM_TEMPLATE_INDEX" val="20200317"/>
  <p:tag name="KSO_WM_UNIT_LAYERLEVEL" val="1"/>
  <p:tag name="KSO_WM_TAG_VERSION" val="1.0"/>
  <p:tag name="KSO_WM_BEAUTIFY_FLAG" val="#wm#"/>
  <p:tag name="KSO_WM_UNIT_SHOW_EDIT_AREA_INDICATION" val="1"/>
  <p:tag name="KSO_WM_UNIT_DEFAULT_FONT" val="32;40;4"/>
  <p:tag name="KSO_WM_UNIT_BLOCK" val="1"/>
  <p:tag name="KSO_WM_UNIT_TEXT_FILL_FORE_SCHEMECOLOR_INDEX_BRIGHTNESS" val="0.15"/>
  <p:tag name="KSO_WM_UNIT_TEXT_FILL_FORE_SCHEMECOLOR_INDEX" val="13"/>
  <p:tag name="KSO_WM_UNIT_TEXT_FILL_TYPE" val="1"/>
</p:tagLst>
</file>

<file path=ppt/tags/tag20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02359_2*m_h_i*1_1_2"/>
  <p:tag name="KSO_WM_TEMPLATE_CATEGORY" val="diagram"/>
  <p:tag name="KSO_WM_TEMPLATE_INDEX" val="20202359"/>
  <p:tag name="KSO_WM_UNIT_LAYERLEVEL" val="1_1_1"/>
  <p:tag name="KSO_WM_TAG_VERSION" val="1.0"/>
  <p:tag name="KSO_WM_BEAUTIFY_FLAG" val="#wm#"/>
  <p:tag name="KSO_WM_DIAGRAM_GROUP_CODE" val="m1-1"/>
  <p:tag name="KSO_WM_UNIT_TYPE" val="m_h_i"/>
  <p:tag name="KSO_WM_UNIT_INDEX" val="1_1_2"/>
  <p:tag name="KSO_WM_UNIT_FILL_FORE_SCHEMECOLOR_INDEX" val="5"/>
  <p:tag name="KSO_WM_UNIT_FILL_TYPE" val="1"/>
  <p:tag name="KSO_WM_UNIT_TEXT_FILL_FORE_SCHEMECOLOR_INDEX" val="13"/>
  <p:tag name="KSO_WM_UNIT_TEXT_FILL_TYPE" val="1"/>
  <p:tag name="KSO_WM_UNIT_USESOURCEFORMAT_APPLY" val="1"/>
</p:tagLst>
</file>

<file path=ppt/tags/tag20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02359_2*m_h_f*1_1_1"/>
  <p:tag name="KSO_WM_TEMPLATE_CATEGORY" val="diagram"/>
  <p:tag name="KSO_WM_TEMPLATE_INDEX" val="20202359"/>
  <p:tag name="KSO_WM_UNIT_LAYERLEVEL" val="1_1_1"/>
  <p:tag name="KSO_WM_TAG_VERSION" val="1.0"/>
  <p:tag name="KSO_WM_BEAUTIFY_FLAG" val="#wm#"/>
  <p:tag name="KSO_WM_UNIT_NOCLEAR" val="0"/>
  <p:tag name="KSO_WM_DIAGRAM_GROUP_CODE" val="m1-1"/>
  <p:tag name="KSO_WM_UNIT_TYPE" val="m_h_f"/>
  <p:tag name="KSO_WM_UNIT_INDEX" val="1_1_1"/>
  <p:tag name="KSO_WM_UNIT_PRESET_TEXT" val="点击此处添加正文，文字是您思想的提炼，为了演示发布的良好效果，请您尽可能提炼思想的精髓，然后简单的阐述您的观点。如果您的内容确实非常重要又难以精简，也请使用分段处理，对内容进行简单的梳理和提炼，这样会使逻辑框架相对清晰。&#10;您的正文已经经简明扼要，字字珠玑，但信息却千丝万缕、错综复杂，需要用更多的文字来表述；但请您尽可能提炼思想的精髓，否则容易造成观者的阅读压力，适得其反。当您的正文内容到达这个限度时，或许已经不纯粹作用于演示，极大可能运用于阅读领域。"/>
  <p:tag name="KSO_WM_UNIT_TEXT_FILL_FORE_SCHEMECOLOR_INDEX" val="13"/>
  <p:tag name="KSO_WM_UNIT_TEXT_FILL_TYPE" val="1"/>
  <p:tag name="KSO_WM_UNIT_USESOURCEFORMAT_APPLY" val="1"/>
</p:tagLst>
</file>

<file path=ppt/tags/tag20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02359_2*m_h_a*1_1_1"/>
  <p:tag name="KSO_WM_TEMPLATE_CATEGORY" val="diagram"/>
  <p:tag name="KSO_WM_TEMPLATE_INDEX" val="20202359"/>
  <p:tag name="KSO_WM_UNIT_LAYERLEVEL" val="1_1_1"/>
  <p:tag name="KSO_WM_TAG_VERSION" val="1.0"/>
  <p:tag name="KSO_WM_BEAUTIFY_FLAG" val="#wm#"/>
  <p:tag name="KSO_WM_UNIT_ISCONTENTSTITLE" val="0"/>
  <p:tag name="KSO_WM_UNIT_NOCLEAR" val="0"/>
  <p:tag name="KSO_WM_DIAGRAM_GROUP_CODE" val="m1-1"/>
  <p:tag name="KSO_WM_UNIT_TYPE" val="m_h_a"/>
  <p:tag name="KSO_WM_UNIT_INDEX" val="1_1_1"/>
  <p:tag name="KSO_WM_UNIT_PRESET_TEXT" val="点击添加标题"/>
  <p:tag name="KSO_WM_UNIT_TEXT_FILL_FORE_SCHEMECOLOR_INDEX" val="13"/>
  <p:tag name="KSO_WM_UNIT_TEXT_FILL_TYPE" val="1"/>
  <p:tag name="KSO_WM_UNIT_USESOURCEFORMAT_APPLY" val="1"/>
</p:tagLst>
</file>

<file path=ppt/tags/tag20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02359_2*m_h_i*1_2_1"/>
  <p:tag name="KSO_WM_TEMPLATE_CATEGORY" val="diagram"/>
  <p:tag name="KSO_WM_TEMPLATE_INDEX" val="20202359"/>
  <p:tag name="KSO_WM_UNIT_LAYERLEVEL" val="1_1_1"/>
  <p:tag name="KSO_WM_TAG_VERSION" val="1.0"/>
  <p:tag name="KSO_WM_BEAUTIFY_FLAG" val="#wm#"/>
  <p:tag name="KSO_WM_DIAGRAM_GROUP_CODE" val="m1-1"/>
  <p:tag name="KSO_WM_UNIT_TYPE" val="m_h_i"/>
  <p:tag name="KSO_WM_UNIT_INDEX" val="1_2_1"/>
  <p:tag name="KSO_WM_UNIT_FILL_FORE_SCHEMECOLOR_INDEX" val="5"/>
  <p:tag name="KSO_WM_UNIT_FILL_TYPE" val="1"/>
  <p:tag name="KSO_WM_UNIT_TEXT_FILL_FORE_SCHEMECOLOR_INDEX" val="13"/>
  <p:tag name="KSO_WM_UNIT_TEXT_FILL_TYPE" val="1"/>
  <p:tag name="KSO_WM_UNIT_USESOURCEFORMAT_APPLY" val="1"/>
</p:tagLst>
</file>

<file path=ppt/tags/tag20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02359_2*m_h_f*1_2_1"/>
  <p:tag name="KSO_WM_TEMPLATE_CATEGORY" val="diagram"/>
  <p:tag name="KSO_WM_TEMPLATE_INDEX" val="20202359"/>
  <p:tag name="KSO_WM_UNIT_LAYERLEVEL" val="1_1_1"/>
  <p:tag name="KSO_WM_TAG_VERSION" val="1.0"/>
  <p:tag name="KSO_WM_BEAUTIFY_FLAG" val="#wm#"/>
  <p:tag name="KSO_WM_UNIT_NOCLEAR" val="0"/>
  <p:tag name="KSO_WM_DIAGRAM_GROUP_CODE" val="m1-1"/>
  <p:tag name="KSO_WM_UNIT_TYPE" val="m_h_f"/>
  <p:tag name="KSO_WM_UNIT_INDEX" val="1_2_1"/>
  <p:tag name="KSO_WM_UNIT_PRESET_TEXT" val="点击此处添加正文，文字是您思想的提炼，为了演示发布的良好效果，请您尽可能提炼思想的精髓，然后简单的阐述您的观点。如果您的内容确实非常重要又难以精简，也请使用分段处理，对内容进行简单的梳理和提炼，这样会使逻辑框架相对清晰。&#10;您的正文已经经简明扼要，字字珠玑，但信息却千丝万缕、错综复杂，需要用更多的文字来表述；但请您尽可能提炼思想的精髓，否则容易造成观者的阅读压力，适得其反。当您的正文内容到达这个限度时，或许已经不纯粹作用于演示，极大可能运用于阅读领域。"/>
  <p:tag name="KSO_WM_UNIT_TEXT_FILL_FORE_SCHEMECOLOR_INDEX" val="13"/>
  <p:tag name="KSO_WM_UNIT_TEXT_FILL_TYPE" val="1"/>
  <p:tag name="KSO_WM_UNIT_USESOURCEFORMAT_APPLY" val="1"/>
</p:tagLst>
</file>

<file path=ppt/tags/tag20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02359_2*m_h_a*1_2_1"/>
  <p:tag name="KSO_WM_TEMPLATE_CATEGORY" val="diagram"/>
  <p:tag name="KSO_WM_TEMPLATE_INDEX" val="20202359"/>
  <p:tag name="KSO_WM_UNIT_LAYERLEVEL" val="1_1_1"/>
  <p:tag name="KSO_WM_TAG_VERSION" val="1.0"/>
  <p:tag name="KSO_WM_BEAUTIFY_FLAG" val="#wm#"/>
  <p:tag name="KSO_WM_UNIT_ISCONTENTSTITLE" val="0"/>
  <p:tag name="KSO_WM_UNIT_NOCLEAR" val="0"/>
  <p:tag name="KSO_WM_DIAGRAM_GROUP_CODE" val="m1-1"/>
  <p:tag name="KSO_WM_UNIT_TYPE" val="m_h_a"/>
  <p:tag name="KSO_WM_UNIT_INDEX" val="1_2_1"/>
  <p:tag name="KSO_WM_UNIT_PRESET_TEXT" val="点击添加标题"/>
  <p:tag name="KSO_WM_UNIT_TEXT_FILL_FORE_SCHEMECOLOR_INDEX" val="13"/>
  <p:tag name="KSO_WM_UNIT_TEXT_FILL_TYPE" val="1"/>
  <p:tag name="KSO_WM_UNIT_USESOURCEFORMAT_APPLY" val="1"/>
</p:tagLst>
</file>

<file path=ppt/tags/tag20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02359_2*m_h_i*1_3_2"/>
  <p:tag name="KSO_WM_TEMPLATE_CATEGORY" val="diagram"/>
  <p:tag name="KSO_WM_TEMPLATE_INDEX" val="20202359"/>
  <p:tag name="KSO_WM_UNIT_LAYERLEVEL" val="1_1_1"/>
  <p:tag name="KSO_WM_TAG_VERSION" val="1.0"/>
  <p:tag name="KSO_WM_BEAUTIFY_FLAG" val="#wm#"/>
  <p:tag name="KSO_WM_DIAGRAM_GROUP_CODE" val="m1-1"/>
  <p:tag name="KSO_WM_UNIT_TYPE" val="m_h_i"/>
  <p:tag name="KSO_WM_UNIT_INDEX" val="1_3_2"/>
  <p:tag name="KSO_WM_UNIT_FILL_FORE_SCHEMECOLOR_INDEX" val="5"/>
  <p:tag name="KSO_WM_UNIT_FILL_TYPE" val="1"/>
  <p:tag name="KSO_WM_UNIT_TEXT_FILL_FORE_SCHEMECOLOR_INDEX" val="13"/>
  <p:tag name="KSO_WM_UNIT_TEXT_FILL_TYPE" val="1"/>
  <p:tag name="KSO_WM_UNIT_USESOURCEFORMAT_APPLY" val="1"/>
</p:tagLst>
</file>

<file path=ppt/tags/tag20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02359_2*m_h_f*1_3_1"/>
  <p:tag name="KSO_WM_TEMPLATE_CATEGORY" val="diagram"/>
  <p:tag name="KSO_WM_TEMPLATE_INDEX" val="20202359"/>
  <p:tag name="KSO_WM_UNIT_LAYERLEVEL" val="1_1_1"/>
  <p:tag name="KSO_WM_TAG_VERSION" val="1.0"/>
  <p:tag name="KSO_WM_BEAUTIFY_FLAG" val="#wm#"/>
  <p:tag name="KSO_WM_UNIT_NOCLEAR" val="0"/>
  <p:tag name="KSO_WM_DIAGRAM_GROUP_CODE" val="m1-1"/>
  <p:tag name="KSO_WM_UNIT_TYPE" val="m_h_f"/>
  <p:tag name="KSO_WM_UNIT_INDEX" val="1_3_1"/>
  <p:tag name="KSO_WM_UNIT_PRESET_TEXT" val="点击此处添加正文，文字是您思想的提炼，为了演示发布的良好效果，请您尽可能提炼思想的精髓，然后简单的阐述您的观点。如果您的内容确实非常重要又难以精简，也请使用分段处理，对内容进行简单的梳理和提炼，这样会使逻辑框架相对清晰。&#10;您的正文已经经简明扼要，字字珠玑，但信息却千丝万缕、错综复杂，需要用更多的文字来表述；但请您尽可能提炼思想的精髓，否则容易造成观者的阅读压力，适得其反。当您的正文内容到达这个限度时，或许已经不纯粹作用于演示，极大可能运用于阅读领域。"/>
  <p:tag name="KSO_WM_UNIT_TEXT_FILL_FORE_SCHEMECOLOR_INDEX" val="13"/>
  <p:tag name="KSO_WM_UNIT_TEXT_FILL_TYPE" val="1"/>
  <p:tag name="KSO_WM_UNIT_USESOURCEFORMAT_APPLY" val="1"/>
</p:tagLst>
</file>

<file path=ppt/tags/tag20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02359_2*m_h_a*1_3_1"/>
  <p:tag name="KSO_WM_TEMPLATE_CATEGORY" val="diagram"/>
  <p:tag name="KSO_WM_TEMPLATE_INDEX" val="20202359"/>
  <p:tag name="KSO_WM_UNIT_LAYERLEVEL" val="1_1_1"/>
  <p:tag name="KSO_WM_TAG_VERSION" val="1.0"/>
  <p:tag name="KSO_WM_BEAUTIFY_FLAG" val="#wm#"/>
  <p:tag name="KSO_WM_UNIT_ISCONTENTSTITLE" val="0"/>
  <p:tag name="KSO_WM_UNIT_NOCLEAR" val="0"/>
  <p:tag name="KSO_WM_DIAGRAM_GROUP_CODE" val="m1-1"/>
  <p:tag name="KSO_WM_UNIT_TYPE" val="m_h_a"/>
  <p:tag name="KSO_WM_UNIT_INDEX" val="1_3_1"/>
  <p:tag name="KSO_WM_UNIT_PRESET_TEXT" val="点击添加标题"/>
  <p:tag name="KSO_WM_UNIT_TEXT_FILL_FORE_SCHEMECOLOR_INDEX" val="13"/>
  <p:tag name="KSO_WM_UNIT_TEXT_FILL_TYPE" val="1"/>
  <p:tag name="KSO_WM_UNIT_USESOURCEFORMAT_APPLY" val="1"/>
</p:tagLst>
</file>

<file path=ppt/tags/tag20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02359_2*m_h_i*1_1_1"/>
  <p:tag name="KSO_WM_TEMPLATE_CATEGORY" val="diagram"/>
  <p:tag name="KSO_WM_TEMPLATE_INDEX" val="20202359"/>
  <p:tag name="KSO_WM_UNIT_LAYERLEVEL" val="1_1_1"/>
  <p:tag name="KSO_WM_TAG_VERSION" val="1.0"/>
  <p:tag name="KSO_WM_BEAUTIFY_FLAG" val="#wm#"/>
  <p:tag name="KSO_WM_DIAGRAM_GROUP_CODE" val="m1-1"/>
  <p:tag name="KSO_WM_UNIT_TYPE" val="m_h_i"/>
  <p:tag name="KSO_WM_UNIT_INDEX" val="1_1_1"/>
  <p:tag name="KSO_WM_UNIT_TEXT_FILL_FORE_SCHEMECOLOR_INDEX" val="14"/>
  <p:tag name="KSO_WM_UNIT_TEXT_FILL_TYPE" val="1"/>
  <p:tag name="KSO_WM_UNIT_USESOURCEFORMAT_APPLY" val="1"/>
</p:tagLst>
</file>

<file path=ppt/tags/tag20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02359_2*m_h_i*1_2_2"/>
  <p:tag name="KSO_WM_TEMPLATE_CATEGORY" val="diagram"/>
  <p:tag name="KSO_WM_TEMPLATE_INDEX" val="20202359"/>
  <p:tag name="KSO_WM_UNIT_LAYERLEVEL" val="1_1_1"/>
  <p:tag name="KSO_WM_TAG_VERSION" val="1.0"/>
  <p:tag name="KSO_WM_BEAUTIFY_FLAG" val="#wm#"/>
  <p:tag name="KSO_WM_DIAGRAM_GROUP_CODE" val="m1-1"/>
  <p:tag name="KSO_WM_UNIT_TYPE" val="m_h_i"/>
  <p:tag name="KSO_WM_UNIT_INDEX" val="1_2_2"/>
  <p:tag name="KSO_WM_UNIT_TEXT_FILL_FORE_SCHEMECOLOR_INDEX" val="14"/>
  <p:tag name="KSO_WM_UNIT_TEXT_FILL_TYPE" val="1"/>
  <p:tag name="KSO_WM_UNIT_USESOURCEFORMAT_APPLY" val="1"/>
</p:tagLst>
</file>

<file path=ppt/tags/tag20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02359_2*m_h_i*1_3_1"/>
  <p:tag name="KSO_WM_TEMPLATE_CATEGORY" val="diagram"/>
  <p:tag name="KSO_WM_TEMPLATE_INDEX" val="20202359"/>
  <p:tag name="KSO_WM_UNIT_LAYERLEVEL" val="1_1_1"/>
  <p:tag name="KSO_WM_TAG_VERSION" val="1.0"/>
  <p:tag name="KSO_WM_BEAUTIFY_FLAG" val="#wm#"/>
  <p:tag name="KSO_WM_DIAGRAM_GROUP_CODE" val="m1-1"/>
  <p:tag name="KSO_WM_UNIT_TYPE" val="m_h_i"/>
  <p:tag name="KSO_WM_UNIT_INDEX" val="1_3_1"/>
  <p:tag name="KSO_WM_UNIT_TEXT_FILL_FORE_SCHEMECOLOR_INDEX" val="14"/>
  <p:tag name="KSO_WM_UNIT_TEXT_FILL_TYPE" val="1"/>
  <p:tag name="KSO_WM_UNIT_USESOURCEFORMAT_APPLY" val="1"/>
</p:tagLst>
</file>

<file path=ppt/tags/tag2029.xml><?xml version="1.0" encoding="utf-8"?>
<p:tagLst xmlns:p="http://schemas.openxmlformats.org/presentationml/2006/main">
  <p:tag name="KSO_WM_BEAUTIFY_FLAG" val="#wm#"/>
  <p:tag name="KSO_WM_TEMPLATE_CATEGORY" val="diagram"/>
  <p:tag name="KSO_WM_TEMPLATE_INDEX" val="20200317"/>
  <p:tag name="KSO_WM_SLIDE_ID" val="diagram20200317_1"/>
  <p:tag name="KSO_WM_TEMPLATE_SUBCATEGORY" val="11"/>
  <p:tag name="KSO_WM_SLIDE_ITEM_CNT" val="0"/>
  <p:tag name="KSO_WM_SLIDE_INDEX" val="1"/>
  <p:tag name="KSO_WM_UNIT_SHOW_EDIT_AREA_INDICATION" val="1"/>
  <p:tag name="KSO_WM_TAG_VERSION" val="1.0"/>
  <p:tag name="KSO_WM_SLIDE_LAYOUT" val="a_d_f"/>
  <p:tag name="KSO_WM_SLIDE_LAYOUT_CNT" val="1_1_1"/>
  <p:tag name="KSO_WM_SLIDE_TYPE" val="text"/>
  <p:tag name="KSO_WM_SLIDE_SUBTYPE" val="picTxt"/>
  <p:tag name="KSO_WM_SLIDE_SIZE" val="864*431"/>
  <p:tag name="KSO_WM_SLIDE_POSITION" val="47*59"/>
  <p:tag name="KSO_WM_SLIDE_LAYOUT_INFO" val="{&#10;    &quot;backgroundInfo&quot;: [&#10;        {&#10;            &quot;bottom&quot;: 0,&#10;            &quot;bottomAbs&quot;: false,&#10;            &quot;left&quot;: 0,&#10;            &quot;leftAbs&quot;: false,&#10;            &quot;right&quot;: 0,&#10;            &quot;rightAbs&quot;: false,&#10;            &quot;top&quot;: 0,&#10;            &quot;topAbs&quot;: false,&#10;            &quot;type&quot;: &quot;general&quot;&#10;        },&#10;        {&#10;            &quot;bottom&quot;: 0,&#10;            &quot;bottomAbs&quot;: false,&#10;            &quot;left&quot;: 0,&#10;            &quot;leftAbs&quot;: false,&#10;            &quot;right&quot;: 0,&#10;            &quot;rightAbs&quot;: false,&#10;            &quot;top&quot;: 0,&#10;            &quot;topAbs&quot;: false,&#10;            &quot;type&quot;: &quot;frame&quot;&#10;        }&#10;    ],&#10;    &quot;horizontalAlign&quot;: 1,&#10;    &quot;id&quot;: &quot;2020-03-31T11:24:02&quot;,&#10;    &quot;maxSize&quot;: {&#10;        &quot;size1&quot;: 50.700000000000003&#10;    },&#10;    &quot;minSize&quot;: {&#10;        &quot;size1&quot;: 32.200000000000003&#10;    },&#10;    &quot;normalSize&quot;: {&#10;        &quot;size1&quot;: 32.39045397103142&#10;    },&#10;    &quot;subLayout&quot;: [&#10;        {&#10;            &quot;backgroundInfo&quot;: [&#10;                {&#10;                    &quot;bottom&quot;: -0.35709086099999998,&#10;                    &quot;bottomAbs&quot;: false,&#10;                    &quot;left&quot;: 0,&#10;                    &quot;leftAbs&quot;: false,&#10;                    &quot;right&quot;: 0,&#10;                    &quot;rightAbs&quot;: false,&#10;                    &quot;top&quot;: 0,&#10;                    &quot;topAbs&quot;: false,&#10;                    &quot;type&quot;: &quot;topBottom&quot;&#10;                }&#10;            ],&#10;            &quot;id&quot;: &quot;2020-03-31T11:24:02&quot;,&#10;            &quot;margin&quot;: {&#10;                &quot;bottom&quot;: 0.83399999141693115,&#10;                &quot;left&quot;: 1.690000057220459,&#10;                &quot;right&quot;: 1.6859999895095825,&#10;                &quot;top&quot;: 2.0999999046325684&#10;            },&#10;            &quot;type&quot;: 0&#10;        },&#10;        {&#10;            &quot;horizontalAlign&quot;: 1,&#10;            &quot;id&quot;: &quot;2020-03-31T11:24:02&quot;,&#10;            &quot;margin&quot;: {&#10;                &quot;bottom&quot;: 1.7239999771118164,&#10;                &quot;left&quot;: 1.690000057220459,&#10;                &quot;right&quot;: 1.6859999895095825,&#10;                &quot;top&quot;: 0.026000002399086952&#10;            },&#10;            &quot;marginOverLayout&quot;: {&#10;                &quot;bottom&quot;: 1.7239999771118164,&#10;                &quot;left&quot;: 1.690000057220459,&#10;                &quot;right&quot;: 1.6859999895095825,&#10;                &quot;top&quot;: 0.026000002399086952&#10;            },&#10;            &quot;type&quot;: 1,&#10;            &quot;verticalAlign&quot;: 0&#10;        }&#10;    ],&#10;    &quot;type&quot;: 0,&#10;    &quot;verticalAlign&quot;: 1&#10;}&#10;"/>
  <p:tag name="KSO_WM_SLIDE_CAN_ADD_NAVIGATION" val="1"/>
  <p:tag name="KSO_WM_SLIDE_BACKGROUND" val="[&quot;general&quot;,&quot;frame&quot;,&quot;topBottom&quot;]"/>
  <p:tag name="KSO_WM_SLIDE_RATIO" val="1.777778"/>
  <p:tag name="KSO_WM_TEMPLATE_MASTER_TYPE" val="0"/>
  <p:tag name="KSO_WM_TEMPLATE_COLOR_TYPE" val="1"/>
  <p:tag name="KSO_WM_SLIDE_BK_DARK_LIGHT" val="2"/>
  <p:tag name="KSO_WM_SLIDE_BACKGROUND_TYPE" val="topBottom"/>
</p:tagLst>
</file>

<file path=ppt/tags/tag2030.xml><?xml version="1.0" encoding="utf-8"?>
<p:tagLst xmlns:p="http://schemas.openxmlformats.org/presentationml/2006/main">
  <p:tag name="KSO_WM_UNIT_ISCONTENTSTITLE" val="0"/>
  <p:tag name="KSO_WM_UNIT_PRESET_TEXT" val="Thanks"/>
  <p:tag name="KSO_WM_UNIT_VALUE" val="4"/>
  <p:tag name="KSO_WM_UNIT_HIGHLIGHT" val="0"/>
  <p:tag name="KSO_WM_UNIT_COMPATIBLE" val="0"/>
  <p:tag name="KSO_WM_UNIT_TYPE" val="a"/>
  <p:tag name="KSO_WM_UNIT_INDEX" val="1"/>
  <p:tag name="KSO_WM_UNIT_ID" val="custom20191296_19*a*1"/>
  <p:tag name="KSO_WM_TEMPLATE_CATEGORY" val="custom"/>
  <p:tag name="KSO_WM_TEMPLATE_INDEX" val="20191296"/>
  <p:tag name="KSO_WM_UNIT_LAYERLEVEL" val="1"/>
  <p:tag name="KSO_WM_TAG_VERSION" val="1.0"/>
  <p:tag name="KSO_WM_BEAUTIFY_FLAG" val="#wm#"/>
  <p:tag name="KSO_WM_UNIT_NOCLEAR" val="1"/>
  <p:tag name="KSO_WM_UNIT_DIAGRAM_ISNUMVISUAL" val="0"/>
  <p:tag name="KSO_WM_UNIT_DIAGRAM_ISREFERUNIT" val="0"/>
</p:tagLst>
</file>

<file path=ppt/tags/tag2031.xml><?xml version="1.0" encoding="utf-8"?>
<p:tagLst xmlns:p="http://schemas.openxmlformats.org/presentationml/2006/main">
  <p:tag name="KSO_WM_SLIDE_ID" val="custom20191296_19"/>
  <p:tag name="KSO_WM_SLIDE_ITEM_CNT" val="0"/>
  <p:tag name="KSO_WM_SLIDE_INDEX" val="19"/>
  <p:tag name="KSO_WM_TAG_VERSION" val="1.0"/>
  <p:tag name="KSO_WM_BEAUTIFY_FLAG" val="#wm#"/>
  <p:tag name="KSO_WM_TEMPLATE_CATEGORY" val="custom"/>
  <p:tag name="KSO_WM_TEMPLATE_INDEX" val="20191296"/>
  <p:tag name="KSO_WM_SLIDE_TYPE" val="endPage"/>
  <p:tag name="KSO_WM_SLIDE_SUBTYPE" val="pureTxt"/>
  <p:tag name="KSO_WM_SLIDE_LAYOUT" val="a"/>
  <p:tag name="KSO_WM_SLIDE_LAYOUT_CNT" val="1"/>
  <p:tag name="KSO_WM_TEMPLATE_SUBCATEGORY" val="0"/>
  <p:tag name="KSO_WM_TEMPLATE_MASTER_TYPE" val="1"/>
  <p:tag name="KSO_WM_TEMPLATE_COLOR_TYPE" val="1"/>
</p:tagLst>
</file>

<file path=ppt/tags/tag2032.xml><?xml version="1.0" encoding="utf-8"?>
<p:tagLst xmlns:p="http://schemas.openxmlformats.org/presentationml/2006/main">
  <p:tag name="ISPRING_ULTRA_SCORM_COURSE_ID" val="82ADB108-2F67-4B4E-A97E-19ABB6FAC58E"/>
  <p:tag name="ISPRING_SCORM_RATE_SLIDES" val="1"/>
  <p:tag name="ISPRINGONLINEFOLDERID" val="0"/>
  <p:tag name="ISPRINGONLINEFOLDERPATH" val="Content List"/>
  <p:tag name="ISPRINGCLOUDFOLDERID" val="0"/>
  <p:tag name="ISPRINGCLOUDFOLDERPATH" val="Repository"/>
  <p:tag name="ISPRING_PLAYERS_CUSTOMIZATION" val="UEsDBBQAAgAIAJCuo0gOaiROYgQAAAURAAAdAAAAdW5pdmVyc2FsL2NvbW1vbl9tZXNzYWdlcy5sbmetWG1v2zYQ/l6g/4EQUGADtrQd0KIYEge0xNhEZMmV6DjZMAiMxNhEKDHVi9vs037Nfth+yY6UncR9gaQkgG2YlO+54909d0cfHn/JFdqIspK6OHLeHrxxkChSnclideQs2MmvHxxU1bzIuNKFOHIK7aDj0csXh4oXq4avBHx/+QKhw1xUFSyrkVndr5HMjpz5OHHD2RwHF4kfTsJkTCfOyNX5DS9uka9X+qff3n/48vbd+58PX2/l+sDEM+z7+0DIIr170wMoYFHoJ4BG/CQg58wZmc9hcuGC+TQgzmj7ZZj0PCJnzsh8dsotoogELIl96pGExkkQMusLnzDiOaML3aA13whUa7SR4jOq1wLiWMtSoErJzD5INWwUjehS5oUzTIMkIjGLqMtoGDijWJfl7S8Wljf1WpegrkKZrPilEpnVCRljn9+UogLVvIaMQvCq1xJ+qXMui4NO1RFe0mCSsDD044QE3m7HGZEiQ17JjZqBKBGOSQQAJa9E+QjZxGaZFUdYqWEIUzqZ+vBmxoSpXK0VvOuhdswJxGAuii4pyBESQXbF8TKMPOM0UIU4uuFV9VmX2V5+PAxUFzAN3BBS0GUPwJnB2AFDjCXUjbIUad0FNiNxjCckGYfnkMjAu3CIRHgKdDsdInFBYqAIibtkAnxGJ9gkvKHYLv93/Eq5SWd1i3iagpxx30bqpoId41JggWVadTBMTUw+LiBsFPs/oHGLCt61q5XcCLCjzETZqQgqi0s8k0UfF/SP5ARTn3gJpJUXLhNmS57RmPNbVOga8WzDi1SgS5HyBnL9Fp5lMrPPTJyt/k+N/BvxeltVXm0LUuCR81dD7dmrYd8xq6nAproW+U3dpdo4bGv+Y6wwOf1DE/oc/XH6Y5cEOKLh80Smknmj2qr75PjcWTY0Rp1GPNFT/aP13JbEbW0dUyhYY6n7SxDopqZ/QANU/aVocAKK5m2JhhpOi6sBOoNwCxBo9FiMM3DVngln4MIB8ksyjimD2WgpLitZd44dlo1tgL4f2hTmPCVqcU/GS3GlYcJRgm/a6QO6kI10Z0AfDDd7rYJR5oPJAQCu2uQBSCVzsD/rgbmYkZ0H2gK/d5KlblRmyavktS3y4NsmF9+OTVelzu2u4tUuedsmc/wUK9rDRa3S+YD2f8e/3vF5QL/HRykmOHKniYsDl5hB33BV9RQCChhX+CxOfDw24sCFnNfpGprplW6KrCdQO6t75AQD2PbMseBluv7vn397YnxlSbuLtru/DwIBYpsqSO7A/gx0Laq/ukAYHu/L2UUfqe3dZifX86rDKGThs9wheNtacp3D1kG3XkjybdAwY9idzoAHsU173ZQwug1BmOHoFGqZncKd0YyX11AImdZqEIp1tUnAepj2++tlUytZiCGyT2sl5sCMzhPsefauDeRTMr1ue2YGN4p0e+lWcOnuC+ZOcQB19is8kcl6IKBtTbsqBERv1/c033zbqe5Wlf3D4vD1g/8v/gdQSwMEFAACAAgAkK6jSAh+CyMpAwAAhgwAACcAAAB1bml2ZXJzYWwvZmxhc2hfcHVibGlzaGluZ19zZXR0aW5ncy54bWzVV91u2jAUvucpLE+9LGk7unYooaoKaNVaQIVt7VVlYkOsOnYW21B6tafZg+1JdhwDBbXr0h+kTQgRn5/v/J+Y8Og2FWjCcs2VjPBudQcjJmNFuRxH+MugvX2IkTZEUiKUZBGWCqOjRiXM7FBwnfSZMSCqEcBIXc9MhBNjsnoQTKfTKtdZ7rhKWAP4uhqrNMhyppk0LA8yQWbwY2YZ03iOUAIAvqmSc7VGpYJQ6JHOFbWCIU7Bc8ldUES0BdEJDrzYkMQ341xZSU+UUDnKx8MIvzs8dp+FjIdq8pRJlxPdAKIjmzqhlDsviOjzO4YSxscJuHtQw2jKqUkivFdzKCAdPEQpsH3oxKGcKMiBNHP4lBlCiSH+6O0Zdmv0guBJdCZJyuMBcJCLP8LNwfWnq17r4uy08/l60O2eDU573olCJ1jHCYN1QyE4pGwes6WdkBhD4gT8Bp0REZqFwSppITZScs05d0ZDJSD3hRa0UTpktENStlKN/g2XbZDcxWgEgYhZhI9zTgRG3BDB46WytkNtuCmq3l6VRIAF7cnQeR/fm/fZiROSa7bq1oKjXc7jxjdlBUUzZZHgNwwZhSB+m8JTwtBqcdAoV2lBhfYxSAsOFiecTRk9KnI6B/yToSswkVrQhF7NBDPewnfL79CQjVQOuIxMoLOBzrXHrz4LOCNa34OShY9b/bPTZuv6tNNsXW65AAmdEBk/ExwKztLMbASfzJBUZqEH6YiJ1awoCuW04JWJrfryMmieWuHL/NbFWIHeYEk2Y+U5hfmrB6XNJmRSDKIbrgIaRpBDSTwmMGJYF1xaVhYwJhIpKWaIxLDWtBvrCVdWA8UPsIfWL/fQ6yMui9MYVhtYzCnLS0Hu7O69r+1/ODj8WK8Gv3783H5Sab7we4I4c37jnzy58pdr/+E2DAO3pR9f2ia3/+bO7l20vpbJa6d1OShV0la/FFy3jFT3cxmpC/+S6a28YEq5AEtp7IcM1pLgKTeMvmWLvaBNXvVu9z22mTbZYMyvGY3/JmR/Wl4T1+6FYfDoxdVxUi55ColwK3F5223s13bgpvkoq1IBtPX/Do3Kb1BLAwQUAAIACACQrqNItfwJZLoCAABVCgAAIQAAAHVuaXZlcnNhbC9mbGFzaF9za2luX3NldHRpbmdzLnhtbJVWbW/iMAz+fr8Ccd/p7pWd1CExxkmTdrfpNu172po2Ik2qJGXHv784TdYEKPSwJhH7eWzHsc1StaV88WEySXPBhHwGrSkvFWq8bkKLm2nWai34LBdcA9czLmRN2HTx8af9pIlFXmKJHcixnA3JoQ8zt58xFBfj2xxliJCLuiF8/yBKMctIvi2laHlxMbVq34BklG8N8urHfLUeDMCo0vca6iin9TXKOEojQSnAlL6vUS6yGMmA+UhX9jOS04c6f/sD2o4qqi1t+QlliNaQEuIiXy9RhvHceI9fZY5ynqDhrzbQL59RBqGM7EHGzu++ogwyRNM2/9MjjRQlFjTmnH/Edw4TpDDjh1ldoVwk4IUw0MVXcOWxd70LQO5rOPcpjqsU7AnrerAQ8NEzBgstW0gTf+psqhJvj6028wGLDWHKAEJVD3oyST+RVnk3sa7H/YE3yovQl9P0kFfB2hpWXcKBu1jf41erW7srQqfvuiBDCTunDFLslT3yt6nrETJQ9shnRgt45Gx/nMGhqSP5R74l7jnP199YgRNzLJzVn7wVIz3g6KogVafwmFoUsFCYzgutAd8tTayuSyk5yinlZEdLoqngvxCX7e1lVJocGFyvne6sVFPN4FTD2RzNmg7LZc9xPzpr3JDdz0J/ue480WaL30yJ1iSvavOzpKYTxzNjYgozTU4zcE8aOMh7vhEBx8YeItVEbkG+CMHGhuFCgxrrXnTDNQRPk6AGaXK6yqlzcqr8vK0zkGvzahSUr3Ks7IAVLStm/vQrhTcoDhgD1o6qK+OPE/rel4HCNQEQmVe+a7tDZ6lbpimDHfjhDxT2ykN3S5Xp0qGGW+oH2Oiw5ZxmVE+6XdH3SrxDAv0J/KtJK3J8YBnR9ppkyt4smny/hvtcosXs1xk2X7jJ7Nn1UuTY2I8raJT47+Q/UEsDBBQAAgAIAJCuo0gqlg9n/gIAAJcLAAAmAAAAdW5pdmVyc2FsL2h0bWxfcHVibGlzaGluZ19zZXR0aW5ncy54bWzNlm9PGjEYwN/zKZouvpRT56YjdxgjGIlOiLBNX5lyLVxjr721PfB8tU+zD7ZPsqdXQIiOnUaWhRDo0z6/51/7tOHRfSrQhGnDlYzwbn0HIyZjRbkcR/jL4HT7ECNjiaREKMkiLBVGR81amOVDwU3SZ9bCUoMAI00jsxFOrM0aQTCdTuvcZNrNKpFb4Jt6rNIg08wwaZkOMkEK+LFFxgyeESoA4JsqOVNr1moIhZ70WdFcMMQpeC65C4qIM5sKHPhVQxLfjbXKJT1RQmmkx8MIvzs8dp/5Gk9q8ZRJlxLTBKET2wahlDsniOjzB4YSxscJeHuwj9GUU5tEeG/fUWB18JRSsn3kxFFOFKRA2hk+ZZZQYokfenuW3VszF3gRLSRJeTyAGeTCj3BrcHt202tfXXQuz28H3e7FoNPzTpQ6wSonDFYNheCQynXMFnZCYi2JE/AbdEZEGBYGy6L5spGSK865MRoqAakvtTAagaeiiPCx5kRgxC0RPF7MWqLHzJ5yATE43d36SFr8CPTxxgnRhi0bms8Yl8W4+U3lgqJC5UjwO4asQhBRnsK/hKHldKORVmkpFcRYZASnDE04mzJ6VGZpBvyToRswkeagCZsvE8x6C99z/oCGbKQ0cBmZwFYFOTeeX38ROCPGPELJ3Met/kWn1b7tXLba11suQEInRMYvhEMJWZrZjfBJgaSycz1IR0xyw8qiUE7LuSqx1V9fBsPTXPgyv3UxltAbLMlmrLykMH/1oLLZhEzKg+gOV4mGI8ihJJ4JEzEcdy5zVhUYE4mUFAUiMTQq4471hKvcgMQfYI82r/fQ6yMuy9EYbg6wqCnTlZA7u3vv9z98PDj81KgHv3783F6rNGvhPUGcOd/DT9Y28UUjf9oNw8D1zufbsNX5v+rCvav21yqZumxfDyoVqd2vhOtWWdU9r7Lqyl8bvaUro5IL0GbG/thAoxE85ZbRt9w0ryj8+vvXb4s3KvwGo1i7ff/fIPxo8dxaeV+FwbMPwBrIVx/TzdpvUEsDBBQAAgAIAJCuo0hocVKRmgEAAB8GAAAfAAAAdW5pdmVyc2FsL2h0bWxfc2tpbl9zZXR0aW5ncy5qc42UTW/CMAyG7/wKlF0nxD5hu6HBpEkcJo3btEMoplSkSZWkHR3iv68OX03qjsUX8vLkdewq3na61WIR6z53t+6327/7e6cBalbncO3rokVPUWdGJAuYJSmIRAILkOJ49CTvzgRlzKQznZcfaGtqfkzhP0suTB3PCAtNaIY6XBDgN6FtqMM/J7FTq2tfU63R89xaJXuRkhak7UmlU+4YdvXqVr3EAFYF6AvokkfgmQ7caiPPjg8DjDoXqTTjspyqWPXmPFrHWuVy0ZZ/VWagq0++3gP9p8HLxLMTibFvFtIw8WSI0U5mGoyBQ97HCQYJCz4HUfPtu/UH6hk3CwroIjGJPdKjG4w6nfEYGl0ajjB8TFZejW4OMJqchY3dE3e3GB4heAm6YTW+x/BAleXZPz5gplWMHWmgzZ6fUKH4IpHxIXUfg+Twsmjb1r1zoe76Y+Y9IRU8oRX1/NK22RGChgCtN5aOeU2Qd0rZCUqURA5FaNS0Kug5YsM5gvvPLuPW8miVVuOhGo5VG7heg54pJarbf126Z5irs/sFUEsDBBQAAgAIAJCuo0g9PC/RwQAAAOUBAAAaAAAAdW5pdmVyc2FsL2kxOG5fcHJlc2V0cy54bWydkbEKwjAQhvc+RbjdxG6lJHUT3Bx0lpqmGmkvJZdaH9+UinSRgEMg//F9PyQnd6++Y0/jyTpUkPMtMIPaNRZvCs6n/aYARqHGpu4cGgXogO2qTNq8wKM3ZAKxWIGk4B7CUAoxTRO3NPjYQK4bQywmrl0v4ukditkUw6LC4pb2L/szgyrLGJPX0XbhgFW8x7QgjLxWMDsXjdxi60D8AhqTAEyqwVACaH0CeAwJwI8rQIrvm+ekRwrxo2KQYrWeKnsDUEsDBBQAAgAIAJCuo0izv7NQbQAAAHIAAAAcAAAAdW5pdmVyc2FsL2xvY2FsX3NldHRpbmdzLnhtbA3MPQ6DMAxA4Z1TWJ7K0L+NgcDGWFUqPYAVLITk2CixqnJ7sr3h0+vHfxL4cS6bacDn7YHAGm3ZdA34nadrh1CcdCEx5YBqCOPQ9GKR5MPuFRbYhQ7OM6cazi9KVb4zF1Ynr2e4RNuPFu9DcwJQSwMEFAACAAgARJRXRyO0Tvv7AgAAsAgAABQAAAB1bml2ZXJzYWwvcGxheWVyLnhtbK1V30/bMBB+LtL+h8jv2C0dA6oExJDQHsaE1LHtrTKJm3hN4sx2COWv39nO76VsSHtolZzv++58993Fv3rOUu+JScVFHqAFniOP5aGIeB4H6OHr7fE5urp8d+QXKd0z6fEoQGXODYCmyIuYCiUvNIDvqU4C1DNgYEZeIbmQXO+B+xS420gnS/TuaAYuuQpQonWxIqSqKswVIPJYibQ0JAqHIiOFZIrlmkni0kBeg13pv6Phl4mc6H3BVA9Z6LcHrklajmfFByTVEgsZk5P5fEF+3H1ehwnL6DHPlaZ5yJAHlZzZUj7ScHcnojJlythmvktyzbQ2SVjbzNcrvjjPPSXDADmHTcaUojFTOM1jRByWTID9bUpVUvOoAa3hVTte81q/jXnfNG62c6RzLsrHlKsEjvqQzjoJ9Mkwqp/Z61oFPTQKujVMyJPsV8kli+zrt1aM8wVyAVvF2TyxqkI4gKdbGmoh9zcAAxXVHcRt07BrGraglgO30dcdBWpuu2VUl5I1pZr5Tzxi4guVkhpZXGpZMp+MjDWWDME+cVeum9Q1xE90lp7+Q2+M36g1P9VrnbGA/9GYT0DU1oTnEXu+5eCjWQY11QyKbWxYFyk2MbucVPmY9XQ9MLkc66bARTxNZcxgDCOqKens5BCUSarAJSzlCNs7OAhOeJyk8NOTDOPTgzQZlbtJht7BQXAqwt0EtDW3ZSTjOo7E1CrIJxPrxA9LpUXGX6w8B3tGr6wOXxu55ui64O3B2fyPURzEaAZziyZWl3nq7avm8N7MqVadz6ZwloFaYR6YLgvn1cxCWYx8IralZapv+jk1+7AHHeU8NR3TXN9B76Ja8xfmVTwyX7rF0tQkYUYzAfpwvuwxQD9huwzCW9OhiFuRN3XAmNg3928r2mz5unWu64c67EMNnzirHMbN1EdQRyxFmUejHuKi+4ioFHbatWTUS9kWbrQ4AZGKIkDv4aG+88XpRXfls8VFg7V53bvALpc3rPQ64U5BpNZ1exG/3g3w+BtQSwMEFAACAAgAkK6jSIyYS/o+CAAAjyAAACkAAAB1bml2ZXJzYWwvc2tpbl9jdXN0b21pemF0aW9uX3NldHRpbmdzLnhtbLVa627iShL+v0/RYnWks9IqXMwtK4aVL01iDTEc7CQzu1qhBneCFdvNsRtmOOLHPs0+2D7JVrftYBMgdmYWT6JxddVX1XXrCxnEL16ob2LOAu8Pwj0W2pRzL3yOh39CaLBkPoumEY0pj+sHyqMXuuybGT4xQQNqzEnoksjVxWg8bKCR/KB+T+0bfXhra+0W6rVxC/eRgTs6jF0rxrWiw5jRauqD+hFEghvRJQ35adRBvTD6VsAMYxpxM3Tp96FS5M4PFWdwExHXA7542G2LZ59p3Rtt8aB2s9Pr4H1LVRSli/SO0TQa+17vuqc2EW60Ow1lr/VbSktBzU6ned3dN3utjgJvo+suoLTxdRe1e+12y9i3cAukkapqRkvf95TrZlMFbbh/re9HI63XaKBms6m0jX2nq4y0BgJuBTBUpS8cqBiKpnT3qqY2+woa6SNt1N5jA3f1Duq3cLfR2Lc1TWk0Ds49zC7vrgO19HQyd74DeDIEJ0dFbtVPJNdguYkiYHZosPYJpygkAf1UkzkZcpmx6NclW+/+UksTVCZzxp7ZVaQmRCALsOEJrEFdjmRs0q58YeTpyHM/1RYbzll4tWQhB6irkEUB8WvDPye5k86sjCTb0qiK3BNZ0oO6nvyUFUt1QT7Dc0loyYI1CXdj9syuFmT58hyxTeiWMnO1W9PI98IX4G5c93R8UZHvxdzkNCjYh/viKS+2hnjGVJjXxeIpJemTBfUzjQ35qSB3UPm+R45Et17scSmqNsVzSXRNnmkxAH1VPJdlQtBSjFpPPO8LcfqdA7siyr91kd0nOxoVlSTt8qIUW2/WVfNpHbFn4eyi3PuBfpXzGXSf8FlY2BBPKSExQaGwVJRSt8n5G0eM6etxLxkEoAWCm28uKUlCTrW5PrmbqtbX+XhyM5lr5k1tqCdViURZ/trq9r83O13oXKlcSST7Th2Pi1hIgnUa5bAsZzYZzwEQj+cW/uLUhuJ3ZdHJvTM2LVwbpv+pDDCd4YfaUPwuI3o/m2HLmdtj08Bz055bE0f6ZYwdbNSGX9kGrciWIs7Q1qPfEF9RBO3ZiyiKfc+VA6Jle+GGltBnTO5U05rPsO3MTN0xJ1ZtaLMo2v1VIpMNX0HyrEiMXC8mC5+6Ui2kiBxf51co+MdXHnCygHjhVRntM/XRtG7mzmQytufYMjJKbYhDFxkREZqqA81UG88AIyKwjn9MfC6zTyIg1fcrg9yaN7dj+HGEIbfe88qHH/4Ba6YYQjKlYQlBSBw8g6yz7cfJzBA+BIWIoDWJ428scgtJkw9dCWzT0ieQmrqTw3cETIYNgffCJaQOXfISeHfYttUbPNcmXyDHoTYnFYUmn6EkP1cU+optqCFslxCz1AfzRhUVIcowK5CsBpdE5Lu/Q2S5BDnhza3HNjFQhIehTGQ1xleVNdn4t3sIpKmOz1R7AgzOlm/P3paCKZELy1wJXdCGdGyI7Prt3vzHfKSaY2zMId2MyePckV1SKA3IDoWMI+JuSbikaEGXZAOVsIMx13PlmIi8NOH3jfcHIjztP7+krcsy8JdfPmBSoeGdsAz2y6AMtilr/p524bZ0Bh80ROT6WSvKOODDJtg6ttSZOfk5IYq9YOMnXfpnBOrVuKrBeteOH/dX+bD9H4yxkxasmdDRNI9VEsKwEoslBxZPv5KgaY1AXXpYhIYvTqiVAKxJimEx9AMwD+C5giEP4NFqEI9Ys00HNluPdCFOHyWEZa0mUTsdb3FG9Ckc0F9LdUGfGOyXfEq2yUYG1i4Z/jJRzm2VCkuLYzpjMNwCzOckqQDV9wJxhioHe3+HM1ckq0FhPo9s47uyun3vRa4I4OdNQN/uw54iFkiqT+Isr5NF6e8/aEgyxVmid1ptA/FaoKVjlavPH4qYjdWZfjvXVUvH4kQh6tkvLwfVIXwyduz5WNUEApRJQPhyBavwkzjnlcdKTgQGHqmAl07epiRarv777/+UhzmyJ6GilPq3qjhQ/KJr4le8f1qM0/hfJXAcVSuKypeSgumBKhMtf75yTEjQn3JkIcmyFLBAXHGVUg0lkIZRdRxVv72DKrFlUbBNBHvBiiB36uwzND65168N70j0Ao3TYcyvCiQ9L3KTV7bhcMTdcN8LaUXxH16JxOQdczpXDUOe/aFGfW/5kiy/Lhxg0ms+5LPnKnj6rWpBdz6CpK7Hq2PKxS3rWtASkvdDQ9ieXOteCYcLFZ9AD+eF+5mQR8yfiputt1e5wCAu4iCNhzwSR/rsLc8Rr9i3NHbDJ+LHwJYnHbNOwYap2CymkEXaMfdM1I6bx00px4wPzId1QU+mk4Mu0o+ldF2TN795Ba+0N5bDMSsdypl+IB7zW/Q7f8OfIx7z22JNmcC57q1Nx0N50ew6TiNRnl4mdsBDQ9mlUp7srcgjLBiLa9k4N5GUUOQMmEuHcm10vICm5SxoeYPrZywehK/blzshs9jJacfia4fCwCF965fzd8A97tPzyS3nASWYd7V8P1UBKc+pEki+Pjh2RkJFfLemn2pwECHLlej0cQ2lGJ9qwp3JNzTn5NZZPxPtLCcprbksGsh+Ltt5JZWh6OLVVLGk2C8LDepv/DSoX4rQIIU9H8BwEyxohCEHPOhyaYSKxDz7KrsKe5A70iO5M6N5AL4C7BDOSFkl5AiFxJLbqqxakpf8OOwtuefTLc1aVY6Qc87l+Q9iqI7Lya3yMX3i+fROKZWrIO11h1ws9sAc/ayUPJHllRyNVCw6ThaxnP2JbpUtPgcbTyxHWZsW6Z7v0IwfRb1+QhXwnvP+oJ5fZqFHvfmW9ZgGooB39m8O/gdQSwMEFAACAAgAkK6jSCqKN+aHEQAA8GEAABcAAAB1bml2ZXJzYWwvdW5pdmVyc2FsLnBuZ+3d+VeS2f8AcEszJ2eizcwsbZq0xQXUGjMXWmzSkXKd1FLR1GwzNTMUWVKnsUUldcpdmlzaJW3S3MAlJdSgCZXSlAqFEJUQkR0+9J2az4x+5g/4nvNwDni49znPva/73NUf3lzyOrDvm0WrF2lpaX3j7ubqo6WlA9PS0o7T09WkqHZb7tP8mRfvs2+3VhV1DVfzRSdq1/5dWlrVOH1F2ALN969i3QLjtbQWt396zyPH3I7Q0gq74O66yy8xZGIIfuVBpJIsUOajtJzPH9AGteV+tHya9SNk04+uznrL59ssmXgGKf/ouv5F2jL9+Xt0Lnl5KrRTkJWBFJlobZNiSH7uQT2fdujRUcI2JuOX/fUcWml9FaOnNIlP6yE+LlBIpume9vxm8TC7BDFcL5Gyi2Jk3K9XhZ6fp/v3j7c/rF6lLDvkti2bizvMgrpI3qYZS7uuuNw01P4a0qL194/7Nl7REYoneuamWEV1wM2Vtv/MhrTsTNbucxsjP6BB1U3KsPt3YCb7MiNmlXcjPeWEWd0Y72xQIk4fQZss+Gf2+ZRI7b4fTyuVfKwhDFY1p7rnU8Df+FnUV1ha5ZlFjWTMzv8QuRPivcTAVXd2Rr7REliTd2LZnPvNay1n/PwsogdtN0tz1fghxHvpT3Nv9RBCuZezjNMzt+yWNte9fkuNZpfR0lbuv9R355D97Batn6e/3MB7b8ScOunnNm3ZHEfNmG0P0bWE+bkaZM++XpOMNLBZ0AsgAASAABAAAkAACAABIAAEgAAQAAJAAAgAASAABIAAEAACQAAIAAEgAASAABAAAkAACAABIAAEgAAQAAJAAAgAASAABIAAEAACQAAIAAEgAASAABAAAkAACAABIAAEgAAQAAJAAAgAASAABIAAEAACQAAIAAEgAASAABAA4v8RIkXaNvKI5jIo+R/RAs+nqO1ju8MS0+bG0dM9bb8uP+BVwCqb2WEBW3rOh77PbDNeMCeioJ750YNHD85OhcT+e/v+W/I12ObIOXV9dh5MmWc+v2zn3RezylirKTr1Umib1uwq+QucYS7SkdznHuDm35OmKBvtcU5Tz9gpC0221+NFZ/q6/cFRzU1rx/IY3qP/LNDaHqJEzayA5gXLbfs4jSJhHUkZPe0Q06wSbWVxGSrMLUkiWVUMDclHSd6lF5mqJeSNhm7WjU3IJN7oTFa7qck/YynCtflE+SRFVaH+dtdNF84DRjTlnDO1Hu1CYgedgFSzRfAdeGk7K3TqTTyt5CdLo/TDYARy+0kT9QXDkFe9tG04ebupKlZIdeSjJuLgaFHfczBGcOUKnuYiH7/LecwWC7d3Y5c0CTqN4SVKPlYtH6RikGBRYiP10eSpN0yoWkobNAE3M4J/qHovDkAGmqCn/3geSeD8VlqFLDi6t3Zc/sJROE3N//L0c1JkHtO+ykWXtnmHcuNKk9gFHTQzXtz1Ulq9S9PkzN30ZXEQB8bqn8Din0jVjI3ViKEERsfG7pOl4mbxsPwx+d4rH1IIvphBi8EIiwzVjWxpUnG7WuveI4KXT5SqmY/mv1cz6g9KViG8QY3yyUZEZxWyAVmMHEA2xYFHb65/qgcWqfMmTxVlC2rWTiUHzdT08g4R9gS6XG8OB9PvP1uMPRxQw333V4Wpr3cqR4dYOCgmPLz14hoPxNkqm4iJ7mAE6hoz57vF5ifhL3xRTWZOlHbe8h7ZyBMVYj/kTiSl1jP/pDdEuSHhvlZOXgdrUpzO0PuWpTgR7J1drkrW+UXw8HJ4gr+IaVDfWZL51taE4JTR4b3gIvf9iDFT0tn/wbb0XF42GotDru28ya3JqwjhvJMGtI7suH6cfCg7ST7An+iud7D/3K+2m2mLmq08BfG99zAF16mKu1iSLwqTwPDgPJx5l0opZX6VhOK2DbR442NppJHwQbPA/CCmqSWrO6hS7BX2myrZpGbLhgzRvguEpXu3pMLwmMTbXjbwKxlmf1TZU4N/mFE6j4ktbnmAuy9u8QAzBxBbBk34n2oSkL12akfyAC/58Ll+auGXDm7nxRx8vwJaDe3s/n26NjaDKewt5QzwOTVnD4piWyNoobaLEdGQO6RWPBZ7RbqgbyM3vOMhe8qJGoaFnGpsXApjC0JXw2oXXK9Pj8aRVmw4Z2QEphNJ5IG8SO6o49PBhOblziOR07+nNzs7QDnkz2Ph1rEbRCeWOZaZIyW/9kDEBpvmMbnMW8StUVzLfqcgSH1laM1Esm+G/t2rPiBDjyoxqMBX37wxQ8+cp349tY0/7UQVEUscYjjPP98Q8bJlv8r81uDNpy8DmdyrcSUkrJJO8eBUT8e2jqxOdUdvplbx432qy4mGXYUxeg1nC0xKlWF+8IN2mX50fpgPyUXJwFUy2yOQVJGZHx0rPYYC5coeC5RenSz4jDPM2u7MB371TGQ1hKJITI4P+WsaPG6cOPGYMYDanBUja1CCA+FYpSjtJmWtvnnRa9zx4w3jYekr7oQ37TksNHPIU8Y/EF1KWpArIIz0qk/Lb6XjBDUIbGkC1cCmU1xWgHH368hpyFt06LsTmedtlZUE+q07HLvM9QY7Kj3tQJvoQritbduBqWQYicsrzBvtTaWYqj6mP8C29MnTg/kLG4pmZPiZhdGTZOXnKRetm6UkbDWZSuLa4M9RXtlg+b6o4XTVycJUSop+ruznxAbXV7pnGXmHMsAdd9I9sdbOpAr7+SC4OusJtYE4UoHJ2mlLJazvSAyw2tdJ8NQUe3EzS1CJsH//g/P93V2R6vnPX+ad6uu+rjJhFRH7u5vZkfWWA2tObEniBPJ7hzHyiSunGya4OrkiIqjZ3pN///NC9jbomzVTnnoM+JvnWNWYP0k2Fk6XPUmSfTSEo+KEvb6e0RiVEM+cEfBqOb6kGYWQBkddaJWohbgkXlJf+xg2F1fGi8ubtEBjRBKRZk7Yjh4Q2PbzvEkhBHoVo84khOMPwpeGK5HOTJlItiaUQecnr2SNOo/IC/TMF+rmml01mQQZ6bocVmYRhwUYGfcWPLOH3f1IFtP6dPDXus1/BdK11YxVi5mvtFnH2XABRJXsmibLT2Dg7Jko4T1mMoPVC1/cz9/mMlmivpLDJ6lVHblZq7KbrD1ijCnCQjx561u/p7dNWYxOeOLp5BKe1A9211S0A8eoe++uXMWpFnqpxeeDecLHBBqRSXOFLIWttBh5aVySLtc+SWmJ5D+zTiZvyn/4OKK73Sjs8/p3J6VuGMm7EWCrSj2NWgY9uITuOb4PUoBZBo9jaSY+otVZGP7oILkdq+TBwSbYhuHbHF/olsL7mfPo5MPI5FecpCwcgycy9iRZ5AfNKMj0Xl7wHxE6ZUmrVnMcm9PQIZNS+q+ZFcICaJCmPke2brbF8UHVe1IpAb/2qBGDwojMbX+F/a1LuSfxj6u9kFUtu43bVbcgVyaCqgS4ugfW1zXXB8NYbh25Mm/4+xrPDQFTJJqwWLWAc9FVrpMrayY7ZO3tqh19Vp3q/jpgh2mr67pL2eW3nTB8aHntECm07Wex/l9jLGHVq416Pfijlk5jy8Uyh91uVusrW8tduKZMRLhqe/idmuj9zpk64ddsiWqK3iIhmB4oR1qVCAY4dnAkg3cIfLikVaKyEDVYod2pKDPb9d7OE2erbZXKLAPYmPhT4Rv0zDUrN/R7kmIUDN4Jw/YT+tpfts9IVFc/nNgJCSPdQxPs5X9WJ4iQgk5tqQ2tsTqbEROww+U30+oyk7rdu9HqHG5eXgaccAyidAjGZbzwUTsS19wiRkQyGeGUQRcawjKykxdM4FRdoCgSHjBOypIPkFZEMfLe6JnDMazOzW1JrQOih2jrRKfny0oFHy9/e0GkkvOZTjOvwos2lia+r8WDoIqP7EamcrKDpbeRIV8cO7EW2URvMGwd+X2yfTBd/mWHVHTibfY+k9eO32fgAjn6uVLSQTt1TvFSEDsulOtxZkxchLHrFYxuF2LdzaVrErkhuZxtzril9p3iYCO4jx0839JZfdkqPNhWrbJiHccZwLo6X0oD8i0tYS6yD2XPxSS1cv/e7NQGHofuCUULtoueiLZyW5NRWLcE21g3SAGxzITeGUwj0AuQwc2gsC9bKeLpt9f8Q+pzQs+8tl8zpJlSO/Ne9qivFW9jPjnb4PdaFLnF49sjE26hE8LXM2YOopP0C89qwZT6cSmj5qhr+fFNher4HvIi88jv0EWC/fCoeRX9G0AukrcV1RGrvcfieMdfpoklqvO8iNAJR7Y3h9x2SpV1CCI4R+dOdPK6HP9cJeRGiZrdH+iyuUf31WD1j1TJqnP3rc9peoXTzYxId2cVqqJmhvWBt8hcJM/ALk48DCnAuh9QIhZky8YyZDUVAmevMWkGI1kFnr/2u/xfL6GHS3Vy3SFJrEx7a2Ivu0azkUgfiqc5F2meEaKIpJyIwZS+NlKw7Un1kpcWUAR+V3PaIKeke/p4DmJatPiMYnn4YGnVsM3h/HFxa/tv4g/cks8V/bo4LcVTs2U98lU26usd6DeyDeqaWG9TUwarR21WtEiLZdzaLxxcCeok7MeSLn/FYnDUT0/LdlgOecoUnTwbKE72snjpnrG4sXeNIcwdBNmVP5CSabxX1S1jWpQs0o2FAmXuYyVY6Uce4Z6qdQ6CFGiG5NEqkbMH27vcWuyJldE7aDK1MB06/WJPEV4xsvEIpaAjZ+mTpzmjob/THPPQaZR82UQheJG5i5djb9mtqIufu17M2wd1wwOO+ePLDQ6MHr9+Ct/VnVQCJvMIJKK/5Z1HTeGaXRHo2IQTV7MNbpREZVfuKl/0CuXgQ/oeXVwoRskHmSthOrnGjX6BSHLj9EceMhmOdHBSsLGxI1lDNp8b52ttcPO0T+OxmhF1g4s19BqTU88pHXS8rmf+iA8/w28WY6Kda3jdp9gWuTFo3mHNmWB9/riksoshWhzPBemBxPNWfNmSv+hu0Uyaw1sKLaXEKly35zvxHaxBFBPcYcQ5FmYr1fGEcKXOASh3KlfTS4j80DzV+Y8fQ0zX1ceIv2w9TDGSd7uYtAgmzoPfS7cqIPmCGSUSNBMtHkrrN1tp/oj0DfNTj9Y0rkWuVGwjMHPgrD2kk8tamLuHyO0fQFSJki2V8969czl25MtgkRnd5odVz4R3xWObzJgclewBWgpPnnhsIX3T0haxbP8YfuHwzH44HCMdJdx0V6qjmdOPVUlhmi6d9Mvy1hFJaznxXOyEYx3alP+C4Bkka+9ol6NjR6lDDn/W2Z7ckoByauCTq/2lZz2OEqbEO/o4Cdfwhk81z0dVKVm1kMSOwasVHCgcBbo8jTdQURHER1IRAWuVX/xODJF2w1Vnwkn8Zz9duGGqeLtwIeN1uOe3vIlGDK4Cuk7zvFAvWNZDZp9buVx3zEI7S1DPvuNEk5Wu9YjywcVvAfNtQrIaWBV2biYmC3PjreJPWtBxmOmy5+0gaNOOwl5WP31D+mRcczxfs1f85eMqrFufsOkywXM8cWNIFP/KlyUoNyVcbTZsM3/nlBMDRU2uwtMIDunhCrMTa2DUpYFnYj8Fy68k5lE+9WmPMsp/p6yS4T8Sg5WtXX8/KHKO3VDdnAginXhfc+zhTPxwvAKFibZ06ITf7GwtH96UJbLvOLl4PboYrZqpn++GhubKfH6WMaV5HxTjUdBGiW0WMj/gPehyvCKtrbvH6r/HPn9tzrR0vJCGpdOSGkmqS/LmVPcp42IhizjVZVG0zxR91lf95uN0lPKQ83gx3B7cCF03+8j/KnonpEBJb3uYmN4654Cr6eFHNrfPSbbTZNgvilkx5ywOAZmrZQzSmsv2X+vO/fEAj/8L1i9nqs+tG970b8H6RR2G8O1L/se9W1rydO9eezOg4Kdfu8RX8Rx32s25IsowsxwTpJlzBJo+ts/dZ/mcf3DceJBy4jsW2b+1HPNOs+Dw2UIaNCYZ8mNhYdfs3yeAavftvnsJhlWYFhB7mn9T60K1NC/3vQdcq3aHpv4HUEsDBBQAAgAIAJCuo0iV7pF+SwAAAGsAAAAbAAAAdW5pdmVyc2FsL3VuaXZlcnNhbC5wbmcueG1ss7GvyM1RKEstKs7Mz7NVMtQzULK34+WyKShKLctMLVeoAIoBBSFASaESyDVCcMszU0oygEIG5mYIwYzUzPSMElslCwNzuKA+0EwAUEsBAgAAFAACAAgAkK6jSA5qJE5iBAAABREAAB0AAAAAAAAAAQAAAAAAAAAAAHVuaXZlcnNhbC9jb21tb25fbWVzc2FnZXMubG5nUEsBAgAAFAACAAgAkK6jSAh+CyMpAwAAhgwAACcAAAAAAAAAAQAAAAAAnQQAAHVuaXZlcnNhbC9mbGFzaF9wdWJsaXNoaW5nX3NldHRpbmdzLnhtbFBLAQIAABQAAgAIAJCuo0i1/AlkugIAAFUKAAAhAAAAAAAAAAEAAAAAAAsIAAB1bml2ZXJzYWwvZmxhc2hfc2tpbl9zZXR0aW5ncy54bWxQSwECAAAUAAIACACQrqNIKpYPZ/4CAACXCwAAJgAAAAAAAAABAAAAAAAECwAAdW5pdmVyc2FsL2h0bWxfcHVibGlzaGluZ19zZXR0aW5ncy54bWxQSwECAAAUAAIACACQrqNIaHFSkZoBAAAfBgAAHwAAAAAAAAABAAAAAABGDgAAdW5pdmVyc2FsL2h0bWxfc2tpbl9zZXR0aW5ncy5qc1BLAQIAABQAAgAIAJCuo0g9PC/RwQAAAOUBAAAaAAAAAAAAAAEAAAAAAB0QAAB1bml2ZXJzYWwvaTE4bl9wcmVzZXRzLnhtbFBLAQIAABQAAgAIAJCuo0izv7NQbQAAAHIAAAAcAAAAAAAAAAEAAAAAABYRAAB1bml2ZXJzYWwvbG9jYWxfc2V0dGluZ3MueG1sUEsBAgAAFAACAAgARJRXRyO0Tvv7AgAAsAgAABQAAAAAAAAAAQAAAAAAvREAAHVuaXZlcnNhbC9wbGF5ZXIueG1sUEsBAgAAFAACAAgAkK6jSIyYS/o+CAAAjyAAACkAAAAAAAAAAQAAAAAA6hQAAHVuaXZlcnNhbC9za2luX2N1c3RvbWl6YXRpb25fc2V0dGluZ3MueG1sUEsBAgAAFAACAAgAkK6jSCqKN+aHEQAA8GEAABcAAAAAAAAAAAAAAAAAbx0AAHVuaXZlcnNhbC91bml2ZXJzYWwucG5nUEsBAgAAFAACAAgAkK6jSJXukX5LAAAAawAAABsAAAAAAAAAAQAAAAAAKy8AAHVuaXZlcnNhbC91bml2ZXJzYWwucG5nLnhtbFBLBQYAAAAACwALAEkDAACvLwAAAAA="/>
  <p:tag name="ISPRING_PRESENTATION_TITLE" val="1"/>
  <p:tag name="ISPRING_SCORM_PASSING_SCORE" val="100.000000"/>
  <p:tag name="ISPRING_FIRST_PUBLISH" val="1"/>
  <p:tag name="ISPRING_SCORM_RATE_QUIZZES" val="0"/>
  <p:tag name="ISPRING_SCORM_ENDPOINT" val="&lt;endpoint&gt;&lt;enable&gt;0&lt;/enable&gt;&lt;lrs&gt;http://&lt;/lrs&gt;&lt;auth&gt;0&lt;/auth&gt;&lt;login&gt;&lt;/login&gt;&lt;password&gt;&lt;/password&gt;&lt;key&gt;&lt;/key&gt;&lt;name&gt;&lt;/name&gt;&lt;email&gt;&lt;/email&gt;&lt;/endpoint&gt;&#10;"/>
  <p:tag name="ISPRING_OUTPUT_FOLDER" val="F:\2月份我图原创上传文件\780公司商务工作汇报PPT"/>
  <p:tag name="commondata" val="eyJoZGlkIjoiZDBlZTk3YmQwOTBjMWNhMjNhNGIzMWI3ZGVmYWM2NzUifQ=="/>
</p:tagLst>
</file>

<file path=ppt/theme/theme1.xml><?xml version="1.0" encoding="utf-8"?>
<a:theme xmlns:a="http://schemas.openxmlformats.org/drawingml/2006/main" name="Office 主题">
  <a:themeElements>
    <a:clrScheme name="自定义 21">
      <a:dk1>
        <a:srgbClr val="000000"/>
      </a:dk1>
      <a:lt1>
        <a:srgbClr val="FFFFFF"/>
      </a:lt1>
      <a:dk2>
        <a:srgbClr val="000000"/>
      </a:dk2>
      <a:lt2>
        <a:srgbClr val="FFFFFF"/>
      </a:lt2>
      <a:accent1>
        <a:srgbClr val="415163"/>
      </a:accent1>
      <a:accent2>
        <a:srgbClr val="F46346"/>
      </a:accent2>
      <a:accent3>
        <a:srgbClr val="415163"/>
      </a:accent3>
      <a:accent4>
        <a:srgbClr val="F46346"/>
      </a:accent4>
      <a:accent5>
        <a:srgbClr val="415163"/>
      </a:accent5>
      <a:accent6>
        <a:srgbClr val="F46346"/>
      </a:accent6>
      <a:hlink>
        <a:srgbClr val="415163"/>
      </a:hlink>
      <a:folHlink>
        <a:srgbClr val="F46346"/>
      </a:folHlink>
    </a:clrScheme>
    <a:fontScheme name="自定义 1">
      <a:majorFont>
        <a:latin typeface="Calibri"/>
        <a:ea typeface="字魂35号-经典雅黑"/>
        <a:cs typeface=""/>
      </a:majorFont>
      <a:minorFont>
        <a:latin typeface="Calibri"/>
        <a:ea typeface="字魂35号-经典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主题​​">
  <a:themeElements>
    <a:clrScheme name="">
      <a:dk1>
        <a:srgbClr val="000000"/>
      </a:dk1>
      <a:lt1>
        <a:srgbClr val="FFFFFF"/>
      </a:lt1>
      <a:dk2>
        <a:srgbClr val="E7E7F0"/>
      </a:dk2>
      <a:lt2>
        <a:srgbClr val="FFFFFF"/>
      </a:lt2>
      <a:accent1>
        <a:srgbClr val="6969C7"/>
      </a:accent1>
      <a:accent2>
        <a:srgbClr val="AE64B8"/>
      </a:accent2>
      <a:accent3>
        <a:srgbClr val="DB63A3"/>
      </a:accent3>
      <a:accent4>
        <a:srgbClr val="F5738C"/>
      </a:accent4>
      <a:accent5>
        <a:srgbClr val="F79179"/>
      </a:accent5>
      <a:accent6>
        <a:srgbClr val="FAB574"/>
      </a:accent6>
      <a:hlink>
        <a:srgbClr val="304FFC"/>
      </a:hlink>
      <a:folHlink>
        <a:srgbClr val="492067"/>
      </a:folHlink>
    </a:clrScheme>
    <a:fontScheme name="商务风">
      <a:majorFont>
        <a:latin typeface="微软雅黑"/>
        <a:ea typeface="汉仪旗黑-85S"/>
        <a:cs typeface=""/>
      </a:majorFont>
      <a:minorFont>
        <a:latin typeface="微软雅黑"/>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Office 主题​​">
  <a:themeElements>
    <a:clrScheme name="A20191296">
      <a:dk1>
        <a:srgbClr val="000000"/>
      </a:dk1>
      <a:lt1>
        <a:srgbClr val="FFFFFF"/>
      </a:lt1>
      <a:dk2>
        <a:srgbClr val="E7E7F0"/>
      </a:dk2>
      <a:lt2>
        <a:srgbClr val="FFFFFF"/>
      </a:lt2>
      <a:accent1>
        <a:srgbClr val="6969C7"/>
      </a:accent1>
      <a:accent2>
        <a:srgbClr val="AE64B8"/>
      </a:accent2>
      <a:accent3>
        <a:srgbClr val="DB63A3"/>
      </a:accent3>
      <a:accent4>
        <a:srgbClr val="F5738C"/>
      </a:accent4>
      <a:accent5>
        <a:srgbClr val="F79179"/>
      </a:accent5>
      <a:accent6>
        <a:srgbClr val="FAB574"/>
      </a:accent6>
      <a:hlink>
        <a:srgbClr val="304FFC"/>
      </a:hlink>
      <a:folHlink>
        <a:srgbClr val="492067"/>
      </a:folHlink>
    </a:clrScheme>
    <a:fontScheme name="商务风">
      <a:majorFont>
        <a:latin typeface="微软雅黑"/>
        <a:ea typeface="汉仪旗黑-85S"/>
        <a:cs typeface=""/>
      </a:majorFont>
      <a:minorFont>
        <a:latin typeface="微软雅黑"/>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A20191296">
    <a:dk1>
      <a:srgbClr val="000000"/>
    </a:dk1>
    <a:lt1>
      <a:srgbClr val="FFFFFF"/>
    </a:lt1>
    <a:dk2>
      <a:srgbClr val="E7E7F0"/>
    </a:dk2>
    <a:lt2>
      <a:srgbClr val="FFFFFF"/>
    </a:lt2>
    <a:accent1>
      <a:srgbClr val="6969C7"/>
    </a:accent1>
    <a:accent2>
      <a:srgbClr val="AE64B8"/>
    </a:accent2>
    <a:accent3>
      <a:srgbClr val="DB63A3"/>
    </a:accent3>
    <a:accent4>
      <a:srgbClr val="F5738C"/>
    </a:accent4>
    <a:accent5>
      <a:srgbClr val="F79179"/>
    </a:accent5>
    <a:accent6>
      <a:srgbClr val="FAB574"/>
    </a:accent6>
    <a:hlink>
      <a:srgbClr val="304FFC"/>
    </a:hlink>
    <a:folHlink>
      <a:srgbClr val="492067"/>
    </a:folHlink>
  </a:clrScheme>
</a:themeOverride>
</file>

<file path=ppt/theme/themeOverride2.xml><?xml version="1.0" encoding="utf-8"?>
<a:themeOverride xmlns:a="http://schemas.openxmlformats.org/drawingml/2006/main">
  <a:clrScheme name="A20191296">
    <a:dk1>
      <a:srgbClr val="000000"/>
    </a:dk1>
    <a:lt1>
      <a:srgbClr val="FFFFFF"/>
    </a:lt1>
    <a:dk2>
      <a:srgbClr val="E7E7F0"/>
    </a:dk2>
    <a:lt2>
      <a:srgbClr val="FFFFFF"/>
    </a:lt2>
    <a:accent1>
      <a:srgbClr val="6969C7"/>
    </a:accent1>
    <a:accent2>
      <a:srgbClr val="AE64B8"/>
    </a:accent2>
    <a:accent3>
      <a:srgbClr val="DB63A3"/>
    </a:accent3>
    <a:accent4>
      <a:srgbClr val="F5738C"/>
    </a:accent4>
    <a:accent5>
      <a:srgbClr val="F79179"/>
    </a:accent5>
    <a:accent6>
      <a:srgbClr val="FAB574"/>
    </a:accent6>
    <a:hlink>
      <a:srgbClr val="304FFC"/>
    </a:hlink>
    <a:folHlink>
      <a:srgbClr val="492067"/>
    </a:folHlink>
  </a:clrScheme>
</a:themeOverride>
</file>

<file path=ppt/theme/themeOverride3.xml><?xml version="1.0" encoding="utf-8"?>
<a:themeOverride xmlns:a="http://schemas.openxmlformats.org/drawingml/2006/main">
  <a:clrScheme name="A20191296">
    <a:dk1>
      <a:srgbClr val="000000"/>
    </a:dk1>
    <a:lt1>
      <a:srgbClr val="FFFFFF"/>
    </a:lt1>
    <a:dk2>
      <a:srgbClr val="E7E7F0"/>
    </a:dk2>
    <a:lt2>
      <a:srgbClr val="FFFFFF"/>
    </a:lt2>
    <a:accent1>
      <a:srgbClr val="6969C7"/>
    </a:accent1>
    <a:accent2>
      <a:srgbClr val="AE64B8"/>
    </a:accent2>
    <a:accent3>
      <a:srgbClr val="DB63A3"/>
    </a:accent3>
    <a:accent4>
      <a:srgbClr val="F5738C"/>
    </a:accent4>
    <a:accent5>
      <a:srgbClr val="F79179"/>
    </a:accent5>
    <a:accent6>
      <a:srgbClr val="FAB574"/>
    </a:accent6>
    <a:hlink>
      <a:srgbClr val="304FFC"/>
    </a:hlink>
    <a:folHlink>
      <a:srgbClr val="492067"/>
    </a:folHlink>
  </a:clrScheme>
</a:themeOverride>
</file>

<file path=docProps/app.xml><?xml version="1.0" encoding="utf-8"?>
<Properties xmlns="http://schemas.openxmlformats.org/officeDocument/2006/extended-properties" xmlns:vt="http://schemas.openxmlformats.org/officeDocument/2006/docPropsVTypes">
  <TotalTime>0</TotalTime>
  <Words>12393</Words>
  <Application>WPS 演示</Application>
  <PresentationFormat>全屏显示(16:9)</PresentationFormat>
  <Paragraphs>619</Paragraphs>
  <Slides>72</Slides>
  <Notes>13</Notes>
  <HiddenSlides>0</HiddenSlides>
  <MMClips>0</MMClips>
  <ScaleCrop>false</ScaleCrop>
  <HeadingPairs>
    <vt:vector size="6" baseType="variant">
      <vt:variant>
        <vt:lpstr>已用的字体</vt:lpstr>
      </vt:variant>
      <vt:variant>
        <vt:i4>19</vt:i4>
      </vt:variant>
      <vt:variant>
        <vt:lpstr>主题</vt:lpstr>
      </vt:variant>
      <vt:variant>
        <vt:i4>3</vt:i4>
      </vt:variant>
      <vt:variant>
        <vt:lpstr>幻灯片标题</vt:lpstr>
      </vt:variant>
      <vt:variant>
        <vt:i4>72</vt:i4>
      </vt:variant>
    </vt:vector>
  </HeadingPairs>
  <TitlesOfParts>
    <vt:vector size="94" baseType="lpstr">
      <vt:lpstr>Arial</vt:lpstr>
      <vt:lpstr>宋体</vt:lpstr>
      <vt:lpstr>Wingdings</vt:lpstr>
      <vt:lpstr>字魂35号-经典雅黑</vt:lpstr>
      <vt:lpstr>黑体</vt:lpstr>
      <vt:lpstr>微软雅黑</vt:lpstr>
      <vt:lpstr>汉仪旗黑-85S</vt:lpstr>
      <vt:lpstr>创艺简老宋</vt:lpstr>
      <vt:lpstr>Noto Serif CJK SC</vt:lpstr>
      <vt:lpstr>方正黑体简体</vt:lpstr>
      <vt:lpstr>Arial Unicode MS</vt:lpstr>
      <vt:lpstr>Wingdings</vt:lpstr>
      <vt:lpstr>Helvetica</vt:lpstr>
      <vt:lpstr>Helvetica Light</vt:lpstr>
      <vt:lpstr>WPS-Bullets</vt:lpstr>
      <vt:lpstr>Segoe UI</vt:lpstr>
      <vt:lpstr>Calibri</vt:lpstr>
      <vt:lpstr>Calibri</vt:lpstr>
      <vt:lpstr>WPS-Numbers</vt:lpstr>
      <vt:lpstr>Office 主题</vt:lpstr>
      <vt:lpstr>1_Office 主题​​</vt:lpstr>
      <vt:lpstr>2_Office 主题​​</vt:lpstr>
      <vt:lpstr>计算机应用基础</vt:lpstr>
      <vt:lpstr>PowerPoint 演示文稿</vt:lpstr>
      <vt:lpstr>网络应用</vt:lpstr>
      <vt:lpstr>PowerPoint 演示文稿</vt:lpstr>
      <vt:lpstr>PowerPoint 演示文稿</vt:lpstr>
      <vt:lpstr>任务1 因特网基础知识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任务2 接入互联网</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任务3 网络信息获取</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Thanks</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FWC101</cp:lastModifiedBy>
  <cp:revision>13</cp:revision>
  <dcterms:created xsi:type="dcterms:W3CDTF">2019-03-14T04:19:00Z</dcterms:created>
  <dcterms:modified xsi:type="dcterms:W3CDTF">2024-09-03T03:10:24Z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2052-12.1.0.17857</vt:lpwstr>
  </property>
  <property fmtid="{D5CDD505-2E9C-101B-9397-08002B2CF9AE}" pid="3" name="ICV">
    <vt:lpwstr>A0742505E3264B1C9F6747500C7F53C7_12</vt:lpwstr>
  </property>
</Properties>
</file>